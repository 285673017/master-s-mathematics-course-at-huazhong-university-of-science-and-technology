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</p:sldMasterIdLst>
  <p:sldIdLst>
    <p:sldId id="616" r:id="rId3"/>
    <p:sldId id="617" r:id="rId4"/>
    <p:sldId id="271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73" r:id="rId15"/>
    <p:sldId id="267" r:id="rId16"/>
    <p:sldId id="268" r:id="rId17"/>
    <p:sldId id="269" r:id="rId18"/>
    <p:sldId id="270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5" r:id="rId68"/>
    <p:sldId id="326" r:id="rId69"/>
    <p:sldId id="327" r:id="rId70"/>
    <p:sldId id="328" r:id="rId71"/>
    <p:sldId id="329" r:id="rId72"/>
    <p:sldId id="330" r:id="rId73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6281"/>
  </p:normalViewPr>
  <p:slideViewPr>
    <p:cSldViewPr snapToGrid="0">
      <p:cViewPr>
        <p:scale>
          <a:sx n="104" d="100"/>
          <a:sy n="104" d="100"/>
        </p:scale>
        <p:origin x="63" y="5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76" Type="http://schemas.openxmlformats.org/officeDocument/2006/relationships/theme" Target="theme/theme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slide" Target="slides/slide59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image" Target="../media/image8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image" Target="../media/image12.emf"/><Relationship Id="rId6" Type="http://schemas.openxmlformats.org/officeDocument/2006/relationships/image" Target="../media/image17.emf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image" Target="../media/image18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image" Target="../media/image22.emf"/><Relationship Id="rId6" Type="http://schemas.openxmlformats.org/officeDocument/2006/relationships/image" Target="../media/image27.emf"/><Relationship Id="rId5" Type="http://schemas.openxmlformats.org/officeDocument/2006/relationships/image" Target="../media/image26.emf"/><Relationship Id="rId4" Type="http://schemas.openxmlformats.org/officeDocument/2006/relationships/image" Target="../media/image25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image" Target="../media/image28.emf"/><Relationship Id="rId6" Type="http://schemas.openxmlformats.org/officeDocument/2006/relationships/image" Target="../media/image33.emf"/><Relationship Id="rId5" Type="http://schemas.openxmlformats.org/officeDocument/2006/relationships/image" Target="../media/image32.emf"/><Relationship Id="rId4" Type="http://schemas.openxmlformats.org/officeDocument/2006/relationships/image" Target="../media/image31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image" Target="../media/image34.emf"/><Relationship Id="rId5" Type="http://schemas.openxmlformats.org/officeDocument/2006/relationships/image" Target="../media/image38.emf"/><Relationship Id="rId4" Type="http://schemas.openxmlformats.org/officeDocument/2006/relationships/image" Target="../media/image37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emf"/><Relationship Id="rId1" Type="http://schemas.openxmlformats.org/officeDocument/2006/relationships/image" Target="../media/image39.emf"/><Relationship Id="rId5" Type="http://schemas.openxmlformats.org/officeDocument/2006/relationships/image" Target="../media/image43.emf"/><Relationship Id="rId4" Type="http://schemas.openxmlformats.org/officeDocument/2006/relationships/image" Target="../media/image42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image" Target="../media/image44.e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53.emf"/><Relationship Id="rId3" Type="http://schemas.openxmlformats.org/officeDocument/2006/relationships/image" Target="../media/image48.emf"/><Relationship Id="rId7" Type="http://schemas.openxmlformats.org/officeDocument/2006/relationships/image" Target="../media/image52.emf"/><Relationship Id="rId2" Type="http://schemas.openxmlformats.org/officeDocument/2006/relationships/image" Target="../media/image47.emf"/><Relationship Id="rId1" Type="http://schemas.openxmlformats.org/officeDocument/2006/relationships/image" Target="../media/image46.emf"/><Relationship Id="rId6" Type="http://schemas.openxmlformats.org/officeDocument/2006/relationships/image" Target="../media/image51.emf"/><Relationship Id="rId11" Type="http://schemas.openxmlformats.org/officeDocument/2006/relationships/image" Target="../media/image56.emf"/><Relationship Id="rId5" Type="http://schemas.openxmlformats.org/officeDocument/2006/relationships/image" Target="../media/image50.emf"/><Relationship Id="rId10" Type="http://schemas.openxmlformats.org/officeDocument/2006/relationships/image" Target="../media/image55.emf"/><Relationship Id="rId4" Type="http://schemas.openxmlformats.org/officeDocument/2006/relationships/image" Target="../media/image49.emf"/><Relationship Id="rId9" Type="http://schemas.openxmlformats.org/officeDocument/2006/relationships/image" Target="../media/image54.e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image" Target="../media/image59.emf"/><Relationship Id="rId1" Type="http://schemas.openxmlformats.org/officeDocument/2006/relationships/image" Target="../media/image58.emf"/><Relationship Id="rId4" Type="http://schemas.openxmlformats.org/officeDocument/2006/relationships/image" Target="../media/image61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2" Type="http://schemas.openxmlformats.org/officeDocument/2006/relationships/image" Target="../media/image63.emf"/><Relationship Id="rId1" Type="http://schemas.openxmlformats.org/officeDocument/2006/relationships/image" Target="../media/image62.emf"/><Relationship Id="rId6" Type="http://schemas.openxmlformats.org/officeDocument/2006/relationships/image" Target="../media/image67.emf"/><Relationship Id="rId5" Type="http://schemas.openxmlformats.org/officeDocument/2006/relationships/image" Target="../media/image66.emf"/><Relationship Id="rId4" Type="http://schemas.openxmlformats.org/officeDocument/2006/relationships/image" Target="../media/image65.e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emf"/><Relationship Id="rId2" Type="http://schemas.openxmlformats.org/officeDocument/2006/relationships/image" Target="../media/image69.emf"/><Relationship Id="rId1" Type="http://schemas.openxmlformats.org/officeDocument/2006/relationships/image" Target="../media/image68.e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72.emf"/><Relationship Id="rId1" Type="http://schemas.openxmlformats.org/officeDocument/2006/relationships/image" Target="../media/image71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.emf"/><Relationship Id="rId2" Type="http://schemas.openxmlformats.org/officeDocument/2006/relationships/image" Target="../media/image74.emf"/><Relationship Id="rId1" Type="http://schemas.openxmlformats.org/officeDocument/2006/relationships/image" Target="../media/image73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76.e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emf"/><Relationship Id="rId7" Type="http://schemas.openxmlformats.org/officeDocument/2006/relationships/image" Target="../media/image83.emf"/><Relationship Id="rId2" Type="http://schemas.openxmlformats.org/officeDocument/2006/relationships/image" Target="../media/image78.emf"/><Relationship Id="rId1" Type="http://schemas.openxmlformats.org/officeDocument/2006/relationships/image" Target="../media/image77.emf"/><Relationship Id="rId6" Type="http://schemas.openxmlformats.org/officeDocument/2006/relationships/image" Target="../media/image82.emf"/><Relationship Id="rId5" Type="http://schemas.openxmlformats.org/officeDocument/2006/relationships/image" Target="../media/image81.emf"/><Relationship Id="rId4" Type="http://schemas.openxmlformats.org/officeDocument/2006/relationships/image" Target="../media/image80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4.e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6.emf"/><Relationship Id="rId1" Type="http://schemas.openxmlformats.org/officeDocument/2006/relationships/image" Target="../media/image85.e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9.emf"/><Relationship Id="rId2" Type="http://schemas.openxmlformats.org/officeDocument/2006/relationships/image" Target="../media/image88.emf"/><Relationship Id="rId1" Type="http://schemas.openxmlformats.org/officeDocument/2006/relationships/image" Target="../media/image87.e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92.emf"/><Relationship Id="rId2" Type="http://schemas.openxmlformats.org/officeDocument/2006/relationships/image" Target="../media/image91.emf"/><Relationship Id="rId1" Type="http://schemas.openxmlformats.org/officeDocument/2006/relationships/image" Target="../media/image90.e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emf"/><Relationship Id="rId13" Type="http://schemas.openxmlformats.org/officeDocument/2006/relationships/image" Target="../media/image105.emf"/><Relationship Id="rId3" Type="http://schemas.openxmlformats.org/officeDocument/2006/relationships/image" Target="../media/image95.emf"/><Relationship Id="rId7" Type="http://schemas.openxmlformats.org/officeDocument/2006/relationships/image" Target="../media/image99.emf"/><Relationship Id="rId12" Type="http://schemas.openxmlformats.org/officeDocument/2006/relationships/image" Target="../media/image104.emf"/><Relationship Id="rId2" Type="http://schemas.openxmlformats.org/officeDocument/2006/relationships/image" Target="../media/image94.emf"/><Relationship Id="rId1" Type="http://schemas.openxmlformats.org/officeDocument/2006/relationships/image" Target="../media/image93.emf"/><Relationship Id="rId6" Type="http://schemas.openxmlformats.org/officeDocument/2006/relationships/image" Target="../media/image98.emf"/><Relationship Id="rId11" Type="http://schemas.openxmlformats.org/officeDocument/2006/relationships/image" Target="../media/image103.emf"/><Relationship Id="rId5" Type="http://schemas.openxmlformats.org/officeDocument/2006/relationships/image" Target="../media/image97.emf"/><Relationship Id="rId10" Type="http://schemas.openxmlformats.org/officeDocument/2006/relationships/image" Target="../media/image102.emf"/><Relationship Id="rId4" Type="http://schemas.openxmlformats.org/officeDocument/2006/relationships/image" Target="../media/image96.emf"/><Relationship Id="rId9" Type="http://schemas.openxmlformats.org/officeDocument/2006/relationships/image" Target="../media/image101.emf"/><Relationship Id="rId14" Type="http://schemas.openxmlformats.org/officeDocument/2006/relationships/image" Target="../media/image106.e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emf"/><Relationship Id="rId2" Type="http://schemas.openxmlformats.org/officeDocument/2006/relationships/image" Target="../media/image108.emf"/><Relationship Id="rId1" Type="http://schemas.openxmlformats.org/officeDocument/2006/relationships/image" Target="../media/image107.emf"/><Relationship Id="rId5" Type="http://schemas.openxmlformats.org/officeDocument/2006/relationships/image" Target="../media/image111.emf"/><Relationship Id="rId4" Type="http://schemas.openxmlformats.org/officeDocument/2006/relationships/image" Target="../media/image110.e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emf"/><Relationship Id="rId2" Type="http://schemas.openxmlformats.org/officeDocument/2006/relationships/image" Target="../media/image113.emf"/><Relationship Id="rId1" Type="http://schemas.openxmlformats.org/officeDocument/2006/relationships/image" Target="../media/image112.emf"/><Relationship Id="rId6" Type="http://schemas.openxmlformats.org/officeDocument/2006/relationships/image" Target="../media/image117.emf"/><Relationship Id="rId5" Type="http://schemas.openxmlformats.org/officeDocument/2006/relationships/image" Target="../media/image116.emf"/><Relationship Id="rId4" Type="http://schemas.openxmlformats.org/officeDocument/2006/relationships/image" Target="../media/image115.e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emf"/><Relationship Id="rId2" Type="http://schemas.openxmlformats.org/officeDocument/2006/relationships/image" Target="../media/image119.emf"/><Relationship Id="rId1" Type="http://schemas.openxmlformats.org/officeDocument/2006/relationships/image" Target="../media/image118.emf"/><Relationship Id="rId5" Type="http://schemas.openxmlformats.org/officeDocument/2006/relationships/image" Target="../media/image122.emf"/><Relationship Id="rId4" Type="http://schemas.openxmlformats.org/officeDocument/2006/relationships/image" Target="../media/image121.e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emf"/><Relationship Id="rId2" Type="http://schemas.openxmlformats.org/officeDocument/2006/relationships/image" Target="../media/image124.emf"/><Relationship Id="rId1" Type="http://schemas.openxmlformats.org/officeDocument/2006/relationships/image" Target="../media/image123.emf"/><Relationship Id="rId5" Type="http://schemas.openxmlformats.org/officeDocument/2006/relationships/image" Target="../media/image127.emf"/><Relationship Id="rId4" Type="http://schemas.openxmlformats.org/officeDocument/2006/relationships/image" Target="../media/image126.e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emf"/><Relationship Id="rId2" Type="http://schemas.openxmlformats.org/officeDocument/2006/relationships/image" Target="../media/image129.emf"/><Relationship Id="rId1" Type="http://schemas.openxmlformats.org/officeDocument/2006/relationships/image" Target="../media/image128.emf"/><Relationship Id="rId6" Type="http://schemas.openxmlformats.org/officeDocument/2006/relationships/image" Target="../media/image133.emf"/><Relationship Id="rId5" Type="http://schemas.openxmlformats.org/officeDocument/2006/relationships/image" Target="../media/image132.emf"/><Relationship Id="rId4" Type="http://schemas.openxmlformats.org/officeDocument/2006/relationships/image" Target="../media/image131.e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emf"/><Relationship Id="rId2" Type="http://schemas.openxmlformats.org/officeDocument/2006/relationships/image" Target="../media/image134.emf"/><Relationship Id="rId1" Type="http://schemas.openxmlformats.org/officeDocument/2006/relationships/image" Target="../media/image128.e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emf"/><Relationship Id="rId2" Type="http://schemas.openxmlformats.org/officeDocument/2006/relationships/image" Target="../media/image137.emf"/><Relationship Id="rId1" Type="http://schemas.openxmlformats.org/officeDocument/2006/relationships/image" Target="../media/image136.emf"/><Relationship Id="rId6" Type="http://schemas.openxmlformats.org/officeDocument/2006/relationships/image" Target="../media/image141.emf"/><Relationship Id="rId5" Type="http://schemas.openxmlformats.org/officeDocument/2006/relationships/image" Target="../media/image140.emf"/><Relationship Id="rId4" Type="http://schemas.openxmlformats.org/officeDocument/2006/relationships/image" Target="../media/image139.e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emf"/><Relationship Id="rId2" Type="http://schemas.openxmlformats.org/officeDocument/2006/relationships/image" Target="../media/image143.emf"/><Relationship Id="rId1" Type="http://schemas.openxmlformats.org/officeDocument/2006/relationships/image" Target="../media/image142.emf"/><Relationship Id="rId6" Type="http://schemas.openxmlformats.org/officeDocument/2006/relationships/image" Target="../media/image141.emf"/><Relationship Id="rId5" Type="http://schemas.openxmlformats.org/officeDocument/2006/relationships/image" Target="../media/image146.emf"/><Relationship Id="rId4" Type="http://schemas.openxmlformats.org/officeDocument/2006/relationships/image" Target="../media/image145.e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emf"/><Relationship Id="rId2" Type="http://schemas.openxmlformats.org/officeDocument/2006/relationships/image" Target="../media/image148.emf"/><Relationship Id="rId1" Type="http://schemas.openxmlformats.org/officeDocument/2006/relationships/image" Target="../media/image147.emf"/><Relationship Id="rId6" Type="http://schemas.openxmlformats.org/officeDocument/2006/relationships/image" Target="../media/image152.emf"/><Relationship Id="rId5" Type="http://schemas.openxmlformats.org/officeDocument/2006/relationships/image" Target="../media/image151.emf"/><Relationship Id="rId4" Type="http://schemas.openxmlformats.org/officeDocument/2006/relationships/image" Target="../media/image150.e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emf"/><Relationship Id="rId2" Type="http://schemas.openxmlformats.org/officeDocument/2006/relationships/image" Target="../media/image154.emf"/><Relationship Id="rId1" Type="http://schemas.openxmlformats.org/officeDocument/2006/relationships/image" Target="../media/image153.emf"/><Relationship Id="rId4" Type="http://schemas.openxmlformats.org/officeDocument/2006/relationships/image" Target="../media/image156.e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emf"/><Relationship Id="rId2" Type="http://schemas.openxmlformats.org/officeDocument/2006/relationships/image" Target="../media/image158.emf"/><Relationship Id="rId1" Type="http://schemas.openxmlformats.org/officeDocument/2006/relationships/image" Target="../media/image157.emf"/><Relationship Id="rId6" Type="http://schemas.openxmlformats.org/officeDocument/2006/relationships/image" Target="../media/image162.emf"/><Relationship Id="rId5" Type="http://schemas.openxmlformats.org/officeDocument/2006/relationships/image" Target="../media/image161.emf"/><Relationship Id="rId4" Type="http://schemas.openxmlformats.org/officeDocument/2006/relationships/image" Target="../media/image160.e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emf"/><Relationship Id="rId2" Type="http://schemas.openxmlformats.org/officeDocument/2006/relationships/image" Target="../media/image164.emf"/><Relationship Id="rId1" Type="http://schemas.openxmlformats.org/officeDocument/2006/relationships/image" Target="../media/image163.emf"/><Relationship Id="rId4" Type="http://schemas.openxmlformats.org/officeDocument/2006/relationships/image" Target="../media/image161.e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emf"/><Relationship Id="rId2" Type="http://schemas.openxmlformats.org/officeDocument/2006/relationships/image" Target="../media/image167.emf"/><Relationship Id="rId1" Type="http://schemas.openxmlformats.org/officeDocument/2006/relationships/image" Target="../media/image166.emf"/><Relationship Id="rId5" Type="http://schemas.openxmlformats.org/officeDocument/2006/relationships/image" Target="../media/image162.emf"/><Relationship Id="rId4" Type="http://schemas.openxmlformats.org/officeDocument/2006/relationships/image" Target="../media/image169.e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emf"/><Relationship Id="rId2" Type="http://schemas.openxmlformats.org/officeDocument/2006/relationships/image" Target="../media/image171.emf"/><Relationship Id="rId1" Type="http://schemas.openxmlformats.org/officeDocument/2006/relationships/image" Target="../media/image170.e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emf"/><Relationship Id="rId2" Type="http://schemas.openxmlformats.org/officeDocument/2006/relationships/image" Target="../media/image174.emf"/><Relationship Id="rId1" Type="http://schemas.openxmlformats.org/officeDocument/2006/relationships/image" Target="../media/image173.emf"/><Relationship Id="rId4" Type="http://schemas.openxmlformats.org/officeDocument/2006/relationships/image" Target="../media/image176.emf"/></Relationships>
</file>

<file path=ppt/drawings/_rels/vmlDrawing4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emf"/><Relationship Id="rId3" Type="http://schemas.openxmlformats.org/officeDocument/2006/relationships/image" Target="../media/image179.emf"/><Relationship Id="rId7" Type="http://schemas.openxmlformats.org/officeDocument/2006/relationships/image" Target="../media/image183.emf"/><Relationship Id="rId2" Type="http://schemas.openxmlformats.org/officeDocument/2006/relationships/image" Target="../media/image178.emf"/><Relationship Id="rId1" Type="http://schemas.openxmlformats.org/officeDocument/2006/relationships/image" Target="../media/image177.emf"/><Relationship Id="rId6" Type="http://schemas.openxmlformats.org/officeDocument/2006/relationships/image" Target="../media/image182.emf"/><Relationship Id="rId5" Type="http://schemas.openxmlformats.org/officeDocument/2006/relationships/image" Target="../media/image181.emf"/><Relationship Id="rId4" Type="http://schemas.openxmlformats.org/officeDocument/2006/relationships/image" Target="../media/image180.e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emf"/><Relationship Id="rId2" Type="http://schemas.openxmlformats.org/officeDocument/2006/relationships/image" Target="../media/image186.emf"/><Relationship Id="rId1" Type="http://schemas.openxmlformats.org/officeDocument/2006/relationships/image" Target="../media/image185.emf"/><Relationship Id="rId6" Type="http://schemas.openxmlformats.org/officeDocument/2006/relationships/image" Target="../media/image190.emf"/><Relationship Id="rId5" Type="http://schemas.openxmlformats.org/officeDocument/2006/relationships/image" Target="../media/image189.emf"/><Relationship Id="rId4" Type="http://schemas.openxmlformats.org/officeDocument/2006/relationships/image" Target="../media/image188.emf"/></Relationships>
</file>

<file path=ppt/drawings/_rels/vmlDrawing4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emf"/><Relationship Id="rId3" Type="http://schemas.openxmlformats.org/officeDocument/2006/relationships/image" Target="../media/image192.emf"/><Relationship Id="rId7" Type="http://schemas.openxmlformats.org/officeDocument/2006/relationships/image" Target="../media/image196.emf"/><Relationship Id="rId2" Type="http://schemas.openxmlformats.org/officeDocument/2006/relationships/image" Target="../media/image190.emf"/><Relationship Id="rId1" Type="http://schemas.openxmlformats.org/officeDocument/2006/relationships/image" Target="../media/image191.emf"/><Relationship Id="rId6" Type="http://schemas.openxmlformats.org/officeDocument/2006/relationships/image" Target="../media/image195.emf"/><Relationship Id="rId5" Type="http://schemas.openxmlformats.org/officeDocument/2006/relationships/image" Target="../media/image194.emf"/><Relationship Id="rId10" Type="http://schemas.openxmlformats.org/officeDocument/2006/relationships/image" Target="../media/image199.emf"/><Relationship Id="rId4" Type="http://schemas.openxmlformats.org/officeDocument/2006/relationships/image" Target="../media/image193.emf"/><Relationship Id="rId9" Type="http://schemas.openxmlformats.org/officeDocument/2006/relationships/image" Target="../media/image198.emf"/></Relationships>
</file>

<file path=ppt/drawings/_rels/vmlDrawing4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2.emf"/><Relationship Id="rId2" Type="http://schemas.openxmlformats.org/officeDocument/2006/relationships/image" Target="../media/image201.emf"/><Relationship Id="rId1" Type="http://schemas.openxmlformats.org/officeDocument/2006/relationships/image" Target="../media/image200.emf"/><Relationship Id="rId5" Type="http://schemas.openxmlformats.org/officeDocument/2006/relationships/image" Target="../media/image204.emf"/><Relationship Id="rId4" Type="http://schemas.openxmlformats.org/officeDocument/2006/relationships/image" Target="../media/image203.emf"/></Relationships>
</file>

<file path=ppt/drawings/_rels/vmlDrawing4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1.emf"/><Relationship Id="rId3" Type="http://schemas.openxmlformats.org/officeDocument/2006/relationships/image" Target="../media/image207.emf"/><Relationship Id="rId7" Type="http://schemas.openxmlformats.org/officeDocument/2006/relationships/image" Target="../media/image210.emf"/><Relationship Id="rId2" Type="http://schemas.openxmlformats.org/officeDocument/2006/relationships/image" Target="../media/image206.emf"/><Relationship Id="rId1" Type="http://schemas.openxmlformats.org/officeDocument/2006/relationships/image" Target="../media/image205.emf"/><Relationship Id="rId6" Type="http://schemas.openxmlformats.org/officeDocument/2006/relationships/image" Target="../media/image209.emf"/><Relationship Id="rId5" Type="http://schemas.openxmlformats.org/officeDocument/2006/relationships/image" Target="../media/image191.emf"/><Relationship Id="rId4" Type="http://schemas.openxmlformats.org/officeDocument/2006/relationships/image" Target="../media/image208.emf"/></Relationships>
</file>

<file path=ppt/drawings/_rels/vmlDrawing4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emf"/><Relationship Id="rId3" Type="http://schemas.openxmlformats.org/officeDocument/2006/relationships/image" Target="../media/image201.emf"/><Relationship Id="rId7" Type="http://schemas.openxmlformats.org/officeDocument/2006/relationships/image" Target="../media/image217.emf"/><Relationship Id="rId2" Type="http://schemas.openxmlformats.org/officeDocument/2006/relationships/image" Target="../media/image213.emf"/><Relationship Id="rId1" Type="http://schemas.openxmlformats.org/officeDocument/2006/relationships/image" Target="../media/image212.emf"/><Relationship Id="rId6" Type="http://schemas.openxmlformats.org/officeDocument/2006/relationships/image" Target="../media/image216.emf"/><Relationship Id="rId5" Type="http://schemas.openxmlformats.org/officeDocument/2006/relationships/image" Target="../media/image215.emf"/><Relationship Id="rId4" Type="http://schemas.openxmlformats.org/officeDocument/2006/relationships/image" Target="../media/image214.emf"/></Relationships>
</file>

<file path=ppt/drawings/_rels/vmlDrawing4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5.emf"/><Relationship Id="rId3" Type="http://schemas.openxmlformats.org/officeDocument/2006/relationships/image" Target="../media/image215.emf"/><Relationship Id="rId7" Type="http://schemas.openxmlformats.org/officeDocument/2006/relationships/image" Target="../media/image224.emf"/><Relationship Id="rId2" Type="http://schemas.openxmlformats.org/officeDocument/2006/relationships/image" Target="../media/image220.emf"/><Relationship Id="rId1" Type="http://schemas.openxmlformats.org/officeDocument/2006/relationships/image" Target="../media/image219.emf"/><Relationship Id="rId6" Type="http://schemas.openxmlformats.org/officeDocument/2006/relationships/image" Target="../media/image223.emf"/><Relationship Id="rId5" Type="http://schemas.openxmlformats.org/officeDocument/2006/relationships/image" Target="../media/image222.emf"/><Relationship Id="rId4" Type="http://schemas.openxmlformats.org/officeDocument/2006/relationships/image" Target="../media/image221.emf"/><Relationship Id="rId9" Type="http://schemas.openxmlformats.org/officeDocument/2006/relationships/image" Target="../media/image226.emf"/></Relationships>
</file>

<file path=ppt/drawings/_rels/vmlDrawing4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8.emf"/><Relationship Id="rId7" Type="http://schemas.openxmlformats.org/officeDocument/2006/relationships/image" Target="../media/image232.emf"/><Relationship Id="rId2" Type="http://schemas.openxmlformats.org/officeDocument/2006/relationships/image" Target="../media/image201.emf"/><Relationship Id="rId1" Type="http://schemas.openxmlformats.org/officeDocument/2006/relationships/image" Target="../media/image227.emf"/><Relationship Id="rId6" Type="http://schemas.openxmlformats.org/officeDocument/2006/relationships/image" Target="../media/image231.emf"/><Relationship Id="rId5" Type="http://schemas.openxmlformats.org/officeDocument/2006/relationships/image" Target="../media/image230.emf"/><Relationship Id="rId4" Type="http://schemas.openxmlformats.org/officeDocument/2006/relationships/image" Target="../media/image229.emf"/></Relationships>
</file>

<file path=ppt/drawings/_rels/vmlDrawing5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emf"/><Relationship Id="rId3" Type="http://schemas.openxmlformats.org/officeDocument/2006/relationships/image" Target="../media/image235.emf"/><Relationship Id="rId7" Type="http://schemas.openxmlformats.org/officeDocument/2006/relationships/image" Target="../media/image239.emf"/><Relationship Id="rId2" Type="http://schemas.openxmlformats.org/officeDocument/2006/relationships/image" Target="../media/image234.emf"/><Relationship Id="rId1" Type="http://schemas.openxmlformats.org/officeDocument/2006/relationships/image" Target="../media/image233.emf"/><Relationship Id="rId6" Type="http://schemas.openxmlformats.org/officeDocument/2006/relationships/image" Target="../media/image238.emf"/><Relationship Id="rId11" Type="http://schemas.openxmlformats.org/officeDocument/2006/relationships/image" Target="../media/image242.emf"/><Relationship Id="rId5" Type="http://schemas.openxmlformats.org/officeDocument/2006/relationships/image" Target="../media/image237.emf"/><Relationship Id="rId10" Type="http://schemas.openxmlformats.org/officeDocument/2006/relationships/image" Target="../media/image241.emf"/><Relationship Id="rId4" Type="http://schemas.openxmlformats.org/officeDocument/2006/relationships/image" Target="../media/image236.emf"/><Relationship Id="rId9" Type="http://schemas.openxmlformats.org/officeDocument/2006/relationships/image" Target="../media/image191.emf"/></Relationships>
</file>

<file path=ppt/drawings/_rels/vmlDrawing5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emf"/><Relationship Id="rId13" Type="http://schemas.openxmlformats.org/officeDocument/2006/relationships/image" Target="../media/image255.emf"/><Relationship Id="rId3" Type="http://schemas.openxmlformats.org/officeDocument/2006/relationships/image" Target="../media/image245.emf"/><Relationship Id="rId7" Type="http://schemas.openxmlformats.org/officeDocument/2006/relationships/image" Target="../media/image249.emf"/><Relationship Id="rId12" Type="http://schemas.openxmlformats.org/officeDocument/2006/relationships/image" Target="../media/image254.emf"/><Relationship Id="rId17" Type="http://schemas.openxmlformats.org/officeDocument/2006/relationships/image" Target="../media/image259.emf"/><Relationship Id="rId2" Type="http://schemas.openxmlformats.org/officeDocument/2006/relationships/image" Target="../media/image244.emf"/><Relationship Id="rId16" Type="http://schemas.openxmlformats.org/officeDocument/2006/relationships/image" Target="../media/image258.emf"/><Relationship Id="rId1" Type="http://schemas.openxmlformats.org/officeDocument/2006/relationships/image" Target="../media/image243.emf"/><Relationship Id="rId6" Type="http://schemas.openxmlformats.org/officeDocument/2006/relationships/image" Target="../media/image248.emf"/><Relationship Id="rId11" Type="http://schemas.openxmlformats.org/officeDocument/2006/relationships/image" Target="../media/image253.emf"/><Relationship Id="rId5" Type="http://schemas.openxmlformats.org/officeDocument/2006/relationships/image" Target="../media/image247.emf"/><Relationship Id="rId15" Type="http://schemas.openxmlformats.org/officeDocument/2006/relationships/image" Target="../media/image257.emf"/><Relationship Id="rId10" Type="http://schemas.openxmlformats.org/officeDocument/2006/relationships/image" Target="../media/image252.emf"/><Relationship Id="rId4" Type="http://schemas.openxmlformats.org/officeDocument/2006/relationships/image" Target="../media/image246.emf"/><Relationship Id="rId9" Type="http://schemas.openxmlformats.org/officeDocument/2006/relationships/image" Target="../media/image251.emf"/><Relationship Id="rId14" Type="http://schemas.openxmlformats.org/officeDocument/2006/relationships/image" Target="../media/image256.emf"/></Relationships>
</file>

<file path=ppt/drawings/_rels/vmlDrawing5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7.emf"/><Relationship Id="rId13" Type="http://schemas.openxmlformats.org/officeDocument/2006/relationships/image" Target="../media/image272.emf"/><Relationship Id="rId3" Type="http://schemas.openxmlformats.org/officeDocument/2006/relationships/image" Target="../media/image262.emf"/><Relationship Id="rId7" Type="http://schemas.openxmlformats.org/officeDocument/2006/relationships/image" Target="../media/image266.emf"/><Relationship Id="rId12" Type="http://schemas.openxmlformats.org/officeDocument/2006/relationships/image" Target="../media/image271.emf"/><Relationship Id="rId2" Type="http://schemas.openxmlformats.org/officeDocument/2006/relationships/image" Target="../media/image261.emf"/><Relationship Id="rId1" Type="http://schemas.openxmlformats.org/officeDocument/2006/relationships/image" Target="../media/image260.emf"/><Relationship Id="rId6" Type="http://schemas.openxmlformats.org/officeDocument/2006/relationships/image" Target="../media/image265.emf"/><Relationship Id="rId11" Type="http://schemas.openxmlformats.org/officeDocument/2006/relationships/image" Target="../media/image270.emf"/><Relationship Id="rId5" Type="http://schemas.openxmlformats.org/officeDocument/2006/relationships/image" Target="../media/image264.emf"/><Relationship Id="rId10" Type="http://schemas.openxmlformats.org/officeDocument/2006/relationships/image" Target="../media/image269.emf"/><Relationship Id="rId4" Type="http://schemas.openxmlformats.org/officeDocument/2006/relationships/image" Target="../media/image263.emf"/><Relationship Id="rId9" Type="http://schemas.openxmlformats.org/officeDocument/2006/relationships/image" Target="../media/image268.emf"/></Relationships>
</file>

<file path=ppt/drawings/_rels/vmlDrawing5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emf"/><Relationship Id="rId3" Type="http://schemas.openxmlformats.org/officeDocument/2006/relationships/image" Target="../media/image275.emf"/><Relationship Id="rId7" Type="http://schemas.openxmlformats.org/officeDocument/2006/relationships/image" Target="../media/image279.emf"/><Relationship Id="rId2" Type="http://schemas.openxmlformats.org/officeDocument/2006/relationships/image" Target="../media/image274.emf"/><Relationship Id="rId1" Type="http://schemas.openxmlformats.org/officeDocument/2006/relationships/image" Target="../media/image273.emf"/><Relationship Id="rId6" Type="http://schemas.openxmlformats.org/officeDocument/2006/relationships/image" Target="../media/image278.emf"/><Relationship Id="rId5" Type="http://schemas.openxmlformats.org/officeDocument/2006/relationships/image" Target="../media/image277.emf"/><Relationship Id="rId4" Type="http://schemas.openxmlformats.org/officeDocument/2006/relationships/image" Target="../media/image276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826" name="Freeform 2">
            <a:extLst>
              <a:ext uri="{FF2B5EF4-FFF2-40B4-BE49-F238E27FC236}">
                <a16:creationId xmlns:a16="http://schemas.microsoft.com/office/drawing/2014/main" id="{5ED6CC41-B315-6FA9-8148-062BB7278219}"/>
              </a:ext>
            </a:extLst>
          </p:cNvPr>
          <p:cNvSpPr>
            <a:spLocks/>
          </p:cNvSpPr>
          <p:nvPr/>
        </p:nvSpPr>
        <p:spPr bwMode="auto">
          <a:xfrm>
            <a:off x="6347884" y="20638"/>
            <a:ext cx="5918200" cy="4038600"/>
          </a:xfrm>
          <a:custGeom>
            <a:avLst/>
            <a:gdLst>
              <a:gd name="T0" fmla="*/ 23 w 546"/>
              <a:gd name="T1" fmla="*/ 4 h 497"/>
              <a:gd name="T2" fmla="*/ 11 w 546"/>
              <a:gd name="T3" fmla="*/ 71 h 497"/>
              <a:gd name="T4" fmla="*/ 25 w 546"/>
              <a:gd name="T5" fmla="*/ 393 h 497"/>
              <a:gd name="T6" fmla="*/ 54 w 546"/>
              <a:gd name="T7" fmla="*/ 457 h 497"/>
              <a:gd name="T8" fmla="*/ 158 w 546"/>
              <a:gd name="T9" fmla="*/ 482 h 497"/>
              <a:gd name="T10" fmla="*/ 204 w 546"/>
              <a:gd name="T11" fmla="*/ 495 h 497"/>
              <a:gd name="T12" fmla="*/ 520 w 546"/>
              <a:gd name="T13" fmla="*/ 475 h 497"/>
              <a:gd name="T14" fmla="*/ 533 w 546"/>
              <a:gd name="T15" fmla="*/ 167 h 497"/>
              <a:gd name="T16" fmla="*/ 369 w 546"/>
              <a:gd name="T17" fmla="*/ 16 h 497"/>
              <a:gd name="T18" fmla="*/ 249 w 546"/>
              <a:gd name="T19" fmla="*/ 29 h 497"/>
              <a:gd name="T20" fmla="*/ 198 w 546"/>
              <a:gd name="T21" fmla="*/ 11 h 497"/>
              <a:gd name="T22" fmla="*/ 151 w 546"/>
              <a:gd name="T23" fmla="*/ 2 h 497"/>
              <a:gd name="T24" fmla="*/ 23 w 546"/>
              <a:gd name="T25" fmla="*/ 4 h 4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46" h="497">
                <a:moveTo>
                  <a:pt x="23" y="4"/>
                </a:moveTo>
                <a:cubicBezTo>
                  <a:pt x="23" y="4"/>
                  <a:pt x="0" y="34"/>
                  <a:pt x="11" y="71"/>
                </a:cubicBezTo>
                <a:cubicBezTo>
                  <a:pt x="19" y="100"/>
                  <a:pt x="25" y="393"/>
                  <a:pt x="25" y="393"/>
                </a:cubicBezTo>
                <a:cubicBezTo>
                  <a:pt x="25" y="393"/>
                  <a:pt x="42" y="452"/>
                  <a:pt x="54" y="457"/>
                </a:cubicBezTo>
                <a:cubicBezTo>
                  <a:pt x="66" y="462"/>
                  <a:pt x="158" y="482"/>
                  <a:pt x="158" y="482"/>
                </a:cubicBezTo>
                <a:cubicBezTo>
                  <a:pt x="158" y="482"/>
                  <a:pt x="191" y="497"/>
                  <a:pt x="204" y="495"/>
                </a:cubicBezTo>
                <a:cubicBezTo>
                  <a:pt x="217" y="494"/>
                  <a:pt x="506" y="487"/>
                  <a:pt x="520" y="475"/>
                </a:cubicBezTo>
                <a:cubicBezTo>
                  <a:pt x="533" y="463"/>
                  <a:pt x="546" y="218"/>
                  <a:pt x="533" y="167"/>
                </a:cubicBezTo>
                <a:cubicBezTo>
                  <a:pt x="520" y="117"/>
                  <a:pt x="404" y="14"/>
                  <a:pt x="369" y="16"/>
                </a:cubicBezTo>
                <a:cubicBezTo>
                  <a:pt x="335" y="17"/>
                  <a:pt x="249" y="29"/>
                  <a:pt x="249" y="29"/>
                </a:cubicBezTo>
                <a:lnTo>
                  <a:pt x="198" y="11"/>
                </a:lnTo>
                <a:lnTo>
                  <a:pt x="151" y="2"/>
                </a:lnTo>
                <a:cubicBezTo>
                  <a:pt x="151" y="2"/>
                  <a:pt x="79" y="0"/>
                  <a:pt x="23" y="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N" sz="1800"/>
          </a:p>
        </p:txBody>
      </p:sp>
      <p:grpSp>
        <p:nvGrpSpPr>
          <p:cNvPr id="717827" name="Group 3">
            <a:extLst>
              <a:ext uri="{FF2B5EF4-FFF2-40B4-BE49-F238E27FC236}">
                <a16:creationId xmlns:a16="http://schemas.microsoft.com/office/drawing/2014/main" id="{C311B8EB-B3DB-CA9B-1D19-4FB519028E92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28575"/>
            <a:ext cx="6341533" cy="4338638"/>
            <a:chOff x="2918" y="18"/>
            <a:chExt cx="2958" cy="2699"/>
          </a:xfrm>
        </p:grpSpPr>
        <p:sp>
          <p:nvSpPr>
            <p:cNvPr id="717828" name="Freeform 4">
              <a:extLst>
                <a:ext uri="{FF2B5EF4-FFF2-40B4-BE49-F238E27FC236}">
                  <a16:creationId xmlns:a16="http://schemas.microsoft.com/office/drawing/2014/main" id="{610C9C72-880E-EB46-36EA-35F711CE76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0" y="18"/>
              <a:ext cx="490" cy="187"/>
            </a:xfrm>
            <a:custGeom>
              <a:avLst/>
              <a:gdLst>
                <a:gd name="T0" fmla="*/ 71 w 97"/>
                <a:gd name="T1" fmla="*/ 25 h 37"/>
                <a:gd name="T2" fmla="*/ 91 w 97"/>
                <a:gd name="T3" fmla="*/ 20 h 37"/>
                <a:gd name="T4" fmla="*/ 92 w 97"/>
                <a:gd name="T5" fmla="*/ 17 h 37"/>
                <a:gd name="T6" fmla="*/ 88 w 97"/>
                <a:gd name="T7" fmla="*/ 0 h 37"/>
                <a:gd name="T8" fmla="*/ 25 w 97"/>
                <a:gd name="T9" fmla="*/ 0 h 37"/>
                <a:gd name="T10" fmla="*/ 10 w 97"/>
                <a:gd name="T11" fmla="*/ 22 h 37"/>
                <a:gd name="T12" fmla="*/ 71 w 97"/>
                <a:gd name="T13" fmla="*/ 2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" h="37">
                  <a:moveTo>
                    <a:pt x="71" y="25"/>
                  </a:moveTo>
                  <a:cubicBezTo>
                    <a:pt x="81" y="22"/>
                    <a:pt x="87" y="21"/>
                    <a:pt x="91" y="20"/>
                  </a:cubicBezTo>
                  <a:cubicBezTo>
                    <a:pt x="91" y="19"/>
                    <a:pt x="91" y="19"/>
                    <a:pt x="92" y="17"/>
                  </a:cubicBezTo>
                  <a:cubicBezTo>
                    <a:pt x="97" y="11"/>
                    <a:pt x="95" y="4"/>
                    <a:pt x="88" y="0"/>
                  </a:cubicBezTo>
                  <a:lnTo>
                    <a:pt x="25" y="0"/>
                  </a:lnTo>
                  <a:cubicBezTo>
                    <a:pt x="10" y="3"/>
                    <a:pt x="0" y="10"/>
                    <a:pt x="10" y="22"/>
                  </a:cubicBezTo>
                  <a:cubicBezTo>
                    <a:pt x="10" y="22"/>
                    <a:pt x="28" y="37"/>
                    <a:pt x="71" y="2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29" name="Freeform 5">
              <a:extLst>
                <a:ext uri="{FF2B5EF4-FFF2-40B4-BE49-F238E27FC236}">
                  <a16:creationId xmlns:a16="http://schemas.microsoft.com/office/drawing/2014/main" id="{0F3295C3-DF39-6A85-AD61-26B4E700E6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18" y="18"/>
              <a:ext cx="2958" cy="2699"/>
            </a:xfrm>
            <a:custGeom>
              <a:avLst/>
              <a:gdLst>
                <a:gd name="T0" fmla="*/ 504 w 585"/>
                <a:gd name="T1" fmla="*/ 1 h 534"/>
                <a:gd name="T2" fmla="*/ 157 w 585"/>
                <a:gd name="T3" fmla="*/ 0 h 534"/>
                <a:gd name="T4" fmla="*/ 225 w 585"/>
                <a:gd name="T5" fmla="*/ 21 h 534"/>
                <a:gd name="T6" fmla="*/ 174 w 585"/>
                <a:gd name="T7" fmla="*/ 39 h 534"/>
                <a:gd name="T8" fmla="*/ 207 w 585"/>
                <a:gd name="T9" fmla="*/ 71 h 534"/>
                <a:gd name="T10" fmla="*/ 74 w 585"/>
                <a:gd name="T11" fmla="*/ 60 h 534"/>
                <a:gd name="T12" fmla="*/ 26 w 585"/>
                <a:gd name="T13" fmla="*/ 63 h 534"/>
                <a:gd name="T14" fmla="*/ 199 w 585"/>
                <a:gd name="T15" fmla="*/ 487 h 534"/>
                <a:gd name="T16" fmla="*/ 144 w 585"/>
                <a:gd name="T17" fmla="*/ 341 h 534"/>
                <a:gd name="T18" fmla="*/ 105 w 585"/>
                <a:gd name="T19" fmla="*/ 376 h 534"/>
                <a:gd name="T20" fmla="*/ 94 w 585"/>
                <a:gd name="T21" fmla="*/ 435 h 534"/>
                <a:gd name="T22" fmla="*/ 124 w 585"/>
                <a:gd name="T23" fmla="*/ 265 h 534"/>
                <a:gd name="T24" fmla="*/ 153 w 585"/>
                <a:gd name="T25" fmla="*/ 228 h 534"/>
                <a:gd name="T26" fmla="*/ 209 w 585"/>
                <a:gd name="T27" fmla="*/ 237 h 534"/>
                <a:gd name="T28" fmla="*/ 188 w 585"/>
                <a:gd name="T29" fmla="*/ 306 h 534"/>
                <a:gd name="T30" fmla="*/ 192 w 585"/>
                <a:gd name="T31" fmla="*/ 395 h 534"/>
                <a:gd name="T32" fmla="*/ 515 w 585"/>
                <a:gd name="T33" fmla="*/ 483 h 534"/>
                <a:gd name="T34" fmla="*/ 454 w 585"/>
                <a:gd name="T35" fmla="*/ 427 h 534"/>
                <a:gd name="T36" fmla="*/ 425 w 585"/>
                <a:gd name="T37" fmla="*/ 345 h 534"/>
                <a:gd name="T38" fmla="*/ 396 w 585"/>
                <a:gd name="T39" fmla="*/ 270 h 534"/>
                <a:gd name="T40" fmla="*/ 460 w 585"/>
                <a:gd name="T41" fmla="*/ 256 h 534"/>
                <a:gd name="T42" fmla="*/ 407 w 585"/>
                <a:gd name="T43" fmla="*/ 223 h 534"/>
                <a:gd name="T44" fmla="*/ 439 w 585"/>
                <a:gd name="T45" fmla="*/ 226 h 534"/>
                <a:gd name="T46" fmla="*/ 438 w 585"/>
                <a:gd name="T47" fmla="*/ 209 h 534"/>
                <a:gd name="T48" fmla="*/ 376 w 585"/>
                <a:gd name="T49" fmla="*/ 211 h 534"/>
                <a:gd name="T50" fmla="*/ 357 w 585"/>
                <a:gd name="T51" fmla="*/ 343 h 534"/>
                <a:gd name="T52" fmla="*/ 347 w 585"/>
                <a:gd name="T53" fmla="*/ 230 h 534"/>
                <a:gd name="T54" fmla="*/ 331 w 585"/>
                <a:gd name="T55" fmla="*/ 182 h 534"/>
                <a:gd name="T56" fmla="*/ 347 w 585"/>
                <a:gd name="T57" fmla="*/ 136 h 534"/>
                <a:gd name="T58" fmla="*/ 339 w 585"/>
                <a:gd name="T59" fmla="*/ 99 h 534"/>
                <a:gd name="T60" fmla="*/ 331 w 585"/>
                <a:gd name="T61" fmla="*/ 62 h 534"/>
                <a:gd name="T62" fmla="*/ 369 w 585"/>
                <a:gd name="T63" fmla="*/ 103 h 534"/>
                <a:gd name="T64" fmla="*/ 415 w 585"/>
                <a:gd name="T65" fmla="*/ 47 h 534"/>
                <a:gd name="T66" fmla="*/ 409 w 585"/>
                <a:gd name="T67" fmla="*/ 95 h 534"/>
                <a:gd name="T68" fmla="*/ 401 w 585"/>
                <a:gd name="T69" fmla="*/ 130 h 534"/>
                <a:gd name="T70" fmla="*/ 401 w 585"/>
                <a:gd name="T71" fmla="*/ 181 h 534"/>
                <a:gd name="T72" fmla="*/ 558 w 585"/>
                <a:gd name="T73" fmla="*/ 181 h 534"/>
                <a:gd name="T74" fmla="*/ 554 w 585"/>
                <a:gd name="T75" fmla="*/ 76 h 534"/>
                <a:gd name="T76" fmla="*/ 249 w 585"/>
                <a:gd name="T77" fmla="*/ 69 h 534"/>
                <a:gd name="T78" fmla="*/ 293 w 585"/>
                <a:gd name="T79" fmla="*/ 93 h 534"/>
                <a:gd name="T80" fmla="*/ 171 w 585"/>
                <a:gd name="T81" fmla="*/ 195 h 534"/>
                <a:gd name="T82" fmla="*/ 69 w 585"/>
                <a:gd name="T83" fmla="*/ 98 h 534"/>
                <a:gd name="T84" fmla="*/ 191 w 585"/>
                <a:gd name="T85" fmla="*/ 106 h 534"/>
                <a:gd name="T86" fmla="*/ 220 w 585"/>
                <a:gd name="T87" fmla="*/ 105 h 534"/>
                <a:gd name="T88" fmla="*/ 302 w 585"/>
                <a:gd name="T89" fmla="*/ 121 h 534"/>
                <a:gd name="T90" fmla="*/ 276 w 585"/>
                <a:gd name="T91" fmla="*/ 256 h 534"/>
                <a:gd name="T92" fmla="*/ 260 w 585"/>
                <a:gd name="T93" fmla="*/ 137 h 534"/>
                <a:gd name="T94" fmla="*/ 171 w 585"/>
                <a:gd name="T95" fmla="*/ 195 h 534"/>
                <a:gd name="T96" fmla="*/ 223 w 585"/>
                <a:gd name="T97" fmla="*/ 225 h 534"/>
                <a:gd name="T98" fmla="*/ 247 w 585"/>
                <a:gd name="T99" fmla="*/ 158 h 534"/>
                <a:gd name="T100" fmla="*/ 326 w 585"/>
                <a:gd name="T101" fmla="*/ 292 h 534"/>
                <a:gd name="T102" fmla="*/ 215 w 585"/>
                <a:gd name="T103" fmla="*/ 321 h 534"/>
                <a:gd name="T104" fmla="*/ 309 w 585"/>
                <a:gd name="T105" fmla="*/ 277 h 534"/>
                <a:gd name="T106" fmla="*/ 318 w 585"/>
                <a:gd name="T107" fmla="*/ 133 h 534"/>
                <a:gd name="T108" fmla="*/ 313 w 585"/>
                <a:gd name="T109" fmla="*/ 213 h 534"/>
                <a:gd name="T110" fmla="*/ 299 w 585"/>
                <a:gd name="T111" fmla="*/ 144 h 534"/>
                <a:gd name="T112" fmla="*/ 507 w 585"/>
                <a:gd name="T113" fmla="*/ 179 h 534"/>
                <a:gd name="T114" fmla="*/ 461 w 585"/>
                <a:gd name="T115" fmla="*/ 162 h 5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85" h="534">
                  <a:moveTo>
                    <a:pt x="554" y="76"/>
                  </a:moveTo>
                  <a:cubicBezTo>
                    <a:pt x="551" y="32"/>
                    <a:pt x="543" y="9"/>
                    <a:pt x="504" y="1"/>
                  </a:cubicBezTo>
                  <a:cubicBezTo>
                    <a:pt x="500" y="1"/>
                    <a:pt x="494" y="0"/>
                    <a:pt x="486" y="0"/>
                  </a:cubicBezTo>
                  <a:lnTo>
                    <a:pt x="157" y="0"/>
                  </a:lnTo>
                  <a:cubicBezTo>
                    <a:pt x="156" y="5"/>
                    <a:pt x="153" y="17"/>
                    <a:pt x="158" y="17"/>
                  </a:cubicBezTo>
                  <a:cubicBezTo>
                    <a:pt x="171" y="17"/>
                    <a:pt x="223" y="21"/>
                    <a:pt x="225" y="21"/>
                  </a:cubicBezTo>
                  <a:cubicBezTo>
                    <a:pt x="226" y="21"/>
                    <a:pt x="250" y="16"/>
                    <a:pt x="237" y="28"/>
                  </a:cubicBezTo>
                  <a:cubicBezTo>
                    <a:pt x="223" y="41"/>
                    <a:pt x="192" y="41"/>
                    <a:pt x="174" y="39"/>
                  </a:cubicBezTo>
                  <a:cubicBezTo>
                    <a:pt x="131" y="36"/>
                    <a:pt x="152" y="56"/>
                    <a:pt x="168" y="56"/>
                  </a:cubicBezTo>
                  <a:cubicBezTo>
                    <a:pt x="218" y="56"/>
                    <a:pt x="228" y="68"/>
                    <a:pt x="207" y="71"/>
                  </a:cubicBezTo>
                  <a:cubicBezTo>
                    <a:pt x="186" y="74"/>
                    <a:pt x="182" y="73"/>
                    <a:pt x="162" y="76"/>
                  </a:cubicBezTo>
                  <a:cubicBezTo>
                    <a:pt x="7" y="101"/>
                    <a:pt x="59" y="60"/>
                    <a:pt x="74" y="60"/>
                  </a:cubicBezTo>
                  <a:cubicBezTo>
                    <a:pt x="139" y="59"/>
                    <a:pt x="123" y="37"/>
                    <a:pt x="107" y="42"/>
                  </a:cubicBezTo>
                  <a:cubicBezTo>
                    <a:pt x="91" y="46"/>
                    <a:pt x="34" y="27"/>
                    <a:pt x="26" y="63"/>
                  </a:cubicBezTo>
                  <a:cubicBezTo>
                    <a:pt x="19" y="100"/>
                    <a:pt x="42" y="282"/>
                    <a:pt x="36" y="317"/>
                  </a:cubicBezTo>
                  <a:cubicBezTo>
                    <a:pt x="0" y="534"/>
                    <a:pt x="199" y="487"/>
                    <a:pt x="199" y="487"/>
                  </a:cubicBezTo>
                  <a:cubicBezTo>
                    <a:pt x="156" y="453"/>
                    <a:pt x="174" y="421"/>
                    <a:pt x="171" y="403"/>
                  </a:cubicBezTo>
                  <a:cubicBezTo>
                    <a:pt x="161" y="345"/>
                    <a:pt x="154" y="337"/>
                    <a:pt x="144" y="341"/>
                  </a:cubicBezTo>
                  <a:cubicBezTo>
                    <a:pt x="121" y="352"/>
                    <a:pt x="123" y="358"/>
                    <a:pt x="126" y="367"/>
                  </a:cubicBezTo>
                  <a:cubicBezTo>
                    <a:pt x="142" y="416"/>
                    <a:pt x="105" y="376"/>
                    <a:pt x="105" y="376"/>
                  </a:cubicBezTo>
                  <a:cubicBezTo>
                    <a:pt x="98" y="380"/>
                    <a:pt x="95" y="390"/>
                    <a:pt x="99" y="399"/>
                  </a:cubicBezTo>
                  <a:cubicBezTo>
                    <a:pt x="131" y="463"/>
                    <a:pt x="101" y="446"/>
                    <a:pt x="94" y="435"/>
                  </a:cubicBezTo>
                  <a:cubicBezTo>
                    <a:pt x="61" y="390"/>
                    <a:pt x="92" y="366"/>
                    <a:pt x="88" y="352"/>
                  </a:cubicBezTo>
                  <a:cubicBezTo>
                    <a:pt x="75" y="295"/>
                    <a:pt x="118" y="274"/>
                    <a:pt x="124" y="265"/>
                  </a:cubicBezTo>
                  <a:cubicBezTo>
                    <a:pt x="130" y="256"/>
                    <a:pt x="127" y="253"/>
                    <a:pt x="129" y="234"/>
                  </a:cubicBezTo>
                  <a:cubicBezTo>
                    <a:pt x="136" y="195"/>
                    <a:pt x="155" y="216"/>
                    <a:pt x="153" y="228"/>
                  </a:cubicBezTo>
                  <a:cubicBezTo>
                    <a:pt x="148" y="274"/>
                    <a:pt x="176" y="242"/>
                    <a:pt x="186" y="228"/>
                  </a:cubicBezTo>
                  <a:cubicBezTo>
                    <a:pt x="218" y="186"/>
                    <a:pt x="214" y="229"/>
                    <a:pt x="209" y="237"/>
                  </a:cubicBezTo>
                  <a:cubicBezTo>
                    <a:pt x="203" y="244"/>
                    <a:pt x="198" y="255"/>
                    <a:pt x="200" y="260"/>
                  </a:cubicBezTo>
                  <a:cubicBezTo>
                    <a:pt x="208" y="283"/>
                    <a:pt x="193" y="305"/>
                    <a:pt x="188" y="306"/>
                  </a:cubicBezTo>
                  <a:cubicBezTo>
                    <a:pt x="184" y="308"/>
                    <a:pt x="170" y="314"/>
                    <a:pt x="170" y="332"/>
                  </a:cubicBezTo>
                  <a:cubicBezTo>
                    <a:pt x="171" y="350"/>
                    <a:pt x="192" y="382"/>
                    <a:pt x="192" y="395"/>
                  </a:cubicBezTo>
                  <a:cubicBezTo>
                    <a:pt x="193" y="492"/>
                    <a:pt x="236" y="499"/>
                    <a:pt x="255" y="497"/>
                  </a:cubicBezTo>
                  <a:cubicBezTo>
                    <a:pt x="275" y="496"/>
                    <a:pt x="445" y="490"/>
                    <a:pt x="515" y="483"/>
                  </a:cubicBezTo>
                  <a:cubicBezTo>
                    <a:pt x="585" y="477"/>
                    <a:pt x="538" y="458"/>
                    <a:pt x="518" y="458"/>
                  </a:cubicBezTo>
                  <a:cubicBezTo>
                    <a:pt x="467" y="458"/>
                    <a:pt x="454" y="427"/>
                    <a:pt x="454" y="427"/>
                  </a:cubicBezTo>
                  <a:cubicBezTo>
                    <a:pt x="454" y="427"/>
                    <a:pt x="453" y="405"/>
                    <a:pt x="431" y="400"/>
                  </a:cubicBezTo>
                  <a:cubicBezTo>
                    <a:pt x="376" y="385"/>
                    <a:pt x="411" y="353"/>
                    <a:pt x="425" y="345"/>
                  </a:cubicBezTo>
                  <a:cubicBezTo>
                    <a:pt x="438" y="338"/>
                    <a:pt x="430" y="335"/>
                    <a:pt x="420" y="329"/>
                  </a:cubicBezTo>
                  <a:cubicBezTo>
                    <a:pt x="398" y="316"/>
                    <a:pt x="394" y="300"/>
                    <a:pt x="396" y="270"/>
                  </a:cubicBezTo>
                  <a:cubicBezTo>
                    <a:pt x="397" y="240"/>
                    <a:pt x="416" y="249"/>
                    <a:pt x="416" y="249"/>
                  </a:cubicBezTo>
                  <a:cubicBezTo>
                    <a:pt x="416" y="249"/>
                    <a:pt x="448" y="262"/>
                    <a:pt x="460" y="256"/>
                  </a:cubicBezTo>
                  <a:cubicBezTo>
                    <a:pt x="472" y="250"/>
                    <a:pt x="467" y="239"/>
                    <a:pt x="461" y="244"/>
                  </a:cubicBezTo>
                  <a:cubicBezTo>
                    <a:pt x="455" y="248"/>
                    <a:pt x="412" y="244"/>
                    <a:pt x="407" y="223"/>
                  </a:cubicBezTo>
                  <a:cubicBezTo>
                    <a:pt x="403" y="202"/>
                    <a:pt x="418" y="213"/>
                    <a:pt x="422" y="214"/>
                  </a:cubicBezTo>
                  <a:cubicBezTo>
                    <a:pt x="427" y="216"/>
                    <a:pt x="427" y="220"/>
                    <a:pt x="439" y="226"/>
                  </a:cubicBezTo>
                  <a:cubicBezTo>
                    <a:pt x="468" y="241"/>
                    <a:pt x="454" y="224"/>
                    <a:pt x="454" y="224"/>
                  </a:cubicBezTo>
                  <a:cubicBezTo>
                    <a:pt x="454" y="224"/>
                    <a:pt x="454" y="224"/>
                    <a:pt x="438" y="209"/>
                  </a:cubicBezTo>
                  <a:cubicBezTo>
                    <a:pt x="423" y="194"/>
                    <a:pt x="406" y="199"/>
                    <a:pt x="389" y="199"/>
                  </a:cubicBezTo>
                  <a:cubicBezTo>
                    <a:pt x="373" y="199"/>
                    <a:pt x="376" y="211"/>
                    <a:pt x="376" y="211"/>
                  </a:cubicBezTo>
                  <a:cubicBezTo>
                    <a:pt x="376" y="211"/>
                    <a:pt x="373" y="242"/>
                    <a:pt x="370" y="291"/>
                  </a:cubicBezTo>
                  <a:cubicBezTo>
                    <a:pt x="368" y="341"/>
                    <a:pt x="360" y="347"/>
                    <a:pt x="357" y="343"/>
                  </a:cubicBezTo>
                  <a:cubicBezTo>
                    <a:pt x="354" y="338"/>
                    <a:pt x="350" y="313"/>
                    <a:pt x="350" y="305"/>
                  </a:cubicBezTo>
                  <a:cubicBezTo>
                    <a:pt x="350" y="298"/>
                    <a:pt x="345" y="264"/>
                    <a:pt x="347" y="230"/>
                  </a:cubicBezTo>
                  <a:cubicBezTo>
                    <a:pt x="350" y="195"/>
                    <a:pt x="356" y="210"/>
                    <a:pt x="334" y="201"/>
                  </a:cubicBezTo>
                  <a:cubicBezTo>
                    <a:pt x="311" y="192"/>
                    <a:pt x="323" y="182"/>
                    <a:pt x="331" y="182"/>
                  </a:cubicBezTo>
                  <a:cubicBezTo>
                    <a:pt x="338" y="182"/>
                    <a:pt x="350" y="189"/>
                    <a:pt x="352" y="181"/>
                  </a:cubicBezTo>
                  <a:cubicBezTo>
                    <a:pt x="356" y="160"/>
                    <a:pt x="359" y="141"/>
                    <a:pt x="347" y="136"/>
                  </a:cubicBezTo>
                  <a:cubicBezTo>
                    <a:pt x="322" y="127"/>
                    <a:pt x="332" y="121"/>
                    <a:pt x="341" y="118"/>
                  </a:cubicBezTo>
                  <a:cubicBezTo>
                    <a:pt x="350" y="115"/>
                    <a:pt x="352" y="94"/>
                    <a:pt x="339" y="99"/>
                  </a:cubicBezTo>
                  <a:cubicBezTo>
                    <a:pt x="313" y="107"/>
                    <a:pt x="316" y="85"/>
                    <a:pt x="321" y="82"/>
                  </a:cubicBezTo>
                  <a:cubicBezTo>
                    <a:pt x="325" y="79"/>
                    <a:pt x="334" y="83"/>
                    <a:pt x="331" y="62"/>
                  </a:cubicBezTo>
                  <a:cubicBezTo>
                    <a:pt x="328" y="41"/>
                    <a:pt x="347" y="34"/>
                    <a:pt x="351" y="53"/>
                  </a:cubicBezTo>
                  <a:cubicBezTo>
                    <a:pt x="354" y="73"/>
                    <a:pt x="363" y="112"/>
                    <a:pt x="369" y="103"/>
                  </a:cubicBezTo>
                  <a:cubicBezTo>
                    <a:pt x="375" y="94"/>
                    <a:pt x="385" y="57"/>
                    <a:pt x="395" y="41"/>
                  </a:cubicBezTo>
                  <a:cubicBezTo>
                    <a:pt x="406" y="24"/>
                    <a:pt x="418" y="38"/>
                    <a:pt x="415" y="47"/>
                  </a:cubicBezTo>
                  <a:cubicBezTo>
                    <a:pt x="401" y="88"/>
                    <a:pt x="426" y="90"/>
                    <a:pt x="426" y="90"/>
                  </a:cubicBezTo>
                  <a:cubicBezTo>
                    <a:pt x="426" y="90"/>
                    <a:pt x="423" y="96"/>
                    <a:pt x="409" y="95"/>
                  </a:cubicBezTo>
                  <a:cubicBezTo>
                    <a:pt x="382" y="92"/>
                    <a:pt x="393" y="110"/>
                    <a:pt x="405" y="115"/>
                  </a:cubicBezTo>
                  <a:cubicBezTo>
                    <a:pt x="431" y="124"/>
                    <a:pt x="414" y="130"/>
                    <a:pt x="401" y="130"/>
                  </a:cubicBezTo>
                  <a:cubicBezTo>
                    <a:pt x="387" y="130"/>
                    <a:pt x="381" y="134"/>
                    <a:pt x="378" y="148"/>
                  </a:cubicBezTo>
                  <a:cubicBezTo>
                    <a:pt x="369" y="191"/>
                    <a:pt x="401" y="181"/>
                    <a:pt x="401" y="181"/>
                  </a:cubicBezTo>
                  <a:cubicBezTo>
                    <a:pt x="452" y="195"/>
                    <a:pt x="528" y="188"/>
                    <a:pt x="528" y="188"/>
                  </a:cubicBezTo>
                  <a:cubicBezTo>
                    <a:pt x="543" y="192"/>
                    <a:pt x="552" y="189"/>
                    <a:pt x="558" y="181"/>
                  </a:cubicBezTo>
                  <a:lnTo>
                    <a:pt x="558" y="103"/>
                  </a:lnTo>
                  <a:cubicBezTo>
                    <a:pt x="556" y="93"/>
                    <a:pt x="555" y="84"/>
                    <a:pt x="554" y="76"/>
                  </a:cubicBezTo>
                  <a:close/>
                  <a:moveTo>
                    <a:pt x="231" y="77"/>
                  </a:moveTo>
                  <a:cubicBezTo>
                    <a:pt x="233" y="65"/>
                    <a:pt x="249" y="69"/>
                    <a:pt x="249" y="69"/>
                  </a:cubicBezTo>
                  <a:cubicBezTo>
                    <a:pt x="249" y="69"/>
                    <a:pt x="278" y="79"/>
                    <a:pt x="290" y="78"/>
                  </a:cubicBezTo>
                  <a:cubicBezTo>
                    <a:pt x="301" y="76"/>
                    <a:pt x="318" y="93"/>
                    <a:pt x="293" y="93"/>
                  </a:cubicBezTo>
                  <a:cubicBezTo>
                    <a:pt x="267" y="93"/>
                    <a:pt x="228" y="104"/>
                    <a:pt x="231" y="77"/>
                  </a:cubicBezTo>
                  <a:close/>
                  <a:moveTo>
                    <a:pt x="171" y="195"/>
                  </a:moveTo>
                  <a:cubicBezTo>
                    <a:pt x="153" y="195"/>
                    <a:pt x="46" y="237"/>
                    <a:pt x="45" y="128"/>
                  </a:cubicBezTo>
                  <a:cubicBezTo>
                    <a:pt x="45" y="104"/>
                    <a:pt x="39" y="83"/>
                    <a:pt x="69" y="98"/>
                  </a:cubicBezTo>
                  <a:cubicBezTo>
                    <a:pt x="99" y="112"/>
                    <a:pt x="72" y="111"/>
                    <a:pt x="137" y="108"/>
                  </a:cubicBezTo>
                  <a:cubicBezTo>
                    <a:pt x="137" y="108"/>
                    <a:pt x="184" y="110"/>
                    <a:pt x="191" y="106"/>
                  </a:cubicBezTo>
                  <a:cubicBezTo>
                    <a:pt x="199" y="101"/>
                    <a:pt x="192" y="91"/>
                    <a:pt x="207" y="91"/>
                  </a:cubicBezTo>
                  <a:cubicBezTo>
                    <a:pt x="222" y="90"/>
                    <a:pt x="220" y="105"/>
                    <a:pt x="220" y="105"/>
                  </a:cubicBezTo>
                  <a:cubicBezTo>
                    <a:pt x="220" y="105"/>
                    <a:pt x="207" y="124"/>
                    <a:pt x="305" y="111"/>
                  </a:cubicBezTo>
                  <a:cubicBezTo>
                    <a:pt x="317" y="109"/>
                    <a:pt x="327" y="121"/>
                    <a:pt x="302" y="121"/>
                  </a:cubicBezTo>
                  <a:cubicBezTo>
                    <a:pt x="290" y="122"/>
                    <a:pt x="272" y="128"/>
                    <a:pt x="278" y="143"/>
                  </a:cubicBezTo>
                  <a:cubicBezTo>
                    <a:pt x="284" y="158"/>
                    <a:pt x="276" y="256"/>
                    <a:pt x="276" y="256"/>
                  </a:cubicBezTo>
                  <a:cubicBezTo>
                    <a:pt x="276" y="256"/>
                    <a:pt x="271" y="274"/>
                    <a:pt x="262" y="245"/>
                  </a:cubicBezTo>
                  <a:cubicBezTo>
                    <a:pt x="259" y="235"/>
                    <a:pt x="262" y="144"/>
                    <a:pt x="260" y="137"/>
                  </a:cubicBezTo>
                  <a:cubicBezTo>
                    <a:pt x="259" y="129"/>
                    <a:pt x="217" y="122"/>
                    <a:pt x="215" y="154"/>
                  </a:cubicBezTo>
                  <a:cubicBezTo>
                    <a:pt x="214" y="185"/>
                    <a:pt x="205" y="195"/>
                    <a:pt x="171" y="195"/>
                  </a:cubicBezTo>
                  <a:close/>
                  <a:moveTo>
                    <a:pt x="237" y="231"/>
                  </a:moveTo>
                  <a:cubicBezTo>
                    <a:pt x="230" y="240"/>
                    <a:pt x="219" y="247"/>
                    <a:pt x="223" y="225"/>
                  </a:cubicBezTo>
                  <a:cubicBezTo>
                    <a:pt x="228" y="202"/>
                    <a:pt x="232" y="170"/>
                    <a:pt x="232" y="155"/>
                  </a:cubicBezTo>
                  <a:cubicBezTo>
                    <a:pt x="232" y="155"/>
                    <a:pt x="244" y="135"/>
                    <a:pt x="247" y="158"/>
                  </a:cubicBezTo>
                  <a:cubicBezTo>
                    <a:pt x="250" y="181"/>
                    <a:pt x="244" y="221"/>
                    <a:pt x="237" y="231"/>
                  </a:cubicBezTo>
                  <a:close/>
                  <a:moveTo>
                    <a:pt x="326" y="292"/>
                  </a:moveTo>
                  <a:cubicBezTo>
                    <a:pt x="327" y="320"/>
                    <a:pt x="355" y="400"/>
                    <a:pt x="286" y="399"/>
                  </a:cubicBezTo>
                  <a:cubicBezTo>
                    <a:pt x="217" y="398"/>
                    <a:pt x="214" y="409"/>
                    <a:pt x="215" y="321"/>
                  </a:cubicBezTo>
                  <a:cubicBezTo>
                    <a:pt x="216" y="236"/>
                    <a:pt x="225" y="253"/>
                    <a:pt x="230" y="264"/>
                  </a:cubicBezTo>
                  <a:cubicBezTo>
                    <a:pt x="230" y="264"/>
                    <a:pt x="253" y="318"/>
                    <a:pt x="309" y="277"/>
                  </a:cubicBezTo>
                  <a:cubicBezTo>
                    <a:pt x="319" y="269"/>
                    <a:pt x="324" y="263"/>
                    <a:pt x="326" y="292"/>
                  </a:cubicBezTo>
                  <a:close/>
                  <a:moveTo>
                    <a:pt x="318" y="133"/>
                  </a:moveTo>
                  <a:cubicBezTo>
                    <a:pt x="338" y="148"/>
                    <a:pt x="316" y="165"/>
                    <a:pt x="316" y="165"/>
                  </a:cubicBezTo>
                  <a:cubicBezTo>
                    <a:pt x="316" y="165"/>
                    <a:pt x="302" y="189"/>
                    <a:pt x="313" y="213"/>
                  </a:cubicBezTo>
                  <a:cubicBezTo>
                    <a:pt x="324" y="237"/>
                    <a:pt x="324" y="265"/>
                    <a:pt x="301" y="239"/>
                  </a:cubicBezTo>
                  <a:cubicBezTo>
                    <a:pt x="279" y="214"/>
                    <a:pt x="293" y="156"/>
                    <a:pt x="299" y="144"/>
                  </a:cubicBezTo>
                  <a:cubicBezTo>
                    <a:pt x="299" y="144"/>
                    <a:pt x="299" y="118"/>
                    <a:pt x="318" y="133"/>
                  </a:cubicBezTo>
                  <a:close/>
                  <a:moveTo>
                    <a:pt x="507" y="179"/>
                  </a:moveTo>
                  <a:cubicBezTo>
                    <a:pt x="498" y="185"/>
                    <a:pt x="507" y="179"/>
                    <a:pt x="465" y="177"/>
                  </a:cubicBezTo>
                  <a:cubicBezTo>
                    <a:pt x="423" y="176"/>
                    <a:pt x="461" y="162"/>
                    <a:pt x="461" y="162"/>
                  </a:cubicBezTo>
                  <a:cubicBezTo>
                    <a:pt x="565" y="166"/>
                    <a:pt x="516" y="173"/>
                    <a:pt x="507" y="17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30" name="Freeform 6">
              <a:extLst>
                <a:ext uri="{FF2B5EF4-FFF2-40B4-BE49-F238E27FC236}">
                  <a16:creationId xmlns:a16="http://schemas.microsoft.com/office/drawing/2014/main" id="{25C38ABE-8C15-5FE4-9537-0F82FB5069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1" y="1287"/>
              <a:ext cx="238" cy="283"/>
            </a:xfrm>
            <a:custGeom>
              <a:avLst/>
              <a:gdLst>
                <a:gd name="T0" fmla="*/ 40 w 47"/>
                <a:gd name="T1" fmla="*/ 15 h 56"/>
                <a:gd name="T2" fmla="*/ 27 w 47"/>
                <a:gd name="T3" fmla="*/ 56 h 56"/>
                <a:gd name="T4" fmla="*/ 40 w 47"/>
                <a:gd name="T5" fmla="*/ 1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7" h="56">
                  <a:moveTo>
                    <a:pt x="40" y="15"/>
                  </a:moveTo>
                  <a:cubicBezTo>
                    <a:pt x="37" y="0"/>
                    <a:pt x="0" y="23"/>
                    <a:pt x="27" y="56"/>
                  </a:cubicBezTo>
                  <a:cubicBezTo>
                    <a:pt x="27" y="56"/>
                    <a:pt x="47" y="49"/>
                    <a:pt x="4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31" name="Freeform 7">
              <a:extLst>
                <a:ext uri="{FF2B5EF4-FFF2-40B4-BE49-F238E27FC236}">
                  <a16:creationId xmlns:a16="http://schemas.microsoft.com/office/drawing/2014/main" id="{0B7141BF-28AF-8D9D-3820-335581E5DE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3" y="1403"/>
              <a:ext cx="208" cy="379"/>
            </a:xfrm>
            <a:custGeom>
              <a:avLst/>
              <a:gdLst>
                <a:gd name="T0" fmla="*/ 19 w 41"/>
                <a:gd name="T1" fmla="*/ 27 h 75"/>
                <a:gd name="T2" fmla="*/ 12 w 41"/>
                <a:gd name="T3" fmla="*/ 69 h 75"/>
                <a:gd name="T4" fmla="*/ 40 w 41"/>
                <a:gd name="T5" fmla="*/ 45 h 75"/>
                <a:gd name="T6" fmla="*/ 37 w 41"/>
                <a:gd name="T7" fmla="*/ 24 h 75"/>
                <a:gd name="T8" fmla="*/ 19 w 41"/>
                <a:gd name="T9" fmla="*/ 2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75">
                  <a:moveTo>
                    <a:pt x="19" y="27"/>
                  </a:moveTo>
                  <a:cubicBezTo>
                    <a:pt x="0" y="54"/>
                    <a:pt x="6" y="63"/>
                    <a:pt x="12" y="69"/>
                  </a:cubicBezTo>
                  <a:cubicBezTo>
                    <a:pt x="18" y="75"/>
                    <a:pt x="30" y="74"/>
                    <a:pt x="40" y="45"/>
                  </a:cubicBezTo>
                  <a:cubicBezTo>
                    <a:pt x="40" y="45"/>
                    <a:pt x="32" y="31"/>
                    <a:pt x="37" y="24"/>
                  </a:cubicBezTo>
                  <a:cubicBezTo>
                    <a:pt x="41" y="16"/>
                    <a:pt x="38" y="0"/>
                    <a:pt x="19" y="2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32" name="Freeform 8">
              <a:extLst>
                <a:ext uri="{FF2B5EF4-FFF2-40B4-BE49-F238E27FC236}">
                  <a16:creationId xmlns:a16="http://schemas.microsoft.com/office/drawing/2014/main" id="{50FF917C-B8CA-38D2-F020-216DE02485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2" y="645"/>
              <a:ext cx="683" cy="318"/>
            </a:xfrm>
            <a:custGeom>
              <a:avLst/>
              <a:gdLst>
                <a:gd name="T0" fmla="*/ 112 w 135"/>
                <a:gd name="T1" fmla="*/ 4 h 63"/>
                <a:gd name="T2" fmla="*/ 24 w 135"/>
                <a:gd name="T3" fmla="*/ 4 h 63"/>
                <a:gd name="T4" fmla="*/ 2 w 135"/>
                <a:gd name="T5" fmla="*/ 25 h 63"/>
                <a:gd name="T6" fmla="*/ 60 w 135"/>
                <a:gd name="T7" fmla="*/ 58 h 63"/>
                <a:gd name="T8" fmla="*/ 96 w 135"/>
                <a:gd name="T9" fmla="*/ 54 h 63"/>
                <a:gd name="T10" fmla="*/ 113 w 135"/>
                <a:gd name="T11" fmla="*/ 53 h 63"/>
                <a:gd name="T12" fmla="*/ 112 w 135"/>
                <a:gd name="T13" fmla="*/ 4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5" h="63">
                  <a:moveTo>
                    <a:pt x="112" y="4"/>
                  </a:moveTo>
                  <a:cubicBezTo>
                    <a:pt x="105" y="9"/>
                    <a:pt x="24" y="4"/>
                    <a:pt x="24" y="4"/>
                  </a:cubicBezTo>
                  <a:cubicBezTo>
                    <a:pt x="15" y="4"/>
                    <a:pt x="3" y="1"/>
                    <a:pt x="2" y="25"/>
                  </a:cubicBezTo>
                  <a:cubicBezTo>
                    <a:pt x="0" y="63"/>
                    <a:pt x="48" y="58"/>
                    <a:pt x="60" y="58"/>
                  </a:cubicBezTo>
                  <a:cubicBezTo>
                    <a:pt x="72" y="58"/>
                    <a:pt x="84" y="48"/>
                    <a:pt x="96" y="54"/>
                  </a:cubicBezTo>
                  <a:cubicBezTo>
                    <a:pt x="96" y="54"/>
                    <a:pt x="107" y="63"/>
                    <a:pt x="113" y="53"/>
                  </a:cubicBezTo>
                  <a:cubicBezTo>
                    <a:pt x="135" y="13"/>
                    <a:pt x="120" y="0"/>
                    <a:pt x="112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33" name="Freeform 9">
              <a:extLst>
                <a:ext uri="{FF2B5EF4-FFF2-40B4-BE49-F238E27FC236}">
                  <a16:creationId xmlns:a16="http://schemas.microsoft.com/office/drawing/2014/main" id="{CEF875A5-BB0E-61E1-2A0C-1B740D0F07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6" y="1545"/>
              <a:ext cx="490" cy="515"/>
            </a:xfrm>
            <a:custGeom>
              <a:avLst/>
              <a:gdLst>
                <a:gd name="T0" fmla="*/ 67 w 97"/>
                <a:gd name="T1" fmla="*/ 5 h 102"/>
                <a:gd name="T2" fmla="*/ 31 w 97"/>
                <a:gd name="T3" fmla="*/ 5 h 102"/>
                <a:gd name="T4" fmla="*/ 12 w 97"/>
                <a:gd name="T5" fmla="*/ 57 h 102"/>
                <a:gd name="T6" fmla="*/ 79 w 97"/>
                <a:gd name="T7" fmla="*/ 62 h 102"/>
                <a:gd name="T8" fmla="*/ 67 w 97"/>
                <a:gd name="T9" fmla="*/ 5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102">
                  <a:moveTo>
                    <a:pt x="67" y="5"/>
                  </a:moveTo>
                  <a:cubicBezTo>
                    <a:pt x="55" y="10"/>
                    <a:pt x="31" y="5"/>
                    <a:pt x="31" y="5"/>
                  </a:cubicBezTo>
                  <a:cubicBezTo>
                    <a:pt x="0" y="6"/>
                    <a:pt x="16" y="39"/>
                    <a:pt x="12" y="57"/>
                  </a:cubicBezTo>
                  <a:cubicBezTo>
                    <a:pt x="8" y="76"/>
                    <a:pt x="63" y="102"/>
                    <a:pt x="79" y="62"/>
                  </a:cubicBezTo>
                  <a:cubicBezTo>
                    <a:pt x="97" y="20"/>
                    <a:pt x="79" y="0"/>
                    <a:pt x="67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34" name="Freeform 10">
              <a:extLst>
                <a:ext uri="{FF2B5EF4-FFF2-40B4-BE49-F238E27FC236}">
                  <a16:creationId xmlns:a16="http://schemas.microsoft.com/office/drawing/2014/main" id="{ADBF8430-3B25-8104-8EB1-14F4E4999F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3" y="1024"/>
              <a:ext cx="501" cy="96"/>
            </a:xfrm>
            <a:custGeom>
              <a:avLst/>
              <a:gdLst>
                <a:gd name="T0" fmla="*/ 15 w 99"/>
                <a:gd name="T1" fmla="*/ 0 h 19"/>
                <a:gd name="T2" fmla="*/ 40 w 99"/>
                <a:gd name="T3" fmla="*/ 15 h 19"/>
                <a:gd name="T4" fmla="*/ 15 w 99"/>
                <a:gd name="T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" h="19">
                  <a:moveTo>
                    <a:pt x="15" y="0"/>
                  </a:moveTo>
                  <a:cubicBezTo>
                    <a:pt x="0" y="0"/>
                    <a:pt x="19" y="19"/>
                    <a:pt x="40" y="15"/>
                  </a:cubicBezTo>
                  <a:cubicBezTo>
                    <a:pt x="99" y="1"/>
                    <a:pt x="15" y="0"/>
                    <a:pt x="1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35" name="Freeform 11">
              <a:extLst>
                <a:ext uri="{FF2B5EF4-FFF2-40B4-BE49-F238E27FC236}">
                  <a16:creationId xmlns:a16="http://schemas.microsoft.com/office/drawing/2014/main" id="{7FA8BDFA-FFB2-54F0-7E75-E8E1F156A7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0" y="1004"/>
              <a:ext cx="385" cy="237"/>
            </a:xfrm>
            <a:custGeom>
              <a:avLst/>
              <a:gdLst>
                <a:gd name="T0" fmla="*/ 21 w 76"/>
                <a:gd name="T1" fmla="*/ 37 h 47"/>
                <a:gd name="T2" fmla="*/ 70 w 76"/>
                <a:gd name="T3" fmla="*/ 17 h 47"/>
                <a:gd name="T4" fmla="*/ 48 w 76"/>
                <a:gd name="T5" fmla="*/ 3 h 47"/>
                <a:gd name="T6" fmla="*/ 19 w 76"/>
                <a:gd name="T7" fmla="*/ 32 h 47"/>
                <a:gd name="T8" fmla="*/ 21 w 76"/>
                <a:gd name="T9" fmla="*/ 3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" h="47">
                  <a:moveTo>
                    <a:pt x="21" y="37"/>
                  </a:moveTo>
                  <a:cubicBezTo>
                    <a:pt x="21" y="37"/>
                    <a:pt x="50" y="47"/>
                    <a:pt x="70" y="17"/>
                  </a:cubicBezTo>
                  <a:cubicBezTo>
                    <a:pt x="76" y="7"/>
                    <a:pt x="65" y="0"/>
                    <a:pt x="48" y="3"/>
                  </a:cubicBezTo>
                  <a:cubicBezTo>
                    <a:pt x="39" y="5"/>
                    <a:pt x="39" y="32"/>
                    <a:pt x="19" y="32"/>
                  </a:cubicBezTo>
                  <a:cubicBezTo>
                    <a:pt x="0" y="32"/>
                    <a:pt x="21" y="37"/>
                    <a:pt x="21" y="3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36" name="Freeform 12">
              <a:extLst>
                <a:ext uri="{FF2B5EF4-FFF2-40B4-BE49-F238E27FC236}">
                  <a16:creationId xmlns:a16="http://schemas.microsoft.com/office/drawing/2014/main" id="{B2045C88-B2F2-30C2-2167-E7FD2380BD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5" y="1201"/>
              <a:ext cx="415" cy="187"/>
            </a:xfrm>
            <a:custGeom>
              <a:avLst/>
              <a:gdLst>
                <a:gd name="T0" fmla="*/ 72 w 82"/>
                <a:gd name="T1" fmla="*/ 6 h 37"/>
                <a:gd name="T2" fmla="*/ 24 w 82"/>
                <a:gd name="T3" fmla="*/ 17 h 37"/>
                <a:gd name="T4" fmla="*/ 17 w 82"/>
                <a:gd name="T5" fmla="*/ 26 h 37"/>
                <a:gd name="T6" fmla="*/ 76 w 82"/>
                <a:gd name="T7" fmla="*/ 23 h 37"/>
                <a:gd name="T8" fmla="*/ 82 w 82"/>
                <a:gd name="T9" fmla="*/ 20 h 37"/>
                <a:gd name="T10" fmla="*/ 82 w 82"/>
                <a:gd name="T11" fmla="*/ 0 h 37"/>
                <a:gd name="T12" fmla="*/ 72 w 82"/>
                <a:gd name="T13" fmla="*/ 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" h="37">
                  <a:moveTo>
                    <a:pt x="72" y="6"/>
                  </a:moveTo>
                  <a:cubicBezTo>
                    <a:pt x="57" y="23"/>
                    <a:pt x="24" y="17"/>
                    <a:pt x="24" y="17"/>
                  </a:cubicBezTo>
                  <a:cubicBezTo>
                    <a:pt x="24" y="17"/>
                    <a:pt x="0" y="16"/>
                    <a:pt x="17" y="26"/>
                  </a:cubicBezTo>
                  <a:cubicBezTo>
                    <a:pt x="33" y="37"/>
                    <a:pt x="53" y="32"/>
                    <a:pt x="76" y="23"/>
                  </a:cubicBezTo>
                  <a:cubicBezTo>
                    <a:pt x="78" y="22"/>
                    <a:pt x="80" y="21"/>
                    <a:pt x="82" y="20"/>
                  </a:cubicBezTo>
                  <a:lnTo>
                    <a:pt x="82" y="0"/>
                  </a:lnTo>
                  <a:cubicBezTo>
                    <a:pt x="79" y="1"/>
                    <a:pt x="75" y="2"/>
                    <a:pt x="7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37" name="Freeform 13">
              <a:extLst>
                <a:ext uri="{FF2B5EF4-FFF2-40B4-BE49-F238E27FC236}">
                  <a16:creationId xmlns:a16="http://schemas.microsoft.com/office/drawing/2014/main" id="{FB6F24BE-D2B8-38B8-C443-9772B8FB6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1" y="1378"/>
              <a:ext cx="698" cy="167"/>
            </a:xfrm>
            <a:custGeom>
              <a:avLst/>
              <a:gdLst>
                <a:gd name="T0" fmla="*/ 21 w 138"/>
                <a:gd name="T1" fmla="*/ 1 h 33"/>
                <a:gd name="T2" fmla="*/ 8 w 138"/>
                <a:gd name="T3" fmla="*/ 14 h 33"/>
                <a:gd name="T4" fmla="*/ 57 w 138"/>
                <a:gd name="T5" fmla="*/ 22 h 33"/>
                <a:gd name="T6" fmla="*/ 117 w 138"/>
                <a:gd name="T7" fmla="*/ 23 h 33"/>
                <a:gd name="T8" fmla="*/ 114 w 138"/>
                <a:gd name="T9" fmla="*/ 8 h 33"/>
                <a:gd name="T10" fmla="*/ 82 w 138"/>
                <a:gd name="T11" fmla="*/ 3 h 33"/>
                <a:gd name="T12" fmla="*/ 21 w 138"/>
                <a:gd name="T13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8" h="33">
                  <a:moveTo>
                    <a:pt x="21" y="1"/>
                  </a:moveTo>
                  <a:cubicBezTo>
                    <a:pt x="21" y="1"/>
                    <a:pt x="0" y="8"/>
                    <a:pt x="8" y="14"/>
                  </a:cubicBezTo>
                  <a:cubicBezTo>
                    <a:pt x="15" y="20"/>
                    <a:pt x="48" y="22"/>
                    <a:pt x="57" y="22"/>
                  </a:cubicBezTo>
                  <a:cubicBezTo>
                    <a:pt x="66" y="22"/>
                    <a:pt x="96" y="33"/>
                    <a:pt x="117" y="23"/>
                  </a:cubicBezTo>
                  <a:cubicBezTo>
                    <a:pt x="138" y="12"/>
                    <a:pt x="123" y="9"/>
                    <a:pt x="114" y="8"/>
                  </a:cubicBezTo>
                  <a:cubicBezTo>
                    <a:pt x="105" y="6"/>
                    <a:pt x="102" y="0"/>
                    <a:pt x="82" y="3"/>
                  </a:cubicBezTo>
                  <a:cubicBezTo>
                    <a:pt x="37" y="11"/>
                    <a:pt x="21" y="1"/>
                    <a:pt x="21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38" name="Freeform 14">
              <a:extLst>
                <a:ext uri="{FF2B5EF4-FFF2-40B4-BE49-F238E27FC236}">
                  <a16:creationId xmlns:a16="http://schemas.microsoft.com/office/drawing/2014/main" id="{878AE21F-E3D7-2FBA-8F4C-2BF864E1D1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7" y="1540"/>
              <a:ext cx="567" cy="146"/>
            </a:xfrm>
            <a:custGeom>
              <a:avLst/>
              <a:gdLst>
                <a:gd name="T0" fmla="*/ 98 w 112"/>
                <a:gd name="T1" fmla="*/ 19 h 29"/>
                <a:gd name="T2" fmla="*/ 103 w 112"/>
                <a:gd name="T3" fmla="*/ 4 h 29"/>
                <a:gd name="T4" fmla="*/ 74 w 112"/>
                <a:gd name="T5" fmla="*/ 10 h 29"/>
                <a:gd name="T6" fmla="*/ 36 w 112"/>
                <a:gd name="T7" fmla="*/ 6 h 29"/>
                <a:gd name="T8" fmla="*/ 2 w 112"/>
                <a:gd name="T9" fmla="*/ 4 h 29"/>
                <a:gd name="T10" fmla="*/ 98 w 112"/>
                <a:gd name="T11" fmla="*/ 1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2" h="29">
                  <a:moveTo>
                    <a:pt x="98" y="19"/>
                  </a:moveTo>
                  <a:cubicBezTo>
                    <a:pt x="112" y="13"/>
                    <a:pt x="111" y="0"/>
                    <a:pt x="103" y="4"/>
                  </a:cubicBezTo>
                  <a:cubicBezTo>
                    <a:pt x="96" y="9"/>
                    <a:pt x="83" y="10"/>
                    <a:pt x="74" y="10"/>
                  </a:cubicBezTo>
                  <a:cubicBezTo>
                    <a:pt x="65" y="11"/>
                    <a:pt x="45" y="3"/>
                    <a:pt x="36" y="6"/>
                  </a:cubicBezTo>
                  <a:cubicBezTo>
                    <a:pt x="27" y="9"/>
                    <a:pt x="2" y="4"/>
                    <a:pt x="2" y="4"/>
                  </a:cubicBezTo>
                  <a:cubicBezTo>
                    <a:pt x="0" y="29"/>
                    <a:pt x="83" y="25"/>
                    <a:pt x="98" y="1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39" name="Freeform 15">
              <a:extLst>
                <a:ext uri="{FF2B5EF4-FFF2-40B4-BE49-F238E27FC236}">
                  <a16:creationId xmlns:a16="http://schemas.microsoft.com/office/drawing/2014/main" id="{60063830-3DD4-78D1-4B46-B4E6C72E29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2" y="1656"/>
              <a:ext cx="581" cy="480"/>
            </a:xfrm>
            <a:custGeom>
              <a:avLst/>
              <a:gdLst>
                <a:gd name="T0" fmla="*/ 3 w 115"/>
                <a:gd name="T1" fmla="*/ 53 h 95"/>
                <a:gd name="T2" fmla="*/ 26 w 115"/>
                <a:gd name="T3" fmla="*/ 54 h 95"/>
                <a:gd name="T4" fmla="*/ 50 w 115"/>
                <a:gd name="T5" fmla="*/ 77 h 95"/>
                <a:gd name="T6" fmla="*/ 59 w 115"/>
                <a:gd name="T7" fmla="*/ 84 h 95"/>
                <a:gd name="T8" fmla="*/ 81 w 115"/>
                <a:gd name="T9" fmla="*/ 52 h 95"/>
                <a:gd name="T10" fmla="*/ 111 w 115"/>
                <a:gd name="T11" fmla="*/ 52 h 95"/>
                <a:gd name="T12" fmla="*/ 79 w 115"/>
                <a:gd name="T13" fmla="*/ 27 h 95"/>
                <a:gd name="T14" fmla="*/ 37 w 115"/>
                <a:gd name="T15" fmla="*/ 16 h 95"/>
                <a:gd name="T16" fmla="*/ 12 w 115"/>
                <a:gd name="T17" fmla="*/ 41 h 95"/>
                <a:gd name="T18" fmla="*/ 3 w 115"/>
                <a:gd name="T19" fmla="*/ 53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5" h="95">
                  <a:moveTo>
                    <a:pt x="3" y="53"/>
                  </a:moveTo>
                  <a:cubicBezTo>
                    <a:pt x="5" y="60"/>
                    <a:pt x="14" y="68"/>
                    <a:pt x="26" y="54"/>
                  </a:cubicBezTo>
                  <a:cubicBezTo>
                    <a:pt x="48" y="29"/>
                    <a:pt x="48" y="72"/>
                    <a:pt x="50" y="77"/>
                  </a:cubicBezTo>
                  <a:cubicBezTo>
                    <a:pt x="51" y="81"/>
                    <a:pt x="54" y="95"/>
                    <a:pt x="59" y="84"/>
                  </a:cubicBezTo>
                  <a:cubicBezTo>
                    <a:pt x="63" y="74"/>
                    <a:pt x="70" y="39"/>
                    <a:pt x="81" y="52"/>
                  </a:cubicBezTo>
                  <a:cubicBezTo>
                    <a:pt x="100" y="76"/>
                    <a:pt x="115" y="54"/>
                    <a:pt x="111" y="52"/>
                  </a:cubicBezTo>
                  <a:cubicBezTo>
                    <a:pt x="106" y="51"/>
                    <a:pt x="79" y="37"/>
                    <a:pt x="79" y="27"/>
                  </a:cubicBezTo>
                  <a:cubicBezTo>
                    <a:pt x="79" y="16"/>
                    <a:pt x="42" y="0"/>
                    <a:pt x="37" y="16"/>
                  </a:cubicBezTo>
                  <a:cubicBezTo>
                    <a:pt x="33" y="33"/>
                    <a:pt x="12" y="41"/>
                    <a:pt x="12" y="41"/>
                  </a:cubicBezTo>
                  <a:cubicBezTo>
                    <a:pt x="0" y="44"/>
                    <a:pt x="2" y="45"/>
                    <a:pt x="3" y="5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40" name="Freeform 16">
              <a:extLst>
                <a:ext uri="{FF2B5EF4-FFF2-40B4-BE49-F238E27FC236}">
                  <a16:creationId xmlns:a16="http://schemas.microsoft.com/office/drawing/2014/main" id="{70637A07-B56D-5004-50FC-E7CD9FC546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1" y="1464"/>
              <a:ext cx="329" cy="854"/>
            </a:xfrm>
            <a:custGeom>
              <a:avLst/>
              <a:gdLst>
                <a:gd name="T0" fmla="*/ 51 w 65"/>
                <a:gd name="T1" fmla="*/ 40 h 169"/>
                <a:gd name="T2" fmla="*/ 22 w 65"/>
                <a:gd name="T3" fmla="*/ 49 h 169"/>
                <a:gd name="T4" fmla="*/ 22 w 65"/>
                <a:gd name="T5" fmla="*/ 59 h 169"/>
                <a:gd name="T6" fmla="*/ 50 w 65"/>
                <a:gd name="T7" fmla="*/ 90 h 169"/>
                <a:gd name="T8" fmla="*/ 34 w 65"/>
                <a:gd name="T9" fmla="*/ 118 h 169"/>
                <a:gd name="T10" fmla="*/ 0 w 65"/>
                <a:gd name="T11" fmla="*/ 148 h 169"/>
                <a:gd name="T12" fmla="*/ 17 w 65"/>
                <a:gd name="T13" fmla="*/ 155 h 169"/>
                <a:gd name="T14" fmla="*/ 47 w 65"/>
                <a:gd name="T15" fmla="*/ 166 h 169"/>
                <a:gd name="T16" fmla="*/ 63 w 65"/>
                <a:gd name="T17" fmla="*/ 162 h 169"/>
                <a:gd name="T18" fmla="*/ 65 w 65"/>
                <a:gd name="T19" fmla="*/ 0 h 169"/>
                <a:gd name="T20" fmla="*/ 51 w 65"/>
                <a:gd name="T21" fmla="*/ 40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5" h="169">
                  <a:moveTo>
                    <a:pt x="51" y="40"/>
                  </a:moveTo>
                  <a:cubicBezTo>
                    <a:pt x="44" y="46"/>
                    <a:pt x="30" y="49"/>
                    <a:pt x="22" y="49"/>
                  </a:cubicBezTo>
                  <a:cubicBezTo>
                    <a:pt x="13" y="48"/>
                    <a:pt x="14" y="56"/>
                    <a:pt x="22" y="59"/>
                  </a:cubicBezTo>
                  <a:cubicBezTo>
                    <a:pt x="30" y="62"/>
                    <a:pt x="49" y="75"/>
                    <a:pt x="50" y="90"/>
                  </a:cubicBezTo>
                  <a:cubicBezTo>
                    <a:pt x="50" y="104"/>
                    <a:pt x="51" y="115"/>
                    <a:pt x="34" y="118"/>
                  </a:cubicBezTo>
                  <a:cubicBezTo>
                    <a:pt x="18" y="122"/>
                    <a:pt x="3" y="124"/>
                    <a:pt x="0" y="148"/>
                  </a:cubicBezTo>
                  <a:cubicBezTo>
                    <a:pt x="0" y="148"/>
                    <a:pt x="10" y="154"/>
                    <a:pt x="17" y="155"/>
                  </a:cubicBezTo>
                  <a:cubicBezTo>
                    <a:pt x="23" y="155"/>
                    <a:pt x="42" y="163"/>
                    <a:pt x="47" y="166"/>
                  </a:cubicBezTo>
                  <a:cubicBezTo>
                    <a:pt x="51" y="169"/>
                    <a:pt x="58" y="167"/>
                    <a:pt x="63" y="162"/>
                  </a:cubicBezTo>
                  <a:lnTo>
                    <a:pt x="65" y="0"/>
                  </a:lnTo>
                  <a:cubicBezTo>
                    <a:pt x="64" y="8"/>
                    <a:pt x="58" y="36"/>
                    <a:pt x="51" y="4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</p:grpSp>
      <p:grpSp>
        <p:nvGrpSpPr>
          <p:cNvPr id="717841" name="Group 17">
            <a:extLst>
              <a:ext uri="{FF2B5EF4-FFF2-40B4-BE49-F238E27FC236}">
                <a16:creationId xmlns:a16="http://schemas.microsoft.com/office/drawing/2014/main" id="{735042FA-9390-4BE4-2BCE-0DDE948E4D99}"/>
              </a:ext>
            </a:extLst>
          </p:cNvPr>
          <p:cNvGrpSpPr>
            <a:grpSpLocks/>
          </p:cNvGrpSpPr>
          <p:nvPr/>
        </p:nvGrpSpPr>
        <p:grpSpPr bwMode="auto">
          <a:xfrm>
            <a:off x="738718" y="36513"/>
            <a:ext cx="10521949" cy="6821487"/>
            <a:chOff x="349" y="23"/>
            <a:chExt cx="4971" cy="4297"/>
          </a:xfrm>
        </p:grpSpPr>
        <p:sp>
          <p:nvSpPr>
            <p:cNvPr id="717842" name="Rectangle 18">
              <a:extLst>
                <a:ext uri="{FF2B5EF4-FFF2-40B4-BE49-F238E27FC236}">
                  <a16:creationId xmlns:a16="http://schemas.microsoft.com/office/drawing/2014/main" id="{1DF3AC91-44B6-3DBD-F01B-F487EDB979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43" name="Freeform 19">
              <a:extLst>
                <a:ext uri="{FF2B5EF4-FFF2-40B4-BE49-F238E27FC236}">
                  <a16:creationId xmlns:a16="http://schemas.microsoft.com/office/drawing/2014/main" id="{8EB2B823-B1A1-38B7-E303-F994448CDA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44" name="Freeform 20">
              <a:extLst>
                <a:ext uri="{FF2B5EF4-FFF2-40B4-BE49-F238E27FC236}">
                  <a16:creationId xmlns:a16="http://schemas.microsoft.com/office/drawing/2014/main" id="{F308B134-0BDE-EC36-D61B-021C9D507F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45" name="Freeform 21">
              <a:extLst>
                <a:ext uri="{FF2B5EF4-FFF2-40B4-BE49-F238E27FC236}">
                  <a16:creationId xmlns:a16="http://schemas.microsoft.com/office/drawing/2014/main" id="{14FA880A-4DC6-7BD7-E9F5-325FE06C18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46" name="Freeform 22">
              <a:extLst>
                <a:ext uri="{FF2B5EF4-FFF2-40B4-BE49-F238E27FC236}">
                  <a16:creationId xmlns:a16="http://schemas.microsoft.com/office/drawing/2014/main" id="{53E5B39D-43DB-FE9E-860D-48581B711E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47" name="Freeform 23">
              <a:extLst>
                <a:ext uri="{FF2B5EF4-FFF2-40B4-BE49-F238E27FC236}">
                  <a16:creationId xmlns:a16="http://schemas.microsoft.com/office/drawing/2014/main" id="{5DD63AD4-5462-3580-0AD5-5868A3128A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48" name="Freeform 24">
              <a:extLst>
                <a:ext uri="{FF2B5EF4-FFF2-40B4-BE49-F238E27FC236}">
                  <a16:creationId xmlns:a16="http://schemas.microsoft.com/office/drawing/2014/main" id="{07512456-1DD7-7342-41C0-B367E41ACF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49" name="Freeform 25">
              <a:extLst>
                <a:ext uri="{FF2B5EF4-FFF2-40B4-BE49-F238E27FC236}">
                  <a16:creationId xmlns:a16="http://schemas.microsoft.com/office/drawing/2014/main" id="{2C52981A-04C5-44D9-5430-F065312AF7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50" name="Freeform 26">
              <a:extLst>
                <a:ext uri="{FF2B5EF4-FFF2-40B4-BE49-F238E27FC236}">
                  <a16:creationId xmlns:a16="http://schemas.microsoft.com/office/drawing/2014/main" id="{45B4FA9A-C52C-1C75-ADC3-EEFEF9BA5B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51" name="Freeform 27">
              <a:extLst>
                <a:ext uri="{FF2B5EF4-FFF2-40B4-BE49-F238E27FC236}">
                  <a16:creationId xmlns:a16="http://schemas.microsoft.com/office/drawing/2014/main" id="{FC82E210-DFE6-8875-879D-F5A38B39DF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52" name="Freeform 28">
              <a:extLst>
                <a:ext uri="{FF2B5EF4-FFF2-40B4-BE49-F238E27FC236}">
                  <a16:creationId xmlns:a16="http://schemas.microsoft.com/office/drawing/2014/main" id="{BE77DCE3-19D8-CEDD-DD5D-829D543AF8C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53" name="Rectangle 29">
              <a:extLst>
                <a:ext uri="{FF2B5EF4-FFF2-40B4-BE49-F238E27FC236}">
                  <a16:creationId xmlns:a16="http://schemas.microsoft.com/office/drawing/2014/main" id="{65EB7FFB-B3E7-E6AC-F0D1-03F16A9E0A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54" name="Rectangle 30">
              <a:extLst>
                <a:ext uri="{FF2B5EF4-FFF2-40B4-BE49-F238E27FC236}">
                  <a16:creationId xmlns:a16="http://schemas.microsoft.com/office/drawing/2014/main" id="{499A381F-FAA8-9B22-3690-574B1E7AA6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55" name="Freeform 31">
              <a:extLst>
                <a:ext uri="{FF2B5EF4-FFF2-40B4-BE49-F238E27FC236}">
                  <a16:creationId xmlns:a16="http://schemas.microsoft.com/office/drawing/2014/main" id="{B1914493-D549-8B2C-797A-13F332AC35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56" name="Freeform 32">
              <a:extLst>
                <a:ext uri="{FF2B5EF4-FFF2-40B4-BE49-F238E27FC236}">
                  <a16:creationId xmlns:a16="http://schemas.microsoft.com/office/drawing/2014/main" id="{ECB24CFC-04DF-1819-AB6A-5A4D7AEC14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57" name="Freeform 33">
              <a:extLst>
                <a:ext uri="{FF2B5EF4-FFF2-40B4-BE49-F238E27FC236}">
                  <a16:creationId xmlns:a16="http://schemas.microsoft.com/office/drawing/2014/main" id="{51AB47B4-BA26-E5C9-8A61-FE435E383E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58" name="Freeform 34">
              <a:extLst>
                <a:ext uri="{FF2B5EF4-FFF2-40B4-BE49-F238E27FC236}">
                  <a16:creationId xmlns:a16="http://schemas.microsoft.com/office/drawing/2014/main" id="{7EA567ED-18FB-71B3-0795-B9A59F2D55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59" name="Freeform 35">
              <a:extLst>
                <a:ext uri="{FF2B5EF4-FFF2-40B4-BE49-F238E27FC236}">
                  <a16:creationId xmlns:a16="http://schemas.microsoft.com/office/drawing/2014/main" id="{1426CA09-E801-B86B-3C00-1520733304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60" name="Freeform 36">
              <a:extLst>
                <a:ext uri="{FF2B5EF4-FFF2-40B4-BE49-F238E27FC236}">
                  <a16:creationId xmlns:a16="http://schemas.microsoft.com/office/drawing/2014/main" id="{3D7DBF11-CFD2-C37A-E97B-C716D5381B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61" name="Freeform 37">
              <a:extLst>
                <a:ext uri="{FF2B5EF4-FFF2-40B4-BE49-F238E27FC236}">
                  <a16:creationId xmlns:a16="http://schemas.microsoft.com/office/drawing/2014/main" id="{4F3AF0A1-1EBF-C7B1-C14E-006CA3115C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62" name="Freeform 38">
              <a:extLst>
                <a:ext uri="{FF2B5EF4-FFF2-40B4-BE49-F238E27FC236}">
                  <a16:creationId xmlns:a16="http://schemas.microsoft.com/office/drawing/2014/main" id="{7836828D-2E28-63B8-926B-A828B84A6F3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63" name="Freeform 39">
              <a:extLst>
                <a:ext uri="{FF2B5EF4-FFF2-40B4-BE49-F238E27FC236}">
                  <a16:creationId xmlns:a16="http://schemas.microsoft.com/office/drawing/2014/main" id="{A830E421-677F-61D2-5A08-2A2D2970CB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64" name="Freeform 40">
              <a:extLst>
                <a:ext uri="{FF2B5EF4-FFF2-40B4-BE49-F238E27FC236}">
                  <a16:creationId xmlns:a16="http://schemas.microsoft.com/office/drawing/2014/main" id="{E1B4CAE2-8082-09EF-57B8-8C1493A496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65" name="Rectangle 41">
              <a:extLst>
                <a:ext uri="{FF2B5EF4-FFF2-40B4-BE49-F238E27FC236}">
                  <a16:creationId xmlns:a16="http://schemas.microsoft.com/office/drawing/2014/main" id="{9FF7EA2F-BB5F-FA27-EE3B-57DCF1913E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66" name="Rectangle 42">
              <a:extLst>
                <a:ext uri="{FF2B5EF4-FFF2-40B4-BE49-F238E27FC236}">
                  <a16:creationId xmlns:a16="http://schemas.microsoft.com/office/drawing/2014/main" id="{76A98F45-638E-4BD0-12C9-0F77C7EAB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67" name="Freeform 43">
              <a:extLst>
                <a:ext uri="{FF2B5EF4-FFF2-40B4-BE49-F238E27FC236}">
                  <a16:creationId xmlns:a16="http://schemas.microsoft.com/office/drawing/2014/main" id="{6528BD45-ED2E-771F-A14F-99A35AA07A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68" name="Freeform 44">
              <a:extLst>
                <a:ext uri="{FF2B5EF4-FFF2-40B4-BE49-F238E27FC236}">
                  <a16:creationId xmlns:a16="http://schemas.microsoft.com/office/drawing/2014/main" id="{EED50610-88CE-AEAE-3D2A-68CF312A48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69" name="Freeform 45">
              <a:extLst>
                <a:ext uri="{FF2B5EF4-FFF2-40B4-BE49-F238E27FC236}">
                  <a16:creationId xmlns:a16="http://schemas.microsoft.com/office/drawing/2014/main" id="{BBA8DF3C-45E7-64CB-12BF-75A0D08C7F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70" name="Freeform 46">
              <a:extLst>
                <a:ext uri="{FF2B5EF4-FFF2-40B4-BE49-F238E27FC236}">
                  <a16:creationId xmlns:a16="http://schemas.microsoft.com/office/drawing/2014/main" id="{809AD7D6-BC8A-E6D0-A306-AAF0D6FCCC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71" name="Freeform 47">
              <a:extLst>
                <a:ext uri="{FF2B5EF4-FFF2-40B4-BE49-F238E27FC236}">
                  <a16:creationId xmlns:a16="http://schemas.microsoft.com/office/drawing/2014/main" id="{31759359-2882-C7C3-E57B-31C6B28AFB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72" name="Freeform 48">
              <a:extLst>
                <a:ext uri="{FF2B5EF4-FFF2-40B4-BE49-F238E27FC236}">
                  <a16:creationId xmlns:a16="http://schemas.microsoft.com/office/drawing/2014/main" id="{9EC946B3-F995-1F31-D8F5-9C52479B85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73" name="Freeform 49">
              <a:extLst>
                <a:ext uri="{FF2B5EF4-FFF2-40B4-BE49-F238E27FC236}">
                  <a16:creationId xmlns:a16="http://schemas.microsoft.com/office/drawing/2014/main" id="{D7BD8B2D-2C4D-ABDC-456A-9716E4B17B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74" name="Freeform 50">
              <a:extLst>
                <a:ext uri="{FF2B5EF4-FFF2-40B4-BE49-F238E27FC236}">
                  <a16:creationId xmlns:a16="http://schemas.microsoft.com/office/drawing/2014/main" id="{64EC5555-7A07-BEB5-C4FC-670C16F616B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75" name="Freeform 51">
              <a:extLst>
                <a:ext uri="{FF2B5EF4-FFF2-40B4-BE49-F238E27FC236}">
                  <a16:creationId xmlns:a16="http://schemas.microsoft.com/office/drawing/2014/main" id="{D1F329BD-D5B2-DBE3-9C96-5BAB8B78B9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76" name="Freeform 52">
              <a:extLst>
                <a:ext uri="{FF2B5EF4-FFF2-40B4-BE49-F238E27FC236}">
                  <a16:creationId xmlns:a16="http://schemas.microsoft.com/office/drawing/2014/main" id="{17AA189A-B8AA-6AAA-5031-6B1E8233E4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77" name="Rectangle 53">
              <a:extLst>
                <a:ext uri="{FF2B5EF4-FFF2-40B4-BE49-F238E27FC236}">
                  <a16:creationId xmlns:a16="http://schemas.microsoft.com/office/drawing/2014/main" id="{720DC57D-2C84-2DEC-1C9C-DC9B17ED98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78" name="Rectangle 54">
              <a:extLst>
                <a:ext uri="{FF2B5EF4-FFF2-40B4-BE49-F238E27FC236}">
                  <a16:creationId xmlns:a16="http://schemas.microsoft.com/office/drawing/2014/main" id="{FC12E68C-FC29-6ABE-7BD5-AFDC08205F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4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79" name="Freeform 55">
              <a:extLst>
                <a:ext uri="{FF2B5EF4-FFF2-40B4-BE49-F238E27FC236}">
                  <a16:creationId xmlns:a16="http://schemas.microsoft.com/office/drawing/2014/main" id="{78550B44-46C8-8613-906A-8D44312D48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80" name="Freeform 56">
              <a:extLst>
                <a:ext uri="{FF2B5EF4-FFF2-40B4-BE49-F238E27FC236}">
                  <a16:creationId xmlns:a16="http://schemas.microsoft.com/office/drawing/2014/main" id="{CC55AD09-CCBC-A42C-7C68-4B1734F79F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81" name="Freeform 57">
              <a:extLst>
                <a:ext uri="{FF2B5EF4-FFF2-40B4-BE49-F238E27FC236}">
                  <a16:creationId xmlns:a16="http://schemas.microsoft.com/office/drawing/2014/main" id="{22FA0920-C7FA-E7B1-CAD6-6B48D64039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82" name="Freeform 58">
              <a:extLst>
                <a:ext uri="{FF2B5EF4-FFF2-40B4-BE49-F238E27FC236}">
                  <a16:creationId xmlns:a16="http://schemas.microsoft.com/office/drawing/2014/main" id="{4714F3AE-A83F-D3A1-E68C-563FAFC8B43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83" name="Freeform 59">
              <a:extLst>
                <a:ext uri="{FF2B5EF4-FFF2-40B4-BE49-F238E27FC236}">
                  <a16:creationId xmlns:a16="http://schemas.microsoft.com/office/drawing/2014/main" id="{E67EF838-A6C1-8E82-1E5C-B62C2639BC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84" name="Freeform 60">
              <a:extLst>
                <a:ext uri="{FF2B5EF4-FFF2-40B4-BE49-F238E27FC236}">
                  <a16:creationId xmlns:a16="http://schemas.microsoft.com/office/drawing/2014/main" id="{70B676D4-8E2A-FC05-C339-A785679CAE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85" name="Freeform 61">
              <a:extLst>
                <a:ext uri="{FF2B5EF4-FFF2-40B4-BE49-F238E27FC236}">
                  <a16:creationId xmlns:a16="http://schemas.microsoft.com/office/drawing/2014/main" id="{1B6B3467-E5E0-24EA-56FB-7EB6E9C413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86" name="Freeform 62">
              <a:extLst>
                <a:ext uri="{FF2B5EF4-FFF2-40B4-BE49-F238E27FC236}">
                  <a16:creationId xmlns:a16="http://schemas.microsoft.com/office/drawing/2014/main" id="{2242730B-F3BE-3E14-3A81-9F1AFD7F5C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87" name="Freeform 63">
              <a:extLst>
                <a:ext uri="{FF2B5EF4-FFF2-40B4-BE49-F238E27FC236}">
                  <a16:creationId xmlns:a16="http://schemas.microsoft.com/office/drawing/2014/main" id="{DB83CAFD-01EC-39C5-2395-847E404F51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88" name="Freeform 64">
              <a:extLst>
                <a:ext uri="{FF2B5EF4-FFF2-40B4-BE49-F238E27FC236}">
                  <a16:creationId xmlns:a16="http://schemas.microsoft.com/office/drawing/2014/main" id="{4D1278F2-0F0D-8C30-D1A0-EC2489DCC2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89" name="Rectangle 65">
              <a:extLst>
                <a:ext uri="{FF2B5EF4-FFF2-40B4-BE49-F238E27FC236}">
                  <a16:creationId xmlns:a16="http://schemas.microsoft.com/office/drawing/2014/main" id="{D75685E5-F504-6C23-6B3F-B0C1D0E6B1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4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90" name="Rectangle 66">
              <a:extLst>
                <a:ext uri="{FF2B5EF4-FFF2-40B4-BE49-F238E27FC236}">
                  <a16:creationId xmlns:a16="http://schemas.microsoft.com/office/drawing/2014/main" id="{264BC1E5-CFDB-DFD0-4C7A-3E165317EC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91" name="Freeform 67">
              <a:extLst>
                <a:ext uri="{FF2B5EF4-FFF2-40B4-BE49-F238E27FC236}">
                  <a16:creationId xmlns:a16="http://schemas.microsoft.com/office/drawing/2014/main" id="{09B9D49D-A3E3-87E8-FFA5-AC23BA27F0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92" name="Freeform 68">
              <a:extLst>
                <a:ext uri="{FF2B5EF4-FFF2-40B4-BE49-F238E27FC236}">
                  <a16:creationId xmlns:a16="http://schemas.microsoft.com/office/drawing/2014/main" id="{6EBBF30F-E47C-CD8D-A5A8-9E7EC4BB78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93" name="Freeform 69">
              <a:extLst>
                <a:ext uri="{FF2B5EF4-FFF2-40B4-BE49-F238E27FC236}">
                  <a16:creationId xmlns:a16="http://schemas.microsoft.com/office/drawing/2014/main" id="{652F43DA-EDC2-2946-0CB3-0D00195A740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94" name="Freeform 70">
              <a:extLst>
                <a:ext uri="{FF2B5EF4-FFF2-40B4-BE49-F238E27FC236}">
                  <a16:creationId xmlns:a16="http://schemas.microsoft.com/office/drawing/2014/main" id="{44E2E0A2-F5F1-DBEE-22FD-00E6BBFB3DF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95" name="Freeform 71">
              <a:extLst>
                <a:ext uri="{FF2B5EF4-FFF2-40B4-BE49-F238E27FC236}">
                  <a16:creationId xmlns:a16="http://schemas.microsoft.com/office/drawing/2014/main" id="{C4093AE4-A50A-14B6-DE4A-DE06B1799F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96" name="Freeform 72">
              <a:extLst>
                <a:ext uri="{FF2B5EF4-FFF2-40B4-BE49-F238E27FC236}">
                  <a16:creationId xmlns:a16="http://schemas.microsoft.com/office/drawing/2014/main" id="{0EF0DBBD-9E53-6551-7561-5A4FCB1876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97" name="Freeform 73">
              <a:extLst>
                <a:ext uri="{FF2B5EF4-FFF2-40B4-BE49-F238E27FC236}">
                  <a16:creationId xmlns:a16="http://schemas.microsoft.com/office/drawing/2014/main" id="{88310277-1635-6CF9-A915-1F9118241D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98" name="Freeform 74">
              <a:extLst>
                <a:ext uri="{FF2B5EF4-FFF2-40B4-BE49-F238E27FC236}">
                  <a16:creationId xmlns:a16="http://schemas.microsoft.com/office/drawing/2014/main" id="{D774FDDE-577D-25B1-1BAB-6CF299CD71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99" name="Freeform 75">
              <a:extLst>
                <a:ext uri="{FF2B5EF4-FFF2-40B4-BE49-F238E27FC236}">
                  <a16:creationId xmlns:a16="http://schemas.microsoft.com/office/drawing/2014/main" id="{35BE14AE-3445-7215-C551-C36E58EF83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00" name="Freeform 76">
              <a:extLst>
                <a:ext uri="{FF2B5EF4-FFF2-40B4-BE49-F238E27FC236}">
                  <a16:creationId xmlns:a16="http://schemas.microsoft.com/office/drawing/2014/main" id="{4EDB98D6-972C-B75D-4DA9-EB8B9C1111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01" name="Rectangle 77">
              <a:extLst>
                <a:ext uri="{FF2B5EF4-FFF2-40B4-BE49-F238E27FC236}">
                  <a16:creationId xmlns:a16="http://schemas.microsoft.com/office/drawing/2014/main" id="{19173702-13DC-3DEF-738A-E2D8789EE1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02" name="Rectangle 78">
              <a:extLst>
                <a:ext uri="{FF2B5EF4-FFF2-40B4-BE49-F238E27FC236}">
                  <a16:creationId xmlns:a16="http://schemas.microsoft.com/office/drawing/2014/main" id="{59BE4697-D300-A03A-BDC9-446E400E7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03" name="Freeform 79">
              <a:extLst>
                <a:ext uri="{FF2B5EF4-FFF2-40B4-BE49-F238E27FC236}">
                  <a16:creationId xmlns:a16="http://schemas.microsoft.com/office/drawing/2014/main" id="{C9AC7A5D-7432-3B26-53FD-04275CE2DE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04" name="Freeform 80">
              <a:extLst>
                <a:ext uri="{FF2B5EF4-FFF2-40B4-BE49-F238E27FC236}">
                  <a16:creationId xmlns:a16="http://schemas.microsoft.com/office/drawing/2014/main" id="{3B229321-94F2-2268-95A4-494BAF4745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05" name="Freeform 81">
              <a:extLst>
                <a:ext uri="{FF2B5EF4-FFF2-40B4-BE49-F238E27FC236}">
                  <a16:creationId xmlns:a16="http://schemas.microsoft.com/office/drawing/2014/main" id="{B415B353-BC76-44A5-7EE3-34D84C7D20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06" name="Freeform 82">
              <a:extLst>
                <a:ext uri="{FF2B5EF4-FFF2-40B4-BE49-F238E27FC236}">
                  <a16:creationId xmlns:a16="http://schemas.microsoft.com/office/drawing/2014/main" id="{92AC922B-730D-7594-904A-42ADB196C7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07" name="Freeform 83">
              <a:extLst>
                <a:ext uri="{FF2B5EF4-FFF2-40B4-BE49-F238E27FC236}">
                  <a16:creationId xmlns:a16="http://schemas.microsoft.com/office/drawing/2014/main" id="{3E2CCD18-D43C-990E-422B-6B87E5DA55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08" name="Freeform 84">
              <a:extLst>
                <a:ext uri="{FF2B5EF4-FFF2-40B4-BE49-F238E27FC236}">
                  <a16:creationId xmlns:a16="http://schemas.microsoft.com/office/drawing/2014/main" id="{C35D5C7B-DAA2-082E-ED36-8BE7E3F7A0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09" name="Freeform 85">
              <a:extLst>
                <a:ext uri="{FF2B5EF4-FFF2-40B4-BE49-F238E27FC236}">
                  <a16:creationId xmlns:a16="http://schemas.microsoft.com/office/drawing/2014/main" id="{461F2BFF-9A58-D516-164D-E0B88B7E27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10" name="Freeform 86">
              <a:extLst>
                <a:ext uri="{FF2B5EF4-FFF2-40B4-BE49-F238E27FC236}">
                  <a16:creationId xmlns:a16="http://schemas.microsoft.com/office/drawing/2014/main" id="{D6E081D5-3994-843F-8765-EFC0D81F90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11" name="Freeform 87">
              <a:extLst>
                <a:ext uri="{FF2B5EF4-FFF2-40B4-BE49-F238E27FC236}">
                  <a16:creationId xmlns:a16="http://schemas.microsoft.com/office/drawing/2014/main" id="{147E3E70-15F8-0D45-1869-CACA28A062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12" name="Freeform 88">
              <a:extLst>
                <a:ext uri="{FF2B5EF4-FFF2-40B4-BE49-F238E27FC236}">
                  <a16:creationId xmlns:a16="http://schemas.microsoft.com/office/drawing/2014/main" id="{EDD9CA6E-0415-882D-CB08-FF6588E1F90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13" name="Rectangle 89">
              <a:extLst>
                <a:ext uri="{FF2B5EF4-FFF2-40B4-BE49-F238E27FC236}">
                  <a16:creationId xmlns:a16="http://schemas.microsoft.com/office/drawing/2014/main" id="{A3088D0A-842D-4C49-58D1-E22D5E6B8C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14" name="Rectangle 90">
              <a:extLst>
                <a:ext uri="{FF2B5EF4-FFF2-40B4-BE49-F238E27FC236}">
                  <a16:creationId xmlns:a16="http://schemas.microsoft.com/office/drawing/2014/main" id="{D6BD83E6-B2B0-A883-37CC-330CEA9921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5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15" name="Freeform 91">
              <a:extLst>
                <a:ext uri="{FF2B5EF4-FFF2-40B4-BE49-F238E27FC236}">
                  <a16:creationId xmlns:a16="http://schemas.microsoft.com/office/drawing/2014/main" id="{164A120D-3F33-E520-2E9B-A3AB23EE31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16" name="Freeform 92">
              <a:extLst>
                <a:ext uri="{FF2B5EF4-FFF2-40B4-BE49-F238E27FC236}">
                  <a16:creationId xmlns:a16="http://schemas.microsoft.com/office/drawing/2014/main" id="{74DFBC55-5A0F-34C1-FFE9-9194F446DC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17" name="Freeform 93">
              <a:extLst>
                <a:ext uri="{FF2B5EF4-FFF2-40B4-BE49-F238E27FC236}">
                  <a16:creationId xmlns:a16="http://schemas.microsoft.com/office/drawing/2014/main" id="{A585E7EB-8123-2708-B0DD-C44F4F5AD7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18" name="Freeform 94">
              <a:extLst>
                <a:ext uri="{FF2B5EF4-FFF2-40B4-BE49-F238E27FC236}">
                  <a16:creationId xmlns:a16="http://schemas.microsoft.com/office/drawing/2014/main" id="{D1865297-5A3F-7F12-9FE6-B6082D13C8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19" name="Freeform 95">
              <a:extLst>
                <a:ext uri="{FF2B5EF4-FFF2-40B4-BE49-F238E27FC236}">
                  <a16:creationId xmlns:a16="http://schemas.microsoft.com/office/drawing/2014/main" id="{B039BF4D-8001-DB68-C66D-E8BF0BBB4C3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20" name="Freeform 96">
              <a:extLst>
                <a:ext uri="{FF2B5EF4-FFF2-40B4-BE49-F238E27FC236}">
                  <a16:creationId xmlns:a16="http://schemas.microsoft.com/office/drawing/2014/main" id="{72D85AAA-277E-1E55-4AFA-C0C993F9E8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21" name="Freeform 97">
              <a:extLst>
                <a:ext uri="{FF2B5EF4-FFF2-40B4-BE49-F238E27FC236}">
                  <a16:creationId xmlns:a16="http://schemas.microsoft.com/office/drawing/2014/main" id="{B333D067-7A5D-4857-4211-6E63122047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22" name="Freeform 98">
              <a:extLst>
                <a:ext uri="{FF2B5EF4-FFF2-40B4-BE49-F238E27FC236}">
                  <a16:creationId xmlns:a16="http://schemas.microsoft.com/office/drawing/2014/main" id="{6FB69043-EEFD-98CF-7D70-9662958686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23" name="Freeform 99">
              <a:extLst>
                <a:ext uri="{FF2B5EF4-FFF2-40B4-BE49-F238E27FC236}">
                  <a16:creationId xmlns:a16="http://schemas.microsoft.com/office/drawing/2014/main" id="{7F7024FD-E80B-348E-E6F2-C0B03F6A213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24" name="Freeform 100">
              <a:extLst>
                <a:ext uri="{FF2B5EF4-FFF2-40B4-BE49-F238E27FC236}">
                  <a16:creationId xmlns:a16="http://schemas.microsoft.com/office/drawing/2014/main" id="{2897A736-E790-B7C5-E68A-FD3F90B2B3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25" name="Rectangle 101">
              <a:extLst>
                <a:ext uri="{FF2B5EF4-FFF2-40B4-BE49-F238E27FC236}">
                  <a16:creationId xmlns:a16="http://schemas.microsoft.com/office/drawing/2014/main" id="{1ED006EB-916A-DAE2-B74E-5E8C8AE045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5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26" name="Rectangle 102">
              <a:extLst>
                <a:ext uri="{FF2B5EF4-FFF2-40B4-BE49-F238E27FC236}">
                  <a16:creationId xmlns:a16="http://schemas.microsoft.com/office/drawing/2014/main" id="{E396BEED-B8FE-994F-64A3-446B263009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27" name="Freeform 103">
              <a:extLst>
                <a:ext uri="{FF2B5EF4-FFF2-40B4-BE49-F238E27FC236}">
                  <a16:creationId xmlns:a16="http://schemas.microsoft.com/office/drawing/2014/main" id="{6EB24B3C-216E-457C-562A-CE413F3D8B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28" name="Freeform 104">
              <a:extLst>
                <a:ext uri="{FF2B5EF4-FFF2-40B4-BE49-F238E27FC236}">
                  <a16:creationId xmlns:a16="http://schemas.microsoft.com/office/drawing/2014/main" id="{F920B5A2-BAA7-66BB-1943-E4A972DA65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29" name="Freeform 105">
              <a:extLst>
                <a:ext uri="{FF2B5EF4-FFF2-40B4-BE49-F238E27FC236}">
                  <a16:creationId xmlns:a16="http://schemas.microsoft.com/office/drawing/2014/main" id="{E30A979C-2F39-6E58-5542-BB851D8ABE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30" name="Freeform 106">
              <a:extLst>
                <a:ext uri="{FF2B5EF4-FFF2-40B4-BE49-F238E27FC236}">
                  <a16:creationId xmlns:a16="http://schemas.microsoft.com/office/drawing/2014/main" id="{2FCC436F-42EB-E8FA-7C17-09C90D75B4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31" name="Freeform 107">
              <a:extLst>
                <a:ext uri="{FF2B5EF4-FFF2-40B4-BE49-F238E27FC236}">
                  <a16:creationId xmlns:a16="http://schemas.microsoft.com/office/drawing/2014/main" id="{7F3C153E-1EF9-56C8-6088-B7FFE290F5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32" name="Freeform 108">
              <a:extLst>
                <a:ext uri="{FF2B5EF4-FFF2-40B4-BE49-F238E27FC236}">
                  <a16:creationId xmlns:a16="http://schemas.microsoft.com/office/drawing/2014/main" id="{BEE96D33-7920-882D-15DC-3BA17DDC53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33" name="Freeform 109">
              <a:extLst>
                <a:ext uri="{FF2B5EF4-FFF2-40B4-BE49-F238E27FC236}">
                  <a16:creationId xmlns:a16="http://schemas.microsoft.com/office/drawing/2014/main" id="{911654D2-446A-3E2F-E157-5CB3E83D10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34" name="Freeform 110">
              <a:extLst>
                <a:ext uri="{FF2B5EF4-FFF2-40B4-BE49-F238E27FC236}">
                  <a16:creationId xmlns:a16="http://schemas.microsoft.com/office/drawing/2014/main" id="{136B831E-2B2F-E378-F20B-C748D5D3673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35" name="Freeform 111">
              <a:extLst>
                <a:ext uri="{FF2B5EF4-FFF2-40B4-BE49-F238E27FC236}">
                  <a16:creationId xmlns:a16="http://schemas.microsoft.com/office/drawing/2014/main" id="{44050D59-DAEB-41E5-3B7D-E6CEF0FA4CF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36" name="Freeform 112">
              <a:extLst>
                <a:ext uri="{FF2B5EF4-FFF2-40B4-BE49-F238E27FC236}">
                  <a16:creationId xmlns:a16="http://schemas.microsoft.com/office/drawing/2014/main" id="{E927816E-FDD6-1321-5BC6-124EAED8713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37" name="Rectangle 113">
              <a:extLst>
                <a:ext uri="{FF2B5EF4-FFF2-40B4-BE49-F238E27FC236}">
                  <a16:creationId xmlns:a16="http://schemas.microsoft.com/office/drawing/2014/main" id="{06246F91-DF49-8721-2494-E21424FEFB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38" name="Rectangle 114">
              <a:extLst>
                <a:ext uri="{FF2B5EF4-FFF2-40B4-BE49-F238E27FC236}">
                  <a16:creationId xmlns:a16="http://schemas.microsoft.com/office/drawing/2014/main" id="{980CAAD4-06F2-F846-2CF6-6626FBB08F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39" name="Freeform 115">
              <a:extLst>
                <a:ext uri="{FF2B5EF4-FFF2-40B4-BE49-F238E27FC236}">
                  <a16:creationId xmlns:a16="http://schemas.microsoft.com/office/drawing/2014/main" id="{E15D5128-B034-229D-EDF9-C23A904BB14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40" name="Freeform 116">
              <a:extLst>
                <a:ext uri="{FF2B5EF4-FFF2-40B4-BE49-F238E27FC236}">
                  <a16:creationId xmlns:a16="http://schemas.microsoft.com/office/drawing/2014/main" id="{A11B655E-1A05-0B69-5AD1-E414F8095B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41" name="Freeform 117">
              <a:extLst>
                <a:ext uri="{FF2B5EF4-FFF2-40B4-BE49-F238E27FC236}">
                  <a16:creationId xmlns:a16="http://schemas.microsoft.com/office/drawing/2014/main" id="{59B73717-6710-9EFD-96BE-86CE931C22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42" name="Freeform 118">
              <a:extLst>
                <a:ext uri="{FF2B5EF4-FFF2-40B4-BE49-F238E27FC236}">
                  <a16:creationId xmlns:a16="http://schemas.microsoft.com/office/drawing/2014/main" id="{826F6BB6-AC61-AB96-F768-B08E339FC1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43" name="Freeform 119">
              <a:extLst>
                <a:ext uri="{FF2B5EF4-FFF2-40B4-BE49-F238E27FC236}">
                  <a16:creationId xmlns:a16="http://schemas.microsoft.com/office/drawing/2014/main" id="{2A4802CD-D396-4E32-7F34-16668597D2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44" name="Freeform 120">
              <a:extLst>
                <a:ext uri="{FF2B5EF4-FFF2-40B4-BE49-F238E27FC236}">
                  <a16:creationId xmlns:a16="http://schemas.microsoft.com/office/drawing/2014/main" id="{63E21FCE-D481-6795-C617-41DD5DFD02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45" name="Freeform 121">
              <a:extLst>
                <a:ext uri="{FF2B5EF4-FFF2-40B4-BE49-F238E27FC236}">
                  <a16:creationId xmlns:a16="http://schemas.microsoft.com/office/drawing/2014/main" id="{D79B3433-80EC-8464-A6E2-5F13C6852F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46" name="Freeform 122">
              <a:extLst>
                <a:ext uri="{FF2B5EF4-FFF2-40B4-BE49-F238E27FC236}">
                  <a16:creationId xmlns:a16="http://schemas.microsoft.com/office/drawing/2014/main" id="{0EA69490-120C-1A79-7188-E3BBBF1295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47" name="Freeform 123">
              <a:extLst>
                <a:ext uri="{FF2B5EF4-FFF2-40B4-BE49-F238E27FC236}">
                  <a16:creationId xmlns:a16="http://schemas.microsoft.com/office/drawing/2014/main" id="{9DC7AFA3-5418-E6F9-C8D3-B97C549825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48" name="Freeform 124">
              <a:extLst>
                <a:ext uri="{FF2B5EF4-FFF2-40B4-BE49-F238E27FC236}">
                  <a16:creationId xmlns:a16="http://schemas.microsoft.com/office/drawing/2014/main" id="{2680EEFD-01F2-196D-5FBA-239C1D7774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49" name="Rectangle 125">
              <a:extLst>
                <a:ext uri="{FF2B5EF4-FFF2-40B4-BE49-F238E27FC236}">
                  <a16:creationId xmlns:a16="http://schemas.microsoft.com/office/drawing/2014/main" id="{2341FF38-0880-954E-E3FF-323CAC71A9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50" name="Rectangle 126">
              <a:extLst>
                <a:ext uri="{FF2B5EF4-FFF2-40B4-BE49-F238E27FC236}">
                  <a16:creationId xmlns:a16="http://schemas.microsoft.com/office/drawing/2014/main" id="{6C66F36E-94DE-ECF8-FD98-B5D7D569C6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5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51" name="Freeform 127">
              <a:extLst>
                <a:ext uri="{FF2B5EF4-FFF2-40B4-BE49-F238E27FC236}">
                  <a16:creationId xmlns:a16="http://schemas.microsoft.com/office/drawing/2014/main" id="{0A2AE3AE-6079-F283-DF26-4601CF3F76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52" name="Freeform 128">
              <a:extLst>
                <a:ext uri="{FF2B5EF4-FFF2-40B4-BE49-F238E27FC236}">
                  <a16:creationId xmlns:a16="http://schemas.microsoft.com/office/drawing/2014/main" id="{F2B617C4-3A30-7993-29A0-4C3C6DEC0A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53" name="Freeform 129">
              <a:extLst>
                <a:ext uri="{FF2B5EF4-FFF2-40B4-BE49-F238E27FC236}">
                  <a16:creationId xmlns:a16="http://schemas.microsoft.com/office/drawing/2014/main" id="{B91CDC26-42E4-6E28-4CA2-A3E5EC5F8D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54" name="Freeform 130">
              <a:extLst>
                <a:ext uri="{FF2B5EF4-FFF2-40B4-BE49-F238E27FC236}">
                  <a16:creationId xmlns:a16="http://schemas.microsoft.com/office/drawing/2014/main" id="{6B962B32-2800-8F0B-4333-CBC2732713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55" name="Freeform 131">
              <a:extLst>
                <a:ext uri="{FF2B5EF4-FFF2-40B4-BE49-F238E27FC236}">
                  <a16:creationId xmlns:a16="http://schemas.microsoft.com/office/drawing/2014/main" id="{44ED411F-7713-46DE-2178-C8FBC8DE53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56" name="Freeform 132">
              <a:extLst>
                <a:ext uri="{FF2B5EF4-FFF2-40B4-BE49-F238E27FC236}">
                  <a16:creationId xmlns:a16="http://schemas.microsoft.com/office/drawing/2014/main" id="{1D5C77AC-DA59-B547-6892-F9F01360FE3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57" name="Freeform 133">
              <a:extLst>
                <a:ext uri="{FF2B5EF4-FFF2-40B4-BE49-F238E27FC236}">
                  <a16:creationId xmlns:a16="http://schemas.microsoft.com/office/drawing/2014/main" id="{233FEB06-4627-9F40-BA0B-8B5480C772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58" name="Freeform 134">
              <a:extLst>
                <a:ext uri="{FF2B5EF4-FFF2-40B4-BE49-F238E27FC236}">
                  <a16:creationId xmlns:a16="http://schemas.microsoft.com/office/drawing/2014/main" id="{5C6859B9-40A5-4BDE-10E1-9FF30E5D7CC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59" name="Freeform 135">
              <a:extLst>
                <a:ext uri="{FF2B5EF4-FFF2-40B4-BE49-F238E27FC236}">
                  <a16:creationId xmlns:a16="http://schemas.microsoft.com/office/drawing/2014/main" id="{223B384C-FD18-A792-ED8E-F93683AB91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60" name="Freeform 136">
              <a:extLst>
                <a:ext uri="{FF2B5EF4-FFF2-40B4-BE49-F238E27FC236}">
                  <a16:creationId xmlns:a16="http://schemas.microsoft.com/office/drawing/2014/main" id="{77DD1DD3-4857-97E0-B9F2-966279B84C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61" name="Rectangle 137">
              <a:extLst>
                <a:ext uri="{FF2B5EF4-FFF2-40B4-BE49-F238E27FC236}">
                  <a16:creationId xmlns:a16="http://schemas.microsoft.com/office/drawing/2014/main" id="{3242ED9F-3B4E-BD42-25AA-28B6C3B8AF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5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62" name="Rectangle 138">
              <a:extLst>
                <a:ext uri="{FF2B5EF4-FFF2-40B4-BE49-F238E27FC236}">
                  <a16:creationId xmlns:a16="http://schemas.microsoft.com/office/drawing/2014/main" id="{B7823975-9541-4988-304E-EA559DD561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63" name="Freeform 139">
              <a:extLst>
                <a:ext uri="{FF2B5EF4-FFF2-40B4-BE49-F238E27FC236}">
                  <a16:creationId xmlns:a16="http://schemas.microsoft.com/office/drawing/2014/main" id="{95D87DAB-23B8-DC9C-DE6C-A8933F2DDA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64" name="Freeform 140">
              <a:extLst>
                <a:ext uri="{FF2B5EF4-FFF2-40B4-BE49-F238E27FC236}">
                  <a16:creationId xmlns:a16="http://schemas.microsoft.com/office/drawing/2014/main" id="{1A088A13-FBFB-377B-9B59-09861C193F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65" name="Freeform 141">
              <a:extLst>
                <a:ext uri="{FF2B5EF4-FFF2-40B4-BE49-F238E27FC236}">
                  <a16:creationId xmlns:a16="http://schemas.microsoft.com/office/drawing/2014/main" id="{5735585D-EF37-2D3F-2DDA-F4903FEB0F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66" name="Freeform 142">
              <a:extLst>
                <a:ext uri="{FF2B5EF4-FFF2-40B4-BE49-F238E27FC236}">
                  <a16:creationId xmlns:a16="http://schemas.microsoft.com/office/drawing/2014/main" id="{A0F646A2-EF98-6805-446F-ED6FADE898C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67" name="Freeform 143">
              <a:extLst>
                <a:ext uri="{FF2B5EF4-FFF2-40B4-BE49-F238E27FC236}">
                  <a16:creationId xmlns:a16="http://schemas.microsoft.com/office/drawing/2014/main" id="{DA179380-8CC1-D171-74BD-03BCE3D77EB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68" name="Freeform 144">
              <a:extLst>
                <a:ext uri="{FF2B5EF4-FFF2-40B4-BE49-F238E27FC236}">
                  <a16:creationId xmlns:a16="http://schemas.microsoft.com/office/drawing/2014/main" id="{CCB2E01B-4C08-F2F2-42DB-4182BE788A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69" name="Freeform 145">
              <a:extLst>
                <a:ext uri="{FF2B5EF4-FFF2-40B4-BE49-F238E27FC236}">
                  <a16:creationId xmlns:a16="http://schemas.microsoft.com/office/drawing/2014/main" id="{02C521CF-155E-7982-E4D3-31142452D6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70" name="Freeform 146">
              <a:extLst>
                <a:ext uri="{FF2B5EF4-FFF2-40B4-BE49-F238E27FC236}">
                  <a16:creationId xmlns:a16="http://schemas.microsoft.com/office/drawing/2014/main" id="{163B77E9-3101-2320-2D74-4B73E2ACF0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71" name="Freeform 147">
              <a:extLst>
                <a:ext uri="{FF2B5EF4-FFF2-40B4-BE49-F238E27FC236}">
                  <a16:creationId xmlns:a16="http://schemas.microsoft.com/office/drawing/2014/main" id="{0105A9B9-E4BC-611E-3227-85F1383FB6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72" name="Freeform 148">
              <a:extLst>
                <a:ext uri="{FF2B5EF4-FFF2-40B4-BE49-F238E27FC236}">
                  <a16:creationId xmlns:a16="http://schemas.microsoft.com/office/drawing/2014/main" id="{4C9D13FB-1250-F98D-F6B7-709D2FEADA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73" name="Rectangle 149">
              <a:extLst>
                <a:ext uri="{FF2B5EF4-FFF2-40B4-BE49-F238E27FC236}">
                  <a16:creationId xmlns:a16="http://schemas.microsoft.com/office/drawing/2014/main" id="{40215551-F06A-4A16-1C3C-E4C8FE00FB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74" name="Rectangle 150">
              <a:extLst>
                <a:ext uri="{FF2B5EF4-FFF2-40B4-BE49-F238E27FC236}">
                  <a16:creationId xmlns:a16="http://schemas.microsoft.com/office/drawing/2014/main" id="{23006C02-9D81-9008-CABF-A79CBD88F6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75" name="Freeform 151">
              <a:extLst>
                <a:ext uri="{FF2B5EF4-FFF2-40B4-BE49-F238E27FC236}">
                  <a16:creationId xmlns:a16="http://schemas.microsoft.com/office/drawing/2014/main" id="{EDD63D7A-3059-5F77-B435-2CE7ED34CB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76" name="Freeform 152">
              <a:extLst>
                <a:ext uri="{FF2B5EF4-FFF2-40B4-BE49-F238E27FC236}">
                  <a16:creationId xmlns:a16="http://schemas.microsoft.com/office/drawing/2014/main" id="{90B8A15B-9DCA-46C1-4C83-0B4B19BF06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77" name="Freeform 153">
              <a:extLst>
                <a:ext uri="{FF2B5EF4-FFF2-40B4-BE49-F238E27FC236}">
                  <a16:creationId xmlns:a16="http://schemas.microsoft.com/office/drawing/2014/main" id="{B61B1DAC-0679-4656-8DD5-1BD64987FD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78" name="Freeform 154">
              <a:extLst>
                <a:ext uri="{FF2B5EF4-FFF2-40B4-BE49-F238E27FC236}">
                  <a16:creationId xmlns:a16="http://schemas.microsoft.com/office/drawing/2014/main" id="{1EB0157A-A1F0-DCEB-FAC0-5E1F6E88F2A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79" name="Freeform 155">
              <a:extLst>
                <a:ext uri="{FF2B5EF4-FFF2-40B4-BE49-F238E27FC236}">
                  <a16:creationId xmlns:a16="http://schemas.microsoft.com/office/drawing/2014/main" id="{34BA9FDC-E3ED-B254-AD2A-0985512F1D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80" name="Freeform 156">
              <a:extLst>
                <a:ext uri="{FF2B5EF4-FFF2-40B4-BE49-F238E27FC236}">
                  <a16:creationId xmlns:a16="http://schemas.microsoft.com/office/drawing/2014/main" id="{D3B0E013-BC65-7B11-2F07-720CAB15D9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81" name="Freeform 157">
              <a:extLst>
                <a:ext uri="{FF2B5EF4-FFF2-40B4-BE49-F238E27FC236}">
                  <a16:creationId xmlns:a16="http://schemas.microsoft.com/office/drawing/2014/main" id="{7466A9B5-7874-37D9-CDB8-6BF6E30F0E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82" name="Freeform 158">
              <a:extLst>
                <a:ext uri="{FF2B5EF4-FFF2-40B4-BE49-F238E27FC236}">
                  <a16:creationId xmlns:a16="http://schemas.microsoft.com/office/drawing/2014/main" id="{0DB3361E-0480-E312-9D29-A3EF29A904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83" name="Freeform 159">
              <a:extLst>
                <a:ext uri="{FF2B5EF4-FFF2-40B4-BE49-F238E27FC236}">
                  <a16:creationId xmlns:a16="http://schemas.microsoft.com/office/drawing/2014/main" id="{FF7969F2-25BA-BC91-F8B1-513DF4EBB9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84" name="Freeform 160">
              <a:extLst>
                <a:ext uri="{FF2B5EF4-FFF2-40B4-BE49-F238E27FC236}">
                  <a16:creationId xmlns:a16="http://schemas.microsoft.com/office/drawing/2014/main" id="{A77B9E37-D21B-BA7A-DD2F-B0EDBBCDBA0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85" name="Rectangle 161">
              <a:extLst>
                <a:ext uri="{FF2B5EF4-FFF2-40B4-BE49-F238E27FC236}">
                  <a16:creationId xmlns:a16="http://schemas.microsoft.com/office/drawing/2014/main" id="{BCB477F2-960B-75E8-05D3-5AD787D071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86" name="Freeform 162">
              <a:extLst>
                <a:ext uri="{FF2B5EF4-FFF2-40B4-BE49-F238E27FC236}">
                  <a16:creationId xmlns:a16="http://schemas.microsoft.com/office/drawing/2014/main" id="{32324E83-E60A-6367-AE11-9FE18FE4D1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" y="3304"/>
              <a:ext cx="20" cy="10"/>
            </a:xfrm>
            <a:custGeom>
              <a:avLst/>
              <a:gdLst>
                <a:gd name="T0" fmla="*/ 0 w 4"/>
                <a:gd name="T1" fmla="*/ 1 h 2"/>
                <a:gd name="T2" fmla="*/ 0 w 4"/>
                <a:gd name="T3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" h="2">
                  <a:moveTo>
                    <a:pt x="0" y="1"/>
                  </a:moveTo>
                  <a:cubicBezTo>
                    <a:pt x="1" y="2"/>
                    <a:pt x="4" y="0"/>
                    <a:pt x="0" y="1"/>
                  </a:cubicBez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</p:grpSp>
      <p:sp>
        <p:nvSpPr>
          <p:cNvPr id="717987" name="Rectangle 163">
            <a:extLst>
              <a:ext uri="{FF2B5EF4-FFF2-40B4-BE49-F238E27FC236}">
                <a16:creationId xmlns:a16="http://schemas.microsoft.com/office/drawing/2014/main" id="{DB140B29-1C99-D675-C8B8-A81FD170BC3B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914400" y="20574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717988" name="Rectangle 164">
            <a:extLst>
              <a:ext uri="{FF2B5EF4-FFF2-40B4-BE49-F238E27FC236}">
                <a16:creationId xmlns:a16="http://schemas.microsoft.com/office/drawing/2014/main" id="{4D7EEC8A-2D51-E0BF-5D8A-C12C76A0E35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402167" y="6248400"/>
            <a:ext cx="3052233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17989" name="Rectangle 165">
            <a:extLst>
              <a:ext uri="{FF2B5EF4-FFF2-40B4-BE49-F238E27FC236}">
                <a16:creationId xmlns:a16="http://schemas.microsoft.com/office/drawing/2014/main" id="{FF4DE785-CD44-7018-0917-1477D7F83E6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8400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17990" name="Rectangle 166">
            <a:extLst>
              <a:ext uri="{FF2B5EF4-FFF2-40B4-BE49-F238E27FC236}">
                <a16:creationId xmlns:a16="http://schemas.microsoft.com/office/drawing/2014/main" id="{BC574B08-7C5B-C907-6FD2-F5A9B63375C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1" y="6248400"/>
            <a:ext cx="3052233" cy="476250"/>
          </a:xfrm>
        </p:spPr>
        <p:txBody>
          <a:bodyPr/>
          <a:lstStyle>
            <a:lvl1pPr>
              <a:defRPr/>
            </a:lvl1pPr>
          </a:lstStyle>
          <a:p>
            <a:fld id="{85F8DBF7-2913-E24A-AF87-4836B974E686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717991" name="Rectangle 167">
            <a:extLst>
              <a:ext uri="{FF2B5EF4-FFF2-40B4-BE49-F238E27FC236}">
                <a16:creationId xmlns:a16="http://schemas.microsoft.com/office/drawing/2014/main" id="{4D951F1A-9A81-79DE-E7F2-5E16B175D189}"/>
              </a:ext>
            </a:extLst>
          </p:cNvPr>
          <p:cNvSpPr>
            <a:spLocks noGrp="1" noRot="1" noChangeArrowheads="1"/>
          </p:cNvSpPr>
          <p:nvPr>
            <p:ph type="subTitle" idx="1"/>
          </p:nvPr>
        </p:nvSpPr>
        <p:spPr>
          <a:xfrm>
            <a:off x="1828800" y="3505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grpSp>
        <p:nvGrpSpPr>
          <p:cNvPr id="717992" name="Group 168">
            <a:extLst>
              <a:ext uri="{FF2B5EF4-FFF2-40B4-BE49-F238E27FC236}">
                <a16:creationId xmlns:a16="http://schemas.microsoft.com/office/drawing/2014/main" id="{9875E097-5CA4-100F-9C59-076FDEC27E7C}"/>
              </a:ext>
            </a:extLst>
          </p:cNvPr>
          <p:cNvGrpSpPr>
            <a:grpSpLocks/>
          </p:cNvGrpSpPr>
          <p:nvPr/>
        </p:nvGrpSpPr>
        <p:grpSpPr bwMode="auto">
          <a:xfrm>
            <a:off x="203201" y="4724400"/>
            <a:ext cx="2247900" cy="1557338"/>
            <a:chOff x="96" y="2784"/>
            <a:chExt cx="1062" cy="981"/>
          </a:xfrm>
        </p:grpSpPr>
        <p:sp>
          <p:nvSpPr>
            <p:cNvPr id="717993" name="Freeform 169">
              <a:extLst>
                <a:ext uri="{FF2B5EF4-FFF2-40B4-BE49-F238E27FC236}">
                  <a16:creationId xmlns:a16="http://schemas.microsoft.com/office/drawing/2014/main" id="{66605F08-6135-60BF-5CF7-5C49E130FB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94" name="Freeform 170">
              <a:extLst>
                <a:ext uri="{FF2B5EF4-FFF2-40B4-BE49-F238E27FC236}">
                  <a16:creationId xmlns:a16="http://schemas.microsoft.com/office/drawing/2014/main" id="{65436C7A-B405-2C0A-4DCA-CF2E39F9744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95" name="Freeform 171">
              <a:extLst>
                <a:ext uri="{FF2B5EF4-FFF2-40B4-BE49-F238E27FC236}">
                  <a16:creationId xmlns:a16="http://schemas.microsoft.com/office/drawing/2014/main" id="{4F6AD85F-21D9-CC83-DFDD-562433DB9F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96" name="Freeform 172">
              <a:extLst>
                <a:ext uri="{FF2B5EF4-FFF2-40B4-BE49-F238E27FC236}">
                  <a16:creationId xmlns:a16="http://schemas.microsoft.com/office/drawing/2014/main" id="{5CCEA6D5-5A46-7E23-9498-391476823B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97" name="Freeform 173">
              <a:extLst>
                <a:ext uri="{FF2B5EF4-FFF2-40B4-BE49-F238E27FC236}">
                  <a16:creationId xmlns:a16="http://schemas.microsoft.com/office/drawing/2014/main" id="{4D602FCC-82D9-773E-AB84-83CEFE545C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98" name="Freeform 174">
              <a:extLst>
                <a:ext uri="{FF2B5EF4-FFF2-40B4-BE49-F238E27FC236}">
                  <a16:creationId xmlns:a16="http://schemas.microsoft.com/office/drawing/2014/main" id="{CF4488C7-FCB7-57F6-4F8F-DE109B4959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99" name="Freeform 175">
              <a:extLst>
                <a:ext uri="{FF2B5EF4-FFF2-40B4-BE49-F238E27FC236}">
                  <a16:creationId xmlns:a16="http://schemas.microsoft.com/office/drawing/2014/main" id="{05F73827-B12C-EEC5-DFA2-C4E0E5437A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8000" name="Freeform 176">
              <a:extLst>
                <a:ext uri="{FF2B5EF4-FFF2-40B4-BE49-F238E27FC236}">
                  <a16:creationId xmlns:a16="http://schemas.microsoft.com/office/drawing/2014/main" id="{2FD7E403-9050-1B5E-D2A1-A0203EEE08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8001" name="Freeform 177">
              <a:extLst>
                <a:ext uri="{FF2B5EF4-FFF2-40B4-BE49-F238E27FC236}">
                  <a16:creationId xmlns:a16="http://schemas.microsoft.com/office/drawing/2014/main" id="{A1FDE5B2-205B-F385-113B-8663C04B73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8002" name="Freeform 178">
              <a:extLst>
                <a:ext uri="{FF2B5EF4-FFF2-40B4-BE49-F238E27FC236}">
                  <a16:creationId xmlns:a16="http://schemas.microsoft.com/office/drawing/2014/main" id="{C9638C3E-4262-24FD-1CD1-88D7893448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8003" name="Freeform 179">
              <a:extLst>
                <a:ext uri="{FF2B5EF4-FFF2-40B4-BE49-F238E27FC236}">
                  <a16:creationId xmlns:a16="http://schemas.microsoft.com/office/drawing/2014/main" id="{6D4166C2-4459-8D05-17B9-3769A506A5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8004" name="Freeform 180">
              <a:extLst>
                <a:ext uri="{FF2B5EF4-FFF2-40B4-BE49-F238E27FC236}">
                  <a16:creationId xmlns:a16="http://schemas.microsoft.com/office/drawing/2014/main" id="{32D06B5B-915B-614F-A004-DDC3D7DDCB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8005" name="Freeform 181">
              <a:extLst>
                <a:ext uri="{FF2B5EF4-FFF2-40B4-BE49-F238E27FC236}">
                  <a16:creationId xmlns:a16="http://schemas.microsoft.com/office/drawing/2014/main" id="{E922738C-70F2-D2D5-E483-F3150921C59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</p:grpSp>
    </p:spTree>
    <p:extLst>
      <p:ext uri="{BB962C8B-B14F-4D97-AF65-F5344CB8AC3E}">
        <p14:creationId xmlns:p14="http://schemas.microsoft.com/office/powerpoint/2010/main" val="1931863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2B87E-AA1D-FA73-F88B-0DF8BD427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85EC2-AF23-0F5B-41DB-131286374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BC2A2-2193-B05D-E49A-6EDB5AA8E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ACB9C-0FB2-F372-FCC3-2ABC42D3D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0E510-2A51-C550-212F-3D8D8AEAB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8F2EF5-AC1C-4449-BB65-65BBA514464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437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64B2E-EBC3-F1E6-6DBE-7455F2669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36DD39-0EA9-043D-7A19-078B4CFA50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0D77C-1C70-C584-6936-21964E1AD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32126-D9B6-1147-8B34-401CDBB8A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2D2D9-2AE3-1479-2C67-FB4EE6C76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1D7E25-051D-4D4E-AFA0-5347260ABF4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7009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4B424-073E-F0BB-3C56-7DBA820B5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073F2-D56D-D4B7-1613-E846A13DCD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2800" y="1600200"/>
            <a:ext cx="5334000" cy="4498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2549E8-0A55-60C3-61CB-4A4BC22D1C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0000" y="1600200"/>
            <a:ext cx="5334000" cy="4498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93BBD-0E32-64E0-A03A-1257A3282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5AF357-5ACA-69B6-A255-092C7EE6D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CB047F-958D-990D-F298-1B5B33001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7F4894-0BB2-AA44-86D0-D06D6511846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8546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B9AE7-58B3-2D5D-0426-F57E9C6B0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2C2040-1760-61FE-2B76-E3252AE4C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91C143-64E0-AACC-BE73-B99B644247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4859EF-849F-0426-7DBE-51E4831885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DFD4B7-E6EF-A816-CD33-449FAFE913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360BB8-63EA-16A8-A7EC-ADAB265E5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5BD1D5-51D3-CB88-BE10-41EA4C3F8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0F502D-C19D-B65A-C98E-61B541E29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47A757-7D90-6F43-8154-A09E73F77D0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7433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66910-7464-A3AB-FA2F-498FE3F0F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CA985A-3DEC-6E67-36E9-30C1786A3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ACDFE4-E48A-321C-7784-4379FD5EC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CFF6A2-279F-54BE-D7AC-A089455E7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807E32-255A-7F46-8C01-18E2596FD8A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0874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5BDD8F-DC41-ECFC-478F-876C25DB4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40DF32-16B6-8366-1053-291EA0F31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40BA77-347A-2824-BB93-3EAFAB22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18D522-C27F-6443-AD15-7A8B4A87D7A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2592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F1288-76C0-1ABD-7284-8131DC99C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85841-BFA2-3D9C-0E1F-9F5A9627A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6567CF-1522-611D-5233-1BBE81AEF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E0EE05-2660-3406-05BF-C661730D2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FB5FD1-E958-D43E-C5A8-1EE02039F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E07858-3363-EC1F-2209-B97D049AB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3F168F-7DF9-9640-B9EA-983A826958F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49823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A7099-4786-3218-05F8-5104C3B9D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7D92CA-6E12-992E-7886-14B6B49312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1B6A09-B2FD-26D7-1CA8-E77CE23CC8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E3A1E5-BC5A-896B-BFE7-C69CA9362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E15E1-517F-51C4-A46A-B5DDCFA5B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95D49E-2BBB-4C20-7DE2-57724A33C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54AFDA-2072-0F4A-943A-E5FF23783E4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485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90D4E-E9B3-068C-1E45-905B36FBA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6EE435-EEBF-72DF-C2D8-6B784F968A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6E355-DED8-E06C-1E62-03EBB9508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FA3FD-6263-F1D5-EBBB-BE285C42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3A41F-ED8C-5E34-25A0-C62F668DA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E5D42D-1C36-C74F-AB4D-E287D402DF8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8121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620811-AC5E-5995-7396-B0228261A5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38685" y="228601"/>
            <a:ext cx="2846916" cy="58705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A642B8-A83A-6661-CF2D-FDE5D65AF3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97934" y="228601"/>
            <a:ext cx="8337551" cy="58705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3E28A-897F-86F3-5242-2A60EB7B3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9460E-DF10-3113-FFBD-42F4DE8C0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ECF7C-61FC-A58A-7C3B-0F13C5444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6F6806-2704-DF48-8412-09F4B237F09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204244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202" name="Rectangle 2">
            <a:extLst>
              <a:ext uri="{FF2B5EF4-FFF2-40B4-BE49-F238E27FC236}">
                <a16:creationId xmlns:a16="http://schemas.microsoft.com/office/drawing/2014/main" id="{186C7F7A-3672-C157-450A-A4FA03E177AB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691203" name="Rectangle 3">
            <a:extLst>
              <a:ext uri="{FF2B5EF4-FFF2-40B4-BE49-F238E27FC236}">
                <a16:creationId xmlns:a16="http://schemas.microsoft.com/office/drawing/2014/main" id="{9F59E6FF-D488-A0FA-92C8-AEDF1D4CFD63}"/>
              </a:ext>
            </a:extLst>
          </p:cNvPr>
          <p:cNvSpPr>
            <a:spLocks noGrp="1" noRot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691204" name="Rectangle 4">
            <a:extLst>
              <a:ext uri="{FF2B5EF4-FFF2-40B4-BE49-F238E27FC236}">
                <a16:creationId xmlns:a16="http://schemas.microsoft.com/office/drawing/2014/main" id="{2347976A-A113-AE74-3A44-48F4DA446B8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91205" name="Rectangle 5">
            <a:extLst>
              <a:ext uri="{FF2B5EF4-FFF2-40B4-BE49-F238E27FC236}">
                <a16:creationId xmlns:a16="http://schemas.microsoft.com/office/drawing/2014/main" id="{D3728A0B-9A0E-1DA4-B261-481BF33CDC9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91206" name="Rectangle 6">
            <a:extLst>
              <a:ext uri="{FF2B5EF4-FFF2-40B4-BE49-F238E27FC236}">
                <a16:creationId xmlns:a16="http://schemas.microsoft.com/office/drawing/2014/main" id="{1ED8DAD7-4151-8D7A-B02B-D815C1543A0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33AD4068-E341-B64E-B28D-2D0A69F4B5A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377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B6A89-E29B-72F6-FBEF-49A8C7DD4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A94DB-79F6-8FBC-56B5-6DEDBD46E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12C45-A272-A7ED-0827-4E899F6B7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D92FD-423B-7E0E-A209-F1F7AEEB6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3654C-43F1-97A0-A528-8EEE0BCA3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D05CB3-9320-1243-827C-B11A43FF0C1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93634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11A3F-C3F2-403B-644F-74F113D8A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D55B85-4E68-1170-C66D-7DD8A3849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7FF974-F63F-FEF1-23C4-2DB4BBFE5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53A657-0900-6D30-B907-EF6C936A0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398D0-DCA1-CC10-0010-29568286F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80CA5E-E6C0-664E-A408-3F855FB05C5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59575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BD5EA-C1E6-5702-BDF0-C06EDC5C3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25A70-D7E3-945F-F5D1-C87765C625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2168" y="1905001"/>
            <a:ext cx="5592233" cy="4194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BD8DF6-F6AF-96F4-A764-AE754E040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1" y="1905001"/>
            <a:ext cx="5592233" cy="4194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FDD6E1-4888-DAED-C120-341F53F4B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F69A36-4159-C838-4E90-4ADD2ABCE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467C9B-AABD-6EF2-E18E-34C4CB3AB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046929-A45E-3C47-8E28-3E96E52155E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04760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F621E-6F3D-A240-A7EE-33CCA5F8C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4A7B7E-F3E7-1DAC-6A60-F091A15B9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2BABF5-E648-96F4-F682-A1929713BE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529371-66B4-EFE0-019A-80533CC3E6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EB1A89-8908-16C2-1E27-CA131FC536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8174F1-8A64-104E-00E3-7B93BF028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E2BB17-5872-B03D-8913-A35E111C6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3E6FC4-53BE-2155-6582-073DF31E5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E5024C-D708-B14A-8517-88F5421420E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316073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0B619-7637-94B5-9C7B-6EAA7ED88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03B473-72D3-62E7-5B24-997DD3DF6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96DEBB-5CAE-DF5F-58F4-7DCA4F4EC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162B67-ABE2-9752-AC32-E3E114D68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F3EFFC-141E-6747-A4E0-E31B43D7E38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51054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AB13B7-FDD1-1A86-C2CA-34C76CC61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732793-D30E-D3C2-A32C-CB61AFC1A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B09A4D-5086-7A54-ECA8-4DB27A068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6027F7-2A7F-6E43-98D8-279AA91E081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13954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0A41A-2F36-FE49-003F-92C76BEAC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B13F2-C526-0569-80BF-7B5FC3B61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1B3DB9-3B97-F557-52D6-1BC25A5C1C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A70E9C-79F9-C9D0-6A24-B9F8B474F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C066B4-A6EF-22EC-BFFB-8DF7AC5E8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F40B79-2CE8-9575-1BF3-D3B747FF7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D175A2-63E3-FD47-87A6-D30C70A6B3B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1614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D43EC-5C66-7E04-D74E-69C7A29F0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F7B6BA-ECB1-5652-D1D4-2BB92FA92D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2F5EB3-5F7D-B808-E91D-205D13EB7A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45F0B-BDD4-D2D4-A283-ADF02FA4B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EB0278-BC76-5465-0911-B6D7AEEDB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89FDE3-B304-7B80-4EBF-F2D364D63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BBFC06-049B-D543-A017-216BDE13A99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36192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E0FC4-B15E-1DFC-25E0-5F3F97C99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11703E-4C23-9CAA-55B4-45E0FA4ADF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E078C-7827-97A8-5336-B0593E23E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81C64-2EE0-FCFE-6C9B-C77EFA535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3F072-1D94-544C-0BAF-208FD927E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DE19B0-6EFE-F74B-AADA-B07AFA8BC48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34489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F6325D-1471-165B-426D-06289DD3C6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42918" y="609601"/>
            <a:ext cx="2846916" cy="54895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5B3852-6EE6-4B27-83B6-A5C88A89FA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02167" y="609601"/>
            <a:ext cx="8337551" cy="54895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AE3F2-7B43-AE0E-E140-A0444E3F3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95581-BD12-2083-9A77-4B6DE0462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3481A-4782-1169-3908-CC9922667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70D1F0-4DEB-A945-8B45-34AD03AAA90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4932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A897D-0F90-0659-3780-5C5ECEC24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167" y="609600"/>
            <a:ext cx="11387667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5E5285-6F65-DEF7-6D8F-9E0B25C43FB1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02168" y="1905001"/>
            <a:ext cx="5592233" cy="4194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6B0926-3FC5-23BB-7896-C6C13BC48F43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6197601" y="1905000"/>
            <a:ext cx="5592233" cy="2020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918245-9BCA-388F-68E1-2AF8BD4704B6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6197601" y="4078289"/>
            <a:ext cx="5592233" cy="2020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631CBD-1F56-1BFA-7F57-997B66ED13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F11C413-4B9C-CBEC-693C-114856A77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A51177-8BCC-8876-B86D-CED12971E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1" y="6245225"/>
            <a:ext cx="3052233" cy="476250"/>
          </a:xfrm>
        </p:spPr>
        <p:txBody>
          <a:bodyPr/>
          <a:lstStyle>
            <a:lvl1pPr>
              <a:defRPr/>
            </a:lvl1pPr>
          </a:lstStyle>
          <a:p>
            <a:fld id="{0FD93ACA-2F3A-F943-A960-3772800BEF7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07158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D4AD019-6E9E-8A71-BFF2-29EC4FEDB002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02167" y="609601"/>
            <a:ext cx="11387667" cy="5489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FD90BD-83C9-2A00-59EA-EBB3C4A052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BEA281-A1FF-9A08-37E3-EFBD83544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CAE28A-7C5B-265B-768C-8CC33E3DA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1" y="6245225"/>
            <a:ext cx="3052233" cy="476250"/>
          </a:xfrm>
        </p:spPr>
        <p:txBody>
          <a:bodyPr/>
          <a:lstStyle>
            <a:lvl1pPr>
              <a:defRPr/>
            </a:lvl1pPr>
          </a:lstStyle>
          <a:p>
            <a:fld id="{F5DEA3FC-76CA-C14D-8DAA-C8576370DD2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43565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CAAF4-F4BA-D42E-FB20-F74D99A95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167" y="609600"/>
            <a:ext cx="11387667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730CB3-EBBD-B44F-A8D6-C1BF0725F480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02168" y="1905001"/>
            <a:ext cx="5592233" cy="4194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54EFFA-54F6-0010-24E4-21C7C963F1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1" y="1905001"/>
            <a:ext cx="5592233" cy="4194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10595E-18C4-AEAF-C09F-ABC8370EBC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C3733-6AF4-BA38-7E71-0B6ED4D5C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AC35C-2267-A76F-A852-9CDD9E05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1" y="6245225"/>
            <a:ext cx="3052233" cy="476250"/>
          </a:xfrm>
        </p:spPr>
        <p:txBody>
          <a:bodyPr/>
          <a:lstStyle>
            <a:lvl1pPr>
              <a:defRPr/>
            </a:lvl1pPr>
          </a:lstStyle>
          <a:p>
            <a:fld id="{B3A132B0-7B24-744A-AEA0-5E11439EB46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327162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95D1D-B071-1DA7-BAD6-683EA2C09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167" y="609600"/>
            <a:ext cx="11387667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82193215-6461-6D63-B6DC-3B860CBEEDDE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402167" y="1905001"/>
            <a:ext cx="11387667" cy="4194175"/>
          </a:xfrm>
        </p:spPr>
        <p:txBody>
          <a:bodyPr/>
          <a:lstStyle/>
          <a:p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181E4-CF86-1A15-A217-017DA983D3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E4487-BB9E-FDD3-7735-63737F515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63BEE-5E3C-3692-1813-93CDFE1E8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1" y="6245225"/>
            <a:ext cx="3052233" cy="476250"/>
          </a:xfrm>
        </p:spPr>
        <p:txBody>
          <a:bodyPr/>
          <a:lstStyle>
            <a:lvl1pPr>
              <a:defRPr/>
            </a:lvl1pPr>
          </a:lstStyle>
          <a:p>
            <a:fld id="{CDAF3AAD-DBEC-484D-B20C-A257783D413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72080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6802" name="Group 2">
            <a:extLst>
              <a:ext uri="{FF2B5EF4-FFF2-40B4-BE49-F238E27FC236}">
                <a16:creationId xmlns:a16="http://schemas.microsoft.com/office/drawing/2014/main" id="{C68D60FD-586E-C2C1-CB1A-44D5EA40E256}"/>
              </a:ext>
            </a:extLst>
          </p:cNvPr>
          <p:cNvGrpSpPr>
            <a:grpSpLocks/>
          </p:cNvGrpSpPr>
          <p:nvPr/>
        </p:nvGrpSpPr>
        <p:grpSpPr bwMode="auto">
          <a:xfrm>
            <a:off x="755651" y="0"/>
            <a:ext cx="10521949" cy="6821488"/>
            <a:chOff x="349" y="23"/>
            <a:chExt cx="4971" cy="4297"/>
          </a:xfrm>
        </p:grpSpPr>
        <p:sp>
          <p:nvSpPr>
            <p:cNvPr id="716803" name="Rectangle 3">
              <a:extLst>
                <a:ext uri="{FF2B5EF4-FFF2-40B4-BE49-F238E27FC236}">
                  <a16:creationId xmlns:a16="http://schemas.microsoft.com/office/drawing/2014/main" id="{DA9366E5-86A0-2345-0D58-A6C11F777C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04" name="Freeform 4">
              <a:extLst>
                <a:ext uri="{FF2B5EF4-FFF2-40B4-BE49-F238E27FC236}">
                  <a16:creationId xmlns:a16="http://schemas.microsoft.com/office/drawing/2014/main" id="{A07C4E15-89CF-F361-0F82-77A7AC8AC6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05" name="Freeform 5">
              <a:extLst>
                <a:ext uri="{FF2B5EF4-FFF2-40B4-BE49-F238E27FC236}">
                  <a16:creationId xmlns:a16="http://schemas.microsoft.com/office/drawing/2014/main" id="{EF54B494-29EB-048B-3EFC-BD122CA68F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06" name="Freeform 6">
              <a:extLst>
                <a:ext uri="{FF2B5EF4-FFF2-40B4-BE49-F238E27FC236}">
                  <a16:creationId xmlns:a16="http://schemas.microsoft.com/office/drawing/2014/main" id="{90B7024B-4011-469D-93F1-6E90442B08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07" name="Freeform 7">
              <a:extLst>
                <a:ext uri="{FF2B5EF4-FFF2-40B4-BE49-F238E27FC236}">
                  <a16:creationId xmlns:a16="http://schemas.microsoft.com/office/drawing/2014/main" id="{51123891-A44B-0427-E25D-C81762F70B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08" name="Freeform 8">
              <a:extLst>
                <a:ext uri="{FF2B5EF4-FFF2-40B4-BE49-F238E27FC236}">
                  <a16:creationId xmlns:a16="http://schemas.microsoft.com/office/drawing/2014/main" id="{B5D167FC-3CB7-E5A1-5D46-798936BAF2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09" name="Freeform 9">
              <a:extLst>
                <a:ext uri="{FF2B5EF4-FFF2-40B4-BE49-F238E27FC236}">
                  <a16:creationId xmlns:a16="http://schemas.microsoft.com/office/drawing/2014/main" id="{6E7B44DD-8375-BDBF-FCA0-085DE00AEB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10" name="Freeform 10">
              <a:extLst>
                <a:ext uri="{FF2B5EF4-FFF2-40B4-BE49-F238E27FC236}">
                  <a16:creationId xmlns:a16="http://schemas.microsoft.com/office/drawing/2014/main" id="{633C53D5-D3E0-99BB-8E1C-DB4E0B4C36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11" name="Freeform 11">
              <a:extLst>
                <a:ext uri="{FF2B5EF4-FFF2-40B4-BE49-F238E27FC236}">
                  <a16:creationId xmlns:a16="http://schemas.microsoft.com/office/drawing/2014/main" id="{5674B5A8-B1F2-7E69-6B71-4AC89C4060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12" name="Freeform 12">
              <a:extLst>
                <a:ext uri="{FF2B5EF4-FFF2-40B4-BE49-F238E27FC236}">
                  <a16:creationId xmlns:a16="http://schemas.microsoft.com/office/drawing/2014/main" id="{42515EB3-2034-9712-048A-27B36067D0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13" name="Freeform 13">
              <a:extLst>
                <a:ext uri="{FF2B5EF4-FFF2-40B4-BE49-F238E27FC236}">
                  <a16:creationId xmlns:a16="http://schemas.microsoft.com/office/drawing/2014/main" id="{E78819EC-3580-37C6-AE43-0FCA459CA3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14" name="Rectangle 14">
              <a:extLst>
                <a:ext uri="{FF2B5EF4-FFF2-40B4-BE49-F238E27FC236}">
                  <a16:creationId xmlns:a16="http://schemas.microsoft.com/office/drawing/2014/main" id="{9DB952B3-B387-B2A6-9C88-11BB4C6325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15" name="Rectangle 15">
              <a:extLst>
                <a:ext uri="{FF2B5EF4-FFF2-40B4-BE49-F238E27FC236}">
                  <a16:creationId xmlns:a16="http://schemas.microsoft.com/office/drawing/2014/main" id="{A015EA66-E02A-A8B0-E447-32ED121ADB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16" name="Freeform 16">
              <a:extLst>
                <a:ext uri="{FF2B5EF4-FFF2-40B4-BE49-F238E27FC236}">
                  <a16:creationId xmlns:a16="http://schemas.microsoft.com/office/drawing/2014/main" id="{D1E4E197-DD66-7525-7E17-83C847AFC1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17" name="Freeform 17">
              <a:extLst>
                <a:ext uri="{FF2B5EF4-FFF2-40B4-BE49-F238E27FC236}">
                  <a16:creationId xmlns:a16="http://schemas.microsoft.com/office/drawing/2014/main" id="{8C32310A-2E9B-B501-9906-C477125C3E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18" name="Freeform 18">
              <a:extLst>
                <a:ext uri="{FF2B5EF4-FFF2-40B4-BE49-F238E27FC236}">
                  <a16:creationId xmlns:a16="http://schemas.microsoft.com/office/drawing/2014/main" id="{13A5D2A3-C872-6D55-13B7-86EBFAB1C9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19" name="Freeform 19">
              <a:extLst>
                <a:ext uri="{FF2B5EF4-FFF2-40B4-BE49-F238E27FC236}">
                  <a16:creationId xmlns:a16="http://schemas.microsoft.com/office/drawing/2014/main" id="{DAC83C30-07C5-F4D4-9A11-D052B41DA8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20" name="Freeform 20">
              <a:extLst>
                <a:ext uri="{FF2B5EF4-FFF2-40B4-BE49-F238E27FC236}">
                  <a16:creationId xmlns:a16="http://schemas.microsoft.com/office/drawing/2014/main" id="{F66623C8-E671-31C0-D863-C61DDB283E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21" name="Freeform 21">
              <a:extLst>
                <a:ext uri="{FF2B5EF4-FFF2-40B4-BE49-F238E27FC236}">
                  <a16:creationId xmlns:a16="http://schemas.microsoft.com/office/drawing/2014/main" id="{1538BA6C-A715-8276-A1ED-058F81A9DB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22" name="Freeform 22">
              <a:extLst>
                <a:ext uri="{FF2B5EF4-FFF2-40B4-BE49-F238E27FC236}">
                  <a16:creationId xmlns:a16="http://schemas.microsoft.com/office/drawing/2014/main" id="{AD89777A-AC13-DA68-A20E-059B646F61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23" name="Freeform 23">
              <a:extLst>
                <a:ext uri="{FF2B5EF4-FFF2-40B4-BE49-F238E27FC236}">
                  <a16:creationId xmlns:a16="http://schemas.microsoft.com/office/drawing/2014/main" id="{76F4714A-75D4-1952-5392-B87EBFA8B8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24" name="Freeform 24">
              <a:extLst>
                <a:ext uri="{FF2B5EF4-FFF2-40B4-BE49-F238E27FC236}">
                  <a16:creationId xmlns:a16="http://schemas.microsoft.com/office/drawing/2014/main" id="{65B584F1-8210-11D8-FEFA-23FC8DA433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25" name="Freeform 25">
              <a:extLst>
                <a:ext uri="{FF2B5EF4-FFF2-40B4-BE49-F238E27FC236}">
                  <a16:creationId xmlns:a16="http://schemas.microsoft.com/office/drawing/2014/main" id="{DBA75E5C-7B14-4681-7676-D2068BE5BFB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26" name="Rectangle 26">
              <a:extLst>
                <a:ext uri="{FF2B5EF4-FFF2-40B4-BE49-F238E27FC236}">
                  <a16:creationId xmlns:a16="http://schemas.microsoft.com/office/drawing/2014/main" id="{CADFBE1D-2E6E-F1F1-EB1B-CE3E94030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27" name="Rectangle 27">
              <a:extLst>
                <a:ext uri="{FF2B5EF4-FFF2-40B4-BE49-F238E27FC236}">
                  <a16:creationId xmlns:a16="http://schemas.microsoft.com/office/drawing/2014/main" id="{3D046381-6830-3758-ED86-779C4C153C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28" name="Freeform 28">
              <a:extLst>
                <a:ext uri="{FF2B5EF4-FFF2-40B4-BE49-F238E27FC236}">
                  <a16:creationId xmlns:a16="http://schemas.microsoft.com/office/drawing/2014/main" id="{425571C9-94B4-1770-9511-D7A3CDA4CF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29" name="Freeform 29">
              <a:extLst>
                <a:ext uri="{FF2B5EF4-FFF2-40B4-BE49-F238E27FC236}">
                  <a16:creationId xmlns:a16="http://schemas.microsoft.com/office/drawing/2014/main" id="{2FD1BE25-44E9-4825-AD4A-9540859C88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30" name="Freeform 30">
              <a:extLst>
                <a:ext uri="{FF2B5EF4-FFF2-40B4-BE49-F238E27FC236}">
                  <a16:creationId xmlns:a16="http://schemas.microsoft.com/office/drawing/2014/main" id="{15A4B0F5-510B-5445-3485-BF55910EF4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31" name="Freeform 31">
              <a:extLst>
                <a:ext uri="{FF2B5EF4-FFF2-40B4-BE49-F238E27FC236}">
                  <a16:creationId xmlns:a16="http://schemas.microsoft.com/office/drawing/2014/main" id="{08029C72-1C1A-E953-FDC3-A6845E1854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32" name="Freeform 32">
              <a:extLst>
                <a:ext uri="{FF2B5EF4-FFF2-40B4-BE49-F238E27FC236}">
                  <a16:creationId xmlns:a16="http://schemas.microsoft.com/office/drawing/2014/main" id="{E1B370B3-1613-46B3-92FE-E21A91CC5A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33" name="Freeform 33">
              <a:extLst>
                <a:ext uri="{FF2B5EF4-FFF2-40B4-BE49-F238E27FC236}">
                  <a16:creationId xmlns:a16="http://schemas.microsoft.com/office/drawing/2014/main" id="{9528ACAA-4F60-B914-A311-281DD134026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34" name="Freeform 34">
              <a:extLst>
                <a:ext uri="{FF2B5EF4-FFF2-40B4-BE49-F238E27FC236}">
                  <a16:creationId xmlns:a16="http://schemas.microsoft.com/office/drawing/2014/main" id="{1F1327E4-1E8C-7066-726D-F9AD17ED6D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35" name="Freeform 35">
              <a:extLst>
                <a:ext uri="{FF2B5EF4-FFF2-40B4-BE49-F238E27FC236}">
                  <a16:creationId xmlns:a16="http://schemas.microsoft.com/office/drawing/2014/main" id="{E44A11C1-BB13-7C38-9B4B-8B15152B335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36" name="Freeform 36">
              <a:extLst>
                <a:ext uri="{FF2B5EF4-FFF2-40B4-BE49-F238E27FC236}">
                  <a16:creationId xmlns:a16="http://schemas.microsoft.com/office/drawing/2014/main" id="{44E06806-3D72-77BD-C9CC-DBA3362AFD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37" name="Freeform 37">
              <a:extLst>
                <a:ext uri="{FF2B5EF4-FFF2-40B4-BE49-F238E27FC236}">
                  <a16:creationId xmlns:a16="http://schemas.microsoft.com/office/drawing/2014/main" id="{8EEA96C4-FE4B-303E-C94E-EAF9083E51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38" name="Rectangle 38">
              <a:extLst>
                <a:ext uri="{FF2B5EF4-FFF2-40B4-BE49-F238E27FC236}">
                  <a16:creationId xmlns:a16="http://schemas.microsoft.com/office/drawing/2014/main" id="{49984946-F2E0-B14A-CF24-D451C895DD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39" name="Rectangle 39">
              <a:extLst>
                <a:ext uri="{FF2B5EF4-FFF2-40B4-BE49-F238E27FC236}">
                  <a16:creationId xmlns:a16="http://schemas.microsoft.com/office/drawing/2014/main" id="{8CE5EEC9-2184-9338-BA3E-0EC9F60825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4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40" name="Freeform 40">
              <a:extLst>
                <a:ext uri="{FF2B5EF4-FFF2-40B4-BE49-F238E27FC236}">
                  <a16:creationId xmlns:a16="http://schemas.microsoft.com/office/drawing/2014/main" id="{C3E87298-78C1-8FFE-356E-DB30E996B9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41" name="Freeform 41">
              <a:extLst>
                <a:ext uri="{FF2B5EF4-FFF2-40B4-BE49-F238E27FC236}">
                  <a16:creationId xmlns:a16="http://schemas.microsoft.com/office/drawing/2014/main" id="{FC835347-D235-3CCC-CAB2-EFCBEF31C4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42" name="Freeform 42">
              <a:extLst>
                <a:ext uri="{FF2B5EF4-FFF2-40B4-BE49-F238E27FC236}">
                  <a16:creationId xmlns:a16="http://schemas.microsoft.com/office/drawing/2014/main" id="{33F4DA74-5C8B-04F7-6F08-529C61B92B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43" name="Freeform 43">
              <a:extLst>
                <a:ext uri="{FF2B5EF4-FFF2-40B4-BE49-F238E27FC236}">
                  <a16:creationId xmlns:a16="http://schemas.microsoft.com/office/drawing/2014/main" id="{BF0C5109-A7F7-8B4E-CA3C-4CA0323E03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44" name="Freeform 44">
              <a:extLst>
                <a:ext uri="{FF2B5EF4-FFF2-40B4-BE49-F238E27FC236}">
                  <a16:creationId xmlns:a16="http://schemas.microsoft.com/office/drawing/2014/main" id="{076B5568-348E-814C-BE8B-4EC8C0AC90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45" name="Freeform 45">
              <a:extLst>
                <a:ext uri="{FF2B5EF4-FFF2-40B4-BE49-F238E27FC236}">
                  <a16:creationId xmlns:a16="http://schemas.microsoft.com/office/drawing/2014/main" id="{7286DF58-BAED-9137-A506-8CF52FA4F0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46" name="Freeform 46">
              <a:extLst>
                <a:ext uri="{FF2B5EF4-FFF2-40B4-BE49-F238E27FC236}">
                  <a16:creationId xmlns:a16="http://schemas.microsoft.com/office/drawing/2014/main" id="{A0AAE037-1305-D7AD-46E6-8A76E869E2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47" name="Freeform 47">
              <a:extLst>
                <a:ext uri="{FF2B5EF4-FFF2-40B4-BE49-F238E27FC236}">
                  <a16:creationId xmlns:a16="http://schemas.microsoft.com/office/drawing/2014/main" id="{F3B42FA7-9722-DE94-0FD3-05C367E410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48" name="Freeform 48">
              <a:extLst>
                <a:ext uri="{FF2B5EF4-FFF2-40B4-BE49-F238E27FC236}">
                  <a16:creationId xmlns:a16="http://schemas.microsoft.com/office/drawing/2014/main" id="{FF2833A6-BEF9-132D-7431-BC4DFBF336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49" name="Freeform 49">
              <a:extLst>
                <a:ext uri="{FF2B5EF4-FFF2-40B4-BE49-F238E27FC236}">
                  <a16:creationId xmlns:a16="http://schemas.microsoft.com/office/drawing/2014/main" id="{EB72BB3D-604C-2C5B-5850-312DF42F1A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50" name="Rectangle 50">
              <a:extLst>
                <a:ext uri="{FF2B5EF4-FFF2-40B4-BE49-F238E27FC236}">
                  <a16:creationId xmlns:a16="http://schemas.microsoft.com/office/drawing/2014/main" id="{6DFA3506-BB4F-2427-2A56-CE0B939926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4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51" name="Rectangle 51">
              <a:extLst>
                <a:ext uri="{FF2B5EF4-FFF2-40B4-BE49-F238E27FC236}">
                  <a16:creationId xmlns:a16="http://schemas.microsoft.com/office/drawing/2014/main" id="{FF61890D-B8C4-9A21-03C2-39BB243E3C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52" name="Freeform 52">
              <a:extLst>
                <a:ext uri="{FF2B5EF4-FFF2-40B4-BE49-F238E27FC236}">
                  <a16:creationId xmlns:a16="http://schemas.microsoft.com/office/drawing/2014/main" id="{BD324485-C8DD-13D7-D091-25250F2944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53" name="Freeform 53">
              <a:extLst>
                <a:ext uri="{FF2B5EF4-FFF2-40B4-BE49-F238E27FC236}">
                  <a16:creationId xmlns:a16="http://schemas.microsoft.com/office/drawing/2014/main" id="{916E4DBB-A12A-00A7-DD82-B07F844FBD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54" name="Freeform 54">
              <a:extLst>
                <a:ext uri="{FF2B5EF4-FFF2-40B4-BE49-F238E27FC236}">
                  <a16:creationId xmlns:a16="http://schemas.microsoft.com/office/drawing/2014/main" id="{69ACBBFA-D4BD-1216-54EC-522787EE1D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55" name="Freeform 55">
              <a:extLst>
                <a:ext uri="{FF2B5EF4-FFF2-40B4-BE49-F238E27FC236}">
                  <a16:creationId xmlns:a16="http://schemas.microsoft.com/office/drawing/2014/main" id="{003042DD-BCD9-BF6B-4FA8-D4A7302C8E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56" name="Freeform 56">
              <a:extLst>
                <a:ext uri="{FF2B5EF4-FFF2-40B4-BE49-F238E27FC236}">
                  <a16:creationId xmlns:a16="http://schemas.microsoft.com/office/drawing/2014/main" id="{DD401D69-DC66-C993-C049-38FDD4C945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57" name="Freeform 57">
              <a:extLst>
                <a:ext uri="{FF2B5EF4-FFF2-40B4-BE49-F238E27FC236}">
                  <a16:creationId xmlns:a16="http://schemas.microsoft.com/office/drawing/2014/main" id="{BEECC1B5-9CD9-E01B-E5C9-DAF157EBEF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58" name="Freeform 58">
              <a:extLst>
                <a:ext uri="{FF2B5EF4-FFF2-40B4-BE49-F238E27FC236}">
                  <a16:creationId xmlns:a16="http://schemas.microsoft.com/office/drawing/2014/main" id="{06ABD003-691A-9F95-45A1-21389FAF20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59" name="Freeform 59">
              <a:extLst>
                <a:ext uri="{FF2B5EF4-FFF2-40B4-BE49-F238E27FC236}">
                  <a16:creationId xmlns:a16="http://schemas.microsoft.com/office/drawing/2014/main" id="{A220DEE4-3977-F7E8-71FE-AB8966253A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60" name="Freeform 60">
              <a:extLst>
                <a:ext uri="{FF2B5EF4-FFF2-40B4-BE49-F238E27FC236}">
                  <a16:creationId xmlns:a16="http://schemas.microsoft.com/office/drawing/2014/main" id="{E79A6327-7ECF-4B96-ADC4-EA6DDBF37B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61" name="Freeform 61">
              <a:extLst>
                <a:ext uri="{FF2B5EF4-FFF2-40B4-BE49-F238E27FC236}">
                  <a16:creationId xmlns:a16="http://schemas.microsoft.com/office/drawing/2014/main" id="{20D59FED-29AE-6A76-D8D8-F346FA511C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62" name="Rectangle 62">
              <a:extLst>
                <a:ext uri="{FF2B5EF4-FFF2-40B4-BE49-F238E27FC236}">
                  <a16:creationId xmlns:a16="http://schemas.microsoft.com/office/drawing/2014/main" id="{D58B2B5A-47A9-34BF-7696-E3360CA956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63" name="Rectangle 63">
              <a:extLst>
                <a:ext uri="{FF2B5EF4-FFF2-40B4-BE49-F238E27FC236}">
                  <a16:creationId xmlns:a16="http://schemas.microsoft.com/office/drawing/2014/main" id="{E8DD3CFC-1236-4B84-D82C-217DC3A967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64" name="Freeform 64">
              <a:extLst>
                <a:ext uri="{FF2B5EF4-FFF2-40B4-BE49-F238E27FC236}">
                  <a16:creationId xmlns:a16="http://schemas.microsoft.com/office/drawing/2014/main" id="{91C4D251-AA6E-377E-C349-63A26E4370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65" name="Freeform 65">
              <a:extLst>
                <a:ext uri="{FF2B5EF4-FFF2-40B4-BE49-F238E27FC236}">
                  <a16:creationId xmlns:a16="http://schemas.microsoft.com/office/drawing/2014/main" id="{F82A333C-81D4-BB6D-C184-77A54A9FF6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66" name="Freeform 66">
              <a:extLst>
                <a:ext uri="{FF2B5EF4-FFF2-40B4-BE49-F238E27FC236}">
                  <a16:creationId xmlns:a16="http://schemas.microsoft.com/office/drawing/2014/main" id="{B9D57395-E0EB-6027-C1E5-14D54315EC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67" name="Freeform 67">
              <a:extLst>
                <a:ext uri="{FF2B5EF4-FFF2-40B4-BE49-F238E27FC236}">
                  <a16:creationId xmlns:a16="http://schemas.microsoft.com/office/drawing/2014/main" id="{DE00F9B1-25DD-57D1-B19E-D903CA4CB8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68" name="Freeform 68">
              <a:extLst>
                <a:ext uri="{FF2B5EF4-FFF2-40B4-BE49-F238E27FC236}">
                  <a16:creationId xmlns:a16="http://schemas.microsoft.com/office/drawing/2014/main" id="{CE2D6C38-C5F9-4489-B7E1-9794552A55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69" name="Freeform 69">
              <a:extLst>
                <a:ext uri="{FF2B5EF4-FFF2-40B4-BE49-F238E27FC236}">
                  <a16:creationId xmlns:a16="http://schemas.microsoft.com/office/drawing/2014/main" id="{88B283A2-3B1E-D9C4-A05F-F8ECC60577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70" name="Freeform 70">
              <a:extLst>
                <a:ext uri="{FF2B5EF4-FFF2-40B4-BE49-F238E27FC236}">
                  <a16:creationId xmlns:a16="http://schemas.microsoft.com/office/drawing/2014/main" id="{FE89FE78-5F02-E05C-AC19-057E721FE8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71" name="Freeform 71">
              <a:extLst>
                <a:ext uri="{FF2B5EF4-FFF2-40B4-BE49-F238E27FC236}">
                  <a16:creationId xmlns:a16="http://schemas.microsoft.com/office/drawing/2014/main" id="{32396D97-1D88-7462-1837-FC49D959E9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72" name="Freeform 72">
              <a:extLst>
                <a:ext uri="{FF2B5EF4-FFF2-40B4-BE49-F238E27FC236}">
                  <a16:creationId xmlns:a16="http://schemas.microsoft.com/office/drawing/2014/main" id="{584CEB98-9D51-C088-0877-B94FA347B4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73" name="Freeform 73">
              <a:extLst>
                <a:ext uri="{FF2B5EF4-FFF2-40B4-BE49-F238E27FC236}">
                  <a16:creationId xmlns:a16="http://schemas.microsoft.com/office/drawing/2014/main" id="{BEB0FAF5-43A1-24F1-BD5C-2F8BEC89F2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74" name="Rectangle 74">
              <a:extLst>
                <a:ext uri="{FF2B5EF4-FFF2-40B4-BE49-F238E27FC236}">
                  <a16:creationId xmlns:a16="http://schemas.microsoft.com/office/drawing/2014/main" id="{075138D6-569C-7C73-A190-8335D9ADD0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75" name="Rectangle 75">
              <a:extLst>
                <a:ext uri="{FF2B5EF4-FFF2-40B4-BE49-F238E27FC236}">
                  <a16:creationId xmlns:a16="http://schemas.microsoft.com/office/drawing/2014/main" id="{9FBCFE5E-6EA0-9504-BAC9-A8920A8DC9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5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76" name="Freeform 76">
              <a:extLst>
                <a:ext uri="{FF2B5EF4-FFF2-40B4-BE49-F238E27FC236}">
                  <a16:creationId xmlns:a16="http://schemas.microsoft.com/office/drawing/2014/main" id="{BC9ABE9E-B9D9-72D7-61D7-0B0DAB24F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77" name="Freeform 77">
              <a:extLst>
                <a:ext uri="{FF2B5EF4-FFF2-40B4-BE49-F238E27FC236}">
                  <a16:creationId xmlns:a16="http://schemas.microsoft.com/office/drawing/2014/main" id="{C577E2FD-1E27-8C9B-003B-7515D3E1DD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78" name="Freeform 78">
              <a:extLst>
                <a:ext uri="{FF2B5EF4-FFF2-40B4-BE49-F238E27FC236}">
                  <a16:creationId xmlns:a16="http://schemas.microsoft.com/office/drawing/2014/main" id="{8D4C21AE-556F-9901-CB2F-E16032B4CF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79" name="Freeform 79">
              <a:extLst>
                <a:ext uri="{FF2B5EF4-FFF2-40B4-BE49-F238E27FC236}">
                  <a16:creationId xmlns:a16="http://schemas.microsoft.com/office/drawing/2014/main" id="{D699101B-5BA9-D5C4-6F0C-13DB4D38B6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80" name="Freeform 80">
              <a:extLst>
                <a:ext uri="{FF2B5EF4-FFF2-40B4-BE49-F238E27FC236}">
                  <a16:creationId xmlns:a16="http://schemas.microsoft.com/office/drawing/2014/main" id="{503ED808-41E3-8B23-CBBA-161B75766A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81" name="Freeform 81">
              <a:extLst>
                <a:ext uri="{FF2B5EF4-FFF2-40B4-BE49-F238E27FC236}">
                  <a16:creationId xmlns:a16="http://schemas.microsoft.com/office/drawing/2014/main" id="{FCC7E448-83C9-E355-A477-647D852E28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82" name="Freeform 82">
              <a:extLst>
                <a:ext uri="{FF2B5EF4-FFF2-40B4-BE49-F238E27FC236}">
                  <a16:creationId xmlns:a16="http://schemas.microsoft.com/office/drawing/2014/main" id="{C64DC8E6-1AB7-B9FD-2741-0F72491D40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83" name="Freeform 83">
              <a:extLst>
                <a:ext uri="{FF2B5EF4-FFF2-40B4-BE49-F238E27FC236}">
                  <a16:creationId xmlns:a16="http://schemas.microsoft.com/office/drawing/2014/main" id="{56017B0A-56A0-A19F-BBBD-DDD677A616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84" name="Freeform 84">
              <a:extLst>
                <a:ext uri="{FF2B5EF4-FFF2-40B4-BE49-F238E27FC236}">
                  <a16:creationId xmlns:a16="http://schemas.microsoft.com/office/drawing/2014/main" id="{B4F35806-21A6-8827-F55E-5066E55D4F7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85" name="Freeform 85">
              <a:extLst>
                <a:ext uri="{FF2B5EF4-FFF2-40B4-BE49-F238E27FC236}">
                  <a16:creationId xmlns:a16="http://schemas.microsoft.com/office/drawing/2014/main" id="{ABDF1253-7084-E3D9-6BC6-163BCE2565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86" name="Rectangle 86">
              <a:extLst>
                <a:ext uri="{FF2B5EF4-FFF2-40B4-BE49-F238E27FC236}">
                  <a16:creationId xmlns:a16="http://schemas.microsoft.com/office/drawing/2014/main" id="{049ECA03-E7D7-4A59-C4EF-EF11D6D98F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5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87" name="Rectangle 87">
              <a:extLst>
                <a:ext uri="{FF2B5EF4-FFF2-40B4-BE49-F238E27FC236}">
                  <a16:creationId xmlns:a16="http://schemas.microsoft.com/office/drawing/2014/main" id="{DEC35FFE-7B00-F85D-770C-208E0804A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88" name="Freeform 88">
              <a:extLst>
                <a:ext uri="{FF2B5EF4-FFF2-40B4-BE49-F238E27FC236}">
                  <a16:creationId xmlns:a16="http://schemas.microsoft.com/office/drawing/2014/main" id="{0CCF6077-3166-ED4D-413D-101FA65587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89" name="Freeform 89">
              <a:extLst>
                <a:ext uri="{FF2B5EF4-FFF2-40B4-BE49-F238E27FC236}">
                  <a16:creationId xmlns:a16="http://schemas.microsoft.com/office/drawing/2014/main" id="{ADF71CAD-18C9-67B2-DE1A-2C07ABF3B3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90" name="Freeform 90">
              <a:extLst>
                <a:ext uri="{FF2B5EF4-FFF2-40B4-BE49-F238E27FC236}">
                  <a16:creationId xmlns:a16="http://schemas.microsoft.com/office/drawing/2014/main" id="{A904EAB8-4308-1FA1-484A-B3401B4F74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91" name="Freeform 91">
              <a:extLst>
                <a:ext uri="{FF2B5EF4-FFF2-40B4-BE49-F238E27FC236}">
                  <a16:creationId xmlns:a16="http://schemas.microsoft.com/office/drawing/2014/main" id="{A886E91D-7B29-2CC4-F6D5-319DAA26AC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92" name="Freeform 92">
              <a:extLst>
                <a:ext uri="{FF2B5EF4-FFF2-40B4-BE49-F238E27FC236}">
                  <a16:creationId xmlns:a16="http://schemas.microsoft.com/office/drawing/2014/main" id="{52BF93ED-4387-103D-18BB-74E270BE0BB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93" name="Freeform 93">
              <a:extLst>
                <a:ext uri="{FF2B5EF4-FFF2-40B4-BE49-F238E27FC236}">
                  <a16:creationId xmlns:a16="http://schemas.microsoft.com/office/drawing/2014/main" id="{4E9B4862-7C9E-155A-0A08-9E2EA0ADA0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94" name="Freeform 94">
              <a:extLst>
                <a:ext uri="{FF2B5EF4-FFF2-40B4-BE49-F238E27FC236}">
                  <a16:creationId xmlns:a16="http://schemas.microsoft.com/office/drawing/2014/main" id="{8D0C8837-7B08-A72D-A28F-DA9D3A6091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95" name="Freeform 95">
              <a:extLst>
                <a:ext uri="{FF2B5EF4-FFF2-40B4-BE49-F238E27FC236}">
                  <a16:creationId xmlns:a16="http://schemas.microsoft.com/office/drawing/2014/main" id="{0FC22BF3-8152-0EA5-42C3-6AF7C5BE99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96" name="Freeform 96">
              <a:extLst>
                <a:ext uri="{FF2B5EF4-FFF2-40B4-BE49-F238E27FC236}">
                  <a16:creationId xmlns:a16="http://schemas.microsoft.com/office/drawing/2014/main" id="{959274B9-6356-B379-F092-BD507F19B7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97" name="Freeform 97">
              <a:extLst>
                <a:ext uri="{FF2B5EF4-FFF2-40B4-BE49-F238E27FC236}">
                  <a16:creationId xmlns:a16="http://schemas.microsoft.com/office/drawing/2014/main" id="{7B7902C4-E3E1-2EE9-2EE9-9CD0BE8C11B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98" name="Rectangle 98">
              <a:extLst>
                <a:ext uri="{FF2B5EF4-FFF2-40B4-BE49-F238E27FC236}">
                  <a16:creationId xmlns:a16="http://schemas.microsoft.com/office/drawing/2014/main" id="{161B0A7E-4ED8-3322-9BCE-EE712F20AC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99" name="Rectangle 99">
              <a:extLst>
                <a:ext uri="{FF2B5EF4-FFF2-40B4-BE49-F238E27FC236}">
                  <a16:creationId xmlns:a16="http://schemas.microsoft.com/office/drawing/2014/main" id="{76CC6FC8-27EA-DDBC-227B-8DF3C01BA9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00" name="Freeform 100">
              <a:extLst>
                <a:ext uri="{FF2B5EF4-FFF2-40B4-BE49-F238E27FC236}">
                  <a16:creationId xmlns:a16="http://schemas.microsoft.com/office/drawing/2014/main" id="{33F94EF4-D344-8812-5702-148A3ABD03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01" name="Freeform 101">
              <a:extLst>
                <a:ext uri="{FF2B5EF4-FFF2-40B4-BE49-F238E27FC236}">
                  <a16:creationId xmlns:a16="http://schemas.microsoft.com/office/drawing/2014/main" id="{B1AF4B48-A1FB-898E-2301-C8BE729878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02" name="Freeform 102">
              <a:extLst>
                <a:ext uri="{FF2B5EF4-FFF2-40B4-BE49-F238E27FC236}">
                  <a16:creationId xmlns:a16="http://schemas.microsoft.com/office/drawing/2014/main" id="{5622641C-70CD-3F0A-5294-F9BE922CE8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03" name="Freeform 103">
              <a:extLst>
                <a:ext uri="{FF2B5EF4-FFF2-40B4-BE49-F238E27FC236}">
                  <a16:creationId xmlns:a16="http://schemas.microsoft.com/office/drawing/2014/main" id="{D29392C0-B671-21BB-B433-873A7188AC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04" name="Freeform 104">
              <a:extLst>
                <a:ext uri="{FF2B5EF4-FFF2-40B4-BE49-F238E27FC236}">
                  <a16:creationId xmlns:a16="http://schemas.microsoft.com/office/drawing/2014/main" id="{BD7E1CEC-F775-95A9-5995-D7724C7297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05" name="Freeform 105">
              <a:extLst>
                <a:ext uri="{FF2B5EF4-FFF2-40B4-BE49-F238E27FC236}">
                  <a16:creationId xmlns:a16="http://schemas.microsoft.com/office/drawing/2014/main" id="{8ED13AB7-0934-50FE-EB5C-288035CBE8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06" name="Freeform 106">
              <a:extLst>
                <a:ext uri="{FF2B5EF4-FFF2-40B4-BE49-F238E27FC236}">
                  <a16:creationId xmlns:a16="http://schemas.microsoft.com/office/drawing/2014/main" id="{C02F8083-0ED6-D02D-5E80-866A8E2854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07" name="Freeform 107">
              <a:extLst>
                <a:ext uri="{FF2B5EF4-FFF2-40B4-BE49-F238E27FC236}">
                  <a16:creationId xmlns:a16="http://schemas.microsoft.com/office/drawing/2014/main" id="{B89395C1-3AA2-DE0B-21BB-80A8717E478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08" name="Freeform 108">
              <a:extLst>
                <a:ext uri="{FF2B5EF4-FFF2-40B4-BE49-F238E27FC236}">
                  <a16:creationId xmlns:a16="http://schemas.microsoft.com/office/drawing/2014/main" id="{D0E9A747-1350-AF42-F505-4733F8B4AB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09" name="Freeform 109">
              <a:extLst>
                <a:ext uri="{FF2B5EF4-FFF2-40B4-BE49-F238E27FC236}">
                  <a16:creationId xmlns:a16="http://schemas.microsoft.com/office/drawing/2014/main" id="{39C8E09E-3908-D8D9-3E34-A52289E878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10" name="Rectangle 110">
              <a:extLst>
                <a:ext uri="{FF2B5EF4-FFF2-40B4-BE49-F238E27FC236}">
                  <a16:creationId xmlns:a16="http://schemas.microsoft.com/office/drawing/2014/main" id="{0878AD3B-4B24-7C30-6BA3-30476CDABE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11" name="Rectangle 111">
              <a:extLst>
                <a:ext uri="{FF2B5EF4-FFF2-40B4-BE49-F238E27FC236}">
                  <a16:creationId xmlns:a16="http://schemas.microsoft.com/office/drawing/2014/main" id="{58625217-14C0-B03E-8965-077C1E299A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5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12" name="Freeform 112">
              <a:extLst>
                <a:ext uri="{FF2B5EF4-FFF2-40B4-BE49-F238E27FC236}">
                  <a16:creationId xmlns:a16="http://schemas.microsoft.com/office/drawing/2014/main" id="{7A8595C1-297F-3A97-EB08-AEE1C8C248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13" name="Freeform 113">
              <a:extLst>
                <a:ext uri="{FF2B5EF4-FFF2-40B4-BE49-F238E27FC236}">
                  <a16:creationId xmlns:a16="http://schemas.microsoft.com/office/drawing/2014/main" id="{81393644-7719-81C0-CE0E-3BBDA69D24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14" name="Freeform 114">
              <a:extLst>
                <a:ext uri="{FF2B5EF4-FFF2-40B4-BE49-F238E27FC236}">
                  <a16:creationId xmlns:a16="http://schemas.microsoft.com/office/drawing/2014/main" id="{D72EB0E0-A5AA-988F-583B-5A71936DA2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15" name="Freeform 115">
              <a:extLst>
                <a:ext uri="{FF2B5EF4-FFF2-40B4-BE49-F238E27FC236}">
                  <a16:creationId xmlns:a16="http://schemas.microsoft.com/office/drawing/2014/main" id="{51A6034C-708B-3F24-FC7E-42953A8F74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16" name="Freeform 116">
              <a:extLst>
                <a:ext uri="{FF2B5EF4-FFF2-40B4-BE49-F238E27FC236}">
                  <a16:creationId xmlns:a16="http://schemas.microsoft.com/office/drawing/2014/main" id="{18751C6E-C155-88F2-5383-1679EE1256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17" name="Freeform 117">
              <a:extLst>
                <a:ext uri="{FF2B5EF4-FFF2-40B4-BE49-F238E27FC236}">
                  <a16:creationId xmlns:a16="http://schemas.microsoft.com/office/drawing/2014/main" id="{29DD3A45-AF81-F66F-633D-2A46B58799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18" name="Freeform 118">
              <a:extLst>
                <a:ext uri="{FF2B5EF4-FFF2-40B4-BE49-F238E27FC236}">
                  <a16:creationId xmlns:a16="http://schemas.microsoft.com/office/drawing/2014/main" id="{BDB55668-4A0D-8703-C9E6-1E72CFB818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19" name="Freeform 119">
              <a:extLst>
                <a:ext uri="{FF2B5EF4-FFF2-40B4-BE49-F238E27FC236}">
                  <a16:creationId xmlns:a16="http://schemas.microsoft.com/office/drawing/2014/main" id="{C534C6E1-CCA8-8101-0B7F-679315AD2B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20" name="Freeform 120">
              <a:extLst>
                <a:ext uri="{FF2B5EF4-FFF2-40B4-BE49-F238E27FC236}">
                  <a16:creationId xmlns:a16="http://schemas.microsoft.com/office/drawing/2014/main" id="{1A645737-51AB-CD5A-B6F5-7973A2F133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21" name="Freeform 121">
              <a:extLst>
                <a:ext uri="{FF2B5EF4-FFF2-40B4-BE49-F238E27FC236}">
                  <a16:creationId xmlns:a16="http://schemas.microsoft.com/office/drawing/2014/main" id="{349B40C7-E16E-9132-0C01-FCD8F8C6CE2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22" name="Rectangle 122">
              <a:extLst>
                <a:ext uri="{FF2B5EF4-FFF2-40B4-BE49-F238E27FC236}">
                  <a16:creationId xmlns:a16="http://schemas.microsoft.com/office/drawing/2014/main" id="{5F9ACF18-9409-4D3C-B734-9B6BE31063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5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23" name="Rectangle 123">
              <a:extLst>
                <a:ext uri="{FF2B5EF4-FFF2-40B4-BE49-F238E27FC236}">
                  <a16:creationId xmlns:a16="http://schemas.microsoft.com/office/drawing/2014/main" id="{3093B496-889F-6D18-0DB9-7ECD11A54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24" name="Freeform 124">
              <a:extLst>
                <a:ext uri="{FF2B5EF4-FFF2-40B4-BE49-F238E27FC236}">
                  <a16:creationId xmlns:a16="http://schemas.microsoft.com/office/drawing/2014/main" id="{29377341-389B-9A2F-A33D-AE52B08583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25" name="Freeform 125">
              <a:extLst>
                <a:ext uri="{FF2B5EF4-FFF2-40B4-BE49-F238E27FC236}">
                  <a16:creationId xmlns:a16="http://schemas.microsoft.com/office/drawing/2014/main" id="{12D6683D-3A4D-C9C4-F9BD-B0FA24348D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26" name="Freeform 126">
              <a:extLst>
                <a:ext uri="{FF2B5EF4-FFF2-40B4-BE49-F238E27FC236}">
                  <a16:creationId xmlns:a16="http://schemas.microsoft.com/office/drawing/2014/main" id="{D5AD56ED-CE67-5986-D93B-9B96132F56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27" name="Freeform 127">
              <a:extLst>
                <a:ext uri="{FF2B5EF4-FFF2-40B4-BE49-F238E27FC236}">
                  <a16:creationId xmlns:a16="http://schemas.microsoft.com/office/drawing/2014/main" id="{92C2F421-AD45-898E-FCAB-733E55FB90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28" name="Freeform 128">
              <a:extLst>
                <a:ext uri="{FF2B5EF4-FFF2-40B4-BE49-F238E27FC236}">
                  <a16:creationId xmlns:a16="http://schemas.microsoft.com/office/drawing/2014/main" id="{D333DE5C-059E-666C-4483-7091524A73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29" name="Freeform 129">
              <a:extLst>
                <a:ext uri="{FF2B5EF4-FFF2-40B4-BE49-F238E27FC236}">
                  <a16:creationId xmlns:a16="http://schemas.microsoft.com/office/drawing/2014/main" id="{493692F3-53A2-E432-C80D-7E05343B21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30" name="Freeform 130">
              <a:extLst>
                <a:ext uri="{FF2B5EF4-FFF2-40B4-BE49-F238E27FC236}">
                  <a16:creationId xmlns:a16="http://schemas.microsoft.com/office/drawing/2014/main" id="{AE349B7E-D241-20DC-9B21-92B3D75889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31" name="Freeform 131">
              <a:extLst>
                <a:ext uri="{FF2B5EF4-FFF2-40B4-BE49-F238E27FC236}">
                  <a16:creationId xmlns:a16="http://schemas.microsoft.com/office/drawing/2014/main" id="{2F0188CA-1C56-FE04-A0F4-B096D42961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32" name="Freeform 132">
              <a:extLst>
                <a:ext uri="{FF2B5EF4-FFF2-40B4-BE49-F238E27FC236}">
                  <a16:creationId xmlns:a16="http://schemas.microsoft.com/office/drawing/2014/main" id="{DFCA9CDF-0EBA-B694-134C-E0B3447452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33" name="Freeform 133">
              <a:extLst>
                <a:ext uri="{FF2B5EF4-FFF2-40B4-BE49-F238E27FC236}">
                  <a16:creationId xmlns:a16="http://schemas.microsoft.com/office/drawing/2014/main" id="{82C7A6B8-D11B-A1FF-44CB-886F6AA2AF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34" name="Rectangle 134">
              <a:extLst>
                <a:ext uri="{FF2B5EF4-FFF2-40B4-BE49-F238E27FC236}">
                  <a16:creationId xmlns:a16="http://schemas.microsoft.com/office/drawing/2014/main" id="{9EA165C4-F40E-B7AD-3497-4051016AB4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35" name="Rectangle 135">
              <a:extLst>
                <a:ext uri="{FF2B5EF4-FFF2-40B4-BE49-F238E27FC236}">
                  <a16:creationId xmlns:a16="http://schemas.microsoft.com/office/drawing/2014/main" id="{1C899584-1C26-06BE-EC9A-88F027BC55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36" name="Freeform 136">
              <a:extLst>
                <a:ext uri="{FF2B5EF4-FFF2-40B4-BE49-F238E27FC236}">
                  <a16:creationId xmlns:a16="http://schemas.microsoft.com/office/drawing/2014/main" id="{3DAD5590-FD6B-3770-D49A-3844E4C8FB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37" name="Freeform 137">
              <a:extLst>
                <a:ext uri="{FF2B5EF4-FFF2-40B4-BE49-F238E27FC236}">
                  <a16:creationId xmlns:a16="http://schemas.microsoft.com/office/drawing/2014/main" id="{4883C36B-0D16-A470-967F-C34A3083D5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38" name="Freeform 138">
              <a:extLst>
                <a:ext uri="{FF2B5EF4-FFF2-40B4-BE49-F238E27FC236}">
                  <a16:creationId xmlns:a16="http://schemas.microsoft.com/office/drawing/2014/main" id="{CF63E24B-5AB0-0E38-01B5-2B201896F9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39" name="Freeform 139">
              <a:extLst>
                <a:ext uri="{FF2B5EF4-FFF2-40B4-BE49-F238E27FC236}">
                  <a16:creationId xmlns:a16="http://schemas.microsoft.com/office/drawing/2014/main" id="{DABD2F6D-CAF3-0E4D-90FD-37D630ECBE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40" name="Freeform 140">
              <a:extLst>
                <a:ext uri="{FF2B5EF4-FFF2-40B4-BE49-F238E27FC236}">
                  <a16:creationId xmlns:a16="http://schemas.microsoft.com/office/drawing/2014/main" id="{51DBD52B-AC6C-6806-83B9-1DAD15A633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41" name="Freeform 141">
              <a:extLst>
                <a:ext uri="{FF2B5EF4-FFF2-40B4-BE49-F238E27FC236}">
                  <a16:creationId xmlns:a16="http://schemas.microsoft.com/office/drawing/2014/main" id="{8D011852-C79A-E811-2C79-1BE73027D2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42" name="Freeform 142">
              <a:extLst>
                <a:ext uri="{FF2B5EF4-FFF2-40B4-BE49-F238E27FC236}">
                  <a16:creationId xmlns:a16="http://schemas.microsoft.com/office/drawing/2014/main" id="{D4ACEB08-E619-B7AE-411B-07A5F1F721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43" name="Freeform 143">
              <a:extLst>
                <a:ext uri="{FF2B5EF4-FFF2-40B4-BE49-F238E27FC236}">
                  <a16:creationId xmlns:a16="http://schemas.microsoft.com/office/drawing/2014/main" id="{E182DDA6-F4BA-96EE-394B-79E33350C2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44" name="Freeform 144">
              <a:extLst>
                <a:ext uri="{FF2B5EF4-FFF2-40B4-BE49-F238E27FC236}">
                  <a16:creationId xmlns:a16="http://schemas.microsoft.com/office/drawing/2014/main" id="{423B52B0-BE35-10B0-6815-F6126D4121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45" name="Freeform 145">
              <a:extLst>
                <a:ext uri="{FF2B5EF4-FFF2-40B4-BE49-F238E27FC236}">
                  <a16:creationId xmlns:a16="http://schemas.microsoft.com/office/drawing/2014/main" id="{15DDACE5-76BF-14FB-8D27-04AEF4515D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46" name="Rectangle 146">
              <a:extLst>
                <a:ext uri="{FF2B5EF4-FFF2-40B4-BE49-F238E27FC236}">
                  <a16:creationId xmlns:a16="http://schemas.microsoft.com/office/drawing/2014/main" id="{42EB5545-C122-7831-B8AD-30A9630F0A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47" name="Freeform 147">
              <a:extLst>
                <a:ext uri="{FF2B5EF4-FFF2-40B4-BE49-F238E27FC236}">
                  <a16:creationId xmlns:a16="http://schemas.microsoft.com/office/drawing/2014/main" id="{3A90F71E-6982-A916-9805-CDC3A00BEF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" y="3304"/>
              <a:ext cx="20" cy="10"/>
            </a:xfrm>
            <a:custGeom>
              <a:avLst/>
              <a:gdLst>
                <a:gd name="T0" fmla="*/ 0 w 4"/>
                <a:gd name="T1" fmla="*/ 1 h 2"/>
                <a:gd name="T2" fmla="*/ 0 w 4"/>
                <a:gd name="T3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" h="2">
                  <a:moveTo>
                    <a:pt x="0" y="1"/>
                  </a:moveTo>
                  <a:cubicBezTo>
                    <a:pt x="1" y="2"/>
                    <a:pt x="4" y="0"/>
                    <a:pt x="0" y="1"/>
                  </a:cubicBez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</p:grpSp>
      <p:grpSp>
        <p:nvGrpSpPr>
          <p:cNvPr id="716948" name="Group 148">
            <a:extLst>
              <a:ext uri="{FF2B5EF4-FFF2-40B4-BE49-F238E27FC236}">
                <a16:creationId xmlns:a16="http://schemas.microsoft.com/office/drawing/2014/main" id="{4F65B8DF-1326-541E-A960-54A9E960D444}"/>
              </a:ext>
            </a:extLst>
          </p:cNvPr>
          <p:cNvGrpSpPr>
            <a:grpSpLocks/>
          </p:cNvGrpSpPr>
          <p:nvPr/>
        </p:nvGrpSpPr>
        <p:grpSpPr bwMode="auto">
          <a:xfrm>
            <a:off x="1422400" y="3444876"/>
            <a:ext cx="711200" cy="492125"/>
            <a:chOff x="96" y="2784"/>
            <a:chExt cx="1062" cy="981"/>
          </a:xfrm>
        </p:grpSpPr>
        <p:sp>
          <p:nvSpPr>
            <p:cNvPr id="716949" name="Freeform 149">
              <a:extLst>
                <a:ext uri="{FF2B5EF4-FFF2-40B4-BE49-F238E27FC236}">
                  <a16:creationId xmlns:a16="http://schemas.microsoft.com/office/drawing/2014/main" id="{ED173E07-D7BC-240C-ADD0-B0C89EF3D6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50" name="Freeform 150">
              <a:extLst>
                <a:ext uri="{FF2B5EF4-FFF2-40B4-BE49-F238E27FC236}">
                  <a16:creationId xmlns:a16="http://schemas.microsoft.com/office/drawing/2014/main" id="{1BFACF2F-247E-356E-124B-6CFC5D0956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51" name="Freeform 151">
              <a:extLst>
                <a:ext uri="{FF2B5EF4-FFF2-40B4-BE49-F238E27FC236}">
                  <a16:creationId xmlns:a16="http://schemas.microsoft.com/office/drawing/2014/main" id="{611FE135-D866-1734-42F5-4604B4773B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52" name="Freeform 152">
              <a:extLst>
                <a:ext uri="{FF2B5EF4-FFF2-40B4-BE49-F238E27FC236}">
                  <a16:creationId xmlns:a16="http://schemas.microsoft.com/office/drawing/2014/main" id="{0B67FD55-D691-4EEF-D2E4-E77459BE1A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53" name="Freeform 153">
              <a:extLst>
                <a:ext uri="{FF2B5EF4-FFF2-40B4-BE49-F238E27FC236}">
                  <a16:creationId xmlns:a16="http://schemas.microsoft.com/office/drawing/2014/main" id="{F8E06EF8-E87F-BD31-A016-2C0B5BD56D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54" name="Freeform 154">
              <a:extLst>
                <a:ext uri="{FF2B5EF4-FFF2-40B4-BE49-F238E27FC236}">
                  <a16:creationId xmlns:a16="http://schemas.microsoft.com/office/drawing/2014/main" id="{FDFDC223-212A-FADC-6F2B-8F89945757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55" name="Freeform 155">
              <a:extLst>
                <a:ext uri="{FF2B5EF4-FFF2-40B4-BE49-F238E27FC236}">
                  <a16:creationId xmlns:a16="http://schemas.microsoft.com/office/drawing/2014/main" id="{797116A6-3116-CBA6-96FD-FDAFC597C4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56" name="Freeform 156">
              <a:extLst>
                <a:ext uri="{FF2B5EF4-FFF2-40B4-BE49-F238E27FC236}">
                  <a16:creationId xmlns:a16="http://schemas.microsoft.com/office/drawing/2014/main" id="{88A49F48-8BF4-2973-919F-1C6FD09F16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57" name="Freeform 157">
              <a:extLst>
                <a:ext uri="{FF2B5EF4-FFF2-40B4-BE49-F238E27FC236}">
                  <a16:creationId xmlns:a16="http://schemas.microsoft.com/office/drawing/2014/main" id="{1DF76B3E-E62E-1F3E-A056-580BEBECF1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58" name="Freeform 158">
              <a:extLst>
                <a:ext uri="{FF2B5EF4-FFF2-40B4-BE49-F238E27FC236}">
                  <a16:creationId xmlns:a16="http://schemas.microsoft.com/office/drawing/2014/main" id="{088FDFE8-B4A1-F819-4934-5A0BA050E7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59" name="Freeform 159">
              <a:extLst>
                <a:ext uri="{FF2B5EF4-FFF2-40B4-BE49-F238E27FC236}">
                  <a16:creationId xmlns:a16="http://schemas.microsoft.com/office/drawing/2014/main" id="{B5759937-228E-4CA5-59C3-017AEB6BC2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60" name="Freeform 160">
              <a:extLst>
                <a:ext uri="{FF2B5EF4-FFF2-40B4-BE49-F238E27FC236}">
                  <a16:creationId xmlns:a16="http://schemas.microsoft.com/office/drawing/2014/main" id="{CC7A8F81-B463-6246-0294-8F87C92E1F1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61" name="Freeform 161">
              <a:extLst>
                <a:ext uri="{FF2B5EF4-FFF2-40B4-BE49-F238E27FC236}">
                  <a16:creationId xmlns:a16="http://schemas.microsoft.com/office/drawing/2014/main" id="{E9E769D9-81A6-026A-F49F-B13E7FFAB6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</p:grpSp>
      <p:grpSp>
        <p:nvGrpSpPr>
          <p:cNvPr id="716962" name="Group 162">
            <a:extLst>
              <a:ext uri="{FF2B5EF4-FFF2-40B4-BE49-F238E27FC236}">
                <a16:creationId xmlns:a16="http://schemas.microsoft.com/office/drawing/2014/main" id="{B204DFF4-A2AE-CE48-B30A-CD4DF4542BF2}"/>
              </a:ext>
            </a:extLst>
          </p:cNvPr>
          <p:cNvGrpSpPr>
            <a:grpSpLocks/>
          </p:cNvGrpSpPr>
          <p:nvPr/>
        </p:nvGrpSpPr>
        <p:grpSpPr bwMode="auto">
          <a:xfrm>
            <a:off x="1422400" y="4552951"/>
            <a:ext cx="711200" cy="492125"/>
            <a:chOff x="96" y="2784"/>
            <a:chExt cx="1062" cy="981"/>
          </a:xfrm>
        </p:grpSpPr>
        <p:sp>
          <p:nvSpPr>
            <p:cNvPr id="716963" name="Freeform 163">
              <a:extLst>
                <a:ext uri="{FF2B5EF4-FFF2-40B4-BE49-F238E27FC236}">
                  <a16:creationId xmlns:a16="http://schemas.microsoft.com/office/drawing/2014/main" id="{153F947F-D7C4-1AF7-A40E-9B91D48A638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64" name="Freeform 164">
              <a:extLst>
                <a:ext uri="{FF2B5EF4-FFF2-40B4-BE49-F238E27FC236}">
                  <a16:creationId xmlns:a16="http://schemas.microsoft.com/office/drawing/2014/main" id="{84FAEA17-AD57-50CD-A75B-52BDFB3F75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65" name="Freeform 165">
              <a:extLst>
                <a:ext uri="{FF2B5EF4-FFF2-40B4-BE49-F238E27FC236}">
                  <a16:creationId xmlns:a16="http://schemas.microsoft.com/office/drawing/2014/main" id="{578A8215-0916-8CAE-73F1-F0E5737E439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66" name="Freeform 166">
              <a:extLst>
                <a:ext uri="{FF2B5EF4-FFF2-40B4-BE49-F238E27FC236}">
                  <a16:creationId xmlns:a16="http://schemas.microsoft.com/office/drawing/2014/main" id="{05EDD1C3-883B-BE5F-6174-623B5BBC18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67" name="Freeform 167">
              <a:extLst>
                <a:ext uri="{FF2B5EF4-FFF2-40B4-BE49-F238E27FC236}">
                  <a16:creationId xmlns:a16="http://schemas.microsoft.com/office/drawing/2014/main" id="{52C3F864-E357-0AEF-933A-DBD5423B4E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68" name="Freeform 168">
              <a:extLst>
                <a:ext uri="{FF2B5EF4-FFF2-40B4-BE49-F238E27FC236}">
                  <a16:creationId xmlns:a16="http://schemas.microsoft.com/office/drawing/2014/main" id="{5DE27959-AEBC-A4E2-EBD2-3A4D1E5536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69" name="Freeform 169">
              <a:extLst>
                <a:ext uri="{FF2B5EF4-FFF2-40B4-BE49-F238E27FC236}">
                  <a16:creationId xmlns:a16="http://schemas.microsoft.com/office/drawing/2014/main" id="{CEC2D08B-D4FD-19DF-1318-8B65C4571A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70" name="Freeform 170">
              <a:extLst>
                <a:ext uri="{FF2B5EF4-FFF2-40B4-BE49-F238E27FC236}">
                  <a16:creationId xmlns:a16="http://schemas.microsoft.com/office/drawing/2014/main" id="{45B25D93-CD68-53F2-424E-B82CEE9EE5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71" name="Freeform 171">
              <a:extLst>
                <a:ext uri="{FF2B5EF4-FFF2-40B4-BE49-F238E27FC236}">
                  <a16:creationId xmlns:a16="http://schemas.microsoft.com/office/drawing/2014/main" id="{4C4EB172-3538-FB85-239F-A481269290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72" name="Freeform 172">
              <a:extLst>
                <a:ext uri="{FF2B5EF4-FFF2-40B4-BE49-F238E27FC236}">
                  <a16:creationId xmlns:a16="http://schemas.microsoft.com/office/drawing/2014/main" id="{DE1E36EC-5BD1-6F6E-B4AC-0A345000DB2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73" name="Freeform 173">
              <a:extLst>
                <a:ext uri="{FF2B5EF4-FFF2-40B4-BE49-F238E27FC236}">
                  <a16:creationId xmlns:a16="http://schemas.microsoft.com/office/drawing/2014/main" id="{45A889D7-9F49-8DE2-BD8A-5CA6AF0D7F7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74" name="Freeform 174">
              <a:extLst>
                <a:ext uri="{FF2B5EF4-FFF2-40B4-BE49-F238E27FC236}">
                  <a16:creationId xmlns:a16="http://schemas.microsoft.com/office/drawing/2014/main" id="{FD30D196-59EA-9877-CEB6-D101FA8095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75" name="Freeform 175">
              <a:extLst>
                <a:ext uri="{FF2B5EF4-FFF2-40B4-BE49-F238E27FC236}">
                  <a16:creationId xmlns:a16="http://schemas.microsoft.com/office/drawing/2014/main" id="{9D88CF9D-5D5B-5402-FD90-17134A67DE4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</p:grpSp>
      <p:grpSp>
        <p:nvGrpSpPr>
          <p:cNvPr id="716976" name="Group 176">
            <a:extLst>
              <a:ext uri="{FF2B5EF4-FFF2-40B4-BE49-F238E27FC236}">
                <a16:creationId xmlns:a16="http://schemas.microsoft.com/office/drawing/2014/main" id="{3BE6198C-49BA-6430-82CF-FAB8426E6AB0}"/>
              </a:ext>
            </a:extLst>
          </p:cNvPr>
          <p:cNvGrpSpPr>
            <a:grpSpLocks/>
          </p:cNvGrpSpPr>
          <p:nvPr/>
        </p:nvGrpSpPr>
        <p:grpSpPr bwMode="auto">
          <a:xfrm>
            <a:off x="1422400" y="5562601"/>
            <a:ext cx="711200" cy="492125"/>
            <a:chOff x="96" y="2784"/>
            <a:chExt cx="1062" cy="981"/>
          </a:xfrm>
        </p:grpSpPr>
        <p:sp>
          <p:nvSpPr>
            <p:cNvPr id="716977" name="Freeform 177">
              <a:extLst>
                <a:ext uri="{FF2B5EF4-FFF2-40B4-BE49-F238E27FC236}">
                  <a16:creationId xmlns:a16="http://schemas.microsoft.com/office/drawing/2014/main" id="{2889D1B4-784B-6EBF-91B1-B5FA0EEDE1E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78" name="Freeform 178">
              <a:extLst>
                <a:ext uri="{FF2B5EF4-FFF2-40B4-BE49-F238E27FC236}">
                  <a16:creationId xmlns:a16="http://schemas.microsoft.com/office/drawing/2014/main" id="{D0731373-6834-F322-AA59-4936F8A174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79" name="Freeform 179">
              <a:extLst>
                <a:ext uri="{FF2B5EF4-FFF2-40B4-BE49-F238E27FC236}">
                  <a16:creationId xmlns:a16="http://schemas.microsoft.com/office/drawing/2014/main" id="{E54437F7-0A58-FA80-6CFF-7298E27B273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80" name="Freeform 180">
              <a:extLst>
                <a:ext uri="{FF2B5EF4-FFF2-40B4-BE49-F238E27FC236}">
                  <a16:creationId xmlns:a16="http://schemas.microsoft.com/office/drawing/2014/main" id="{0A8D1709-11E2-FA90-7188-B9AAAF01F2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81" name="Freeform 181">
              <a:extLst>
                <a:ext uri="{FF2B5EF4-FFF2-40B4-BE49-F238E27FC236}">
                  <a16:creationId xmlns:a16="http://schemas.microsoft.com/office/drawing/2014/main" id="{3640901B-36A8-AD90-0A41-A86D3FD8B72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82" name="Freeform 182">
              <a:extLst>
                <a:ext uri="{FF2B5EF4-FFF2-40B4-BE49-F238E27FC236}">
                  <a16:creationId xmlns:a16="http://schemas.microsoft.com/office/drawing/2014/main" id="{124383D5-5866-A7AE-CB0C-745FE8DFAF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83" name="Freeform 183">
              <a:extLst>
                <a:ext uri="{FF2B5EF4-FFF2-40B4-BE49-F238E27FC236}">
                  <a16:creationId xmlns:a16="http://schemas.microsoft.com/office/drawing/2014/main" id="{4DD7CAF5-4B79-4E88-0B4F-C224F7D268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84" name="Freeform 184">
              <a:extLst>
                <a:ext uri="{FF2B5EF4-FFF2-40B4-BE49-F238E27FC236}">
                  <a16:creationId xmlns:a16="http://schemas.microsoft.com/office/drawing/2014/main" id="{48BA068D-E69C-B418-F2BF-F761FA9AE1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85" name="Freeform 185">
              <a:extLst>
                <a:ext uri="{FF2B5EF4-FFF2-40B4-BE49-F238E27FC236}">
                  <a16:creationId xmlns:a16="http://schemas.microsoft.com/office/drawing/2014/main" id="{E025011E-DA8E-C9C1-7A17-A768F0D4DD9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86" name="Freeform 186">
              <a:extLst>
                <a:ext uri="{FF2B5EF4-FFF2-40B4-BE49-F238E27FC236}">
                  <a16:creationId xmlns:a16="http://schemas.microsoft.com/office/drawing/2014/main" id="{50153AE9-C599-431E-522B-C7F8E59D36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87" name="Freeform 187">
              <a:extLst>
                <a:ext uri="{FF2B5EF4-FFF2-40B4-BE49-F238E27FC236}">
                  <a16:creationId xmlns:a16="http://schemas.microsoft.com/office/drawing/2014/main" id="{49323334-3406-F1FC-8E35-3C7607C04F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88" name="Freeform 188">
              <a:extLst>
                <a:ext uri="{FF2B5EF4-FFF2-40B4-BE49-F238E27FC236}">
                  <a16:creationId xmlns:a16="http://schemas.microsoft.com/office/drawing/2014/main" id="{44D28A90-38B6-02BA-E7D2-BC004EF795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89" name="Freeform 189">
              <a:extLst>
                <a:ext uri="{FF2B5EF4-FFF2-40B4-BE49-F238E27FC236}">
                  <a16:creationId xmlns:a16="http://schemas.microsoft.com/office/drawing/2014/main" id="{0B7D7116-2653-61B7-2B6E-0DD11CA01C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</p:grpSp>
      <p:grpSp>
        <p:nvGrpSpPr>
          <p:cNvPr id="716990" name="Group 190">
            <a:extLst>
              <a:ext uri="{FF2B5EF4-FFF2-40B4-BE49-F238E27FC236}">
                <a16:creationId xmlns:a16="http://schemas.microsoft.com/office/drawing/2014/main" id="{4FFA7D51-DD78-17A1-A928-7CA73D4AE2FF}"/>
              </a:ext>
            </a:extLst>
          </p:cNvPr>
          <p:cNvGrpSpPr>
            <a:grpSpLocks/>
          </p:cNvGrpSpPr>
          <p:nvPr/>
        </p:nvGrpSpPr>
        <p:grpSpPr bwMode="auto">
          <a:xfrm>
            <a:off x="508000" y="3962401"/>
            <a:ext cx="711200" cy="492125"/>
            <a:chOff x="96" y="2784"/>
            <a:chExt cx="1062" cy="981"/>
          </a:xfrm>
        </p:grpSpPr>
        <p:sp>
          <p:nvSpPr>
            <p:cNvPr id="716991" name="Freeform 191">
              <a:extLst>
                <a:ext uri="{FF2B5EF4-FFF2-40B4-BE49-F238E27FC236}">
                  <a16:creationId xmlns:a16="http://schemas.microsoft.com/office/drawing/2014/main" id="{5AE6C876-7A0B-EAD3-D64D-B501B3CFC9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92" name="Freeform 192">
              <a:extLst>
                <a:ext uri="{FF2B5EF4-FFF2-40B4-BE49-F238E27FC236}">
                  <a16:creationId xmlns:a16="http://schemas.microsoft.com/office/drawing/2014/main" id="{76E7B180-21B3-2416-1A3F-56B1518DEE3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93" name="Freeform 193">
              <a:extLst>
                <a:ext uri="{FF2B5EF4-FFF2-40B4-BE49-F238E27FC236}">
                  <a16:creationId xmlns:a16="http://schemas.microsoft.com/office/drawing/2014/main" id="{8B151DBE-CBD5-D44D-F15B-D60A96EC8C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94" name="Freeform 194">
              <a:extLst>
                <a:ext uri="{FF2B5EF4-FFF2-40B4-BE49-F238E27FC236}">
                  <a16:creationId xmlns:a16="http://schemas.microsoft.com/office/drawing/2014/main" id="{C8D16BEC-D4A7-8EB2-F547-27284A559E3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95" name="Freeform 195">
              <a:extLst>
                <a:ext uri="{FF2B5EF4-FFF2-40B4-BE49-F238E27FC236}">
                  <a16:creationId xmlns:a16="http://schemas.microsoft.com/office/drawing/2014/main" id="{84DF2BE0-AAEB-EB81-C25A-177FCE9023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96" name="Freeform 196">
              <a:extLst>
                <a:ext uri="{FF2B5EF4-FFF2-40B4-BE49-F238E27FC236}">
                  <a16:creationId xmlns:a16="http://schemas.microsoft.com/office/drawing/2014/main" id="{20A95167-392B-5F09-D8EE-C55439CD7C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97" name="Freeform 197">
              <a:extLst>
                <a:ext uri="{FF2B5EF4-FFF2-40B4-BE49-F238E27FC236}">
                  <a16:creationId xmlns:a16="http://schemas.microsoft.com/office/drawing/2014/main" id="{6625062B-3831-E2F1-7169-3B5B150D16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98" name="Freeform 198">
              <a:extLst>
                <a:ext uri="{FF2B5EF4-FFF2-40B4-BE49-F238E27FC236}">
                  <a16:creationId xmlns:a16="http://schemas.microsoft.com/office/drawing/2014/main" id="{38FDDCF1-6A6E-CF95-3D52-892A2F9876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99" name="Freeform 199">
              <a:extLst>
                <a:ext uri="{FF2B5EF4-FFF2-40B4-BE49-F238E27FC236}">
                  <a16:creationId xmlns:a16="http://schemas.microsoft.com/office/drawing/2014/main" id="{8F9BDBE9-9CF3-1C13-184B-EE73EC6766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00" name="Freeform 200">
              <a:extLst>
                <a:ext uri="{FF2B5EF4-FFF2-40B4-BE49-F238E27FC236}">
                  <a16:creationId xmlns:a16="http://schemas.microsoft.com/office/drawing/2014/main" id="{1F0E5F94-59C8-33D3-EC00-3FF8E86DF0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01" name="Freeform 201">
              <a:extLst>
                <a:ext uri="{FF2B5EF4-FFF2-40B4-BE49-F238E27FC236}">
                  <a16:creationId xmlns:a16="http://schemas.microsoft.com/office/drawing/2014/main" id="{A48F2F39-D228-F5F8-90FE-1664EB2207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02" name="Freeform 202">
              <a:extLst>
                <a:ext uri="{FF2B5EF4-FFF2-40B4-BE49-F238E27FC236}">
                  <a16:creationId xmlns:a16="http://schemas.microsoft.com/office/drawing/2014/main" id="{FCC6C500-A869-89B1-B5F3-8188009C10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03" name="Freeform 203">
              <a:extLst>
                <a:ext uri="{FF2B5EF4-FFF2-40B4-BE49-F238E27FC236}">
                  <a16:creationId xmlns:a16="http://schemas.microsoft.com/office/drawing/2014/main" id="{B13B511C-4EAE-1F70-7E5A-658709DB7D3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</p:grpSp>
      <p:grpSp>
        <p:nvGrpSpPr>
          <p:cNvPr id="717004" name="Group 204">
            <a:extLst>
              <a:ext uri="{FF2B5EF4-FFF2-40B4-BE49-F238E27FC236}">
                <a16:creationId xmlns:a16="http://schemas.microsoft.com/office/drawing/2014/main" id="{F65E4BFF-5D6C-A405-3B97-F648CD1383C2}"/>
              </a:ext>
            </a:extLst>
          </p:cNvPr>
          <p:cNvGrpSpPr>
            <a:grpSpLocks/>
          </p:cNvGrpSpPr>
          <p:nvPr/>
        </p:nvGrpSpPr>
        <p:grpSpPr bwMode="auto">
          <a:xfrm>
            <a:off x="508000" y="5070476"/>
            <a:ext cx="711200" cy="492125"/>
            <a:chOff x="96" y="2784"/>
            <a:chExt cx="1062" cy="981"/>
          </a:xfrm>
        </p:grpSpPr>
        <p:sp>
          <p:nvSpPr>
            <p:cNvPr id="717005" name="Freeform 205">
              <a:extLst>
                <a:ext uri="{FF2B5EF4-FFF2-40B4-BE49-F238E27FC236}">
                  <a16:creationId xmlns:a16="http://schemas.microsoft.com/office/drawing/2014/main" id="{3DE8C732-C6C1-6461-F66B-9ADE3FA8B2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06" name="Freeform 206">
              <a:extLst>
                <a:ext uri="{FF2B5EF4-FFF2-40B4-BE49-F238E27FC236}">
                  <a16:creationId xmlns:a16="http://schemas.microsoft.com/office/drawing/2014/main" id="{878A5785-AFAE-F0A0-13CE-8F58ED0C24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07" name="Freeform 207">
              <a:extLst>
                <a:ext uri="{FF2B5EF4-FFF2-40B4-BE49-F238E27FC236}">
                  <a16:creationId xmlns:a16="http://schemas.microsoft.com/office/drawing/2014/main" id="{4B08137C-EB0D-7914-9490-DF14C4E73B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08" name="Freeform 208">
              <a:extLst>
                <a:ext uri="{FF2B5EF4-FFF2-40B4-BE49-F238E27FC236}">
                  <a16:creationId xmlns:a16="http://schemas.microsoft.com/office/drawing/2014/main" id="{8EEE1F0F-F80E-A0CF-89AC-91589E40A6D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09" name="Freeform 209">
              <a:extLst>
                <a:ext uri="{FF2B5EF4-FFF2-40B4-BE49-F238E27FC236}">
                  <a16:creationId xmlns:a16="http://schemas.microsoft.com/office/drawing/2014/main" id="{A95B9399-1BAA-FB1F-586F-DA417DCC70B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10" name="Freeform 210">
              <a:extLst>
                <a:ext uri="{FF2B5EF4-FFF2-40B4-BE49-F238E27FC236}">
                  <a16:creationId xmlns:a16="http://schemas.microsoft.com/office/drawing/2014/main" id="{F55AFA26-90F8-D70F-9C5B-B29778ADD4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11" name="Freeform 211">
              <a:extLst>
                <a:ext uri="{FF2B5EF4-FFF2-40B4-BE49-F238E27FC236}">
                  <a16:creationId xmlns:a16="http://schemas.microsoft.com/office/drawing/2014/main" id="{FF448533-C7CA-0D6C-B795-FC8F4135EC7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12" name="Freeform 212">
              <a:extLst>
                <a:ext uri="{FF2B5EF4-FFF2-40B4-BE49-F238E27FC236}">
                  <a16:creationId xmlns:a16="http://schemas.microsoft.com/office/drawing/2014/main" id="{020635CB-D55A-364C-A5C5-8DA9694088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13" name="Freeform 213">
              <a:extLst>
                <a:ext uri="{FF2B5EF4-FFF2-40B4-BE49-F238E27FC236}">
                  <a16:creationId xmlns:a16="http://schemas.microsoft.com/office/drawing/2014/main" id="{AD02C9A5-6CF9-7D20-1AC4-93720662CE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14" name="Freeform 214">
              <a:extLst>
                <a:ext uri="{FF2B5EF4-FFF2-40B4-BE49-F238E27FC236}">
                  <a16:creationId xmlns:a16="http://schemas.microsoft.com/office/drawing/2014/main" id="{D062019B-7A75-D23A-96D4-2B437CD1D5A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15" name="Freeform 215">
              <a:extLst>
                <a:ext uri="{FF2B5EF4-FFF2-40B4-BE49-F238E27FC236}">
                  <a16:creationId xmlns:a16="http://schemas.microsoft.com/office/drawing/2014/main" id="{2AEFF759-6003-7D76-4922-0DF272DF9F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16" name="Freeform 216">
              <a:extLst>
                <a:ext uri="{FF2B5EF4-FFF2-40B4-BE49-F238E27FC236}">
                  <a16:creationId xmlns:a16="http://schemas.microsoft.com/office/drawing/2014/main" id="{7F4361C4-B0A5-0D0F-C458-63BFB9AF50D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17" name="Freeform 217">
              <a:extLst>
                <a:ext uri="{FF2B5EF4-FFF2-40B4-BE49-F238E27FC236}">
                  <a16:creationId xmlns:a16="http://schemas.microsoft.com/office/drawing/2014/main" id="{AF894730-7109-312B-6605-4051936487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</p:grpSp>
      <p:grpSp>
        <p:nvGrpSpPr>
          <p:cNvPr id="717018" name="Group 218">
            <a:extLst>
              <a:ext uri="{FF2B5EF4-FFF2-40B4-BE49-F238E27FC236}">
                <a16:creationId xmlns:a16="http://schemas.microsoft.com/office/drawing/2014/main" id="{BA461F68-3322-839D-179F-7EC40360F19A}"/>
              </a:ext>
            </a:extLst>
          </p:cNvPr>
          <p:cNvGrpSpPr>
            <a:grpSpLocks/>
          </p:cNvGrpSpPr>
          <p:nvPr/>
        </p:nvGrpSpPr>
        <p:grpSpPr bwMode="auto">
          <a:xfrm>
            <a:off x="508000" y="6121401"/>
            <a:ext cx="711200" cy="492125"/>
            <a:chOff x="96" y="2784"/>
            <a:chExt cx="1062" cy="981"/>
          </a:xfrm>
        </p:grpSpPr>
        <p:sp>
          <p:nvSpPr>
            <p:cNvPr id="717019" name="Freeform 219">
              <a:extLst>
                <a:ext uri="{FF2B5EF4-FFF2-40B4-BE49-F238E27FC236}">
                  <a16:creationId xmlns:a16="http://schemas.microsoft.com/office/drawing/2014/main" id="{109F3898-EB67-AEAB-BAA3-A354E968709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20" name="Freeform 220">
              <a:extLst>
                <a:ext uri="{FF2B5EF4-FFF2-40B4-BE49-F238E27FC236}">
                  <a16:creationId xmlns:a16="http://schemas.microsoft.com/office/drawing/2014/main" id="{998B179B-37F9-938B-FAB8-B98B782D944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21" name="Freeform 221">
              <a:extLst>
                <a:ext uri="{FF2B5EF4-FFF2-40B4-BE49-F238E27FC236}">
                  <a16:creationId xmlns:a16="http://schemas.microsoft.com/office/drawing/2014/main" id="{2172AB46-8677-63D8-F30F-333085BCBB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22" name="Freeform 222">
              <a:extLst>
                <a:ext uri="{FF2B5EF4-FFF2-40B4-BE49-F238E27FC236}">
                  <a16:creationId xmlns:a16="http://schemas.microsoft.com/office/drawing/2014/main" id="{EBFEF35E-E9D4-D8BD-6890-8B23394E4B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23" name="Freeform 223">
              <a:extLst>
                <a:ext uri="{FF2B5EF4-FFF2-40B4-BE49-F238E27FC236}">
                  <a16:creationId xmlns:a16="http://schemas.microsoft.com/office/drawing/2014/main" id="{8AC338AC-1435-6C7B-5F43-0CB492485CA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24" name="Freeform 224">
              <a:extLst>
                <a:ext uri="{FF2B5EF4-FFF2-40B4-BE49-F238E27FC236}">
                  <a16:creationId xmlns:a16="http://schemas.microsoft.com/office/drawing/2014/main" id="{360ADCED-DFC2-2383-8BA6-2F7A9BDE59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25" name="Freeform 225">
              <a:extLst>
                <a:ext uri="{FF2B5EF4-FFF2-40B4-BE49-F238E27FC236}">
                  <a16:creationId xmlns:a16="http://schemas.microsoft.com/office/drawing/2014/main" id="{C2F0109E-CF32-3B0D-E18F-2312E98052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26" name="Freeform 226">
              <a:extLst>
                <a:ext uri="{FF2B5EF4-FFF2-40B4-BE49-F238E27FC236}">
                  <a16:creationId xmlns:a16="http://schemas.microsoft.com/office/drawing/2014/main" id="{F89C54AC-AAE2-2A1C-5D77-BE2D00055D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27" name="Freeform 227">
              <a:extLst>
                <a:ext uri="{FF2B5EF4-FFF2-40B4-BE49-F238E27FC236}">
                  <a16:creationId xmlns:a16="http://schemas.microsoft.com/office/drawing/2014/main" id="{01A2A685-5D5D-0821-9384-6C89A13E80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28" name="Freeform 228">
              <a:extLst>
                <a:ext uri="{FF2B5EF4-FFF2-40B4-BE49-F238E27FC236}">
                  <a16:creationId xmlns:a16="http://schemas.microsoft.com/office/drawing/2014/main" id="{FF5970AE-D80C-6EC5-818E-A0D8D44EA4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29" name="Freeform 229">
              <a:extLst>
                <a:ext uri="{FF2B5EF4-FFF2-40B4-BE49-F238E27FC236}">
                  <a16:creationId xmlns:a16="http://schemas.microsoft.com/office/drawing/2014/main" id="{5F6B0359-207D-BAD4-D3B9-3F9FD8BCF2A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30" name="Freeform 230">
              <a:extLst>
                <a:ext uri="{FF2B5EF4-FFF2-40B4-BE49-F238E27FC236}">
                  <a16:creationId xmlns:a16="http://schemas.microsoft.com/office/drawing/2014/main" id="{F1BA036D-0E08-EDC7-0D46-67D0E7FD50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31" name="Freeform 231">
              <a:extLst>
                <a:ext uri="{FF2B5EF4-FFF2-40B4-BE49-F238E27FC236}">
                  <a16:creationId xmlns:a16="http://schemas.microsoft.com/office/drawing/2014/main" id="{8E5CEAE7-889B-B6BC-D205-391377738F2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</p:grpSp>
      <p:grpSp>
        <p:nvGrpSpPr>
          <p:cNvPr id="717032" name="Group 232">
            <a:extLst>
              <a:ext uri="{FF2B5EF4-FFF2-40B4-BE49-F238E27FC236}">
                <a16:creationId xmlns:a16="http://schemas.microsoft.com/office/drawing/2014/main" id="{705E159D-6500-0FFD-3284-6BEA5BAC6910}"/>
              </a:ext>
            </a:extLst>
          </p:cNvPr>
          <p:cNvGrpSpPr>
            <a:grpSpLocks/>
          </p:cNvGrpSpPr>
          <p:nvPr/>
        </p:nvGrpSpPr>
        <p:grpSpPr bwMode="auto">
          <a:xfrm>
            <a:off x="9245600" y="-7938"/>
            <a:ext cx="3090333" cy="2063751"/>
            <a:chOff x="4080" y="-5"/>
            <a:chExt cx="1748" cy="1556"/>
          </a:xfrm>
        </p:grpSpPr>
        <p:sp>
          <p:nvSpPr>
            <p:cNvPr id="717033" name="Freeform 233">
              <a:extLst>
                <a:ext uri="{FF2B5EF4-FFF2-40B4-BE49-F238E27FC236}">
                  <a16:creationId xmlns:a16="http://schemas.microsoft.com/office/drawing/2014/main" id="{713CE7A8-CAEE-ABC7-B4CC-451DAB2ACA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1" y="-5"/>
              <a:ext cx="1586" cy="1443"/>
            </a:xfrm>
            <a:custGeom>
              <a:avLst/>
              <a:gdLst>
                <a:gd name="T0" fmla="*/ 23 w 546"/>
                <a:gd name="T1" fmla="*/ 4 h 497"/>
                <a:gd name="T2" fmla="*/ 11 w 546"/>
                <a:gd name="T3" fmla="*/ 71 h 497"/>
                <a:gd name="T4" fmla="*/ 25 w 546"/>
                <a:gd name="T5" fmla="*/ 393 h 497"/>
                <a:gd name="T6" fmla="*/ 54 w 546"/>
                <a:gd name="T7" fmla="*/ 457 h 497"/>
                <a:gd name="T8" fmla="*/ 158 w 546"/>
                <a:gd name="T9" fmla="*/ 482 h 497"/>
                <a:gd name="T10" fmla="*/ 204 w 546"/>
                <a:gd name="T11" fmla="*/ 495 h 497"/>
                <a:gd name="T12" fmla="*/ 520 w 546"/>
                <a:gd name="T13" fmla="*/ 475 h 497"/>
                <a:gd name="T14" fmla="*/ 533 w 546"/>
                <a:gd name="T15" fmla="*/ 167 h 497"/>
                <a:gd name="T16" fmla="*/ 369 w 546"/>
                <a:gd name="T17" fmla="*/ 16 h 497"/>
                <a:gd name="T18" fmla="*/ 249 w 546"/>
                <a:gd name="T19" fmla="*/ 29 h 497"/>
                <a:gd name="T20" fmla="*/ 198 w 546"/>
                <a:gd name="T21" fmla="*/ 11 h 497"/>
                <a:gd name="T22" fmla="*/ 151 w 546"/>
                <a:gd name="T23" fmla="*/ 2 h 497"/>
                <a:gd name="T24" fmla="*/ 23 w 546"/>
                <a:gd name="T25" fmla="*/ 4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46" h="497">
                  <a:moveTo>
                    <a:pt x="23" y="4"/>
                  </a:moveTo>
                  <a:cubicBezTo>
                    <a:pt x="23" y="4"/>
                    <a:pt x="0" y="34"/>
                    <a:pt x="11" y="71"/>
                  </a:cubicBezTo>
                  <a:cubicBezTo>
                    <a:pt x="19" y="100"/>
                    <a:pt x="25" y="393"/>
                    <a:pt x="25" y="393"/>
                  </a:cubicBezTo>
                  <a:cubicBezTo>
                    <a:pt x="25" y="393"/>
                    <a:pt x="42" y="452"/>
                    <a:pt x="54" y="457"/>
                  </a:cubicBezTo>
                  <a:cubicBezTo>
                    <a:pt x="66" y="462"/>
                    <a:pt x="158" y="482"/>
                    <a:pt x="158" y="482"/>
                  </a:cubicBezTo>
                  <a:cubicBezTo>
                    <a:pt x="158" y="482"/>
                    <a:pt x="191" y="497"/>
                    <a:pt x="204" y="495"/>
                  </a:cubicBezTo>
                  <a:cubicBezTo>
                    <a:pt x="217" y="494"/>
                    <a:pt x="506" y="487"/>
                    <a:pt x="520" y="475"/>
                  </a:cubicBezTo>
                  <a:cubicBezTo>
                    <a:pt x="533" y="463"/>
                    <a:pt x="546" y="218"/>
                    <a:pt x="533" y="167"/>
                  </a:cubicBezTo>
                  <a:cubicBezTo>
                    <a:pt x="520" y="117"/>
                    <a:pt x="404" y="14"/>
                    <a:pt x="369" y="16"/>
                  </a:cubicBezTo>
                  <a:cubicBezTo>
                    <a:pt x="335" y="17"/>
                    <a:pt x="249" y="29"/>
                    <a:pt x="249" y="29"/>
                  </a:cubicBezTo>
                  <a:lnTo>
                    <a:pt x="198" y="11"/>
                  </a:lnTo>
                  <a:lnTo>
                    <a:pt x="151" y="2"/>
                  </a:lnTo>
                  <a:cubicBezTo>
                    <a:pt x="151" y="2"/>
                    <a:pt x="79" y="0"/>
                    <a:pt x="23" y="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grpSp>
          <p:nvGrpSpPr>
            <p:cNvPr id="717034" name="Group 234">
              <a:extLst>
                <a:ext uri="{FF2B5EF4-FFF2-40B4-BE49-F238E27FC236}">
                  <a16:creationId xmlns:a16="http://schemas.microsoft.com/office/drawing/2014/main" id="{15499B4C-6BFD-AFB2-B0E1-FC15F6372FE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080" y="0"/>
              <a:ext cx="1748" cy="1551"/>
              <a:chOff x="2918" y="18"/>
              <a:chExt cx="2958" cy="2699"/>
            </a:xfrm>
          </p:grpSpPr>
          <p:sp>
            <p:nvSpPr>
              <p:cNvPr id="717035" name="Freeform 235">
                <a:extLst>
                  <a:ext uri="{FF2B5EF4-FFF2-40B4-BE49-F238E27FC236}">
                    <a16:creationId xmlns:a16="http://schemas.microsoft.com/office/drawing/2014/main" id="{A80552C6-BFA2-7858-AD85-66FA88BE69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0" y="18"/>
                <a:ext cx="490" cy="187"/>
              </a:xfrm>
              <a:custGeom>
                <a:avLst/>
                <a:gdLst>
                  <a:gd name="T0" fmla="*/ 71 w 97"/>
                  <a:gd name="T1" fmla="*/ 25 h 37"/>
                  <a:gd name="T2" fmla="*/ 91 w 97"/>
                  <a:gd name="T3" fmla="*/ 20 h 37"/>
                  <a:gd name="T4" fmla="*/ 92 w 97"/>
                  <a:gd name="T5" fmla="*/ 17 h 37"/>
                  <a:gd name="T6" fmla="*/ 88 w 97"/>
                  <a:gd name="T7" fmla="*/ 0 h 37"/>
                  <a:gd name="T8" fmla="*/ 25 w 97"/>
                  <a:gd name="T9" fmla="*/ 0 h 37"/>
                  <a:gd name="T10" fmla="*/ 10 w 97"/>
                  <a:gd name="T11" fmla="*/ 22 h 37"/>
                  <a:gd name="T12" fmla="*/ 71 w 97"/>
                  <a:gd name="T13" fmla="*/ 2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7" h="37">
                    <a:moveTo>
                      <a:pt x="71" y="25"/>
                    </a:moveTo>
                    <a:cubicBezTo>
                      <a:pt x="81" y="22"/>
                      <a:pt x="87" y="21"/>
                      <a:pt x="91" y="20"/>
                    </a:cubicBezTo>
                    <a:cubicBezTo>
                      <a:pt x="91" y="19"/>
                      <a:pt x="91" y="19"/>
                      <a:pt x="92" y="17"/>
                    </a:cubicBezTo>
                    <a:cubicBezTo>
                      <a:pt x="97" y="11"/>
                      <a:pt x="95" y="4"/>
                      <a:pt x="88" y="0"/>
                    </a:cubicBezTo>
                    <a:lnTo>
                      <a:pt x="25" y="0"/>
                    </a:lnTo>
                    <a:cubicBezTo>
                      <a:pt x="10" y="3"/>
                      <a:pt x="0" y="10"/>
                      <a:pt x="10" y="22"/>
                    </a:cubicBezTo>
                    <a:cubicBezTo>
                      <a:pt x="10" y="22"/>
                      <a:pt x="28" y="37"/>
                      <a:pt x="71" y="2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 sz="1800"/>
              </a:p>
            </p:txBody>
          </p:sp>
          <p:sp>
            <p:nvSpPr>
              <p:cNvPr id="717036" name="Freeform 236">
                <a:extLst>
                  <a:ext uri="{FF2B5EF4-FFF2-40B4-BE49-F238E27FC236}">
                    <a16:creationId xmlns:a16="http://schemas.microsoft.com/office/drawing/2014/main" id="{F6C986C4-5749-03F1-5E76-609265F6317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918" y="18"/>
                <a:ext cx="2958" cy="2699"/>
              </a:xfrm>
              <a:custGeom>
                <a:avLst/>
                <a:gdLst>
                  <a:gd name="T0" fmla="*/ 504 w 585"/>
                  <a:gd name="T1" fmla="*/ 1 h 534"/>
                  <a:gd name="T2" fmla="*/ 157 w 585"/>
                  <a:gd name="T3" fmla="*/ 0 h 534"/>
                  <a:gd name="T4" fmla="*/ 225 w 585"/>
                  <a:gd name="T5" fmla="*/ 21 h 534"/>
                  <a:gd name="T6" fmla="*/ 174 w 585"/>
                  <a:gd name="T7" fmla="*/ 39 h 534"/>
                  <a:gd name="T8" fmla="*/ 207 w 585"/>
                  <a:gd name="T9" fmla="*/ 71 h 534"/>
                  <a:gd name="T10" fmla="*/ 74 w 585"/>
                  <a:gd name="T11" fmla="*/ 60 h 534"/>
                  <a:gd name="T12" fmla="*/ 26 w 585"/>
                  <a:gd name="T13" fmla="*/ 63 h 534"/>
                  <a:gd name="T14" fmla="*/ 199 w 585"/>
                  <a:gd name="T15" fmla="*/ 487 h 534"/>
                  <a:gd name="T16" fmla="*/ 144 w 585"/>
                  <a:gd name="T17" fmla="*/ 341 h 534"/>
                  <a:gd name="T18" fmla="*/ 105 w 585"/>
                  <a:gd name="T19" fmla="*/ 376 h 534"/>
                  <a:gd name="T20" fmla="*/ 94 w 585"/>
                  <a:gd name="T21" fmla="*/ 435 h 534"/>
                  <a:gd name="T22" fmla="*/ 124 w 585"/>
                  <a:gd name="T23" fmla="*/ 265 h 534"/>
                  <a:gd name="T24" fmla="*/ 153 w 585"/>
                  <a:gd name="T25" fmla="*/ 228 h 534"/>
                  <a:gd name="T26" fmla="*/ 209 w 585"/>
                  <a:gd name="T27" fmla="*/ 237 h 534"/>
                  <a:gd name="T28" fmla="*/ 188 w 585"/>
                  <a:gd name="T29" fmla="*/ 306 h 534"/>
                  <a:gd name="T30" fmla="*/ 192 w 585"/>
                  <a:gd name="T31" fmla="*/ 395 h 534"/>
                  <a:gd name="T32" fmla="*/ 515 w 585"/>
                  <a:gd name="T33" fmla="*/ 483 h 534"/>
                  <a:gd name="T34" fmla="*/ 454 w 585"/>
                  <a:gd name="T35" fmla="*/ 427 h 534"/>
                  <a:gd name="T36" fmla="*/ 425 w 585"/>
                  <a:gd name="T37" fmla="*/ 345 h 534"/>
                  <a:gd name="T38" fmla="*/ 396 w 585"/>
                  <a:gd name="T39" fmla="*/ 270 h 534"/>
                  <a:gd name="T40" fmla="*/ 460 w 585"/>
                  <a:gd name="T41" fmla="*/ 256 h 534"/>
                  <a:gd name="T42" fmla="*/ 407 w 585"/>
                  <a:gd name="T43" fmla="*/ 223 h 534"/>
                  <a:gd name="T44" fmla="*/ 439 w 585"/>
                  <a:gd name="T45" fmla="*/ 226 h 534"/>
                  <a:gd name="T46" fmla="*/ 438 w 585"/>
                  <a:gd name="T47" fmla="*/ 209 h 534"/>
                  <a:gd name="T48" fmla="*/ 376 w 585"/>
                  <a:gd name="T49" fmla="*/ 211 h 534"/>
                  <a:gd name="T50" fmla="*/ 357 w 585"/>
                  <a:gd name="T51" fmla="*/ 343 h 534"/>
                  <a:gd name="T52" fmla="*/ 347 w 585"/>
                  <a:gd name="T53" fmla="*/ 230 h 534"/>
                  <a:gd name="T54" fmla="*/ 331 w 585"/>
                  <a:gd name="T55" fmla="*/ 182 h 534"/>
                  <a:gd name="T56" fmla="*/ 347 w 585"/>
                  <a:gd name="T57" fmla="*/ 136 h 534"/>
                  <a:gd name="T58" fmla="*/ 339 w 585"/>
                  <a:gd name="T59" fmla="*/ 99 h 534"/>
                  <a:gd name="T60" fmla="*/ 331 w 585"/>
                  <a:gd name="T61" fmla="*/ 62 h 534"/>
                  <a:gd name="T62" fmla="*/ 369 w 585"/>
                  <a:gd name="T63" fmla="*/ 103 h 534"/>
                  <a:gd name="T64" fmla="*/ 415 w 585"/>
                  <a:gd name="T65" fmla="*/ 47 h 534"/>
                  <a:gd name="T66" fmla="*/ 409 w 585"/>
                  <a:gd name="T67" fmla="*/ 95 h 534"/>
                  <a:gd name="T68" fmla="*/ 401 w 585"/>
                  <a:gd name="T69" fmla="*/ 130 h 534"/>
                  <a:gd name="T70" fmla="*/ 401 w 585"/>
                  <a:gd name="T71" fmla="*/ 181 h 534"/>
                  <a:gd name="T72" fmla="*/ 558 w 585"/>
                  <a:gd name="T73" fmla="*/ 181 h 534"/>
                  <a:gd name="T74" fmla="*/ 554 w 585"/>
                  <a:gd name="T75" fmla="*/ 76 h 534"/>
                  <a:gd name="T76" fmla="*/ 249 w 585"/>
                  <a:gd name="T77" fmla="*/ 69 h 534"/>
                  <a:gd name="T78" fmla="*/ 293 w 585"/>
                  <a:gd name="T79" fmla="*/ 93 h 534"/>
                  <a:gd name="T80" fmla="*/ 171 w 585"/>
                  <a:gd name="T81" fmla="*/ 195 h 534"/>
                  <a:gd name="T82" fmla="*/ 69 w 585"/>
                  <a:gd name="T83" fmla="*/ 98 h 534"/>
                  <a:gd name="T84" fmla="*/ 191 w 585"/>
                  <a:gd name="T85" fmla="*/ 106 h 534"/>
                  <a:gd name="T86" fmla="*/ 220 w 585"/>
                  <a:gd name="T87" fmla="*/ 105 h 534"/>
                  <a:gd name="T88" fmla="*/ 302 w 585"/>
                  <a:gd name="T89" fmla="*/ 121 h 534"/>
                  <a:gd name="T90" fmla="*/ 276 w 585"/>
                  <a:gd name="T91" fmla="*/ 256 h 534"/>
                  <a:gd name="T92" fmla="*/ 260 w 585"/>
                  <a:gd name="T93" fmla="*/ 137 h 534"/>
                  <a:gd name="T94" fmla="*/ 171 w 585"/>
                  <a:gd name="T95" fmla="*/ 195 h 534"/>
                  <a:gd name="T96" fmla="*/ 223 w 585"/>
                  <a:gd name="T97" fmla="*/ 225 h 534"/>
                  <a:gd name="T98" fmla="*/ 247 w 585"/>
                  <a:gd name="T99" fmla="*/ 158 h 534"/>
                  <a:gd name="T100" fmla="*/ 326 w 585"/>
                  <a:gd name="T101" fmla="*/ 292 h 534"/>
                  <a:gd name="T102" fmla="*/ 215 w 585"/>
                  <a:gd name="T103" fmla="*/ 321 h 534"/>
                  <a:gd name="T104" fmla="*/ 309 w 585"/>
                  <a:gd name="T105" fmla="*/ 277 h 534"/>
                  <a:gd name="T106" fmla="*/ 318 w 585"/>
                  <a:gd name="T107" fmla="*/ 133 h 534"/>
                  <a:gd name="T108" fmla="*/ 313 w 585"/>
                  <a:gd name="T109" fmla="*/ 213 h 534"/>
                  <a:gd name="T110" fmla="*/ 299 w 585"/>
                  <a:gd name="T111" fmla="*/ 144 h 534"/>
                  <a:gd name="T112" fmla="*/ 507 w 585"/>
                  <a:gd name="T113" fmla="*/ 179 h 534"/>
                  <a:gd name="T114" fmla="*/ 461 w 585"/>
                  <a:gd name="T115" fmla="*/ 162 h 5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585" h="534">
                    <a:moveTo>
                      <a:pt x="554" y="76"/>
                    </a:moveTo>
                    <a:cubicBezTo>
                      <a:pt x="551" y="32"/>
                      <a:pt x="543" y="9"/>
                      <a:pt x="504" y="1"/>
                    </a:cubicBezTo>
                    <a:cubicBezTo>
                      <a:pt x="500" y="1"/>
                      <a:pt x="494" y="0"/>
                      <a:pt x="486" y="0"/>
                    </a:cubicBezTo>
                    <a:lnTo>
                      <a:pt x="157" y="0"/>
                    </a:lnTo>
                    <a:cubicBezTo>
                      <a:pt x="156" y="5"/>
                      <a:pt x="153" y="17"/>
                      <a:pt x="158" y="17"/>
                    </a:cubicBezTo>
                    <a:cubicBezTo>
                      <a:pt x="171" y="17"/>
                      <a:pt x="223" y="21"/>
                      <a:pt x="225" y="21"/>
                    </a:cubicBezTo>
                    <a:cubicBezTo>
                      <a:pt x="226" y="21"/>
                      <a:pt x="250" y="16"/>
                      <a:pt x="237" y="28"/>
                    </a:cubicBezTo>
                    <a:cubicBezTo>
                      <a:pt x="223" y="41"/>
                      <a:pt x="192" y="41"/>
                      <a:pt x="174" y="39"/>
                    </a:cubicBezTo>
                    <a:cubicBezTo>
                      <a:pt x="131" y="36"/>
                      <a:pt x="152" y="56"/>
                      <a:pt x="168" y="56"/>
                    </a:cubicBezTo>
                    <a:cubicBezTo>
                      <a:pt x="218" y="56"/>
                      <a:pt x="228" y="68"/>
                      <a:pt x="207" y="71"/>
                    </a:cubicBezTo>
                    <a:cubicBezTo>
                      <a:pt x="186" y="74"/>
                      <a:pt x="182" y="73"/>
                      <a:pt x="162" y="76"/>
                    </a:cubicBezTo>
                    <a:cubicBezTo>
                      <a:pt x="7" y="101"/>
                      <a:pt x="59" y="60"/>
                      <a:pt x="74" y="60"/>
                    </a:cubicBezTo>
                    <a:cubicBezTo>
                      <a:pt x="139" y="59"/>
                      <a:pt x="123" y="37"/>
                      <a:pt x="107" y="42"/>
                    </a:cubicBezTo>
                    <a:cubicBezTo>
                      <a:pt x="91" y="46"/>
                      <a:pt x="34" y="27"/>
                      <a:pt x="26" y="63"/>
                    </a:cubicBezTo>
                    <a:cubicBezTo>
                      <a:pt x="19" y="100"/>
                      <a:pt x="42" y="282"/>
                      <a:pt x="36" y="317"/>
                    </a:cubicBezTo>
                    <a:cubicBezTo>
                      <a:pt x="0" y="534"/>
                      <a:pt x="199" y="487"/>
                      <a:pt x="199" y="487"/>
                    </a:cubicBezTo>
                    <a:cubicBezTo>
                      <a:pt x="156" y="453"/>
                      <a:pt x="174" y="421"/>
                      <a:pt x="171" y="403"/>
                    </a:cubicBezTo>
                    <a:cubicBezTo>
                      <a:pt x="161" y="345"/>
                      <a:pt x="154" y="337"/>
                      <a:pt x="144" y="341"/>
                    </a:cubicBezTo>
                    <a:cubicBezTo>
                      <a:pt x="121" y="352"/>
                      <a:pt x="123" y="358"/>
                      <a:pt x="126" y="367"/>
                    </a:cubicBezTo>
                    <a:cubicBezTo>
                      <a:pt x="142" y="416"/>
                      <a:pt x="105" y="376"/>
                      <a:pt x="105" y="376"/>
                    </a:cubicBezTo>
                    <a:cubicBezTo>
                      <a:pt x="98" y="380"/>
                      <a:pt x="95" y="390"/>
                      <a:pt x="99" y="399"/>
                    </a:cubicBezTo>
                    <a:cubicBezTo>
                      <a:pt x="131" y="463"/>
                      <a:pt x="101" y="446"/>
                      <a:pt x="94" y="435"/>
                    </a:cubicBezTo>
                    <a:cubicBezTo>
                      <a:pt x="61" y="390"/>
                      <a:pt x="92" y="366"/>
                      <a:pt x="88" y="352"/>
                    </a:cubicBezTo>
                    <a:cubicBezTo>
                      <a:pt x="75" y="295"/>
                      <a:pt x="118" y="274"/>
                      <a:pt x="124" y="265"/>
                    </a:cubicBezTo>
                    <a:cubicBezTo>
                      <a:pt x="130" y="256"/>
                      <a:pt x="127" y="253"/>
                      <a:pt x="129" y="234"/>
                    </a:cubicBezTo>
                    <a:cubicBezTo>
                      <a:pt x="136" y="195"/>
                      <a:pt x="155" y="216"/>
                      <a:pt x="153" y="228"/>
                    </a:cubicBezTo>
                    <a:cubicBezTo>
                      <a:pt x="148" y="274"/>
                      <a:pt x="176" y="242"/>
                      <a:pt x="186" y="228"/>
                    </a:cubicBezTo>
                    <a:cubicBezTo>
                      <a:pt x="218" y="186"/>
                      <a:pt x="214" y="229"/>
                      <a:pt x="209" y="237"/>
                    </a:cubicBezTo>
                    <a:cubicBezTo>
                      <a:pt x="203" y="244"/>
                      <a:pt x="198" y="255"/>
                      <a:pt x="200" y="260"/>
                    </a:cubicBezTo>
                    <a:cubicBezTo>
                      <a:pt x="208" y="283"/>
                      <a:pt x="193" y="305"/>
                      <a:pt x="188" y="306"/>
                    </a:cubicBezTo>
                    <a:cubicBezTo>
                      <a:pt x="184" y="308"/>
                      <a:pt x="170" y="314"/>
                      <a:pt x="170" y="332"/>
                    </a:cubicBezTo>
                    <a:cubicBezTo>
                      <a:pt x="171" y="350"/>
                      <a:pt x="192" y="382"/>
                      <a:pt x="192" y="395"/>
                    </a:cubicBezTo>
                    <a:cubicBezTo>
                      <a:pt x="193" y="492"/>
                      <a:pt x="236" y="499"/>
                      <a:pt x="255" y="497"/>
                    </a:cubicBezTo>
                    <a:cubicBezTo>
                      <a:pt x="275" y="496"/>
                      <a:pt x="445" y="490"/>
                      <a:pt x="515" y="483"/>
                    </a:cubicBezTo>
                    <a:cubicBezTo>
                      <a:pt x="585" y="477"/>
                      <a:pt x="538" y="458"/>
                      <a:pt x="518" y="458"/>
                    </a:cubicBezTo>
                    <a:cubicBezTo>
                      <a:pt x="467" y="458"/>
                      <a:pt x="454" y="427"/>
                      <a:pt x="454" y="427"/>
                    </a:cubicBezTo>
                    <a:cubicBezTo>
                      <a:pt x="454" y="427"/>
                      <a:pt x="453" y="405"/>
                      <a:pt x="431" y="400"/>
                    </a:cubicBezTo>
                    <a:cubicBezTo>
                      <a:pt x="376" y="385"/>
                      <a:pt x="411" y="353"/>
                      <a:pt x="425" y="345"/>
                    </a:cubicBezTo>
                    <a:cubicBezTo>
                      <a:pt x="438" y="338"/>
                      <a:pt x="430" y="335"/>
                      <a:pt x="420" y="329"/>
                    </a:cubicBezTo>
                    <a:cubicBezTo>
                      <a:pt x="398" y="316"/>
                      <a:pt x="394" y="300"/>
                      <a:pt x="396" y="270"/>
                    </a:cubicBezTo>
                    <a:cubicBezTo>
                      <a:pt x="397" y="240"/>
                      <a:pt x="416" y="249"/>
                      <a:pt x="416" y="249"/>
                    </a:cubicBezTo>
                    <a:cubicBezTo>
                      <a:pt x="416" y="249"/>
                      <a:pt x="448" y="262"/>
                      <a:pt x="460" y="256"/>
                    </a:cubicBezTo>
                    <a:cubicBezTo>
                      <a:pt x="472" y="250"/>
                      <a:pt x="467" y="239"/>
                      <a:pt x="461" y="244"/>
                    </a:cubicBezTo>
                    <a:cubicBezTo>
                      <a:pt x="455" y="248"/>
                      <a:pt x="412" y="244"/>
                      <a:pt x="407" y="223"/>
                    </a:cubicBezTo>
                    <a:cubicBezTo>
                      <a:pt x="403" y="202"/>
                      <a:pt x="418" y="213"/>
                      <a:pt x="422" y="214"/>
                    </a:cubicBezTo>
                    <a:cubicBezTo>
                      <a:pt x="427" y="216"/>
                      <a:pt x="427" y="220"/>
                      <a:pt x="439" y="226"/>
                    </a:cubicBezTo>
                    <a:cubicBezTo>
                      <a:pt x="468" y="241"/>
                      <a:pt x="454" y="224"/>
                      <a:pt x="454" y="224"/>
                    </a:cubicBezTo>
                    <a:cubicBezTo>
                      <a:pt x="454" y="224"/>
                      <a:pt x="454" y="224"/>
                      <a:pt x="438" y="209"/>
                    </a:cubicBezTo>
                    <a:cubicBezTo>
                      <a:pt x="423" y="194"/>
                      <a:pt x="406" y="199"/>
                      <a:pt x="389" y="199"/>
                    </a:cubicBezTo>
                    <a:cubicBezTo>
                      <a:pt x="373" y="199"/>
                      <a:pt x="376" y="211"/>
                      <a:pt x="376" y="211"/>
                    </a:cubicBezTo>
                    <a:cubicBezTo>
                      <a:pt x="376" y="211"/>
                      <a:pt x="373" y="242"/>
                      <a:pt x="370" y="291"/>
                    </a:cubicBezTo>
                    <a:cubicBezTo>
                      <a:pt x="368" y="341"/>
                      <a:pt x="360" y="347"/>
                      <a:pt x="357" y="343"/>
                    </a:cubicBezTo>
                    <a:cubicBezTo>
                      <a:pt x="354" y="338"/>
                      <a:pt x="350" y="313"/>
                      <a:pt x="350" y="305"/>
                    </a:cubicBezTo>
                    <a:cubicBezTo>
                      <a:pt x="350" y="298"/>
                      <a:pt x="345" y="264"/>
                      <a:pt x="347" y="230"/>
                    </a:cubicBezTo>
                    <a:cubicBezTo>
                      <a:pt x="350" y="195"/>
                      <a:pt x="356" y="210"/>
                      <a:pt x="334" y="201"/>
                    </a:cubicBezTo>
                    <a:cubicBezTo>
                      <a:pt x="311" y="192"/>
                      <a:pt x="323" y="182"/>
                      <a:pt x="331" y="182"/>
                    </a:cubicBezTo>
                    <a:cubicBezTo>
                      <a:pt x="338" y="182"/>
                      <a:pt x="350" y="189"/>
                      <a:pt x="352" y="181"/>
                    </a:cubicBezTo>
                    <a:cubicBezTo>
                      <a:pt x="356" y="160"/>
                      <a:pt x="359" y="141"/>
                      <a:pt x="347" y="136"/>
                    </a:cubicBezTo>
                    <a:cubicBezTo>
                      <a:pt x="322" y="127"/>
                      <a:pt x="332" y="121"/>
                      <a:pt x="341" y="118"/>
                    </a:cubicBezTo>
                    <a:cubicBezTo>
                      <a:pt x="350" y="115"/>
                      <a:pt x="352" y="94"/>
                      <a:pt x="339" y="99"/>
                    </a:cubicBezTo>
                    <a:cubicBezTo>
                      <a:pt x="313" y="107"/>
                      <a:pt x="316" y="85"/>
                      <a:pt x="321" y="82"/>
                    </a:cubicBezTo>
                    <a:cubicBezTo>
                      <a:pt x="325" y="79"/>
                      <a:pt x="334" y="83"/>
                      <a:pt x="331" y="62"/>
                    </a:cubicBezTo>
                    <a:cubicBezTo>
                      <a:pt x="328" y="41"/>
                      <a:pt x="347" y="34"/>
                      <a:pt x="351" y="53"/>
                    </a:cubicBezTo>
                    <a:cubicBezTo>
                      <a:pt x="354" y="73"/>
                      <a:pt x="363" y="112"/>
                      <a:pt x="369" y="103"/>
                    </a:cubicBezTo>
                    <a:cubicBezTo>
                      <a:pt x="375" y="94"/>
                      <a:pt x="385" y="57"/>
                      <a:pt x="395" y="41"/>
                    </a:cubicBezTo>
                    <a:cubicBezTo>
                      <a:pt x="406" y="24"/>
                      <a:pt x="418" y="38"/>
                      <a:pt x="415" y="47"/>
                    </a:cubicBezTo>
                    <a:cubicBezTo>
                      <a:pt x="401" y="88"/>
                      <a:pt x="426" y="90"/>
                      <a:pt x="426" y="90"/>
                    </a:cubicBezTo>
                    <a:cubicBezTo>
                      <a:pt x="426" y="90"/>
                      <a:pt x="423" y="96"/>
                      <a:pt x="409" y="95"/>
                    </a:cubicBezTo>
                    <a:cubicBezTo>
                      <a:pt x="382" y="92"/>
                      <a:pt x="393" y="110"/>
                      <a:pt x="405" y="115"/>
                    </a:cubicBezTo>
                    <a:cubicBezTo>
                      <a:pt x="431" y="124"/>
                      <a:pt x="414" y="130"/>
                      <a:pt x="401" y="130"/>
                    </a:cubicBezTo>
                    <a:cubicBezTo>
                      <a:pt x="387" y="130"/>
                      <a:pt x="381" y="134"/>
                      <a:pt x="378" y="148"/>
                    </a:cubicBezTo>
                    <a:cubicBezTo>
                      <a:pt x="369" y="191"/>
                      <a:pt x="401" y="181"/>
                      <a:pt x="401" y="181"/>
                    </a:cubicBezTo>
                    <a:cubicBezTo>
                      <a:pt x="452" y="195"/>
                      <a:pt x="528" y="188"/>
                      <a:pt x="528" y="188"/>
                    </a:cubicBezTo>
                    <a:cubicBezTo>
                      <a:pt x="543" y="192"/>
                      <a:pt x="552" y="189"/>
                      <a:pt x="558" y="181"/>
                    </a:cubicBezTo>
                    <a:lnTo>
                      <a:pt x="558" y="103"/>
                    </a:lnTo>
                    <a:cubicBezTo>
                      <a:pt x="556" y="93"/>
                      <a:pt x="555" y="84"/>
                      <a:pt x="554" y="76"/>
                    </a:cubicBezTo>
                    <a:close/>
                    <a:moveTo>
                      <a:pt x="231" y="77"/>
                    </a:moveTo>
                    <a:cubicBezTo>
                      <a:pt x="233" y="65"/>
                      <a:pt x="249" y="69"/>
                      <a:pt x="249" y="69"/>
                    </a:cubicBezTo>
                    <a:cubicBezTo>
                      <a:pt x="249" y="69"/>
                      <a:pt x="278" y="79"/>
                      <a:pt x="290" y="78"/>
                    </a:cubicBezTo>
                    <a:cubicBezTo>
                      <a:pt x="301" y="76"/>
                      <a:pt x="318" y="93"/>
                      <a:pt x="293" y="93"/>
                    </a:cubicBezTo>
                    <a:cubicBezTo>
                      <a:pt x="267" y="93"/>
                      <a:pt x="228" y="104"/>
                      <a:pt x="231" y="77"/>
                    </a:cubicBezTo>
                    <a:close/>
                    <a:moveTo>
                      <a:pt x="171" y="195"/>
                    </a:moveTo>
                    <a:cubicBezTo>
                      <a:pt x="153" y="195"/>
                      <a:pt x="46" y="237"/>
                      <a:pt x="45" y="128"/>
                    </a:cubicBezTo>
                    <a:cubicBezTo>
                      <a:pt x="45" y="104"/>
                      <a:pt x="39" y="83"/>
                      <a:pt x="69" y="98"/>
                    </a:cubicBezTo>
                    <a:cubicBezTo>
                      <a:pt x="99" y="112"/>
                      <a:pt x="72" y="111"/>
                      <a:pt x="137" y="108"/>
                    </a:cubicBezTo>
                    <a:cubicBezTo>
                      <a:pt x="137" y="108"/>
                      <a:pt x="184" y="110"/>
                      <a:pt x="191" y="106"/>
                    </a:cubicBezTo>
                    <a:cubicBezTo>
                      <a:pt x="199" y="101"/>
                      <a:pt x="192" y="91"/>
                      <a:pt x="207" y="91"/>
                    </a:cubicBezTo>
                    <a:cubicBezTo>
                      <a:pt x="222" y="90"/>
                      <a:pt x="220" y="105"/>
                      <a:pt x="220" y="105"/>
                    </a:cubicBezTo>
                    <a:cubicBezTo>
                      <a:pt x="220" y="105"/>
                      <a:pt x="207" y="124"/>
                      <a:pt x="305" y="111"/>
                    </a:cubicBezTo>
                    <a:cubicBezTo>
                      <a:pt x="317" y="109"/>
                      <a:pt x="327" y="121"/>
                      <a:pt x="302" y="121"/>
                    </a:cubicBezTo>
                    <a:cubicBezTo>
                      <a:pt x="290" y="122"/>
                      <a:pt x="272" y="128"/>
                      <a:pt x="278" y="143"/>
                    </a:cubicBezTo>
                    <a:cubicBezTo>
                      <a:pt x="284" y="158"/>
                      <a:pt x="276" y="256"/>
                      <a:pt x="276" y="256"/>
                    </a:cubicBezTo>
                    <a:cubicBezTo>
                      <a:pt x="276" y="256"/>
                      <a:pt x="271" y="274"/>
                      <a:pt x="262" y="245"/>
                    </a:cubicBezTo>
                    <a:cubicBezTo>
                      <a:pt x="259" y="235"/>
                      <a:pt x="262" y="144"/>
                      <a:pt x="260" y="137"/>
                    </a:cubicBezTo>
                    <a:cubicBezTo>
                      <a:pt x="259" y="129"/>
                      <a:pt x="217" y="122"/>
                      <a:pt x="215" y="154"/>
                    </a:cubicBezTo>
                    <a:cubicBezTo>
                      <a:pt x="214" y="185"/>
                      <a:pt x="205" y="195"/>
                      <a:pt x="171" y="195"/>
                    </a:cubicBezTo>
                    <a:close/>
                    <a:moveTo>
                      <a:pt x="237" y="231"/>
                    </a:moveTo>
                    <a:cubicBezTo>
                      <a:pt x="230" y="240"/>
                      <a:pt x="219" y="247"/>
                      <a:pt x="223" y="225"/>
                    </a:cubicBezTo>
                    <a:cubicBezTo>
                      <a:pt x="228" y="202"/>
                      <a:pt x="232" y="170"/>
                      <a:pt x="232" y="155"/>
                    </a:cubicBezTo>
                    <a:cubicBezTo>
                      <a:pt x="232" y="155"/>
                      <a:pt x="244" y="135"/>
                      <a:pt x="247" y="158"/>
                    </a:cubicBezTo>
                    <a:cubicBezTo>
                      <a:pt x="250" y="181"/>
                      <a:pt x="244" y="221"/>
                      <a:pt x="237" y="231"/>
                    </a:cubicBezTo>
                    <a:close/>
                    <a:moveTo>
                      <a:pt x="326" y="292"/>
                    </a:moveTo>
                    <a:cubicBezTo>
                      <a:pt x="327" y="320"/>
                      <a:pt x="355" y="400"/>
                      <a:pt x="286" y="399"/>
                    </a:cubicBezTo>
                    <a:cubicBezTo>
                      <a:pt x="217" y="398"/>
                      <a:pt x="214" y="409"/>
                      <a:pt x="215" y="321"/>
                    </a:cubicBezTo>
                    <a:cubicBezTo>
                      <a:pt x="216" y="236"/>
                      <a:pt x="225" y="253"/>
                      <a:pt x="230" y="264"/>
                    </a:cubicBezTo>
                    <a:cubicBezTo>
                      <a:pt x="230" y="264"/>
                      <a:pt x="253" y="318"/>
                      <a:pt x="309" y="277"/>
                    </a:cubicBezTo>
                    <a:cubicBezTo>
                      <a:pt x="319" y="269"/>
                      <a:pt x="324" y="263"/>
                      <a:pt x="326" y="292"/>
                    </a:cubicBezTo>
                    <a:close/>
                    <a:moveTo>
                      <a:pt x="318" y="133"/>
                    </a:moveTo>
                    <a:cubicBezTo>
                      <a:pt x="338" y="148"/>
                      <a:pt x="316" y="165"/>
                      <a:pt x="316" y="165"/>
                    </a:cubicBezTo>
                    <a:cubicBezTo>
                      <a:pt x="316" y="165"/>
                      <a:pt x="302" y="189"/>
                      <a:pt x="313" y="213"/>
                    </a:cubicBezTo>
                    <a:cubicBezTo>
                      <a:pt x="324" y="237"/>
                      <a:pt x="324" y="265"/>
                      <a:pt x="301" y="239"/>
                    </a:cubicBezTo>
                    <a:cubicBezTo>
                      <a:pt x="279" y="214"/>
                      <a:pt x="293" y="156"/>
                      <a:pt x="299" y="144"/>
                    </a:cubicBezTo>
                    <a:cubicBezTo>
                      <a:pt x="299" y="144"/>
                      <a:pt x="299" y="118"/>
                      <a:pt x="318" y="133"/>
                    </a:cubicBezTo>
                    <a:close/>
                    <a:moveTo>
                      <a:pt x="507" y="179"/>
                    </a:moveTo>
                    <a:cubicBezTo>
                      <a:pt x="498" y="185"/>
                      <a:pt x="507" y="179"/>
                      <a:pt x="465" y="177"/>
                    </a:cubicBezTo>
                    <a:cubicBezTo>
                      <a:pt x="423" y="176"/>
                      <a:pt x="461" y="162"/>
                      <a:pt x="461" y="162"/>
                    </a:cubicBezTo>
                    <a:cubicBezTo>
                      <a:pt x="565" y="166"/>
                      <a:pt x="516" y="173"/>
                      <a:pt x="507" y="17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 sz="1800"/>
              </a:p>
            </p:txBody>
          </p:sp>
          <p:sp>
            <p:nvSpPr>
              <p:cNvPr id="717037" name="Freeform 237">
                <a:extLst>
                  <a:ext uri="{FF2B5EF4-FFF2-40B4-BE49-F238E27FC236}">
                    <a16:creationId xmlns:a16="http://schemas.microsoft.com/office/drawing/2014/main" id="{6442C382-944B-B750-9FAB-1E098B0E1B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1" y="1287"/>
                <a:ext cx="238" cy="283"/>
              </a:xfrm>
              <a:custGeom>
                <a:avLst/>
                <a:gdLst>
                  <a:gd name="T0" fmla="*/ 40 w 47"/>
                  <a:gd name="T1" fmla="*/ 15 h 56"/>
                  <a:gd name="T2" fmla="*/ 27 w 47"/>
                  <a:gd name="T3" fmla="*/ 56 h 56"/>
                  <a:gd name="T4" fmla="*/ 40 w 47"/>
                  <a:gd name="T5" fmla="*/ 15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7" h="56">
                    <a:moveTo>
                      <a:pt x="40" y="15"/>
                    </a:moveTo>
                    <a:cubicBezTo>
                      <a:pt x="37" y="0"/>
                      <a:pt x="0" y="23"/>
                      <a:pt x="27" y="56"/>
                    </a:cubicBezTo>
                    <a:cubicBezTo>
                      <a:pt x="27" y="56"/>
                      <a:pt x="47" y="49"/>
                      <a:pt x="40" y="1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 sz="1800"/>
              </a:p>
            </p:txBody>
          </p:sp>
          <p:sp>
            <p:nvSpPr>
              <p:cNvPr id="717038" name="Freeform 238">
                <a:extLst>
                  <a:ext uri="{FF2B5EF4-FFF2-40B4-BE49-F238E27FC236}">
                    <a16:creationId xmlns:a16="http://schemas.microsoft.com/office/drawing/2014/main" id="{BBB6F37B-C4F2-F06E-8719-B3AF184892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3" y="1403"/>
                <a:ext cx="208" cy="379"/>
              </a:xfrm>
              <a:custGeom>
                <a:avLst/>
                <a:gdLst>
                  <a:gd name="T0" fmla="*/ 19 w 41"/>
                  <a:gd name="T1" fmla="*/ 27 h 75"/>
                  <a:gd name="T2" fmla="*/ 12 w 41"/>
                  <a:gd name="T3" fmla="*/ 69 h 75"/>
                  <a:gd name="T4" fmla="*/ 40 w 41"/>
                  <a:gd name="T5" fmla="*/ 45 h 75"/>
                  <a:gd name="T6" fmla="*/ 37 w 41"/>
                  <a:gd name="T7" fmla="*/ 24 h 75"/>
                  <a:gd name="T8" fmla="*/ 19 w 41"/>
                  <a:gd name="T9" fmla="*/ 27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" h="75">
                    <a:moveTo>
                      <a:pt x="19" y="27"/>
                    </a:moveTo>
                    <a:cubicBezTo>
                      <a:pt x="0" y="54"/>
                      <a:pt x="6" y="63"/>
                      <a:pt x="12" y="69"/>
                    </a:cubicBezTo>
                    <a:cubicBezTo>
                      <a:pt x="18" y="75"/>
                      <a:pt x="30" y="74"/>
                      <a:pt x="40" y="45"/>
                    </a:cubicBezTo>
                    <a:cubicBezTo>
                      <a:pt x="40" y="45"/>
                      <a:pt x="32" y="31"/>
                      <a:pt x="37" y="24"/>
                    </a:cubicBezTo>
                    <a:cubicBezTo>
                      <a:pt x="41" y="16"/>
                      <a:pt x="38" y="0"/>
                      <a:pt x="19" y="2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 sz="1800"/>
              </a:p>
            </p:txBody>
          </p:sp>
          <p:sp>
            <p:nvSpPr>
              <p:cNvPr id="717039" name="Freeform 239">
                <a:extLst>
                  <a:ext uri="{FF2B5EF4-FFF2-40B4-BE49-F238E27FC236}">
                    <a16:creationId xmlns:a16="http://schemas.microsoft.com/office/drawing/2014/main" id="{CFDC0D3C-2599-545B-10EA-3819253A7A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2" y="645"/>
                <a:ext cx="683" cy="318"/>
              </a:xfrm>
              <a:custGeom>
                <a:avLst/>
                <a:gdLst>
                  <a:gd name="T0" fmla="*/ 112 w 135"/>
                  <a:gd name="T1" fmla="*/ 4 h 63"/>
                  <a:gd name="T2" fmla="*/ 24 w 135"/>
                  <a:gd name="T3" fmla="*/ 4 h 63"/>
                  <a:gd name="T4" fmla="*/ 2 w 135"/>
                  <a:gd name="T5" fmla="*/ 25 h 63"/>
                  <a:gd name="T6" fmla="*/ 60 w 135"/>
                  <a:gd name="T7" fmla="*/ 58 h 63"/>
                  <a:gd name="T8" fmla="*/ 96 w 135"/>
                  <a:gd name="T9" fmla="*/ 54 h 63"/>
                  <a:gd name="T10" fmla="*/ 113 w 135"/>
                  <a:gd name="T11" fmla="*/ 53 h 63"/>
                  <a:gd name="T12" fmla="*/ 112 w 135"/>
                  <a:gd name="T13" fmla="*/ 4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5" h="63">
                    <a:moveTo>
                      <a:pt x="112" y="4"/>
                    </a:moveTo>
                    <a:cubicBezTo>
                      <a:pt x="105" y="9"/>
                      <a:pt x="24" y="4"/>
                      <a:pt x="24" y="4"/>
                    </a:cubicBezTo>
                    <a:cubicBezTo>
                      <a:pt x="15" y="4"/>
                      <a:pt x="3" y="1"/>
                      <a:pt x="2" y="25"/>
                    </a:cubicBezTo>
                    <a:cubicBezTo>
                      <a:pt x="0" y="63"/>
                      <a:pt x="48" y="58"/>
                      <a:pt x="60" y="58"/>
                    </a:cubicBezTo>
                    <a:cubicBezTo>
                      <a:pt x="72" y="58"/>
                      <a:pt x="84" y="48"/>
                      <a:pt x="96" y="54"/>
                    </a:cubicBezTo>
                    <a:cubicBezTo>
                      <a:pt x="96" y="54"/>
                      <a:pt x="107" y="63"/>
                      <a:pt x="113" y="53"/>
                    </a:cubicBezTo>
                    <a:cubicBezTo>
                      <a:pt x="135" y="13"/>
                      <a:pt x="120" y="0"/>
                      <a:pt x="112" y="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 sz="1800"/>
              </a:p>
            </p:txBody>
          </p:sp>
          <p:sp>
            <p:nvSpPr>
              <p:cNvPr id="717040" name="Freeform 240">
                <a:extLst>
                  <a:ext uri="{FF2B5EF4-FFF2-40B4-BE49-F238E27FC236}">
                    <a16:creationId xmlns:a16="http://schemas.microsoft.com/office/drawing/2014/main" id="{26F8C337-F0B1-7F15-E916-F5E88BD395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6" y="1545"/>
                <a:ext cx="490" cy="515"/>
              </a:xfrm>
              <a:custGeom>
                <a:avLst/>
                <a:gdLst>
                  <a:gd name="T0" fmla="*/ 67 w 97"/>
                  <a:gd name="T1" fmla="*/ 5 h 102"/>
                  <a:gd name="T2" fmla="*/ 31 w 97"/>
                  <a:gd name="T3" fmla="*/ 5 h 102"/>
                  <a:gd name="T4" fmla="*/ 12 w 97"/>
                  <a:gd name="T5" fmla="*/ 57 h 102"/>
                  <a:gd name="T6" fmla="*/ 79 w 97"/>
                  <a:gd name="T7" fmla="*/ 62 h 102"/>
                  <a:gd name="T8" fmla="*/ 67 w 97"/>
                  <a:gd name="T9" fmla="*/ 5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7" h="102">
                    <a:moveTo>
                      <a:pt x="67" y="5"/>
                    </a:moveTo>
                    <a:cubicBezTo>
                      <a:pt x="55" y="10"/>
                      <a:pt x="31" y="5"/>
                      <a:pt x="31" y="5"/>
                    </a:cubicBezTo>
                    <a:cubicBezTo>
                      <a:pt x="0" y="6"/>
                      <a:pt x="16" y="39"/>
                      <a:pt x="12" y="57"/>
                    </a:cubicBezTo>
                    <a:cubicBezTo>
                      <a:pt x="8" y="76"/>
                      <a:pt x="63" y="102"/>
                      <a:pt x="79" y="62"/>
                    </a:cubicBezTo>
                    <a:cubicBezTo>
                      <a:pt x="97" y="20"/>
                      <a:pt x="79" y="0"/>
                      <a:pt x="67" y="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 sz="1800"/>
              </a:p>
            </p:txBody>
          </p:sp>
          <p:sp>
            <p:nvSpPr>
              <p:cNvPr id="717041" name="Freeform 241">
                <a:extLst>
                  <a:ext uri="{FF2B5EF4-FFF2-40B4-BE49-F238E27FC236}">
                    <a16:creationId xmlns:a16="http://schemas.microsoft.com/office/drawing/2014/main" id="{03C7EFFE-B15B-FD11-302F-7F14AA4391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24"/>
                <a:ext cx="501" cy="96"/>
              </a:xfrm>
              <a:custGeom>
                <a:avLst/>
                <a:gdLst>
                  <a:gd name="T0" fmla="*/ 15 w 99"/>
                  <a:gd name="T1" fmla="*/ 0 h 19"/>
                  <a:gd name="T2" fmla="*/ 40 w 99"/>
                  <a:gd name="T3" fmla="*/ 15 h 19"/>
                  <a:gd name="T4" fmla="*/ 15 w 99"/>
                  <a:gd name="T5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19">
                    <a:moveTo>
                      <a:pt x="15" y="0"/>
                    </a:moveTo>
                    <a:cubicBezTo>
                      <a:pt x="0" y="0"/>
                      <a:pt x="19" y="19"/>
                      <a:pt x="40" y="15"/>
                    </a:cubicBezTo>
                    <a:cubicBezTo>
                      <a:pt x="99" y="1"/>
                      <a:pt x="15" y="0"/>
                      <a:pt x="15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 sz="1800"/>
              </a:p>
            </p:txBody>
          </p:sp>
          <p:sp>
            <p:nvSpPr>
              <p:cNvPr id="717042" name="Freeform 242">
                <a:extLst>
                  <a:ext uri="{FF2B5EF4-FFF2-40B4-BE49-F238E27FC236}">
                    <a16:creationId xmlns:a16="http://schemas.microsoft.com/office/drawing/2014/main" id="{4AB6C551-AC42-2EAA-3115-C062E8E4B5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40" y="1004"/>
                <a:ext cx="385" cy="237"/>
              </a:xfrm>
              <a:custGeom>
                <a:avLst/>
                <a:gdLst>
                  <a:gd name="T0" fmla="*/ 21 w 76"/>
                  <a:gd name="T1" fmla="*/ 37 h 47"/>
                  <a:gd name="T2" fmla="*/ 70 w 76"/>
                  <a:gd name="T3" fmla="*/ 17 h 47"/>
                  <a:gd name="T4" fmla="*/ 48 w 76"/>
                  <a:gd name="T5" fmla="*/ 3 h 47"/>
                  <a:gd name="T6" fmla="*/ 19 w 76"/>
                  <a:gd name="T7" fmla="*/ 32 h 47"/>
                  <a:gd name="T8" fmla="*/ 21 w 76"/>
                  <a:gd name="T9" fmla="*/ 3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" h="47">
                    <a:moveTo>
                      <a:pt x="21" y="37"/>
                    </a:moveTo>
                    <a:cubicBezTo>
                      <a:pt x="21" y="37"/>
                      <a:pt x="50" y="47"/>
                      <a:pt x="70" y="17"/>
                    </a:cubicBezTo>
                    <a:cubicBezTo>
                      <a:pt x="76" y="7"/>
                      <a:pt x="65" y="0"/>
                      <a:pt x="48" y="3"/>
                    </a:cubicBezTo>
                    <a:cubicBezTo>
                      <a:pt x="39" y="5"/>
                      <a:pt x="39" y="32"/>
                      <a:pt x="19" y="32"/>
                    </a:cubicBezTo>
                    <a:cubicBezTo>
                      <a:pt x="0" y="32"/>
                      <a:pt x="21" y="37"/>
                      <a:pt x="21" y="3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 sz="1800"/>
              </a:p>
            </p:txBody>
          </p:sp>
          <p:sp>
            <p:nvSpPr>
              <p:cNvPr id="717043" name="Freeform 243">
                <a:extLst>
                  <a:ext uri="{FF2B5EF4-FFF2-40B4-BE49-F238E27FC236}">
                    <a16:creationId xmlns:a16="http://schemas.microsoft.com/office/drawing/2014/main" id="{50F799EF-C0C3-DCEA-54CB-E29E34C9CF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5" y="1201"/>
                <a:ext cx="415" cy="187"/>
              </a:xfrm>
              <a:custGeom>
                <a:avLst/>
                <a:gdLst>
                  <a:gd name="T0" fmla="*/ 72 w 82"/>
                  <a:gd name="T1" fmla="*/ 6 h 37"/>
                  <a:gd name="T2" fmla="*/ 24 w 82"/>
                  <a:gd name="T3" fmla="*/ 17 h 37"/>
                  <a:gd name="T4" fmla="*/ 17 w 82"/>
                  <a:gd name="T5" fmla="*/ 26 h 37"/>
                  <a:gd name="T6" fmla="*/ 76 w 82"/>
                  <a:gd name="T7" fmla="*/ 23 h 37"/>
                  <a:gd name="T8" fmla="*/ 82 w 82"/>
                  <a:gd name="T9" fmla="*/ 20 h 37"/>
                  <a:gd name="T10" fmla="*/ 82 w 82"/>
                  <a:gd name="T11" fmla="*/ 0 h 37"/>
                  <a:gd name="T12" fmla="*/ 72 w 82"/>
                  <a:gd name="T13" fmla="*/ 6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2" h="37">
                    <a:moveTo>
                      <a:pt x="72" y="6"/>
                    </a:moveTo>
                    <a:cubicBezTo>
                      <a:pt x="57" y="23"/>
                      <a:pt x="24" y="17"/>
                      <a:pt x="24" y="17"/>
                    </a:cubicBezTo>
                    <a:cubicBezTo>
                      <a:pt x="24" y="17"/>
                      <a:pt x="0" y="16"/>
                      <a:pt x="17" y="26"/>
                    </a:cubicBezTo>
                    <a:cubicBezTo>
                      <a:pt x="33" y="37"/>
                      <a:pt x="53" y="32"/>
                      <a:pt x="76" y="23"/>
                    </a:cubicBezTo>
                    <a:cubicBezTo>
                      <a:pt x="78" y="22"/>
                      <a:pt x="80" y="21"/>
                      <a:pt x="82" y="20"/>
                    </a:cubicBezTo>
                    <a:lnTo>
                      <a:pt x="82" y="0"/>
                    </a:lnTo>
                    <a:cubicBezTo>
                      <a:pt x="79" y="1"/>
                      <a:pt x="75" y="2"/>
                      <a:pt x="72" y="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 sz="1800"/>
              </a:p>
            </p:txBody>
          </p:sp>
          <p:sp>
            <p:nvSpPr>
              <p:cNvPr id="717044" name="Freeform 244">
                <a:extLst>
                  <a:ext uri="{FF2B5EF4-FFF2-40B4-BE49-F238E27FC236}">
                    <a16:creationId xmlns:a16="http://schemas.microsoft.com/office/drawing/2014/main" id="{DEFF9623-0EFD-0A4F-0A2C-D1582DF617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01" y="1378"/>
                <a:ext cx="698" cy="167"/>
              </a:xfrm>
              <a:custGeom>
                <a:avLst/>
                <a:gdLst>
                  <a:gd name="T0" fmla="*/ 21 w 138"/>
                  <a:gd name="T1" fmla="*/ 1 h 33"/>
                  <a:gd name="T2" fmla="*/ 8 w 138"/>
                  <a:gd name="T3" fmla="*/ 14 h 33"/>
                  <a:gd name="T4" fmla="*/ 57 w 138"/>
                  <a:gd name="T5" fmla="*/ 22 h 33"/>
                  <a:gd name="T6" fmla="*/ 117 w 138"/>
                  <a:gd name="T7" fmla="*/ 23 h 33"/>
                  <a:gd name="T8" fmla="*/ 114 w 138"/>
                  <a:gd name="T9" fmla="*/ 8 h 33"/>
                  <a:gd name="T10" fmla="*/ 82 w 138"/>
                  <a:gd name="T11" fmla="*/ 3 h 33"/>
                  <a:gd name="T12" fmla="*/ 21 w 138"/>
                  <a:gd name="T13" fmla="*/ 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8" h="33">
                    <a:moveTo>
                      <a:pt x="21" y="1"/>
                    </a:moveTo>
                    <a:cubicBezTo>
                      <a:pt x="21" y="1"/>
                      <a:pt x="0" y="8"/>
                      <a:pt x="8" y="14"/>
                    </a:cubicBezTo>
                    <a:cubicBezTo>
                      <a:pt x="15" y="20"/>
                      <a:pt x="48" y="22"/>
                      <a:pt x="57" y="22"/>
                    </a:cubicBezTo>
                    <a:cubicBezTo>
                      <a:pt x="66" y="22"/>
                      <a:pt x="96" y="33"/>
                      <a:pt x="117" y="23"/>
                    </a:cubicBezTo>
                    <a:cubicBezTo>
                      <a:pt x="138" y="12"/>
                      <a:pt x="123" y="9"/>
                      <a:pt x="114" y="8"/>
                    </a:cubicBezTo>
                    <a:cubicBezTo>
                      <a:pt x="105" y="6"/>
                      <a:pt x="102" y="0"/>
                      <a:pt x="82" y="3"/>
                    </a:cubicBezTo>
                    <a:cubicBezTo>
                      <a:pt x="37" y="11"/>
                      <a:pt x="21" y="1"/>
                      <a:pt x="21" y="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 sz="1800"/>
              </a:p>
            </p:txBody>
          </p:sp>
          <p:sp>
            <p:nvSpPr>
              <p:cNvPr id="717045" name="Freeform 245">
                <a:extLst>
                  <a:ext uri="{FF2B5EF4-FFF2-40B4-BE49-F238E27FC236}">
                    <a16:creationId xmlns:a16="http://schemas.microsoft.com/office/drawing/2014/main" id="{69391AEE-F3DD-AD50-9031-A5A99A3B7B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77" y="1540"/>
                <a:ext cx="567" cy="146"/>
              </a:xfrm>
              <a:custGeom>
                <a:avLst/>
                <a:gdLst>
                  <a:gd name="T0" fmla="*/ 98 w 112"/>
                  <a:gd name="T1" fmla="*/ 19 h 29"/>
                  <a:gd name="T2" fmla="*/ 103 w 112"/>
                  <a:gd name="T3" fmla="*/ 4 h 29"/>
                  <a:gd name="T4" fmla="*/ 74 w 112"/>
                  <a:gd name="T5" fmla="*/ 10 h 29"/>
                  <a:gd name="T6" fmla="*/ 36 w 112"/>
                  <a:gd name="T7" fmla="*/ 6 h 29"/>
                  <a:gd name="T8" fmla="*/ 2 w 112"/>
                  <a:gd name="T9" fmla="*/ 4 h 29"/>
                  <a:gd name="T10" fmla="*/ 98 w 112"/>
                  <a:gd name="T11" fmla="*/ 1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2" h="29">
                    <a:moveTo>
                      <a:pt x="98" y="19"/>
                    </a:moveTo>
                    <a:cubicBezTo>
                      <a:pt x="112" y="13"/>
                      <a:pt x="111" y="0"/>
                      <a:pt x="103" y="4"/>
                    </a:cubicBezTo>
                    <a:cubicBezTo>
                      <a:pt x="96" y="9"/>
                      <a:pt x="83" y="10"/>
                      <a:pt x="74" y="10"/>
                    </a:cubicBezTo>
                    <a:cubicBezTo>
                      <a:pt x="65" y="11"/>
                      <a:pt x="45" y="3"/>
                      <a:pt x="36" y="6"/>
                    </a:cubicBezTo>
                    <a:cubicBezTo>
                      <a:pt x="27" y="9"/>
                      <a:pt x="2" y="4"/>
                      <a:pt x="2" y="4"/>
                    </a:cubicBezTo>
                    <a:cubicBezTo>
                      <a:pt x="0" y="29"/>
                      <a:pt x="83" y="25"/>
                      <a:pt x="98" y="1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 sz="1800"/>
              </a:p>
            </p:txBody>
          </p:sp>
          <p:sp>
            <p:nvSpPr>
              <p:cNvPr id="717046" name="Freeform 246">
                <a:extLst>
                  <a:ext uri="{FF2B5EF4-FFF2-40B4-BE49-F238E27FC236}">
                    <a16:creationId xmlns:a16="http://schemas.microsoft.com/office/drawing/2014/main" id="{8CBC2A0A-81C7-C8B9-364B-591D0C1EE8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42" y="1656"/>
                <a:ext cx="581" cy="480"/>
              </a:xfrm>
              <a:custGeom>
                <a:avLst/>
                <a:gdLst>
                  <a:gd name="T0" fmla="*/ 3 w 115"/>
                  <a:gd name="T1" fmla="*/ 53 h 95"/>
                  <a:gd name="T2" fmla="*/ 26 w 115"/>
                  <a:gd name="T3" fmla="*/ 54 h 95"/>
                  <a:gd name="T4" fmla="*/ 50 w 115"/>
                  <a:gd name="T5" fmla="*/ 77 h 95"/>
                  <a:gd name="T6" fmla="*/ 59 w 115"/>
                  <a:gd name="T7" fmla="*/ 84 h 95"/>
                  <a:gd name="T8" fmla="*/ 81 w 115"/>
                  <a:gd name="T9" fmla="*/ 52 h 95"/>
                  <a:gd name="T10" fmla="*/ 111 w 115"/>
                  <a:gd name="T11" fmla="*/ 52 h 95"/>
                  <a:gd name="T12" fmla="*/ 79 w 115"/>
                  <a:gd name="T13" fmla="*/ 27 h 95"/>
                  <a:gd name="T14" fmla="*/ 37 w 115"/>
                  <a:gd name="T15" fmla="*/ 16 h 95"/>
                  <a:gd name="T16" fmla="*/ 12 w 115"/>
                  <a:gd name="T17" fmla="*/ 41 h 95"/>
                  <a:gd name="T18" fmla="*/ 3 w 115"/>
                  <a:gd name="T19" fmla="*/ 53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5" h="95">
                    <a:moveTo>
                      <a:pt x="3" y="53"/>
                    </a:moveTo>
                    <a:cubicBezTo>
                      <a:pt x="5" y="60"/>
                      <a:pt x="14" y="68"/>
                      <a:pt x="26" y="54"/>
                    </a:cubicBezTo>
                    <a:cubicBezTo>
                      <a:pt x="48" y="29"/>
                      <a:pt x="48" y="72"/>
                      <a:pt x="50" y="77"/>
                    </a:cubicBezTo>
                    <a:cubicBezTo>
                      <a:pt x="51" y="81"/>
                      <a:pt x="54" y="95"/>
                      <a:pt x="59" y="84"/>
                    </a:cubicBezTo>
                    <a:cubicBezTo>
                      <a:pt x="63" y="74"/>
                      <a:pt x="70" y="39"/>
                      <a:pt x="81" y="52"/>
                    </a:cubicBezTo>
                    <a:cubicBezTo>
                      <a:pt x="100" y="76"/>
                      <a:pt x="115" y="54"/>
                      <a:pt x="111" y="52"/>
                    </a:cubicBezTo>
                    <a:cubicBezTo>
                      <a:pt x="106" y="51"/>
                      <a:pt x="79" y="37"/>
                      <a:pt x="79" y="27"/>
                    </a:cubicBezTo>
                    <a:cubicBezTo>
                      <a:pt x="79" y="16"/>
                      <a:pt x="42" y="0"/>
                      <a:pt x="37" y="16"/>
                    </a:cubicBezTo>
                    <a:cubicBezTo>
                      <a:pt x="33" y="33"/>
                      <a:pt x="12" y="41"/>
                      <a:pt x="12" y="41"/>
                    </a:cubicBezTo>
                    <a:cubicBezTo>
                      <a:pt x="0" y="44"/>
                      <a:pt x="2" y="45"/>
                      <a:pt x="3" y="5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 sz="1800"/>
              </a:p>
            </p:txBody>
          </p:sp>
          <p:sp>
            <p:nvSpPr>
              <p:cNvPr id="717047" name="Freeform 247">
                <a:extLst>
                  <a:ext uri="{FF2B5EF4-FFF2-40B4-BE49-F238E27FC236}">
                    <a16:creationId xmlns:a16="http://schemas.microsoft.com/office/drawing/2014/main" id="{198D7A6F-EC92-8125-9B83-F2B84F39DB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21" y="1464"/>
                <a:ext cx="329" cy="854"/>
              </a:xfrm>
              <a:custGeom>
                <a:avLst/>
                <a:gdLst>
                  <a:gd name="T0" fmla="*/ 51 w 65"/>
                  <a:gd name="T1" fmla="*/ 40 h 169"/>
                  <a:gd name="T2" fmla="*/ 22 w 65"/>
                  <a:gd name="T3" fmla="*/ 49 h 169"/>
                  <a:gd name="T4" fmla="*/ 22 w 65"/>
                  <a:gd name="T5" fmla="*/ 59 h 169"/>
                  <a:gd name="T6" fmla="*/ 50 w 65"/>
                  <a:gd name="T7" fmla="*/ 90 h 169"/>
                  <a:gd name="T8" fmla="*/ 34 w 65"/>
                  <a:gd name="T9" fmla="*/ 118 h 169"/>
                  <a:gd name="T10" fmla="*/ 0 w 65"/>
                  <a:gd name="T11" fmla="*/ 148 h 169"/>
                  <a:gd name="T12" fmla="*/ 17 w 65"/>
                  <a:gd name="T13" fmla="*/ 155 h 169"/>
                  <a:gd name="T14" fmla="*/ 47 w 65"/>
                  <a:gd name="T15" fmla="*/ 166 h 169"/>
                  <a:gd name="T16" fmla="*/ 63 w 65"/>
                  <a:gd name="T17" fmla="*/ 162 h 169"/>
                  <a:gd name="T18" fmla="*/ 65 w 65"/>
                  <a:gd name="T19" fmla="*/ 0 h 169"/>
                  <a:gd name="T20" fmla="*/ 51 w 65"/>
                  <a:gd name="T21" fmla="*/ 40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5" h="169">
                    <a:moveTo>
                      <a:pt x="51" y="40"/>
                    </a:moveTo>
                    <a:cubicBezTo>
                      <a:pt x="44" y="46"/>
                      <a:pt x="30" y="49"/>
                      <a:pt x="22" y="49"/>
                    </a:cubicBezTo>
                    <a:cubicBezTo>
                      <a:pt x="13" y="48"/>
                      <a:pt x="14" y="56"/>
                      <a:pt x="22" y="59"/>
                    </a:cubicBezTo>
                    <a:cubicBezTo>
                      <a:pt x="30" y="62"/>
                      <a:pt x="49" y="75"/>
                      <a:pt x="50" y="90"/>
                    </a:cubicBezTo>
                    <a:cubicBezTo>
                      <a:pt x="50" y="104"/>
                      <a:pt x="51" y="115"/>
                      <a:pt x="34" y="118"/>
                    </a:cubicBezTo>
                    <a:cubicBezTo>
                      <a:pt x="18" y="122"/>
                      <a:pt x="3" y="124"/>
                      <a:pt x="0" y="148"/>
                    </a:cubicBezTo>
                    <a:cubicBezTo>
                      <a:pt x="0" y="148"/>
                      <a:pt x="10" y="154"/>
                      <a:pt x="17" y="155"/>
                    </a:cubicBezTo>
                    <a:cubicBezTo>
                      <a:pt x="23" y="155"/>
                      <a:pt x="42" y="163"/>
                      <a:pt x="47" y="166"/>
                    </a:cubicBezTo>
                    <a:cubicBezTo>
                      <a:pt x="51" y="169"/>
                      <a:pt x="58" y="167"/>
                      <a:pt x="63" y="162"/>
                    </a:cubicBezTo>
                    <a:lnTo>
                      <a:pt x="65" y="0"/>
                    </a:lnTo>
                    <a:cubicBezTo>
                      <a:pt x="64" y="8"/>
                      <a:pt x="58" y="36"/>
                      <a:pt x="51" y="4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 sz="1800"/>
              </a:p>
            </p:txBody>
          </p:sp>
        </p:grpSp>
      </p:grpSp>
      <p:sp>
        <p:nvSpPr>
          <p:cNvPr id="717048" name="Rectangle 248">
            <a:extLst>
              <a:ext uri="{FF2B5EF4-FFF2-40B4-BE49-F238E27FC236}">
                <a16:creationId xmlns:a16="http://schemas.microsoft.com/office/drawing/2014/main" id="{1EDA1561-46CE-A6E8-7A91-6CBF9EF56A9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97933" y="228600"/>
            <a:ext cx="1138766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717049" name="Rectangle 249">
            <a:extLst>
              <a:ext uri="{FF2B5EF4-FFF2-40B4-BE49-F238E27FC236}">
                <a16:creationId xmlns:a16="http://schemas.microsoft.com/office/drawing/2014/main" id="{2C123ABD-A09E-51D5-DB39-BCBCFC88AAC0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812800" y="1600200"/>
            <a:ext cx="10871200" cy="449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17050" name="Rectangle 250">
            <a:extLst>
              <a:ext uri="{FF2B5EF4-FFF2-40B4-BE49-F238E27FC236}">
                <a16:creationId xmlns:a16="http://schemas.microsoft.com/office/drawing/2014/main" id="{822726E2-D5B3-AB04-6983-8000179360D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97934" y="6245225"/>
            <a:ext cx="3052233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40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717051" name="Rectangle 251">
            <a:extLst>
              <a:ext uri="{FF2B5EF4-FFF2-40B4-BE49-F238E27FC236}">
                <a16:creationId xmlns:a16="http://schemas.microsoft.com/office/drawing/2014/main" id="{150FD294-4B3D-4E8E-9A69-24D36385664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1367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40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717052" name="Rectangle 252">
            <a:extLst>
              <a:ext uri="{FF2B5EF4-FFF2-40B4-BE49-F238E27FC236}">
                <a16:creationId xmlns:a16="http://schemas.microsoft.com/office/drawing/2014/main" id="{BA4BDA46-EC7D-2EA6-7E3C-E83B9F1EEC8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3368" y="6245225"/>
            <a:ext cx="3052233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400">
                <a:latin typeface="+mn-lt"/>
              </a:defRPr>
            </a:lvl1pPr>
          </a:lstStyle>
          <a:p>
            <a:fld id="{F0ADA939-E493-6A48-B724-89A6BA7B738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1158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2"/>
        </a:buClr>
        <a:buSzPct val="85000"/>
        <a:buFont typeface="Wingdings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 2" pitchFamily="2" charset="2"/>
        <a:buChar char="¡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9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2" charset="2"/>
        <a:buChar char="¡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178" name="Rectangle 2">
            <a:extLst>
              <a:ext uri="{FF2B5EF4-FFF2-40B4-BE49-F238E27FC236}">
                <a16:creationId xmlns:a16="http://schemas.microsoft.com/office/drawing/2014/main" id="{7A2CCF0D-E990-F45A-34CD-1C3A7A4FE7C9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 bwMode="auto">
          <a:xfrm>
            <a:off x="402167" y="609600"/>
            <a:ext cx="1138766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690179" name="Rectangle 3">
            <a:extLst>
              <a:ext uri="{FF2B5EF4-FFF2-40B4-BE49-F238E27FC236}">
                <a16:creationId xmlns:a16="http://schemas.microsoft.com/office/drawing/2014/main" id="{54838996-C484-23D2-0C23-31B69C97A199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402167" y="1905001"/>
            <a:ext cx="11387667" cy="419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90180" name="Rectangle 4">
            <a:extLst>
              <a:ext uri="{FF2B5EF4-FFF2-40B4-BE49-F238E27FC236}">
                <a16:creationId xmlns:a16="http://schemas.microsoft.com/office/drawing/2014/main" id="{E1F1393E-A359-A511-9760-CC65AB5686B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02167" y="6245225"/>
            <a:ext cx="3052233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40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690181" name="Rectangle 5">
            <a:extLst>
              <a:ext uri="{FF2B5EF4-FFF2-40B4-BE49-F238E27FC236}">
                <a16:creationId xmlns:a16="http://schemas.microsoft.com/office/drawing/2014/main" id="{5F060D59-A59C-9166-5D6B-DC53F393718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40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690182" name="Rectangle 6">
            <a:extLst>
              <a:ext uri="{FF2B5EF4-FFF2-40B4-BE49-F238E27FC236}">
                <a16:creationId xmlns:a16="http://schemas.microsoft.com/office/drawing/2014/main" id="{D573F5EA-3AFB-BB9D-7C1E-C674747FA05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1" y="6245225"/>
            <a:ext cx="3052233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400">
                <a:latin typeface="+mn-lt"/>
              </a:defRPr>
            </a:lvl1pPr>
          </a:lstStyle>
          <a:p>
            <a:fld id="{5424F24A-3D81-BB4A-8253-361AEAC9FF4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880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itchFamily="2" charset="2"/>
        <a:buChar char="v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itchFamily="2" charset="2"/>
        <a:buChar char="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itchFamily="2" charset="2"/>
        <a:buChar char="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Relationship Id="rId4" Type="http://schemas.openxmlformats.org/officeDocument/2006/relationships/slide" Target="slide10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oleObject" Target="../embeddings/oleObject10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4.bin"/><Relationship Id="rId12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3.bin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12.bin"/><Relationship Id="rId10" Type="http://schemas.openxmlformats.org/officeDocument/2006/relationships/oleObject" Target="../embeddings/oleObject7.bin"/><Relationship Id="rId4" Type="http://schemas.openxmlformats.org/officeDocument/2006/relationships/image" Target="../media/image4.emf"/><Relationship Id="rId9" Type="http://schemas.openxmlformats.org/officeDocument/2006/relationships/oleObject" Target="../embeddings/oleObject6.bin"/><Relationship Id="rId14" Type="http://schemas.openxmlformats.org/officeDocument/2006/relationships/oleObject" Target="../embeddings/oleObject1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13" Type="http://schemas.openxmlformats.org/officeDocument/2006/relationships/oleObject" Target="../embeddings/oleObject23.bin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7.bin"/><Relationship Id="rId12" Type="http://schemas.openxmlformats.org/officeDocument/2006/relationships/oleObject" Target="../embeddings/oleObject22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6.bin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6.bin"/><Relationship Id="rId11" Type="http://schemas.openxmlformats.org/officeDocument/2006/relationships/oleObject" Target="../embeddings/oleObject21.bin"/><Relationship Id="rId5" Type="http://schemas.openxmlformats.org/officeDocument/2006/relationships/oleObject" Target="../embeddings/oleObject15.bin"/><Relationship Id="rId15" Type="http://schemas.openxmlformats.org/officeDocument/2006/relationships/oleObject" Target="../embeddings/oleObject25.bin"/><Relationship Id="rId10" Type="http://schemas.openxmlformats.org/officeDocument/2006/relationships/oleObject" Target="../embeddings/oleObject20.bin"/><Relationship Id="rId4" Type="http://schemas.openxmlformats.org/officeDocument/2006/relationships/image" Target="../media/image4.emf"/><Relationship Id="rId9" Type="http://schemas.openxmlformats.org/officeDocument/2006/relationships/oleObject" Target="../embeddings/oleObject19.bin"/><Relationship Id="rId14" Type="http://schemas.openxmlformats.org/officeDocument/2006/relationships/oleObject" Target="../embeddings/oleObject24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9.e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8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1.jpeg"/><Relationship Id="rId5" Type="http://schemas.openxmlformats.org/officeDocument/2006/relationships/hyperlink" Target="../&#27010;&#29575;&#32479;&#35745;&#30005;&#23376;&#25945;&#26696;.ppt#-1,9,&#31532;&#20845;&#31456;  &#25968;&#29702;&#32479;&#35745;&#30340;&#22522;&#26412;&#27010;&#24565;" TargetMode="External"/><Relationship Id="rId4" Type="http://schemas.openxmlformats.org/officeDocument/2006/relationships/image" Target="../media/image10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Relationship Id="rId5" Type="http://schemas.openxmlformats.org/officeDocument/2006/relationships/slide" Target="slide48.xml"/><Relationship Id="rId4" Type="http://schemas.openxmlformats.org/officeDocument/2006/relationships/slide" Target="slide2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13" Type="http://schemas.openxmlformats.org/officeDocument/2006/relationships/image" Target="../media/image16.emf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12" Type="http://schemas.openxmlformats.org/officeDocument/2006/relationships/oleObject" Target="../embeddings/oleObject3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3.emf"/><Relationship Id="rId11" Type="http://schemas.openxmlformats.org/officeDocument/2006/relationships/oleObject" Target="../embeddings/oleObject34.bin"/><Relationship Id="rId5" Type="http://schemas.openxmlformats.org/officeDocument/2006/relationships/oleObject" Target="../embeddings/oleObject31.bin"/><Relationship Id="rId15" Type="http://schemas.openxmlformats.org/officeDocument/2006/relationships/image" Target="../media/image17.emf"/><Relationship Id="rId10" Type="http://schemas.openxmlformats.org/officeDocument/2006/relationships/image" Target="../media/image15.emf"/><Relationship Id="rId4" Type="http://schemas.openxmlformats.org/officeDocument/2006/relationships/image" Target="../media/image12.emf"/><Relationship Id="rId9" Type="http://schemas.openxmlformats.org/officeDocument/2006/relationships/oleObject" Target="../embeddings/oleObject33.bin"/><Relationship Id="rId14" Type="http://schemas.openxmlformats.org/officeDocument/2006/relationships/oleObject" Target="../embeddings/oleObject36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9.e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18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1.emf"/><Relationship Id="rId5" Type="http://schemas.openxmlformats.org/officeDocument/2006/relationships/oleObject" Target="../embeddings/oleObject40.bin"/><Relationship Id="rId4" Type="http://schemas.openxmlformats.org/officeDocument/2006/relationships/image" Target="../media/image20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13" Type="http://schemas.openxmlformats.org/officeDocument/2006/relationships/oleObject" Target="../embeddings/oleObject46.bin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12" Type="http://schemas.openxmlformats.org/officeDocument/2006/relationships/image" Target="../media/image2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3.emf"/><Relationship Id="rId11" Type="http://schemas.openxmlformats.org/officeDocument/2006/relationships/oleObject" Target="../embeddings/oleObject45.bin"/><Relationship Id="rId5" Type="http://schemas.openxmlformats.org/officeDocument/2006/relationships/oleObject" Target="../embeddings/oleObject42.bin"/><Relationship Id="rId10" Type="http://schemas.openxmlformats.org/officeDocument/2006/relationships/image" Target="../media/image25.emf"/><Relationship Id="rId4" Type="http://schemas.openxmlformats.org/officeDocument/2006/relationships/image" Target="../media/image22.emf"/><Relationship Id="rId9" Type="http://schemas.openxmlformats.org/officeDocument/2006/relationships/oleObject" Target="../embeddings/oleObject44.bin"/><Relationship Id="rId14" Type="http://schemas.openxmlformats.org/officeDocument/2006/relationships/image" Target="../media/image27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13" Type="http://schemas.openxmlformats.org/officeDocument/2006/relationships/oleObject" Target="../embeddings/oleObject52.bin"/><Relationship Id="rId3" Type="http://schemas.openxmlformats.org/officeDocument/2006/relationships/oleObject" Target="../embeddings/oleObject47.bin"/><Relationship Id="rId7" Type="http://schemas.openxmlformats.org/officeDocument/2006/relationships/oleObject" Target="../embeddings/oleObject49.bin"/><Relationship Id="rId12" Type="http://schemas.openxmlformats.org/officeDocument/2006/relationships/image" Target="../media/image3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9.emf"/><Relationship Id="rId11" Type="http://schemas.openxmlformats.org/officeDocument/2006/relationships/oleObject" Target="../embeddings/oleObject51.bin"/><Relationship Id="rId5" Type="http://schemas.openxmlformats.org/officeDocument/2006/relationships/oleObject" Target="../embeddings/oleObject48.bin"/><Relationship Id="rId10" Type="http://schemas.openxmlformats.org/officeDocument/2006/relationships/image" Target="../media/image31.emf"/><Relationship Id="rId4" Type="http://schemas.openxmlformats.org/officeDocument/2006/relationships/image" Target="../media/image28.emf"/><Relationship Id="rId9" Type="http://schemas.openxmlformats.org/officeDocument/2006/relationships/oleObject" Target="../embeddings/oleObject50.bin"/><Relationship Id="rId14" Type="http://schemas.openxmlformats.org/officeDocument/2006/relationships/image" Target="../media/image33.e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3" Type="http://schemas.openxmlformats.org/officeDocument/2006/relationships/oleObject" Target="../embeddings/oleObject53.bin"/><Relationship Id="rId7" Type="http://schemas.openxmlformats.org/officeDocument/2006/relationships/oleObject" Target="../embeddings/oleObject55.bin"/><Relationship Id="rId12" Type="http://schemas.openxmlformats.org/officeDocument/2006/relationships/image" Target="../media/image38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5.emf"/><Relationship Id="rId11" Type="http://schemas.openxmlformats.org/officeDocument/2006/relationships/oleObject" Target="../embeddings/oleObject57.bin"/><Relationship Id="rId5" Type="http://schemas.openxmlformats.org/officeDocument/2006/relationships/oleObject" Target="../embeddings/oleObject54.bin"/><Relationship Id="rId10" Type="http://schemas.openxmlformats.org/officeDocument/2006/relationships/image" Target="../media/image37.emf"/><Relationship Id="rId4" Type="http://schemas.openxmlformats.org/officeDocument/2006/relationships/image" Target="../media/image34.emf"/><Relationship Id="rId9" Type="http://schemas.openxmlformats.org/officeDocument/2006/relationships/oleObject" Target="../embeddings/oleObject56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3" Type="http://schemas.openxmlformats.org/officeDocument/2006/relationships/oleObject" Target="../embeddings/oleObject58.bin"/><Relationship Id="rId7" Type="http://schemas.openxmlformats.org/officeDocument/2006/relationships/oleObject" Target="../embeddings/oleObject60.bin"/><Relationship Id="rId12" Type="http://schemas.openxmlformats.org/officeDocument/2006/relationships/image" Target="../media/image43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0.emf"/><Relationship Id="rId11" Type="http://schemas.openxmlformats.org/officeDocument/2006/relationships/oleObject" Target="../embeddings/oleObject62.bin"/><Relationship Id="rId5" Type="http://schemas.openxmlformats.org/officeDocument/2006/relationships/oleObject" Target="../embeddings/oleObject59.bin"/><Relationship Id="rId10" Type="http://schemas.openxmlformats.org/officeDocument/2006/relationships/image" Target="../media/image42.emf"/><Relationship Id="rId4" Type="http://schemas.openxmlformats.org/officeDocument/2006/relationships/image" Target="../media/image39.emf"/><Relationship Id="rId9" Type="http://schemas.openxmlformats.org/officeDocument/2006/relationships/oleObject" Target="../embeddings/oleObject61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45.emf"/><Relationship Id="rId5" Type="http://schemas.openxmlformats.org/officeDocument/2006/relationships/oleObject" Target="../embeddings/oleObject64.bin"/><Relationship Id="rId4" Type="http://schemas.openxmlformats.org/officeDocument/2006/relationships/image" Target="../media/image44.e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7.bin"/><Relationship Id="rId13" Type="http://schemas.openxmlformats.org/officeDocument/2006/relationships/image" Target="../media/image50.emf"/><Relationship Id="rId18" Type="http://schemas.openxmlformats.org/officeDocument/2006/relationships/oleObject" Target="../embeddings/oleObject72.bin"/><Relationship Id="rId3" Type="http://schemas.openxmlformats.org/officeDocument/2006/relationships/oleObject" Target="../embeddings/oleObject65.bin"/><Relationship Id="rId21" Type="http://schemas.openxmlformats.org/officeDocument/2006/relationships/image" Target="../media/image54.emf"/><Relationship Id="rId7" Type="http://schemas.openxmlformats.org/officeDocument/2006/relationships/image" Target="../media/image57.png"/><Relationship Id="rId12" Type="http://schemas.openxmlformats.org/officeDocument/2006/relationships/oleObject" Target="../embeddings/oleObject69.bin"/><Relationship Id="rId17" Type="http://schemas.openxmlformats.org/officeDocument/2006/relationships/image" Target="../media/image52.emf"/><Relationship Id="rId25" Type="http://schemas.openxmlformats.org/officeDocument/2006/relationships/image" Target="../media/image56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1.bin"/><Relationship Id="rId20" Type="http://schemas.openxmlformats.org/officeDocument/2006/relationships/oleObject" Target="../embeddings/oleObject73.bin"/><Relationship Id="rId1" Type="http://schemas.openxmlformats.org/officeDocument/2006/relationships/vmlDrawing" Target="../drawings/vmlDrawing14.vml"/><Relationship Id="rId6" Type="http://schemas.openxmlformats.org/officeDocument/2006/relationships/image" Target="../media/image47.emf"/><Relationship Id="rId11" Type="http://schemas.openxmlformats.org/officeDocument/2006/relationships/image" Target="../media/image49.emf"/><Relationship Id="rId24" Type="http://schemas.openxmlformats.org/officeDocument/2006/relationships/oleObject" Target="../embeddings/oleObject75.bin"/><Relationship Id="rId5" Type="http://schemas.openxmlformats.org/officeDocument/2006/relationships/oleObject" Target="../embeddings/oleObject66.bin"/><Relationship Id="rId15" Type="http://schemas.openxmlformats.org/officeDocument/2006/relationships/image" Target="../media/image51.emf"/><Relationship Id="rId23" Type="http://schemas.openxmlformats.org/officeDocument/2006/relationships/image" Target="../media/image55.emf"/><Relationship Id="rId10" Type="http://schemas.openxmlformats.org/officeDocument/2006/relationships/oleObject" Target="../embeddings/oleObject68.bin"/><Relationship Id="rId19" Type="http://schemas.openxmlformats.org/officeDocument/2006/relationships/image" Target="../media/image53.emf"/><Relationship Id="rId4" Type="http://schemas.openxmlformats.org/officeDocument/2006/relationships/image" Target="../media/image46.emf"/><Relationship Id="rId9" Type="http://schemas.openxmlformats.org/officeDocument/2006/relationships/image" Target="../media/image48.emf"/><Relationship Id="rId14" Type="http://schemas.openxmlformats.org/officeDocument/2006/relationships/oleObject" Target="../embeddings/oleObject70.bin"/><Relationship Id="rId22" Type="http://schemas.openxmlformats.org/officeDocument/2006/relationships/oleObject" Target="../embeddings/oleObject74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emf"/><Relationship Id="rId3" Type="http://schemas.openxmlformats.org/officeDocument/2006/relationships/oleObject" Target="../embeddings/oleObject76.bin"/><Relationship Id="rId7" Type="http://schemas.openxmlformats.org/officeDocument/2006/relationships/oleObject" Target="../embeddings/oleObject7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59.emf"/><Relationship Id="rId5" Type="http://schemas.openxmlformats.org/officeDocument/2006/relationships/oleObject" Target="../embeddings/oleObject77.bin"/><Relationship Id="rId10" Type="http://schemas.openxmlformats.org/officeDocument/2006/relationships/image" Target="../media/image61.emf"/><Relationship Id="rId4" Type="http://schemas.openxmlformats.org/officeDocument/2006/relationships/image" Target="../media/image58.emf"/><Relationship Id="rId9" Type="http://schemas.openxmlformats.org/officeDocument/2006/relationships/oleObject" Target="../embeddings/oleObject79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emf"/><Relationship Id="rId13" Type="http://schemas.openxmlformats.org/officeDocument/2006/relationships/oleObject" Target="../embeddings/oleObject85.bin"/><Relationship Id="rId3" Type="http://schemas.openxmlformats.org/officeDocument/2006/relationships/oleObject" Target="../embeddings/oleObject80.bin"/><Relationship Id="rId7" Type="http://schemas.openxmlformats.org/officeDocument/2006/relationships/oleObject" Target="../embeddings/oleObject82.bin"/><Relationship Id="rId12" Type="http://schemas.openxmlformats.org/officeDocument/2006/relationships/image" Target="../media/image6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63.emf"/><Relationship Id="rId11" Type="http://schemas.openxmlformats.org/officeDocument/2006/relationships/oleObject" Target="../embeddings/oleObject84.bin"/><Relationship Id="rId5" Type="http://schemas.openxmlformats.org/officeDocument/2006/relationships/oleObject" Target="../embeddings/oleObject81.bin"/><Relationship Id="rId10" Type="http://schemas.openxmlformats.org/officeDocument/2006/relationships/image" Target="../media/image65.emf"/><Relationship Id="rId4" Type="http://schemas.openxmlformats.org/officeDocument/2006/relationships/image" Target="../media/image62.emf"/><Relationship Id="rId9" Type="http://schemas.openxmlformats.org/officeDocument/2006/relationships/oleObject" Target="../embeddings/oleObject83.bin"/><Relationship Id="rId14" Type="http://schemas.openxmlformats.org/officeDocument/2006/relationships/image" Target="../media/image67.e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emf"/><Relationship Id="rId3" Type="http://schemas.openxmlformats.org/officeDocument/2006/relationships/oleObject" Target="../embeddings/oleObject86.bin"/><Relationship Id="rId7" Type="http://schemas.openxmlformats.org/officeDocument/2006/relationships/oleObject" Target="../embeddings/oleObject8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69.emf"/><Relationship Id="rId5" Type="http://schemas.openxmlformats.org/officeDocument/2006/relationships/oleObject" Target="../embeddings/oleObject87.bin"/><Relationship Id="rId4" Type="http://schemas.openxmlformats.org/officeDocument/2006/relationships/image" Target="../media/image68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72.emf"/><Relationship Id="rId5" Type="http://schemas.openxmlformats.org/officeDocument/2006/relationships/oleObject" Target="../embeddings/oleObject90.bin"/><Relationship Id="rId4" Type="http://schemas.openxmlformats.org/officeDocument/2006/relationships/image" Target="../media/image71.e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emf"/><Relationship Id="rId3" Type="http://schemas.openxmlformats.org/officeDocument/2006/relationships/oleObject" Target="../embeddings/oleObject91.bin"/><Relationship Id="rId7" Type="http://schemas.openxmlformats.org/officeDocument/2006/relationships/oleObject" Target="../embeddings/oleObject9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74.emf"/><Relationship Id="rId5" Type="http://schemas.openxmlformats.org/officeDocument/2006/relationships/oleObject" Target="../embeddings/oleObject92.bin"/><Relationship Id="rId4" Type="http://schemas.openxmlformats.org/officeDocument/2006/relationships/image" Target="../media/image73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76.e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emf"/><Relationship Id="rId13" Type="http://schemas.openxmlformats.org/officeDocument/2006/relationships/oleObject" Target="../embeddings/oleObject100.bin"/><Relationship Id="rId3" Type="http://schemas.openxmlformats.org/officeDocument/2006/relationships/oleObject" Target="../embeddings/oleObject95.bin"/><Relationship Id="rId7" Type="http://schemas.openxmlformats.org/officeDocument/2006/relationships/oleObject" Target="../embeddings/oleObject97.bin"/><Relationship Id="rId12" Type="http://schemas.openxmlformats.org/officeDocument/2006/relationships/image" Target="../media/image81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3.e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78.emf"/><Relationship Id="rId11" Type="http://schemas.openxmlformats.org/officeDocument/2006/relationships/oleObject" Target="../embeddings/oleObject99.bin"/><Relationship Id="rId5" Type="http://schemas.openxmlformats.org/officeDocument/2006/relationships/oleObject" Target="../embeddings/oleObject96.bin"/><Relationship Id="rId15" Type="http://schemas.openxmlformats.org/officeDocument/2006/relationships/oleObject" Target="../embeddings/oleObject101.bin"/><Relationship Id="rId10" Type="http://schemas.openxmlformats.org/officeDocument/2006/relationships/image" Target="../media/image80.emf"/><Relationship Id="rId4" Type="http://schemas.openxmlformats.org/officeDocument/2006/relationships/image" Target="../media/image77.emf"/><Relationship Id="rId9" Type="http://schemas.openxmlformats.org/officeDocument/2006/relationships/oleObject" Target="../embeddings/oleObject98.bin"/><Relationship Id="rId14" Type="http://schemas.openxmlformats.org/officeDocument/2006/relationships/image" Target="../media/image82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84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86.emf"/><Relationship Id="rId5" Type="http://schemas.openxmlformats.org/officeDocument/2006/relationships/oleObject" Target="../embeddings/oleObject104.bin"/><Relationship Id="rId4" Type="http://schemas.openxmlformats.org/officeDocument/2006/relationships/image" Target="../media/image85.e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emf"/><Relationship Id="rId3" Type="http://schemas.openxmlformats.org/officeDocument/2006/relationships/oleObject" Target="../embeddings/oleObject105.bin"/><Relationship Id="rId7" Type="http://schemas.openxmlformats.org/officeDocument/2006/relationships/oleObject" Target="../embeddings/oleObject10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88.emf"/><Relationship Id="rId5" Type="http://schemas.openxmlformats.org/officeDocument/2006/relationships/oleObject" Target="../embeddings/oleObject106.bin"/><Relationship Id="rId4" Type="http://schemas.openxmlformats.org/officeDocument/2006/relationships/image" Target="../media/image87.e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emf"/><Relationship Id="rId3" Type="http://schemas.openxmlformats.org/officeDocument/2006/relationships/oleObject" Target="../embeddings/oleObject108.bin"/><Relationship Id="rId7" Type="http://schemas.openxmlformats.org/officeDocument/2006/relationships/oleObject" Target="../embeddings/oleObject1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91.emf"/><Relationship Id="rId5" Type="http://schemas.openxmlformats.org/officeDocument/2006/relationships/oleObject" Target="../embeddings/oleObject109.bin"/><Relationship Id="rId4" Type="http://schemas.openxmlformats.org/officeDocument/2006/relationships/image" Target="../media/image90.e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emf"/><Relationship Id="rId13" Type="http://schemas.openxmlformats.org/officeDocument/2006/relationships/oleObject" Target="../embeddings/oleObject116.bin"/><Relationship Id="rId18" Type="http://schemas.openxmlformats.org/officeDocument/2006/relationships/image" Target="../media/image100.emf"/><Relationship Id="rId26" Type="http://schemas.openxmlformats.org/officeDocument/2006/relationships/image" Target="../media/image104.emf"/><Relationship Id="rId3" Type="http://schemas.openxmlformats.org/officeDocument/2006/relationships/oleObject" Target="../embeddings/oleObject111.bin"/><Relationship Id="rId21" Type="http://schemas.openxmlformats.org/officeDocument/2006/relationships/oleObject" Target="../embeddings/oleObject120.bin"/><Relationship Id="rId7" Type="http://schemas.openxmlformats.org/officeDocument/2006/relationships/oleObject" Target="../embeddings/oleObject113.bin"/><Relationship Id="rId12" Type="http://schemas.openxmlformats.org/officeDocument/2006/relationships/image" Target="../media/image97.emf"/><Relationship Id="rId17" Type="http://schemas.openxmlformats.org/officeDocument/2006/relationships/oleObject" Target="../embeddings/oleObject118.bin"/><Relationship Id="rId25" Type="http://schemas.openxmlformats.org/officeDocument/2006/relationships/oleObject" Target="../embeddings/oleObject12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9.emf"/><Relationship Id="rId20" Type="http://schemas.openxmlformats.org/officeDocument/2006/relationships/image" Target="../media/image101.emf"/><Relationship Id="rId29" Type="http://schemas.openxmlformats.org/officeDocument/2006/relationships/oleObject" Target="../embeddings/oleObject124.bin"/><Relationship Id="rId1" Type="http://schemas.openxmlformats.org/officeDocument/2006/relationships/vmlDrawing" Target="../drawings/vmlDrawing26.vml"/><Relationship Id="rId6" Type="http://schemas.openxmlformats.org/officeDocument/2006/relationships/image" Target="../media/image94.emf"/><Relationship Id="rId11" Type="http://schemas.openxmlformats.org/officeDocument/2006/relationships/oleObject" Target="../embeddings/oleObject115.bin"/><Relationship Id="rId24" Type="http://schemas.openxmlformats.org/officeDocument/2006/relationships/image" Target="../media/image103.emf"/><Relationship Id="rId5" Type="http://schemas.openxmlformats.org/officeDocument/2006/relationships/oleObject" Target="../embeddings/oleObject112.bin"/><Relationship Id="rId15" Type="http://schemas.openxmlformats.org/officeDocument/2006/relationships/oleObject" Target="../embeddings/oleObject117.bin"/><Relationship Id="rId23" Type="http://schemas.openxmlformats.org/officeDocument/2006/relationships/oleObject" Target="../embeddings/oleObject121.bin"/><Relationship Id="rId28" Type="http://schemas.openxmlformats.org/officeDocument/2006/relationships/image" Target="../media/image105.emf"/><Relationship Id="rId10" Type="http://schemas.openxmlformats.org/officeDocument/2006/relationships/image" Target="../media/image96.emf"/><Relationship Id="rId19" Type="http://schemas.openxmlformats.org/officeDocument/2006/relationships/oleObject" Target="../embeddings/oleObject119.bin"/><Relationship Id="rId4" Type="http://schemas.openxmlformats.org/officeDocument/2006/relationships/image" Target="../media/image93.emf"/><Relationship Id="rId9" Type="http://schemas.openxmlformats.org/officeDocument/2006/relationships/oleObject" Target="../embeddings/oleObject114.bin"/><Relationship Id="rId14" Type="http://schemas.openxmlformats.org/officeDocument/2006/relationships/image" Target="../media/image98.emf"/><Relationship Id="rId22" Type="http://schemas.openxmlformats.org/officeDocument/2006/relationships/image" Target="../media/image102.emf"/><Relationship Id="rId27" Type="http://schemas.openxmlformats.org/officeDocument/2006/relationships/oleObject" Target="../embeddings/oleObject123.bin"/><Relationship Id="rId30" Type="http://schemas.openxmlformats.org/officeDocument/2006/relationships/image" Target="../media/image106.e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emf"/><Relationship Id="rId3" Type="http://schemas.openxmlformats.org/officeDocument/2006/relationships/oleObject" Target="../embeddings/oleObject125.bin"/><Relationship Id="rId7" Type="http://schemas.openxmlformats.org/officeDocument/2006/relationships/oleObject" Target="../embeddings/oleObject127.bin"/><Relationship Id="rId12" Type="http://schemas.openxmlformats.org/officeDocument/2006/relationships/image" Target="../media/image111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08.emf"/><Relationship Id="rId11" Type="http://schemas.openxmlformats.org/officeDocument/2006/relationships/oleObject" Target="../embeddings/oleObject129.bin"/><Relationship Id="rId5" Type="http://schemas.openxmlformats.org/officeDocument/2006/relationships/oleObject" Target="../embeddings/oleObject126.bin"/><Relationship Id="rId10" Type="http://schemas.openxmlformats.org/officeDocument/2006/relationships/image" Target="../media/image110.emf"/><Relationship Id="rId4" Type="http://schemas.openxmlformats.org/officeDocument/2006/relationships/image" Target="../media/image107.emf"/><Relationship Id="rId9" Type="http://schemas.openxmlformats.org/officeDocument/2006/relationships/oleObject" Target="../embeddings/oleObject128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emf"/><Relationship Id="rId13" Type="http://schemas.openxmlformats.org/officeDocument/2006/relationships/oleObject" Target="../embeddings/oleObject135.bin"/><Relationship Id="rId3" Type="http://schemas.openxmlformats.org/officeDocument/2006/relationships/oleObject" Target="../embeddings/oleObject130.bin"/><Relationship Id="rId7" Type="http://schemas.openxmlformats.org/officeDocument/2006/relationships/oleObject" Target="../embeddings/oleObject132.bin"/><Relationship Id="rId12" Type="http://schemas.openxmlformats.org/officeDocument/2006/relationships/image" Target="../media/image11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13.emf"/><Relationship Id="rId11" Type="http://schemas.openxmlformats.org/officeDocument/2006/relationships/oleObject" Target="../embeddings/oleObject134.bin"/><Relationship Id="rId5" Type="http://schemas.openxmlformats.org/officeDocument/2006/relationships/oleObject" Target="../embeddings/oleObject131.bin"/><Relationship Id="rId10" Type="http://schemas.openxmlformats.org/officeDocument/2006/relationships/image" Target="../media/image115.emf"/><Relationship Id="rId4" Type="http://schemas.openxmlformats.org/officeDocument/2006/relationships/image" Target="../media/image112.emf"/><Relationship Id="rId9" Type="http://schemas.openxmlformats.org/officeDocument/2006/relationships/oleObject" Target="../embeddings/oleObject133.bin"/><Relationship Id="rId14" Type="http://schemas.openxmlformats.org/officeDocument/2006/relationships/image" Target="../media/image117.e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emf"/><Relationship Id="rId3" Type="http://schemas.openxmlformats.org/officeDocument/2006/relationships/oleObject" Target="../embeddings/oleObject136.bin"/><Relationship Id="rId7" Type="http://schemas.openxmlformats.org/officeDocument/2006/relationships/oleObject" Target="../embeddings/oleObject138.bin"/><Relationship Id="rId12" Type="http://schemas.openxmlformats.org/officeDocument/2006/relationships/image" Target="../media/image12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19.emf"/><Relationship Id="rId11" Type="http://schemas.openxmlformats.org/officeDocument/2006/relationships/oleObject" Target="../embeddings/oleObject140.bin"/><Relationship Id="rId5" Type="http://schemas.openxmlformats.org/officeDocument/2006/relationships/oleObject" Target="../embeddings/oleObject137.bin"/><Relationship Id="rId10" Type="http://schemas.openxmlformats.org/officeDocument/2006/relationships/image" Target="../media/image121.emf"/><Relationship Id="rId4" Type="http://schemas.openxmlformats.org/officeDocument/2006/relationships/image" Target="../media/image118.emf"/><Relationship Id="rId9" Type="http://schemas.openxmlformats.org/officeDocument/2006/relationships/oleObject" Target="../embeddings/oleObject139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emf"/><Relationship Id="rId3" Type="http://schemas.openxmlformats.org/officeDocument/2006/relationships/oleObject" Target="../embeddings/oleObject141.bin"/><Relationship Id="rId7" Type="http://schemas.openxmlformats.org/officeDocument/2006/relationships/oleObject" Target="../embeddings/oleObject143.bin"/><Relationship Id="rId12" Type="http://schemas.openxmlformats.org/officeDocument/2006/relationships/image" Target="../media/image127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24.emf"/><Relationship Id="rId11" Type="http://schemas.openxmlformats.org/officeDocument/2006/relationships/oleObject" Target="../embeddings/oleObject145.bin"/><Relationship Id="rId5" Type="http://schemas.openxmlformats.org/officeDocument/2006/relationships/oleObject" Target="../embeddings/oleObject142.bin"/><Relationship Id="rId10" Type="http://schemas.openxmlformats.org/officeDocument/2006/relationships/image" Target="../media/image126.emf"/><Relationship Id="rId4" Type="http://schemas.openxmlformats.org/officeDocument/2006/relationships/image" Target="../media/image123.emf"/><Relationship Id="rId9" Type="http://schemas.openxmlformats.org/officeDocument/2006/relationships/oleObject" Target="../embeddings/oleObject144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emf"/><Relationship Id="rId13" Type="http://schemas.openxmlformats.org/officeDocument/2006/relationships/oleObject" Target="../embeddings/oleObject151.bin"/><Relationship Id="rId3" Type="http://schemas.openxmlformats.org/officeDocument/2006/relationships/oleObject" Target="../embeddings/oleObject146.bin"/><Relationship Id="rId7" Type="http://schemas.openxmlformats.org/officeDocument/2006/relationships/oleObject" Target="../embeddings/oleObject148.bin"/><Relationship Id="rId12" Type="http://schemas.openxmlformats.org/officeDocument/2006/relationships/image" Target="../media/image13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29.emf"/><Relationship Id="rId11" Type="http://schemas.openxmlformats.org/officeDocument/2006/relationships/oleObject" Target="../embeddings/oleObject150.bin"/><Relationship Id="rId5" Type="http://schemas.openxmlformats.org/officeDocument/2006/relationships/oleObject" Target="../embeddings/oleObject147.bin"/><Relationship Id="rId10" Type="http://schemas.openxmlformats.org/officeDocument/2006/relationships/image" Target="../media/image131.emf"/><Relationship Id="rId4" Type="http://schemas.openxmlformats.org/officeDocument/2006/relationships/image" Target="../media/image128.emf"/><Relationship Id="rId9" Type="http://schemas.openxmlformats.org/officeDocument/2006/relationships/oleObject" Target="../embeddings/oleObject149.bin"/><Relationship Id="rId14" Type="http://schemas.openxmlformats.org/officeDocument/2006/relationships/image" Target="../media/image133.e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emf"/><Relationship Id="rId3" Type="http://schemas.openxmlformats.org/officeDocument/2006/relationships/oleObject" Target="../embeddings/oleObject152.bin"/><Relationship Id="rId7" Type="http://schemas.openxmlformats.org/officeDocument/2006/relationships/oleObject" Target="../embeddings/oleObject15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34.emf"/><Relationship Id="rId5" Type="http://schemas.openxmlformats.org/officeDocument/2006/relationships/oleObject" Target="../embeddings/oleObject153.bin"/><Relationship Id="rId4" Type="http://schemas.openxmlformats.org/officeDocument/2006/relationships/image" Target="../media/image128.e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emf"/><Relationship Id="rId13" Type="http://schemas.openxmlformats.org/officeDocument/2006/relationships/oleObject" Target="../embeddings/oleObject160.bin"/><Relationship Id="rId3" Type="http://schemas.openxmlformats.org/officeDocument/2006/relationships/oleObject" Target="../embeddings/oleObject155.bin"/><Relationship Id="rId7" Type="http://schemas.openxmlformats.org/officeDocument/2006/relationships/oleObject" Target="../embeddings/oleObject157.bin"/><Relationship Id="rId12" Type="http://schemas.openxmlformats.org/officeDocument/2006/relationships/image" Target="../media/image140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137.emf"/><Relationship Id="rId11" Type="http://schemas.openxmlformats.org/officeDocument/2006/relationships/oleObject" Target="../embeddings/oleObject159.bin"/><Relationship Id="rId5" Type="http://schemas.openxmlformats.org/officeDocument/2006/relationships/oleObject" Target="../embeddings/oleObject156.bin"/><Relationship Id="rId10" Type="http://schemas.openxmlformats.org/officeDocument/2006/relationships/image" Target="../media/image139.emf"/><Relationship Id="rId4" Type="http://schemas.openxmlformats.org/officeDocument/2006/relationships/image" Target="../media/image136.emf"/><Relationship Id="rId9" Type="http://schemas.openxmlformats.org/officeDocument/2006/relationships/oleObject" Target="../embeddings/oleObject158.bin"/><Relationship Id="rId14" Type="http://schemas.openxmlformats.org/officeDocument/2006/relationships/image" Target="../media/image141.e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emf"/><Relationship Id="rId13" Type="http://schemas.openxmlformats.org/officeDocument/2006/relationships/oleObject" Target="../embeddings/oleObject166.bin"/><Relationship Id="rId3" Type="http://schemas.openxmlformats.org/officeDocument/2006/relationships/oleObject" Target="../embeddings/oleObject161.bin"/><Relationship Id="rId7" Type="http://schemas.openxmlformats.org/officeDocument/2006/relationships/oleObject" Target="../embeddings/oleObject163.bin"/><Relationship Id="rId12" Type="http://schemas.openxmlformats.org/officeDocument/2006/relationships/image" Target="../media/image14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43.emf"/><Relationship Id="rId11" Type="http://schemas.openxmlformats.org/officeDocument/2006/relationships/oleObject" Target="../embeddings/oleObject165.bin"/><Relationship Id="rId5" Type="http://schemas.openxmlformats.org/officeDocument/2006/relationships/oleObject" Target="../embeddings/oleObject162.bin"/><Relationship Id="rId10" Type="http://schemas.openxmlformats.org/officeDocument/2006/relationships/image" Target="../media/image145.emf"/><Relationship Id="rId4" Type="http://schemas.openxmlformats.org/officeDocument/2006/relationships/image" Target="../media/image142.emf"/><Relationship Id="rId9" Type="http://schemas.openxmlformats.org/officeDocument/2006/relationships/oleObject" Target="../embeddings/oleObject164.bin"/><Relationship Id="rId14" Type="http://schemas.openxmlformats.org/officeDocument/2006/relationships/image" Target="../media/image141.e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emf"/><Relationship Id="rId13" Type="http://schemas.openxmlformats.org/officeDocument/2006/relationships/oleObject" Target="../embeddings/oleObject172.bin"/><Relationship Id="rId3" Type="http://schemas.openxmlformats.org/officeDocument/2006/relationships/oleObject" Target="../embeddings/oleObject167.bin"/><Relationship Id="rId7" Type="http://schemas.openxmlformats.org/officeDocument/2006/relationships/oleObject" Target="../embeddings/oleObject169.bin"/><Relationship Id="rId12" Type="http://schemas.openxmlformats.org/officeDocument/2006/relationships/image" Target="../media/image151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148.emf"/><Relationship Id="rId11" Type="http://schemas.openxmlformats.org/officeDocument/2006/relationships/oleObject" Target="../embeddings/oleObject171.bin"/><Relationship Id="rId5" Type="http://schemas.openxmlformats.org/officeDocument/2006/relationships/oleObject" Target="../embeddings/oleObject168.bin"/><Relationship Id="rId10" Type="http://schemas.openxmlformats.org/officeDocument/2006/relationships/image" Target="../media/image150.emf"/><Relationship Id="rId4" Type="http://schemas.openxmlformats.org/officeDocument/2006/relationships/image" Target="../media/image147.emf"/><Relationship Id="rId9" Type="http://schemas.openxmlformats.org/officeDocument/2006/relationships/oleObject" Target="../embeddings/oleObject170.bin"/><Relationship Id="rId14" Type="http://schemas.openxmlformats.org/officeDocument/2006/relationships/image" Target="../media/image152.e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emf"/><Relationship Id="rId3" Type="http://schemas.openxmlformats.org/officeDocument/2006/relationships/oleObject" Target="../embeddings/oleObject173.bin"/><Relationship Id="rId7" Type="http://schemas.openxmlformats.org/officeDocument/2006/relationships/oleObject" Target="../embeddings/oleObject17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154.emf"/><Relationship Id="rId5" Type="http://schemas.openxmlformats.org/officeDocument/2006/relationships/oleObject" Target="../embeddings/oleObject174.bin"/><Relationship Id="rId10" Type="http://schemas.openxmlformats.org/officeDocument/2006/relationships/image" Target="../media/image156.emf"/><Relationship Id="rId4" Type="http://schemas.openxmlformats.org/officeDocument/2006/relationships/image" Target="../media/image153.emf"/><Relationship Id="rId9" Type="http://schemas.openxmlformats.org/officeDocument/2006/relationships/oleObject" Target="../embeddings/oleObject176.bin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emf"/><Relationship Id="rId13" Type="http://schemas.openxmlformats.org/officeDocument/2006/relationships/oleObject" Target="../embeddings/oleObject182.bin"/><Relationship Id="rId3" Type="http://schemas.openxmlformats.org/officeDocument/2006/relationships/oleObject" Target="../embeddings/oleObject177.bin"/><Relationship Id="rId7" Type="http://schemas.openxmlformats.org/officeDocument/2006/relationships/oleObject" Target="../embeddings/oleObject179.bin"/><Relationship Id="rId12" Type="http://schemas.openxmlformats.org/officeDocument/2006/relationships/image" Target="../media/image161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158.emf"/><Relationship Id="rId11" Type="http://schemas.openxmlformats.org/officeDocument/2006/relationships/oleObject" Target="../embeddings/oleObject181.bin"/><Relationship Id="rId5" Type="http://schemas.openxmlformats.org/officeDocument/2006/relationships/oleObject" Target="../embeddings/oleObject178.bin"/><Relationship Id="rId10" Type="http://schemas.openxmlformats.org/officeDocument/2006/relationships/image" Target="../media/image160.emf"/><Relationship Id="rId4" Type="http://schemas.openxmlformats.org/officeDocument/2006/relationships/image" Target="../media/image157.emf"/><Relationship Id="rId9" Type="http://schemas.openxmlformats.org/officeDocument/2006/relationships/oleObject" Target="../embeddings/oleObject180.bin"/><Relationship Id="rId14" Type="http://schemas.openxmlformats.org/officeDocument/2006/relationships/image" Target="../media/image162.emf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emf"/><Relationship Id="rId3" Type="http://schemas.openxmlformats.org/officeDocument/2006/relationships/oleObject" Target="../embeddings/oleObject183.bin"/><Relationship Id="rId7" Type="http://schemas.openxmlformats.org/officeDocument/2006/relationships/oleObject" Target="../embeddings/oleObject18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164.emf"/><Relationship Id="rId5" Type="http://schemas.openxmlformats.org/officeDocument/2006/relationships/oleObject" Target="../embeddings/oleObject184.bin"/><Relationship Id="rId10" Type="http://schemas.openxmlformats.org/officeDocument/2006/relationships/image" Target="../media/image161.emf"/><Relationship Id="rId4" Type="http://schemas.openxmlformats.org/officeDocument/2006/relationships/image" Target="../media/image163.emf"/><Relationship Id="rId9" Type="http://schemas.openxmlformats.org/officeDocument/2006/relationships/oleObject" Target="../embeddings/oleObject186.bin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emf"/><Relationship Id="rId3" Type="http://schemas.openxmlformats.org/officeDocument/2006/relationships/oleObject" Target="../embeddings/oleObject187.bin"/><Relationship Id="rId7" Type="http://schemas.openxmlformats.org/officeDocument/2006/relationships/oleObject" Target="../embeddings/oleObject189.bin"/><Relationship Id="rId12" Type="http://schemas.openxmlformats.org/officeDocument/2006/relationships/image" Target="../media/image16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167.emf"/><Relationship Id="rId11" Type="http://schemas.openxmlformats.org/officeDocument/2006/relationships/oleObject" Target="../embeddings/oleObject191.bin"/><Relationship Id="rId5" Type="http://schemas.openxmlformats.org/officeDocument/2006/relationships/oleObject" Target="../embeddings/oleObject188.bin"/><Relationship Id="rId10" Type="http://schemas.openxmlformats.org/officeDocument/2006/relationships/image" Target="../media/image169.emf"/><Relationship Id="rId4" Type="http://schemas.openxmlformats.org/officeDocument/2006/relationships/image" Target="../media/image166.emf"/><Relationship Id="rId9" Type="http://schemas.openxmlformats.org/officeDocument/2006/relationships/oleObject" Target="../embeddings/oleObject190.bin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slide" Target="slide67.xml"/><Relationship Id="rId3" Type="http://schemas.openxmlformats.org/officeDocument/2006/relationships/slide" Target="slide58.xml"/><Relationship Id="rId7" Type="http://schemas.openxmlformats.org/officeDocument/2006/relationships/slide" Target="slide65.xml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8.xml"/><Relationship Id="rId6" Type="http://schemas.openxmlformats.org/officeDocument/2006/relationships/slide" Target="slide63.xml"/><Relationship Id="rId5" Type="http://schemas.openxmlformats.org/officeDocument/2006/relationships/slide" Target="slide61.xml"/><Relationship Id="rId4" Type="http://schemas.openxmlformats.org/officeDocument/2006/relationships/slide" Target="slide59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emf"/><Relationship Id="rId3" Type="http://schemas.openxmlformats.org/officeDocument/2006/relationships/oleObject" Target="../embeddings/oleObject192.bin"/><Relationship Id="rId7" Type="http://schemas.openxmlformats.org/officeDocument/2006/relationships/oleObject" Target="../embeddings/oleObject194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171.emf"/><Relationship Id="rId5" Type="http://schemas.openxmlformats.org/officeDocument/2006/relationships/oleObject" Target="../embeddings/oleObject193.bin"/><Relationship Id="rId4" Type="http://schemas.openxmlformats.org/officeDocument/2006/relationships/image" Target="../media/image170.emf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emf"/><Relationship Id="rId3" Type="http://schemas.openxmlformats.org/officeDocument/2006/relationships/oleObject" Target="../embeddings/oleObject195.bin"/><Relationship Id="rId7" Type="http://schemas.openxmlformats.org/officeDocument/2006/relationships/oleObject" Target="../embeddings/oleObject197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174.emf"/><Relationship Id="rId5" Type="http://schemas.openxmlformats.org/officeDocument/2006/relationships/oleObject" Target="../embeddings/oleObject196.bin"/><Relationship Id="rId10" Type="http://schemas.openxmlformats.org/officeDocument/2006/relationships/image" Target="../media/image176.emf"/><Relationship Id="rId4" Type="http://schemas.openxmlformats.org/officeDocument/2006/relationships/image" Target="../media/image173.emf"/><Relationship Id="rId9" Type="http://schemas.openxmlformats.org/officeDocument/2006/relationships/oleObject" Target="../embeddings/oleObject198.bin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emf"/><Relationship Id="rId13" Type="http://schemas.openxmlformats.org/officeDocument/2006/relationships/oleObject" Target="../embeddings/oleObject204.bin"/><Relationship Id="rId18" Type="http://schemas.openxmlformats.org/officeDocument/2006/relationships/image" Target="../media/image184.emf"/><Relationship Id="rId3" Type="http://schemas.openxmlformats.org/officeDocument/2006/relationships/oleObject" Target="../embeddings/oleObject199.bin"/><Relationship Id="rId7" Type="http://schemas.openxmlformats.org/officeDocument/2006/relationships/oleObject" Target="../embeddings/oleObject201.bin"/><Relationship Id="rId12" Type="http://schemas.openxmlformats.org/officeDocument/2006/relationships/image" Target="../media/image181.emf"/><Relationship Id="rId17" Type="http://schemas.openxmlformats.org/officeDocument/2006/relationships/oleObject" Target="../embeddings/oleObject206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83.emf"/><Relationship Id="rId1" Type="http://schemas.openxmlformats.org/officeDocument/2006/relationships/vmlDrawing" Target="../drawings/vmlDrawing42.vml"/><Relationship Id="rId6" Type="http://schemas.openxmlformats.org/officeDocument/2006/relationships/image" Target="../media/image178.emf"/><Relationship Id="rId11" Type="http://schemas.openxmlformats.org/officeDocument/2006/relationships/oleObject" Target="../embeddings/oleObject203.bin"/><Relationship Id="rId5" Type="http://schemas.openxmlformats.org/officeDocument/2006/relationships/oleObject" Target="../embeddings/oleObject200.bin"/><Relationship Id="rId15" Type="http://schemas.openxmlformats.org/officeDocument/2006/relationships/oleObject" Target="../embeddings/oleObject205.bin"/><Relationship Id="rId10" Type="http://schemas.openxmlformats.org/officeDocument/2006/relationships/image" Target="../media/image180.emf"/><Relationship Id="rId4" Type="http://schemas.openxmlformats.org/officeDocument/2006/relationships/image" Target="../media/image177.emf"/><Relationship Id="rId9" Type="http://schemas.openxmlformats.org/officeDocument/2006/relationships/oleObject" Target="../embeddings/oleObject202.bin"/><Relationship Id="rId14" Type="http://schemas.openxmlformats.org/officeDocument/2006/relationships/image" Target="../media/image182.emf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emf"/><Relationship Id="rId13" Type="http://schemas.openxmlformats.org/officeDocument/2006/relationships/oleObject" Target="../embeddings/oleObject212.bin"/><Relationship Id="rId3" Type="http://schemas.openxmlformats.org/officeDocument/2006/relationships/oleObject" Target="../embeddings/oleObject207.bin"/><Relationship Id="rId7" Type="http://schemas.openxmlformats.org/officeDocument/2006/relationships/oleObject" Target="../embeddings/oleObject209.bin"/><Relationship Id="rId12" Type="http://schemas.openxmlformats.org/officeDocument/2006/relationships/image" Target="../media/image189.e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186.emf"/><Relationship Id="rId11" Type="http://schemas.openxmlformats.org/officeDocument/2006/relationships/oleObject" Target="../embeddings/oleObject211.bin"/><Relationship Id="rId5" Type="http://schemas.openxmlformats.org/officeDocument/2006/relationships/oleObject" Target="../embeddings/oleObject208.bin"/><Relationship Id="rId10" Type="http://schemas.openxmlformats.org/officeDocument/2006/relationships/image" Target="../media/image188.emf"/><Relationship Id="rId4" Type="http://schemas.openxmlformats.org/officeDocument/2006/relationships/image" Target="../media/image185.emf"/><Relationship Id="rId9" Type="http://schemas.openxmlformats.org/officeDocument/2006/relationships/oleObject" Target="../embeddings/oleObject210.bin"/><Relationship Id="rId14" Type="http://schemas.openxmlformats.org/officeDocument/2006/relationships/image" Target="../media/image190.emf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emf"/><Relationship Id="rId13" Type="http://schemas.openxmlformats.org/officeDocument/2006/relationships/oleObject" Target="../embeddings/oleObject218.bin"/><Relationship Id="rId18" Type="http://schemas.openxmlformats.org/officeDocument/2006/relationships/image" Target="../media/image197.emf"/><Relationship Id="rId3" Type="http://schemas.openxmlformats.org/officeDocument/2006/relationships/oleObject" Target="../embeddings/oleObject213.bin"/><Relationship Id="rId21" Type="http://schemas.openxmlformats.org/officeDocument/2006/relationships/oleObject" Target="../embeddings/oleObject222.bin"/><Relationship Id="rId7" Type="http://schemas.openxmlformats.org/officeDocument/2006/relationships/oleObject" Target="../embeddings/oleObject215.bin"/><Relationship Id="rId12" Type="http://schemas.openxmlformats.org/officeDocument/2006/relationships/image" Target="../media/image194.emf"/><Relationship Id="rId17" Type="http://schemas.openxmlformats.org/officeDocument/2006/relationships/oleObject" Target="../embeddings/oleObject220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96.emf"/><Relationship Id="rId20" Type="http://schemas.openxmlformats.org/officeDocument/2006/relationships/image" Target="../media/image198.emf"/><Relationship Id="rId1" Type="http://schemas.openxmlformats.org/officeDocument/2006/relationships/vmlDrawing" Target="../drawings/vmlDrawing44.vml"/><Relationship Id="rId6" Type="http://schemas.openxmlformats.org/officeDocument/2006/relationships/image" Target="../media/image190.emf"/><Relationship Id="rId11" Type="http://schemas.openxmlformats.org/officeDocument/2006/relationships/oleObject" Target="../embeddings/oleObject217.bin"/><Relationship Id="rId5" Type="http://schemas.openxmlformats.org/officeDocument/2006/relationships/oleObject" Target="../embeddings/oleObject214.bin"/><Relationship Id="rId15" Type="http://schemas.openxmlformats.org/officeDocument/2006/relationships/oleObject" Target="../embeddings/oleObject219.bin"/><Relationship Id="rId10" Type="http://schemas.openxmlformats.org/officeDocument/2006/relationships/image" Target="../media/image193.emf"/><Relationship Id="rId19" Type="http://schemas.openxmlformats.org/officeDocument/2006/relationships/oleObject" Target="../embeddings/oleObject221.bin"/><Relationship Id="rId4" Type="http://schemas.openxmlformats.org/officeDocument/2006/relationships/image" Target="../media/image191.emf"/><Relationship Id="rId9" Type="http://schemas.openxmlformats.org/officeDocument/2006/relationships/oleObject" Target="../embeddings/oleObject216.bin"/><Relationship Id="rId14" Type="http://schemas.openxmlformats.org/officeDocument/2006/relationships/image" Target="../media/image195.emf"/><Relationship Id="rId22" Type="http://schemas.openxmlformats.org/officeDocument/2006/relationships/image" Target="../media/image199.emf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emf"/><Relationship Id="rId3" Type="http://schemas.openxmlformats.org/officeDocument/2006/relationships/oleObject" Target="../embeddings/oleObject223.bin"/><Relationship Id="rId7" Type="http://schemas.openxmlformats.org/officeDocument/2006/relationships/oleObject" Target="../embeddings/oleObject225.bin"/><Relationship Id="rId12" Type="http://schemas.openxmlformats.org/officeDocument/2006/relationships/image" Target="../media/image204.e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201.emf"/><Relationship Id="rId11" Type="http://schemas.openxmlformats.org/officeDocument/2006/relationships/oleObject" Target="../embeddings/oleObject227.bin"/><Relationship Id="rId5" Type="http://schemas.openxmlformats.org/officeDocument/2006/relationships/oleObject" Target="../embeddings/oleObject224.bin"/><Relationship Id="rId10" Type="http://schemas.openxmlformats.org/officeDocument/2006/relationships/image" Target="../media/image203.emf"/><Relationship Id="rId4" Type="http://schemas.openxmlformats.org/officeDocument/2006/relationships/image" Target="../media/image200.emf"/><Relationship Id="rId9" Type="http://schemas.openxmlformats.org/officeDocument/2006/relationships/oleObject" Target="../embeddings/oleObject226.bin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emf"/><Relationship Id="rId13" Type="http://schemas.openxmlformats.org/officeDocument/2006/relationships/oleObject" Target="../embeddings/oleObject233.bin"/><Relationship Id="rId18" Type="http://schemas.openxmlformats.org/officeDocument/2006/relationships/image" Target="../media/image211.emf"/><Relationship Id="rId3" Type="http://schemas.openxmlformats.org/officeDocument/2006/relationships/oleObject" Target="../embeddings/oleObject228.bin"/><Relationship Id="rId7" Type="http://schemas.openxmlformats.org/officeDocument/2006/relationships/oleObject" Target="../embeddings/oleObject230.bin"/><Relationship Id="rId12" Type="http://schemas.openxmlformats.org/officeDocument/2006/relationships/image" Target="../media/image191.emf"/><Relationship Id="rId17" Type="http://schemas.openxmlformats.org/officeDocument/2006/relationships/oleObject" Target="../embeddings/oleObject235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10.emf"/><Relationship Id="rId1" Type="http://schemas.openxmlformats.org/officeDocument/2006/relationships/vmlDrawing" Target="../drawings/vmlDrawing46.vml"/><Relationship Id="rId6" Type="http://schemas.openxmlformats.org/officeDocument/2006/relationships/image" Target="../media/image206.emf"/><Relationship Id="rId11" Type="http://schemas.openxmlformats.org/officeDocument/2006/relationships/oleObject" Target="../embeddings/oleObject232.bin"/><Relationship Id="rId5" Type="http://schemas.openxmlformats.org/officeDocument/2006/relationships/oleObject" Target="../embeddings/oleObject229.bin"/><Relationship Id="rId15" Type="http://schemas.openxmlformats.org/officeDocument/2006/relationships/oleObject" Target="../embeddings/oleObject234.bin"/><Relationship Id="rId10" Type="http://schemas.openxmlformats.org/officeDocument/2006/relationships/image" Target="../media/image208.emf"/><Relationship Id="rId4" Type="http://schemas.openxmlformats.org/officeDocument/2006/relationships/image" Target="../media/image205.emf"/><Relationship Id="rId9" Type="http://schemas.openxmlformats.org/officeDocument/2006/relationships/oleObject" Target="../embeddings/oleObject231.bin"/><Relationship Id="rId14" Type="http://schemas.openxmlformats.org/officeDocument/2006/relationships/image" Target="../media/image209.emf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1.emf"/><Relationship Id="rId13" Type="http://schemas.openxmlformats.org/officeDocument/2006/relationships/oleObject" Target="../embeddings/oleObject241.bin"/><Relationship Id="rId18" Type="http://schemas.openxmlformats.org/officeDocument/2006/relationships/image" Target="../media/image218.emf"/><Relationship Id="rId3" Type="http://schemas.openxmlformats.org/officeDocument/2006/relationships/oleObject" Target="../embeddings/oleObject236.bin"/><Relationship Id="rId7" Type="http://schemas.openxmlformats.org/officeDocument/2006/relationships/oleObject" Target="../embeddings/oleObject238.bin"/><Relationship Id="rId12" Type="http://schemas.openxmlformats.org/officeDocument/2006/relationships/image" Target="../media/image215.emf"/><Relationship Id="rId17" Type="http://schemas.openxmlformats.org/officeDocument/2006/relationships/oleObject" Target="../embeddings/oleObject243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17.emf"/><Relationship Id="rId1" Type="http://schemas.openxmlformats.org/officeDocument/2006/relationships/vmlDrawing" Target="../drawings/vmlDrawing47.vml"/><Relationship Id="rId6" Type="http://schemas.openxmlformats.org/officeDocument/2006/relationships/image" Target="../media/image213.emf"/><Relationship Id="rId11" Type="http://schemas.openxmlformats.org/officeDocument/2006/relationships/oleObject" Target="../embeddings/oleObject240.bin"/><Relationship Id="rId5" Type="http://schemas.openxmlformats.org/officeDocument/2006/relationships/oleObject" Target="../embeddings/oleObject237.bin"/><Relationship Id="rId15" Type="http://schemas.openxmlformats.org/officeDocument/2006/relationships/oleObject" Target="../embeddings/oleObject242.bin"/><Relationship Id="rId10" Type="http://schemas.openxmlformats.org/officeDocument/2006/relationships/image" Target="../media/image214.emf"/><Relationship Id="rId4" Type="http://schemas.openxmlformats.org/officeDocument/2006/relationships/image" Target="../media/image212.emf"/><Relationship Id="rId9" Type="http://schemas.openxmlformats.org/officeDocument/2006/relationships/oleObject" Target="../embeddings/oleObject239.bin"/><Relationship Id="rId14" Type="http://schemas.openxmlformats.org/officeDocument/2006/relationships/image" Target="../media/image216.emf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5.emf"/><Relationship Id="rId13" Type="http://schemas.openxmlformats.org/officeDocument/2006/relationships/oleObject" Target="../embeddings/oleObject249.bin"/><Relationship Id="rId18" Type="http://schemas.openxmlformats.org/officeDocument/2006/relationships/image" Target="../media/image225.emf"/><Relationship Id="rId3" Type="http://schemas.openxmlformats.org/officeDocument/2006/relationships/oleObject" Target="../embeddings/oleObject244.bin"/><Relationship Id="rId7" Type="http://schemas.openxmlformats.org/officeDocument/2006/relationships/oleObject" Target="../embeddings/oleObject246.bin"/><Relationship Id="rId12" Type="http://schemas.openxmlformats.org/officeDocument/2006/relationships/image" Target="../media/image222.emf"/><Relationship Id="rId17" Type="http://schemas.openxmlformats.org/officeDocument/2006/relationships/oleObject" Target="../embeddings/oleObject251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24.emf"/><Relationship Id="rId20" Type="http://schemas.openxmlformats.org/officeDocument/2006/relationships/image" Target="../media/image226.emf"/><Relationship Id="rId1" Type="http://schemas.openxmlformats.org/officeDocument/2006/relationships/vmlDrawing" Target="../drawings/vmlDrawing48.vml"/><Relationship Id="rId6" Type="http://schemas.openxmlformats.org/officeDocument/2006/relationships/image" Target="../media/image220.emf"/><Relationship Id="rId11" Type="http://schemas.openxmlformats.org/officeDocument/2006/relationships/oleObject" Target="../embeddings/oleObject248.bin"/><Relationship Id="rId5" Type="http://schemas.openxmlformats.org/officeDocument/2006/relationships/oleObject" Target="../embeddings/oleObject245.bin"/><Relationship Id="rId15" Type="http://schemas.openxmlformats.org/officeDocument/2006/relationships/oleObject" Target="../embeddings/oleObject250.bin"/><Relationship Id="rId10" Type="http://schemas.openxmlformats.org/officeDocument/2006/relationships/image" Target="../media/image221.emf"/><Relationship Id="rId19" Type="http://schemas.openxmlformats.org/officeDocument/2006/relationships/oleObject" Target="../embeddings/oleObject252.bin"/><Relationship Id="rId4" Type="http://schemas.openxmlformats.org/officeDocument/2006/relationships/image" Target="../media/image219.emf"/><Relationship Id="rId9" Type="http://schemas.openxmlformats.org/officeDocument/2006/relationships/oleObject" Target="../embeddings/oleObject247.bin"/><Relationship Id="rId14" Type="http://schemas.openxmlformats.org/officeDocument/2006/relationships/image" Target="../media/image223.emf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8.emf"/><Relationship Id="rId13" Type="http://schemas.openxmlformats.org/officeDocument/2006/relationships/oleObject" Target="../embeddings/oleObject258.bin"/><Relationship Id="rId3" Type="http://schemas.openxmlformats.org/officeDocument/2006/relationships/oleObject" Target="../embeddings/oleObject253.bin"/><Relationship Id="rId7" Type="http://schemas.openxmlformats.org/officeDocument/2006/relationships/oleObject" Target="../embeddings/oleObject255.bin"/><Relationship Id="rId12" Type="http://schemas.openxmlformats.org/officeDocument/2006/relationships/image" Target="../media/image230.e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32.emf"/><Relationship Id="rId1" Type="http://schemas.openxmlformats.org/officeDocument/2006/relationships/vmlDrawing" Target="../drawings/vmlDrawing49.vml"/><Relationship Id="rId6" Type="http://schemas.openxmlformats.org/officeDocument/2006/relationships/image" Target="../media/image201.emf"/><Relationship Id="rId11" Type="http://schemas.openxmlformats.org/officeDocument/2006/relationships/oleObject" Target="../embeddings/oleObject257.bin"/><Relationship Id="rId5" Type="http://schemas.openxmlformats.org/officeDocument/2006/relationships/oleObject" Target="../embeddings/oleObject254.bin"/><Relationship Id="rId15" Type="http://schemas.openxmlformats.org/officeDocument/2006/relationships/oleObject" Target="../embeddings/oleObject259.bin"/><Relationship Id="rId10" Type="http://schemas.openxmlformats.org/officeDocument/2006/relationships/image" Target="../media/image229.emf"/><Relationship Id="rId4" Type="http://schemas.openxmlformats.org/officeDocument/2006/relationships/image" Target="../media/image227.emf"/><Relationship Id="rId9" Type="http://schemas.openxmlformats.org/officeDocument/2006/relationships/oleObject" Target="../embeddings/oleObject256.bin"/><Relationship Id="rId14" Type="http://schemas.openxmlformats.org/officeDocument/2006/relationships/image" Target="../media/image231.emf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5.emf"/><Relationship Id="rId13" Type="http://schemas.openxmlformats.org/officeDocument/2006/relationships/oleObject" Target="../embeddings/oleObject265.bin"/><Relationship Id="rId18" Type="http://schemas.openxmlformats.org/officeDocument/2006/relationships/image" Target="../media/image240.emf"/><Relationship Id="rId3" Type="http://schemas.openxmlformats.org/officeDocument/2006/relationships/oleObject" Target="../embeddings/oleObject260.bin"/><Relationship Id="rId21" Type="http://schemas.openxmlformats.org/officeDocument/2006/relationships/oleObject" Target="../embeddings/oleObject269.bin"/><Relationship Id="rId7" Type="http://schemas.openxmlformats.org/officeDocument/2006/relationships/oleObject" Target="../embeddings/oleObject262.bin"/><Relationship Id="rId12" Type="http://schemas.openxmlformats.org/officeDocument/2006/relationships/image" Target="../media/image237.emf"/><Relationship Id="rId17" Type="http://schemas.openxmlformats.org/officeDocument/2006/relationships/oleObject" Target="../embeddings/oleObject267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39.emf"/><Relationship Id="rId20" Type="http://schemas.openxmlformats.org/officeDocument/2006/relationships/image" Target="../media/image191.emf"/><Relationship Id="rId1" Type="http://schemas.openxmlformats.org/officeDocument/2006/relationships/vmlDrawing" Target="../drawings/vmlDrawing50.vml"/><Relationship Id="rId6" Type="http://schemas.openxmlformats.org/officeDocument/2006/relationships/image" Target="../media/image234.emf"/><Relationship Id="rId11" Type="http://schemas.openxmlformats.org/officeDocument/2006/relationships/oleObject" Target="../embeddings/oleObject264.bin"/><Relationship Id="rId24" Type="http://schemas.openxmlformats.org/officeDocument/2006/relationships/image" Target="../media/image242.emf"/><Relationship Id="rId5" Type="http://schemas.openxmlformats.org/officeDocument/2006/relationships/oleObject" Target="../embeddings/oleObject261.bin"/><Relationship Id="rId15" Type="http://schemas.openxmlformats.org/officeDocument/2006/relationships/oleObject" Target="../embeddings/oleObject266.bin"/><Relationship Id="rId23" Type="http://schemas.openxmlformats.org/officeDocument/2006/relationships/oleObject" Target="../embeddings/oleObject270.bin"/><Relationship Id="rId10" Type="http://schemas.openxmlformats.org/officeDocument/2006/relationships/image" Target="../media/image236.emf"/><Relationship Id="rId19" Type="http://schemas.openxmlformats.org/officeDocument/2006/relationships/oleObject" Target="../embeddings/oleObject268.bin"/><Relationship Id="rId4" Type="http://schemas.openxmlformats.org/officeDocument/2006/relationships/image" Target="../media/image233.emf"/><Relationship Id="rId9" Type="http://schemas.openxmlformats.org/officeDocument/2006/relationships/oleObject" Target="../embeddings/oleObject263.bin"/><Relationship Id="rId14" Type="http://schemas.openxmlformats.org/officeDocument/2006/relationships/image" Target="../media/image238.emf"/><Relationship Id="rId22" Type="http://schemas.openxmlformats.org/officeDocument/2006/relationships/image" Target="../media/image241.emf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emf"/><Relationship Id="rId13" Type="http://schemas.openxmlformats.org/officeDocument/2006/relationships/oleObject" Target="../embeddings/oleObject276.bin"/><Relationship Id="rId18" Type="http://schemas.openxmlformats.org/officeDocument/2006/relationships/oleObject" Target="../embeddings/oleObject279.bin"/><Relationship Id="rId26" Type="http://schemas.openxmlformats.org/officeDocument/2006/relationships/oleObject" Target="../embeddings/oleObject283.bin"/><Relationship Id="rId3" Type="http://schemas.openxmlformats.org/officeDocument/2006/relationships/oleObject" Target="../embeddings/oleObject271.bin"/><Relationship Id="rId21" Type="http://schemas.openxmlformats.org/officeDocument/2006/relationships/image" Target="../media/image251.emf"/><Relationship Id="rId34" Type="http://schemas.openxmlformats.org/officeDocument/2006/relationships/oleObject" Target="../embeddings/oleObject287.bin"/><Relationship Id="rId7" Type="http://schemas.openxmlformats.org/officeDocument/2006/relationships/oleObject" Target="../embeddings/oleObject273.bin"/><Relationship Id="rId12" Type="http://schemas.openxmlformats.org/officeDocument/2006/relationships/image" Target="../media/image247.emf"/><Relationship Id="rId17" Type="http://schemas.openxmlformats.org/officeDocument/2006/relationships/image" Target="../media/image249.emf"/><Relationship Id="rId25" Type="http://schemas.openxmlformats.org/officeDocument/2006/relationships/image" Target="../media/image253.emf"/><Relationship Id="rId33" Type="http://schemas.openxmlformats.org/officeDocument/2006/relationships/image" Target="../media/image257.emf"/><Relationship Id="rId2" Type="http://schemas.openxmlformats.org/officeDocument/2006/relationships/slideLayout" Target="../slideLayouts/slideLayout18.xml"/><Relationship Id="rId16" Type="http://schemas.openxmlformats.org/officeDocument/2006/relationships/oleObject" Target="../embeddings/oleObject278.bin"/><Relationship Id="rId20" Type="http://schemas.openxmlformats.org/officeDocument/2006/relationships/oleObject" Target="../embeddings/oleObject280.bin"/><Relationship Id="rId29" Type="http://schemas.openxmlformats.org/officeDocument/2006/relationships/image" Target="../media/image255.emf"/><Relationship Id="rId1" Type="http://schemas.openxmlformats.org/officeDocument/2006/relationships/vmlDrawing" Target="../drawings/vmlDrawing51.vml"/><Relationship Id="rId6" Type="http://schemas.openxmlformats.org/officeDocument/2006/relationships/image" Target="../media/image244.emf"/><Relationship Id="rId11" Type="http://schemas.openxmlformats.org/officeDocument/2006/relationships/oleObject" Target="../embeddings/oleObject275.bin"/><Relationship Id="rId24" Type="http://schemas.openxmlformats.org/officeDocument/2006/relationships/oleObject" Target="../embeddings/oleObject282.bin"/><Relationship Id="rId32" Type="http://schemas.openxmlformats.org/officeDocument/2006/relationships/oleObject" Target="../embeddings/oleObject286.bin"/><Relationship Id="rId37" Type="http://schemas.openxmlformats.org/officeDocument/2006/relationships/image" Target="../media/image259.emf"/><Relationship Id="rId5" Type="http://schemas.openxmlformats.org/officeDocument/2006/relationships/oleObject" Target="../embeddings/oleObject272.bin"/><Relationship Id="rId15" Type="http://schemas.openxmlformats.org/officeDocument/2006/relationships/image" Target="../media/image248.emf"/><Relationship Id="rId23" Type="http://schemas.openxmlformats.org/officeDocument/2006/relationships/image" Target="../media/image252.emf"/><Relationship Id="rId28" Type="http://schemas.openxmlformats.org/officeDocument/2006/relationships/oleObject" Target="../embeddings/oleObject284.bin"/><Relationship Id="rId36" Type="http://schemas.openxmlformats.org/officeDocument/2006/relationships/oleObject" Target="../embeddings/oleObject288.bin"/><Relationship Id="rId10" Type="http://schemas.openxmlformats.org/officeDocument/2006/relationships/image" Target="../media/image246.emf"/><Relationship Id="rId19" Type="http://schemas.openxmlformats.org/officeDocument/2006/relationships/image" Target="../media/image250.emf"/><Relationship Id="rId31" Type="http://schemas.openxmlformats.org/officeDocument/2006/relationships/image" Target="../media/image256.emf"/><Relationship Id="rId4" Type="http://schemas.openxmlformats.org/officeDocument/2006/relationships/image" Target="../media/image243.emf"/><Relationship Id="rId9" Type="http://schemas.openxmlformats.org/officeDocument/2006/relationships/oleObject" Target="../embeddings/oleObject274.bin"/><Relationship Id="rId14" Type="http://schemas.openxmlformats.org/officeDocument/2006/relationships/oleObject" Target="../embeddings/oleObject277.bin"/><Relationship Id="rId22" Type="http://schemas.openxmlformats.org/officeDocument/2006/relationships/oleObject" Target="../embeddings/oleObject281.bin"/><Relationship Id="rId27" Type="http://schemas.openxmlformats.org/officeDocument/2006/relationships/image" Target="../media/image254.emf"/><Relationship Id="rId30" Type="http://schemas.openxmlformats.org/officeDocument/2006/relationships/oleObject" Target="../embeddings/oleObject285.bin"/><Relationship Id="rId35" Type="http://schemas.openxmlformats.org/officeDocument/2006/relationships/image" Target="../media/image258.emf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2.emf"/><Relationship Id="rId13" Type="http://schemas.openxmlformats.org/officeDocument/2006/relationships/image" Target="../media/image264.emf"/><Relationship Id="rId18" Type="http://schemas.openxmlformats.org/officeDocument/2006/relationships/oleObject" Target="../embeddings/oleObject297.bin"/><Relationship Id="rId26" Type="http://schemas.openxmlformats.org/officeDocument/2006/relationships/oleObject" Target="../embeddings/oleObject301.bin"/><Relationship Id="rId3" Type="http://schemas.openxmlformats.org/officeDocument/2006/relationships/oleObject" Target="../embeddings/oleObject289.bin"/><Relationship Id="rId21" Type="http://schemas.openxmlformats.org/officeDocument/2006/relationships/image" Target="../media/image268.emf"/><Relationship Id="rId7" Type="http://schemas.openxmlformats.org/officeDocument/2006/relationships/oleObject" Target="../embeddings/oleObject291.bin"/><Relationship Id="rId12" Type="http://schemas.openxmlformats.org/officeDocument/2006/relationships/oleObject" Target="../embeddings/oleObject294.bin"/><Relationship Id="rId17" Type="http://schemas.openxmlformats.org/officeDocument/2006/relationships/image" Target="../media/image266.emf"/><Relationship Id="rId25" Type="http://schemas.openxmlformats.org/officeDocument/2006/relationships/image" Target="../media/image270.emf"/><Relationship Id="rId2" Type="http://schemas.openxmlformats.org/officeDocument/2006/relationships/slideLayout" Target="../slideLayouts/slideLayout18.xml"/><Relationship Id="rId16" Type="http://schemas.openxmlformats.org/officeDocument/2006/relationships/oleObject" Target="../embeddings/oleObject296.bin"/><Relationship Id="rId20" Type="http://schemas.openxmlformats.org/officeDocument/2006/relationships/oleObject" Target="../embeddings/oleObject298.bin"/><Relationship Id="rId29" Type="http://schemas.openxmlformats.org/officeDocument/2006/relationships/image" Target="../media/image272.emf"/><Relationship Id="rId1" Type="http://schemas.openxmlformats.org/officeDocument/2006/relationships/vmlDrawing" Target="../drawings/vmlDrawing52.vml"/><Relationship Id="rId6" Type="http://schemas.openxmlformats.org/officeDocument/2006/relationships/image" Target="../media/image261.emf"/><Relationship Id="rId11" Type="http://schemas.openxmlformats.org/officeDocument/2006/relationships/image" Target="../media/image263.emf"/><Relationship Id="rId24" Type="http://schemas.openxmlformats.org/officeDocument/2006/relationships/oleObject" Target="../embeddings/oleObject300.bin"/><Relationship Id="rId5" Type="http://schemas.openxmlformats.org/officeDocument/2006/relationships/oleObject" Target="../embeddings/oleObject290.bin"/><Relationship Id="rId15" Type="http://schemas.openxmlformats.org/officeDocument/2006/relationships/image" Target="../media/image265.emf"/><Relationship Id="rId23" Type="http://schemas.openxmlformats.org/officeDocument/2006/relationships/image" Target="../media/image269.emf"/><Relationship Id="rId28" Type="http://schemas.openxmlformats.org/officeDocument/2006/relationships/oleObject" Target="../embeddings/oleObject302.bin"/><Relationship Id="rId10" Type="http://schemas.openxmlformats.org/officeDocument/2006/relationships/oleObject" Target="../embeddings/oleObject293.bin"/><Relationship Id="rId19" Type="http://schemas.openxmlformats.org/officeDocument/2006/relationships/image" Target="../media/image267.emf"/><Relationship Id="rId4" Type="http://schemas.openxmlformats.org/officeDocument/2006/relationships/image" Target="../media/image260.emf"/><Relationship Id="rId9" Type="http://schemas.openxmlformats.org/officeDocument/2006/relationships/oleObject" Target="../embeddings/oleObject292.bin"/><Relationship Id="rId14" Type="http://schemas.openxmlformats.org/officeDocument/2006/relationships/oleObject" Target="../embeddings/oleObject295.bin"/><Relationship Id="rId22" Type="http://schemas.openxmlformats.org/officeDocument/2006/relationships/oleObject" Target="../embeddings/oleObject299.bin"/><Relationship Id="rId27" Type="http://schemas.openxmlformats.org/officeDocument/2006/relationships/image" Target="../media/image271.emf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5.emf"/><Relationship Id="rId13" Type="http://schemas.openxmlformats.org/officeDocument/2006/relationships/oleObject" Target="../embeddings/oleObject308.bin"/><Relationship Id="rId18" Type="http://schemas.openxmlformats.org/officeDocument/2006/relationships/image" Target="../media/image280.emf"/><Relationship Id="rId3" Type="http://schemas.openxmlformats.org/officeDocument/2006/relationships/oleObject" Target="../embeddings/oleObject303.bin"/><Relationship Id="rId7" Type="http://schemas.openxmlformats.org/officeDocument/2006/relationships/oleObject" Target="../embeddings/oleObject305.bin"/><Relationship Id="rId12" Type="http://schemas.openxmlformats.org/officeDocument/2006/relationships/image" Target="../media/image277.emf"/><Relationship Id="rId17" Type="http://schemas.openxmlformats.org/officeDocument/2006/relationships/oleObject" Target="../embeddings/oleObject310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79.emf"/><Relationship Id="rId20" Type="http://schemas.openxmlformats.org/officeDocument/2006/relationships/image" Target="../media/image11.jpeg"/><Relationship Id="rId1" Type="http://schemas.openxmlformats.org/officeDocument/2006/relationships/vmlDrawing" Target="../drawings/vmlDrawing53.vml"/><Relationship Id="rId6" Type="http://schemas.openxmlformats.org/officeDocument/2006/relationships/image" Target="../media/image274.emf"/><Relationship Id="rId11" Type="http://schemas.openxmlformats.org/officeDocument/2006/relationships/oleObject" Target="../embeddings/oleObject307.bin"/><Relationship Id="rId5" Type="http://schemas.openxmlformats.org/officeDocument/2006/relationships/oleObject" Target="../embeddings/oleObject304.bin"/><Relationship Id="rId15" Type="http://schemas.openxmlformats.org/officeDocument/2006/relationships/oleObject" Target="../embeddings/oleObject309.bin"/><Relationship Id="rId10" Type="http://schemas.openxmlformats.org/officeDocument/2006/relationships/image" Target="../media/image276.emf"/><Relationship Id="rId19" Type="http://schemas.openxmlformats.org/officeDocument/2006/relationships/hyperlink" Target="../&#27010;&#29575;&#32479;&#35745;&#30005;&#23376;&#25945;&#26696;.ppt#6. &#31532;&#22235;&#31456;  &#38543;&#26426;&#21464;&#37327;&#30340;&#25968;&#23383;&#29305;&#24449;" TargetMode="External"/><Relationship Id="rId4" Type="http://schemas.openxmlformats.org/officeDocument/2006/relationships/image" Target="../media/image273.emf"/><Relationship Id="rId9" Type="http://schemas.openxmlformats.org/officeDocument/2006/relationships/oleObject" Target="../embeddings/oleObject306.bin"/><Relationship Id="rId14" Type="http://schemas.openxmlformats.org/officeDocument/2006/relationships/image" Target="../media/image27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546" name="Rectangle 2">
            <a:extLst>
              <a:ext uri="{FF2B5EF4-FFF2-40B4-BE49-F238E27FC236}">
                <a16:creationId xmlns:a16="http://schemas.microsoft.com/office/drawing/2014/main" id="{191E9A9D-6368-9BD4-B69D-264E8C0758BD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640014" y="2133600"/>
            <a:ext cx="6696075" cy="1944688"/>
          </a:xfrm>
        </p:spPr>
        <p:txBody>
          <a:bodyPr/>
          <a:lstStyle/>
          <a:p>
            <a:r>
              <a:rPr lang="en-US" altLang="zh-CN"/>
              <a:t> </a:t>
            </a:r>
            <a:r>
              <a:rPr lang="zh-CN" altLang="en-US"/>
              <a:t>数理统计</a:t>
            </a:r>
            <a:br>
              <a:rPr lang="zh-CN" altLang="en-US"/>
            </a:br>
            <a:r>
              <a:rPr lang="zh-CN" altLang="en-US"/>
              <a:t>    </a:t>
            </a:r>
            <a:r>
              <a:rPr lang="en-US" altLang="zh-CN"/>
              <a:t>Mathematical  Statistics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570" name="Rectangle 2">
            <a:extLst>
              <a:ext uri="{FF2B5EF4-FFF2-40B4-BE49-F238E27FC236}">
                <a16:creationId xmlns:a16="http://schemas.microsoft.com/office/drawing/2014/main" id="{D9AE1C1F-69A9-3491-F07A-D058190F91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2176" y="1844675"/>
            <a:ext cx="6780213" cy="1308884"/>
          </a:xfrm>
          <a:prstGeom prst="rect">
            <a:avLst/>
          </a:prstGeom>
          <a:solidFill>
            <a:srgbClr val="CC99FF">
              <a:alpha val="39999"/>
            </a:srgbClr>
          </a:solidFill>
          <a:ln w="9525">
            <a:solidFill>
              <a:srgbClr val="FF99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对随机现象进行观测、试验，以取得有代表性的观测值</a:t>
            </a:r>
          </a:p>
        </p:txBody>
      </p:sp>
      <p:sp>
        <p:nvSpPr>
          <p:cNvPr id="621571" name="Rectangle 3">
            <a:extLst>
              <a:ext uri="{FF2B5EF4-FFF2-40B4-BE49-F238E27FC236}">
                <a16:creationId xmlns:a16="http://schemas.microsoft.com/office/drawing/2014/main" id="{733E4F18-FE88-0524-B917-BCB6C61126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3613" y="4076700"/>
            <a:ext cx="6627812" cy="2025650"/>
          </a:xfrm>
          <a:prstGeom prst="rect">
            <a:avLst/>
          </a:prstGeom>
          <a:solidFill>
            <a:srgbClr val="CC99FF">
              <a:alpha val="39999"/>
            </a:srgbClr>
          </a:solidFill>
          <a:ln w="9525">
            <a:solidFill>
              <a:srgbClr val="FF99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对已取得的观测值进行整理、分析</a:t>
            </a: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作出推断、决策</a:t>
            </a: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从而找出所研究的对象的规律性</a:t>
            </a:r>
          </a:p>
        </p:txBody>
      </p:sp>
      <p:grpSp>
        <p:nvGrpSpPr>
          <p:cNvPr id="621572" name="Group 4">
            <a:extLst>
              <a:ext uri="{FF2B5EF4-FFF2-40B4-BE49-F238E27FC236}">
                <a16:creationId xmlns:a16="http://schemas.microsoft.com/office/drawing/2014/main" id="{DAFCFC4A-AF94-9C3E-B665-D9A85385DC1E}"/>
              </a:ext>
            </a:extLst>
          </p:cNvPr>
          <p:cNvGrpSpPr>
            <a:grpSpLocks/>
          </p:cNvGrpSpPr>
          <p:nvPr/>
        </p:nvGrpSpPr>
        <p:grpSpPr bwMode="auto">
          <a:xfrm>
            <a:off x="1847850" y="1125539"/>
            <a:ext cx="3849688" cy="4899025"/>
            <a:chOff x="336" y="994"/>
            <a:chExt cx="2425" cy="3086"/>
          </a:xfrm>
        </p:grpSpPr>
        <p:sp>
          <p:nvSpPr>
            <p:cNvPr id="621573" name="Text Box 5">
              <a:extLst>
                <a:ext uri="{FF2B5EF4-FFF2-40B4-BE49-F238E27FC236}">
                  <a16:creationId xmlns:a16="http://schemas.microsoft.com/office/drawing/2014/main" id="{34A37F57-57DE-FDC0-575E-AEAAB6A727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1304"/>
              <a:ext cx="375" cy="2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32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数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32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理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32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统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32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计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32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的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32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分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32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类</a:t>
              </a:r>
            </a:p>
          </p:txBody>
        </p:sp>
        <p:sp>
          <p:nvSpPr>
            <p:cNvPr id="621574" name="AutoShape 6">
              <a:extLst>
                <a:ext uri="{FF2B5EF4-FFF2-40B4-BE49-F238E27FC236}">
                  <a16:creationId xmlns:a16="http://schemas.microsoft.com/office/drawing/2014/main" id="{28E85186-D145-916F-252C-3FCAE4878974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" y="1104"/>
              <a:ext cx="288" cy="2976"/>
            </a:xfrm>
            <a:prstGeom prst="leftBrace">
              <a:avLst>
                <a:gd name="adj1" fmla="val 86111"/>
                <a:gd name="adj2" fmla="val 50000"/>
              </a:avLst>
            </a:prstGeom>
            <a:noFill/>
            <a:ln w="38100">
              <a:solidFill>
                <a:srgbClr val="FF0066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21575" name="Text Box 7">
              <a:extLst>
                <a:ext uri="{FF2B5EF4-FFF2-40B4-BE49-F238E27FC236}">
                  <a16:creationId xmlns:a16="http://schemas.microsoft.com/office/drawing/2014/main" id="{4058B7D4-F3A9-F6BF-659A-63C2236442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6" y="994"/>
              <a:ext cx="1561" cy="40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3600" b="1">
                  <a:solidFill>
                    <a:srgbClr val="FF0066"/>
                  </a:solidFill>
                  <a:latin typeface="楷体_GB2312" pitchFamily="49" charset="-122"/>
                  <a:ea typeface="楷体_GB2312" pitchFamily="49" charset="-122"/>
                </a:rPr>
                <a:t>描述统计学</a:t>
              </a:r>
              <a:endPara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21576" name="Text Box 8">
              <a:extLst>
                <a:ext uri="{FF2B5EF4-FFF2-40B4-BE49-F238E27FC236}">
                  <a16:creationId xmlns:a16="http://schemas.microsoft.com/office/drawing/2014/main" id="{17A9BC60-6FB2-7DF8-27D0-1B542E0F00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2386"/>
              <a:ext cx="1561" cy="40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3600" b="1">
                  <a:solidFill>
                    <a:srgbClr val="FF0066"/>
                  </a:solidFill>
                  <a:latin typeface="楷体_GB2312" pitchFamily="49" charset="-122"/>
                  <a:ea typeface="楷体_GB2312" pitchFamily="49" charset="-122"/>
                </a:rPr>
                <a:t>推断统计学</a:t>
              </a:r>
              <a:endPara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621577" name="Rectangle 9">
            <a:extLst>
              <a:ext uri="{FF2B5EF4-FFF2-40B4-BE49-F238E27FC236}">
                <a16:creationId xmlns:a16="http://schemas.microsoft.com/office/drawing/2014/main" id="{B84DF1E8-09AE-5E19-8BE4-66C37385AC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1451" y="260351"/>
            <a:ext cx="54721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第一节    基本概念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215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215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215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215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21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621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621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621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1570" grpId="0" animBg="1"/>
      <p:bldP spid="621571" grpId="0" animBg="1"/>
      <p:bldP spid="62157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539" name="Picture 3">
            <a:extLst>
              <a:ext uri="{FF2B5EF4-FFF2-40B4-BE49-F238E27FC236}">
                <a16:creationId xmlns:a16="http://schemas.microsoft.com/office/drawing/2014/main" id="{34E04978-8910-05E4-A2B4-A2D934FF1F8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113" y="1484313"/>
            <a:ext cx="457200" cy="239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540" name="Picture 4">
            <a:extLst>
              <a:ext uri="{FF2B5EF4-FFF2-40B4-BE49-F238E27FC236}">
                <a16:creationId xmlns:a16="http://schemas.microsoft.com/office/drawing/2014/main" id="{A121C707-06A4-891D-59BB-76B79082BEA8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650" y="2924176"/>
            <a:ext cx="457200" cy="239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3543" name="Rectangle 7">
            <a:extLst>
              <a:ext uri="{FF2B5EF4-FFF2-40B4-BE49-F238E27FC236}">
                <a16:creationId xmlns:a16="http://schemas.microsoft.com/office/drawing/2014/main" id="{4070D30E-743C-F77C-15B7-E4A00F409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1813" y="1268413"/>
            <a:ext cx="44640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600" b="1">
                <a:solidFill>
                  <a:srgbClr val="FF33CC"/>
                </a:solidFill>
                <a:latin typeface="Arial" panose="020B0604020202020204" pitchFamily="34" charset="0"/>
                <a:ea typeface="宋体" panose="02010600030101010101" pitchFamily="2" charset="-122"/>
                <a:hlinkClick r:id="rId3" action="ppaction://hlinksldjump"/>
              </a:rPr>
              <a:t>一、总体和个体</a:t>
            </a:r>
            <a:endParaRPr kumimoji="1" lang="zh-CN" altLang="en-US" sz="3600" b="1">
              <a:solidFill>
                <a:srgbClr val="FF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3544" name="Rectangle 8">
            <a:extLst>
              <a:ext uri="{FF2B5EF4-FFF2-40B4-BE49-F238E27FC236}">
                <a16:creationId xmlns:a16="http://schemas.microsoft.com/office/drawing/2014/main" id="{E547DDF0-11C9-8D3F-FF56-7E66BEAEB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7350" y="2636838"/>
            <a:ext cx="647223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600" b="1">
                <a:solidFill>
                  <a:srgbClr val="FF33CC"/>
                </a:solidFill>
                <a:latin typeface="宋体" panose="02010600030101010101" pitchFamily="2" charset="-122"/>
                <a:ea typeface="宋体" panose="02010600030101010101" pitchFamily="2" charset="-122"/>
                <a:hlinkClick r:id="rId4" action="ppaction://hlinksldjump"/>
              </a:rPr>
              <a:t>二、样本  简单随机样本</a:t>
            </a:r>
            <a:endParaRPr kumimoji="1" lang="zh-CN" altLang="en-US" sz="3600" b="1">
              <a:solidFill>
                <a:srgbClr val="FF33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93545" name="Picture 9">
            <a:extLst>
              <a:ext uri="{FF2B5EF4-FFF2-40B4-BE49-F238E27FC236}">
                <a16:creationId xmlns:a16="http://schemas.microsoft.com/office/drawing/2014/main" id="{B7AAD5D2-0170-1618-F00E-8C292F2D7BA8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088" y="4005263"/>
            <a:ext cx="457200" cy="239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3546" name="Rectangle 10">
            <a:extLst>
              <a:ext uri="{FF2B5EF4-FFF2-40B4-BE49-F238E27FC236}">
                <a16:creationId xmlns:a16="http://schemas.microsoft.com/office/drawing/2014/main" id="{69FF7EC1-E8B2-AFFA-0A61-5752A12B3E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7351" y="3716338"/>
            <a:ext cx="66960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600" b="1">
                <a:solidFill>
                  <a:srgbClr val="FF33CC"/>
                </a:solidFill>
                <a:latin typeface="Times New Roman" panose="02020603050405020304" pitchFamily="18" charset="0"/>
                <a:ea typeface="宋体" panose="02010600030101010101" pitchFamily="2" charset="-122"/>
                <a:hlinkClick r:id="rId4" action="ppaction://hlinksldjump"/>
              </a:rPr>
              <a:t>三、抽样分布基本定理</a:t>
            </a:r>
            <a:endParaRPr kumimoji="1" lang="zh-CN" altLang="en-US" sz="3600" b="1">
              <a:solidFill>
                <a:srgbClr val="FF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9" name="Rectangle 3">
            <a:extLst>
              <a:ext uri="{FF2B5EF4-FFF2-40B4-BE49-F238E27FC236}">
                <a16:creationId xmlns:a16="http://schemas.microsoft.com/office/drawing/2014/main" id="{9E88E31C-6D7B-FFDA-8F02-FDAC89BBC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404813"/>
            <a:ext cx="44640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600" b="1">
                <a:solidFill>
                  <a:srgbClr val="FF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一、总体和个体</a:t>
            </a:r>
          </a:p>
        </p:txBody>
      </p:sp>
      <p:sp>
        <p:nvSpPr>
          <p:cNvPr id="178180" name="Text Box 4">
            <a:extLst>
              <a:ext uri="{FF2B5EF4-FFF2-40B4-BE49-F238E27FC236}">
                <a16:creationId xmlns:a16="http://schemas.microsoft.com/office/drawing/2014/main" id="{14A4F127-00EE-7B09-4ACD-C872C859A2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8" y="1341438"/>
            <a:ext cx="7620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一个统计问题总有它明确的研究对象</a:t>
            </a: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grpSp>
        <p:nvGrpSpPr>
          <p:cNvPr id="178181" name="Group 5">
            <a:extLst>
              <a:ext uri="{FF2B5EF4-FFF2-40B4-BE49-F238E27FC236}">
                <a16:creationId xmlns:a16="http://schemas.microsoft.com/office/drawing/2014/main" id="{859ABDFF-CE73-92F2-183C-12859EB0ECBC}"/>
              </a:ext>
            </a:extLst>
          </p:cNvPr>
          <p:cNvGrpSpPr>
            <a:grpSpLocks/>
          </p:cNvGrpSpPr>
          <p:nvPr/>
        </p:nvGrpSpPr>
        <p:grpSpPr bwMode="auto">
          <a:xfrm>
            <a:off x="4032250" y="4076701"/>
            <a:ext cx="3792538" cy="2138363"/>
            <a:chOff x="621" y="2112"/>
            <a:chExt cx="1662" cy="1531"/>
          </a:xfrm>
        </p:grpSpPr>
        <p:graphicFrame>
          <p:nvGraphicFramePr>
            <p:cNvPr id="178182" name="Object 6">
              <a:extLst>
                <a:ext uri="{FF2B5EF4-FFF2-40B4-BE49-F238E27FC236}">
                  <a16:creationId xmlns:a16="http://schemas.microsoft.com/office/drawing/2014/main" id="{FFDC2A65-4202-ABE4-12A8-C4BDB33D0D1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98" y="2571"/>
            <a:ext cx="213" cy="4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6" name="剪辑" r:id="rId3" imgW="14274800" imgH="25692100" progId="MS_ClipArt_Gallery.2">
                    <p:embed/>
                  </p:oleObj>
                </mc:Choice>
                <mc:Fallback>
                  <p:oleObj name="剪辑" r:id="rId3" imgW="14274800" imgH="25692100" progId="MS_ClipArt_Gallery.2">
                    <p:embed/>
                    <p:pic>
                      <p:nvPicPr>
                        <p:cNvPr id="178182" name="Object 6">
                          <a:extLst>
                            <a:ext uri="{FF2B5EF4-FFF2-40B4-BE49-F238E27FC236}">
                              <a16:creationId xmlns:a16="http://schemas.microsoft.com/office/drawing/2014/main" id="{FFDC2A65-4202-ABE4-12A8-C4BDB33D0D1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8" y="2571"/>
                          <a:ext cx="213" cy="471"/>
                        </a:xfrm>
                        <a:prstGeom prst="rect">
                          <a:avLst/>
                        </a:prstGeom>
                        <a:solidFill>
                          <a:srgbClr val="FFFF99">
                            <a:alpha val="45000"/>
                          </a:srgbClr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8183" name="Object 7">
              <a:extLst>
                <a:ext uri="{FF2B5EF4-FFF2-40B4-BE49-F238E27FC236}">
                  <a16:creationId xmlns:a16="http://schemas.microsoft.com/office/drawing/2014/main" id="{7EC9CD9F-428A-49F8-DBAD-D37A50C8D37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15" y="2602"/>
            <a:ext cx="213" cy="4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7" name="剪辑" r:id="rId5" imgW="14274800" imgH="25692100" progId="MS_ClipArt_Gallery.2">
                    <p:embed/>
                  </p:oleObj>
                </mc:Choice>
                <mc:Fallback>
                  <p:oleObj name="剪辑" r:id="rId5" imgW="14274800" imgH="25692100" progId="MS_ClipArt_Gallery.2">
                    <p:embed/>
                    <p:pic>
                      <p:nvPicPr>
                        <p:cNvPr id="178183" name="Object 7">
                          <a:extLst>
                            <a:ext uri="{FF2B5EF4-FFF2-40B4-BE49-F238E27FC236}">
                              <a16:creationId xmlns:a16="http://schemas.microsoft.com/office/drawing/2014/main" id="{7EC9CD9F-428A-49F8-DBAD-D37A50C8D37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5" y="2602"/>
                          <a:ext cx="213" cy="470"/>
                        </a:xfrm>
                        <a:prstGeom prst="rect">
                          <a:avLst/>
                        </a:prstGeom>
                        <a:solidFill>
                          <a:srgbClr val="FFFF99">
                            <a:alpha val="45000"/>
                          </a:srgbClr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8184" name="Object 8">
              <a:extLst>
                <a:ext uri="{FF2B5EF4-FFF2-40B4-BE49-F238E27FC236}">
                  <a16:creationId xmlns:a16="http://schemas.microsoft.com/office/drawing/2014/main" id="{697471B9-7C12-DF57-AC00-54FAD5871F5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65" y="2560"/>
            <a:ext cx="213" cy="4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8" name="剪辑" r:id="rId6" imgW="14274800" imgH="25692100" progId="MS_ClipArt_Gallery.2">
                    <p:embed/>
                  </p:oleObj>
                </mc:Choice>
                <mc:Fallback>
                  <p:oleObj name="剪辑" r:id="rId6" imgW="14274800" imgH="25692100" progId="MS_ClipArt_Gallery.2">
                    <p:embed/>
                    <p:pic>
                      <p:nvPicPr>
                        <p:cNvPr id="178184" name="Object 8">
                          <a:extLst>
                            <a:ext uri="{FF2B5EF4-FFF2-40B4-BE49-F238E27FC236}">
                              <a16:creationId xmlns:a16="http://schemas.microsoft.com/office/drawing/2014/main" id="{697471B9-7C12-DF57-AC00-54FAD5871F5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65" y="2560"/>
                          <a:ext cx="213" cy="470"/>
                        </a:xfrm>
                        <a:prstGeom prst="rect">
                          <a:avLst/>
                        </a:prstGeom>
                        <a:solidFill>
                          <a:srgbClr val="FFFF99">
                            <a:alpha val="45000"/>
                          </a:srgbClr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8185" name="Object 9">
              <a:extLst>
                <a:ext uri="{FF2B5EF4-FFF2-40B4-BE49-F238E27FC236}">
                  <a16:creationId xmlns:a16="http://schemas.microsoft.com/office/drawing/2014/main" id="{120EA92D-9B7B-CA38-5D31-4A28A73A08E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72" y="2112"/>
            <a:ext cx="213" cy="4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9" name="剪辑" r:id="rId7" imgW="14274800" imgH="25692100" progId="MS_ClipArt_Gallery.2">
                    <p:embed/>
                  </p:oleObj>
                </mc:Choice>
                <mc:Fallback>
                  <p:oleObj name="剪辑" r:id="rId7" imgW="14274800" imgH="25692100" progId="MS_ClipArt_Gallery.2">
                    <p:embed/>
                    <p:pic>
                      <p:nvPicPr>
                        <p:cNvPr id="178185" name="Object 9">
                          <a:extLst>
                            <a:ext uri="{FF2B5EF4-FFF2-40B4-BE49-F238E27FC236}">
                              <a16:creationId xmlns:a16="http://schemas.microsoft.com/office/drawing/2014/main" id="{120EA92D-9B7B-CA38-5D31-4A28A73A08E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2112"/>
                          <a:ext cx="213" cy="470"/>
                        </a:xfrm>
                        <a:prstGeom prst="rect">
                          <a:avLst/>
                        </a:prstGeom>
                        <a:solidFill>
                          <a:srgbClr val="FFFF99">
                            <a:alpha val="45000"/>
                          </a:srgbClr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8186" name="Object 10">
              <a:extLst>
                <a:ext uri="{FF2B5EF4-FFF2-40B4-BE49-F238E27FC236}">
                  <a16:creationId xmlns:a16="http://schemas.microsoft.com/office/drawing/2014/main" id="{857477A8-AB9C-3F2F-6208-41DBE6EC3E2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11" y="2112"/>
            <a:ext cx="213" cy="4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0" name="剪辑" r:id="rId8" imgW="14274800" imgH="25692100" progId="MS_ClipArt_Gallery.2">
                    <p:embed/>
                  </p:oleObj>
                </mc:Choice>
                <mc:Fallback>
                  <p:oleObj name="剪辑" r:id="rId8" imgW="14274800" imgH="25692100" progId="MS_ClipArt_Gallery.2">
                    <p:embed/>
                    <p:pic>
                      <p:nvPicPr>
                        <p:cNvPr id="178186" name="Object 10">
                          <a:extLst>
                            <a:ext uri="{FF2B5EF4-FFF2-40B4-BE49-F238E27FC236}">
                              <a16:creationId xmlns:a16="http://schemas.microsoft.com/office/drawing/2014/main" id="{857477A8-AB9C-3F2F-6208-41DBE6EC3E2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1" y="2112"/>
                          <a:ext cx="213" cy="470"/>
                        </a:xfrm>
                        <a:prstGeom prst="rect">
                          <a:avLst/>
                        </a:prstGeom>
                        <a:solidFill>
                          <a:srgbClr val="FFFF99">
                            <a:alpha val="45000"/>
                          </a:srgbClr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8187" name="Object 11">
              <a:extLst>
                <a:ext uri="{FF2B5EF4-FFF2-40B4-BE49-F238E27FC236}">
                  <a16:creationId xmlns:a16="http://schemas.microsoft.com/office/drawing/2014/main" id="{5B710C3F-5500-890F-E818-208AD96FEB6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99" y="2112"/>
            <a:ext cx="213" cy="4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1" name="剪辑" r:id="rId9" imgW="14274800" imgH="25692100" progId="MS_ClipArt_Gallery.2">
                    <p:embed/>
                  </p:oleObj>
                </mc:Choice>
                <mc:Fallback>
                  <p:oleObj name="剪辑" r:id="rId9" imgW="14274800" imgH="25692100" progId="MS_ClipArt_Gallery.2">
                    <p:embed/>
                    <p:pic>
                      <p:nvPicPr>
                        <p:cNvPr id="178187" name="Object 11">
                          <a:extLst>
                            <a:ext uri="{FF2B5EF4-FFF2-40B4-BE49-F238E27FC236}">
                              <a16:creationId xmlns:a16="http://schemas.microsoft.com/office/drawing/2014/main" id="{5B710C3F-5500-890F-E818-208AD96FEB6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9" y="2112"/>
                          <a:ext cx="213" cy="470"/>
                        </a:xfrm>
                        <a:prstGeom prst="rect">
                          <a:avLst/>
                        </a:prstGeom>
                        <a:solidFill>
                          <a:srgbClr val="FFFF99">
                            <a:alpha val="45000"/>
                          </a:srgbClr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8188" name="Object 12">
              <a:extLst>
                <a:ext uri="{FF2B5EF4-FFF2-40B4-BE49-F238E27FC236}">
                  <a16:creationId xmlns:a16="http://schemas.microsoft.com/office/drawing/2014/main" id="{AA06853F-F9F8-F4D0-64F6-95532C7F9C3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26" y="2112"/>
            <a:ext cx="213" cy="4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2" name="剪辑" r:id="rId10" imgW="14274800" imgH="25692100" progId="MS_ClipArt_Gallery.2">
                    <p:embed/>
                  </p:oleObj>
                </mc:Choice>
                <mc:Fallback>
                  <p:oleObj name="剪辑" r:id="rId10" imgW="14274800" imgH="25692100" progId="MS_ClipArt_Gallery.2">
                    <p:embed/>
                    <p:pic>
                      <p:nvPicPr>
                        <p:cNvPr id="178188" name="Object 12">
                          <a:extLst>
                            <a:ext uri="{FF2B5EF4-FFF2-40B4-BE49-F238E27FC236}">
                              <a16:creationId xmlns:a16="http://schemas.microsoft.com/office/drawing/2014/main" id="{AA06853F-F9F8-F4D0-64F6-95532C7F9C3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26" y="2112"/>
                          <a:ext cx="213" cy="470"/>
                        </a:xfrm>
                        <a:prstGeom prst="rect">
                          <a:avLst/>
                        </a:prstGeom>
                        <a:solidFill>
                          <a:srgbClr val="FFFF99">
                            <a:alpha val="45000"/>
                          </a:srgbClr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8189" name="Object 13">
              <a:extLst>
                <a:ext uri="{FF2B5EF4-FFF2-40B4-BE49-F238E27FC236}">
                  <a16:creationId xmlns:a16="http://schemas.microsoft.com/office/drawing/2014/main" id="{9716836E-AFD1-9815-EDB6-38E62EB13DA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88" y="2112"/>
            <a:ext cx="213" cy="4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3" name="剪辑" r:id="rId11" imgW="14274800" imgH="25692100" progId="MS_ClipArt_Gallery.2">
                    <p:embed/>
                  </p:oleObj>
                </mc:Choice>
                <mc:Fallback>
                  <p:oleObj name="剪辑" r:id="rId11" imgW="14274800" imgH="25692100" progId="MS_ClipArt_Gallery.2">
                    <p:embed/>
                    <p:pic>
                      <p:nvPicPr>
                        <p:cNvPr id="178189" name="Object 13">
                          <a:extLst>
                            <a:ext uri="{FF2B5EF4-FFF2-40B4-BE49-F238E27FC236}">
                              <a16:creationId xmlns:a16="http://schemas.microsoft.com/office/drawing/2014/main" id="{9716836E-AFD1-9815-EDB6-38E62EB13DA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8" y="2112"/>
                          <a:ext cx="213" cy="470"/>
                        </a:xfrm>
                        <a:prstGeom prst="rect">
                          <a:avLst/>
                        </a:prstGeom>
                        <a:solidFill>
                          <a:srgbClr val="FFFF99">
                            <a:alpha val="45000"/>
                          </a:srgbClr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8190" name="Object 14">
              <a:extLst>
                <a:ext uri="{FF2B5EF4-FFF2-40B4-BE49-F238E27FC236}">
                  <a16:creationId xmlns:a16="http://schemas.microsoft.com/office/drawing/2014/main" id="{DCBB94EB-11F2-5DE2-2D3E-5FB939615ED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49" y="2112"/>
            <a:ext cx="213" cy="4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4" name="剪辑" r:id="rId12" imgW="14274800" imgH="25692100" progId="MS_ClipArt_Gallery.2">
                    <p:embed/>
                  </p:oleObj>
                </mc:Choice>
                <mc:Fallback>
                  <p:oleObj name="剪辑" r:id="rId12" imgW="14274800" imgH="25692100" progId="MS_ClipArt_Gallery.2">
                    <p:embed/>
                    <p:pic>
                      <p:nvPicPr>
                        <p:cNvPr id="178190" name="Object 14">
                          <a:extLst>
                            <a:ext uri="{FF2B5EF4-FFF2-40B4-BE49-F238E27FC236}">
                              <a16:creationId xmlns:a16="http://schemas.microsoft.com/office/drawing/2014/main" id="{DCBB94EB-11F2-5DE2-2D3E-5FB939615ED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9" y="2112"/>
                          <a:ext cx="213" cy="470"/>
                        </a:xfrm>
                        <a:prstGeom prst="rect">
                          <a:avLst/>
                        </a:prstGeom>
                        <a:solidFill>
                          <a:srgbClr val="FFFF99">
                            <a:alpha val="45000"/>
                          </a:srgbClr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8191" name="Object 15">
              <a:extLst>
                <a:ext uri="{FF2B5EF4-FFF2-40B4-BE49-F238E27FC236}">
                  <a16:creationId xmlns:a16="http://schemas.microsoft.com/office/drawing/2014/main" id="{1D8CCED8-1CA9-4555-CB27-9D7CABE38CD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88" y="2560"/>
            <a:ext cx="213" cy="4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5" name="剪辑" r:id="rId13" imgW="14274800" imgH="25692100" progId="MS_ClipArt_Gallery.2">
                    <p:embed/>
                  </p:oleObj>
                </mc:Choice>
                <mc:Fallback>
                  <p:oleObj name="剪辑" r:id="rId13" imgW="14274800" imgH="25692100" progId="MS_ClipArt_Gallery.2">
                    <p:embed/>
                    <p:pic>
                      <p:nvPicPr>
                        <p:cNvPr id="178191" name="Object 15">
                          <a:extLst>
                            <a:ext uri="{FF2B5EF4-FFF2-40B4-BE49-F238E27FC236}">
                              <a16:creationId xmlns:a16="http://schemas.microsoft.com/office/drawing/2014/main" id="{1D8CCED8-1CA9-4555-CB27-9D7CABE38CD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8" y="2560"/>
                          <a:ext cx="213" cy="470"/>
                        </a:xfrm>
                        <a:prstGeom prst="rect">
                          <a:avLst/>
                        </a:prstGeom>
                        <a:solidFill>
                          <a:srgbClr val="FFFF99">
                            <a:alpha val="45000"/>
                          </a:srgbClr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8192" name="Object 16">
              <a:extLst>
                <a:ext uri="{FF2B5EF4-FFF2-40B4-BE49-F238E27FC236}">
                  <a16:creationId xmlns:a16="http://schemas.microsoft.com/office/drawing/2014/main" id="{2459B4C3-5675-47CC-F4DA-D1446077767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26" y="2560"/>
            <a:ext cx="213" cy="4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6" name="剪辑" r:id="rId14" imgW="14274800" imgH="25692100" progId="MS_ClipArt_Gallery.2">
                    <p:embed/>
                  </p:oleObj>
                </mc:Choice>
                <mc:Fallback>
                  <p:oleObj name="剪辑" r:id="rId14" imgW="14274800" imgH="25692100" progId="MS_ClipArt_Gallery.2">
                    <p:embed/>
                    <p:pic>
                      <p:nvPicPr>
                        <p:cNvPr id="178192" name="Object 16">
                          <a:extLst>
                            <a:ext uri="{FF2B5EF4-FFF2-40B4-BE49-F238E27FC236}">
                              <a16:creationId xmlns:a16="http://schemas.microsoft.com/office/drawing/2014/main" id="{2459B4C3-5675-47CC-F4DA-D1446077767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26" y="2560"/>
                          <a:ext cx="213" cy="470"/>
                        </a:xfrm>
                        <a:prstGeom prst="rect">
                          <a:avLst/>
                        </a:prstGeom>
                        <a:solidFill>
                          <a:srgbClr val="FFFF99">
                            <a:alpha val="45000"/>
                          </a:srgbClr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8193" name="Object 17">
              <a:extLst>
                <a:ext uri="{FF2B5EF4-FFF2-40B4-BE49-F238E27FC236}">
                  <a16:creationId xmlns:a16="http://schemas.microsoft.com/office/drawing/2014/main" id="{638BCC37-5534-7449-276E-BFAD183AD3E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19" y="2560"/>
            <a:ext cx="213" cy="4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7" name="剪辑" r:id="rId15" imgW="14274800" imgH="25692100" progId="MS_ClipArt_Gallery.2">
                    <p:embed/>
                  </p:oleObj>
                </mc:Choice>
                <mc:Fallback>
                  <p:oleObj name="剪辑" r:id="rId15" imgW="14274800" imgH="25692100" progId="MS_ClipArt_Gallery.2">
                    <p:embed/>
                    <p:pic>
                      <p:nvPicPr>
                        <p:cNvPr id="178193" name="Object 17">
                          <a:extLst>
                            <a:ext uri="{FF2B5EF4-FFF2-40B4-BE49-F238E27FC236}">
                              <a16:creationId xmlns:a16="http://schemas.microsoft.com/office/drawing/2014/main" id="{638BCC37-5534-7449-276E-BFAD183AD3E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9" y="2560"/>
                          <a:ext cx="213" cy="470"/>
                        </a:xfrm>
                        <a:prstGeom prst="rect">
                          <a:avLst/>
                        </a:prstGeom>
                        <a:solidFill>
                          <a:srgbClr val="FFFF99">
                            <a:alpha val="45000"/>
                          </a:srgbClr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8194" name="Rectangle 18">
              <a:extLst>
                <a:ext uri="{FF2B5EF4-FFF2-40B4-BE49-F238E27FC236}">
                  <a16:creationId xmlns:a16="http://schemas.microsoft.com/office/drawing/2014/main" id="{DEDEFA4E-A71C-F916-3C36-87CB07EEFD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0" y="2903"/>
              <a:ext cx="259" cy="415"/>
            </a:xfrm>
            <a:prstGeom prst="rect">
              <a:avLst/>
            </a:prstGeom>
            <a:solidFill>
              <a:srgbClr val="FFFF99">
                <a:alpha val="45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32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…</a:t>
              </a:r>
            </a:p>
          </p:txBody>
        </p:sp>
        <p:sp>
          <p:nvSpPr>
            <p:cNvPr id="178195" name="Rectangle 19">
              <a:extLst>
                <a:ext uri="{FF2B5EF4-FFF2-40B4-BE49-F238E27FC236}">
                  <a16:creationId xmlns:a16="http://schemas.microsoft.com/office/drawing/2014/main" id="{50FA5B41-9546-A747-4ECB-795ECD0EF0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" y="3271"/>
              <a:ext cx="1662" cy="372"/>
            </a:xfrm>
            <a:prstGeom prst="rect">
              <a:avLst/>
            </a:prstGeom>
            <a:solidFill>
              <a:srgbClr val="FFFF99">
                <a:alpha val="45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研究某批灯泡的质量</a:t>
              </a:r>
            </a:p>
          </p:txBody>
        </p:sp>
      </p:grpSp>
      <p:sp>
        <p:nvSpPr>
          <p:cNvPr id="178196" name="Rectangle 20">
            <a:extLst>
              <a:ext uri="{FF2B5EF4-FFF2-40B4-BE49-F238E27FC236}">
                <a16:creationId xmlns:a16="http://schemas.microsoft.com/office/drawing/2014/main" id="{09E0A2F0-67AE-0808-4EF1-E893148CE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8" y="2205038"/>
            <a:ext cx="72009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研究对象的全体称为</a:t>
            </a:r>
            <a:r>
              <a:rPr kumimoji="1" lang="zh-CN" altLang="en-US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总体</a:t>
            </a:r>
            <a:r>
              <a:rPr kumimoji="1" lang="en-US" altLang="zh-CN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kumimoji="1" lang="zh-CN" altLang="en-US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母体</a:t>
            </a:r>
            <a:r>
              <a:rPr kumimoji="1" lang="en-US" altLang="zh-CN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</a:p>
        </p:txBody>
      </p:sp>
      <p:sp>
        <p:nvSpPr>
          <p:cNvPr id="178197" name="Rectangle 21">
            <a:extLst>
              <a:ext uri="{FF2B5EF4-FFF2-40B4-BE49-F238E27FC236}">
                <a16:creationId xmlns:a16="http://schemas.microsoft.com/office/drawing/2014/main" id="{441F2ED8-F7E9-87DB-CD1E-AA0EC8212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8" y="3141663"/>
            <a:ext cx="61198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组成总体的每个元素称为</a:t>
            </a:r>
            <a:r>
              <a:rPr kumimoji="1" lang="zh-CN" altLang="en-US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个体</a:t>
            </a: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178198" name="Rectangle 22">
            <a:extLst>
              <a:ext uri="{FF2B5EF4-FFF2-40B4-BE49-F238E27FC236}">
                <a16:creationId xmlns:a16="http://schemas.microsoft.com/office/drawing/2014/main" id="{FDCD9712-163A-C186-57C5-DB732A8AC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475" y="4437064"/>
            <a:ext cx="13906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总体</a:t>
            </a:r>
            <a:endParaRPr kumimoji="1" lang="zh-CN" altLang="zh-CN" sz="40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000"/>
                                        <p:tgtEl>
                                          <p:spTgt spid="178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78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1000"/>
                                        <p:tgtEl>
                                          <p:spTgt spid="178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7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78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78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17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79" grpId="0" autoUpdateAnimBg="0"/>
      <p:bldP spid="178180" grpId="0" autoUpdateAnimBg="0"/>
      <p:bldP spid="178196" grpId="0" autoUpdateAnimBg="0"/>
      <p:bldP spid="178197" grpId="0" autoUpdateAnimBg="0"/>
      <p:bldP spid="178198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Text Box 2">
            <a:extLst>
              <a:ext uri="{FF2B5EF4-FFF2-40B4-BE49-F238E27FC236}">
                <a16:creationId xmlns:a16="http://schemas.microsoft.com/office/drawing/2014/main" id="{CF6115D0-40D7-21CA-8C67-2D103CDCF5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0" y="404814"/>
            <a:ext cx="8153400" cy="2657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然而在统计研究中，人们关心总体仅仅是关心其每个个体的一项</a:t>
            </a: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或几项</a:t>
            </a: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数量指标和该数量指标在总体中的分布情况</a:t>
            </a: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   </a:t>
            </a: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这时，每个个体具有的数量指标的全体就是总体</a:t>
            </a: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grpSp>
        <p:nvGrpSpPr>
          <p:cNvPr id="179203" name="Group 3">
            <a:extLst>
              <a:ext uri="{FF2B5EF4-FFF2-40B4-BE49-F238E27FC236}">
                <a16:creationId xmlns:a16="http://schemas.microsoft.com/office/drawing/2014/main" id="{8F5BB9B0-ADEF-668B-8C0B-F8AC60E30D3E}"/>
              </a:ext>
            </a:extLst>
          </p:cNvPr>
          <p:cNvGrpSpPr>
            <a:grpSpLocks/>
          </p:cNvGrpSpPr>
          <p:nvPr/>
        </p:nvGrpSpPr>
        <p:grpSpPr bwMode="auto">
          <a:xfrm>
            <a:off x="2640013" y="3068638"/>
            <a:ext cx="2895600" cy="3079750"/>
            <a:chOff x="528" y="1536"/>
            <a:chExt cx="1824" cy="1940"/>
          </a:xfrm>
        </p:grpSpPr>
        <p:grpSp>
          <p:nvGrpSpPr>
            <p:cNvPr id="179204" name="Group 4">
              <a:extLst>
                <a:ext uri="{FF2B5EF4-FFF2-40B4-BE49-F238E27FC236}">
                  <a16:creationId xmlns:a16="http://schemas.microsoft.com/office/drawing/2014/main" id="{26B64FBF-2934-C409-2CD9-7DE7E773F0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2" y="1536"/>
              <a:ext cx="1488" cy="1200"/>
              <a:chOff x="672" y="1824"/>
              <a:chExt cx="1488" cy="1200"/>
            </a:xfrm>
          </p:grpSpPr>
          <p:sp>
            <p:nvSpPr>
              <p:cNvPr id="179205" name="Rectangle 5">
                <a:extLst>
                  <a:ext uri="{FF2B5EF4-FFF2-40B4-BE49-F238E27FC236}">
                    <a16:creationId xmlns:a16="http://schemas.microsoft.com/office/drawing/2014/main" id="{B746D17B-566C-70C6-7D86-71E0435E97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" y="1824"/>
                <a:ext cx="1488" cy="120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en-CN" altLang="en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179206" name="Object 6">
                <a:extLst>
                  <a:ext uri="{FF2B5EF4-FFF2-40B4-BE49-F238E27FC236}">
                    <a16:creationId xmlns:a16="http://schemas.microsoft.com/office/drawing/2014/main" id="{0FD82FD6-98BF-7777-BDB4-E003371921A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48" y="2400"/>
              <a:ext cx="300" cy="5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55" name="剪辑" r:id="rId3" imgW="14274800" imgH="25692100" progId="MS_ClipArt_Gallery.2">
                      <p:embed/>
                    </p:oleObj>
                  </mc:Choice>
                  <mc:Fallback>
                    <p:oleObj name="剪辑" r:id="rId3" imgW="14274800" imgH="25692100" progId="MS_ClipArt_Gallery.2">
                      <p:embed/>
                      <p:pic>
                        <p:nvPicPr>
                          <p:cNvPr id="179206" name="Object 6">
                            <a:extLst>
                              <a:ext uri="{FF2B5EF4-FFF2-40B4-BE49-F238E27FC236}">
                                <a16:creationId xmlns:a16="http://schemas.microsoft.com/office/drawing/2014/main" id="{0FD82FD6-98BF-7777-BDB4-E003371921A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48" y="2400"/>
                            <a:ext cx="300" cy="54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660033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9207" name="Rectangle 7">
                <a:extLst>
                  <a:ext uri="{FF2B5EF4-FFF2-40B4-BE49-F238E27FC236}">
                    <a16:creationId xmlns:a16="http://schemas.microsoft.com/office/drawing/2014/main" id="{05300235-39A3-D43D-AE65-F7594AA291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3" y="1833"/>
                <a:ext cx="1241" cy="5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0033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某批</a:t>
                </a:r>
              </a:p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灯泡的寿命</a:t>
                </a:r>
              </a:p>
            </p:txBody>
          </p:sp>
        </p:grpSp>
        <p:sp>
          <p:nvSpPr>
            <p:cNvPr id="179208" name="Rectangle 8">
              <a:extLst>
                <a:ext uri="{FF2B5EF4-FFF2-40B4-BE49-F238E27FC236}">
                  <a16:creationId xmlns:a16="http://schemas.microsoft.com/office/drawing/2014/main" id="{D063B668-DD91-759A-BF0A-94DFFE26C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2880"/>
              <a:ext cx="1824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0033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该批灯泡寿命的全体就是总体</a:t>
              </a:r>
            </a:p>
          </p:txBody>
        </p:sp>
      </p:grpSp>
      <p:grpSp>
        <p:nvGrpSpPr>
          <p:cNvPr id="179209" name="Group 9">
            <a:extLst>
              <a:ext uri="{FF2B5EF4-FFF2-40B4-BE49-F238E27FC236}">
                <a16:creationId xmlns:a16="http://schemas.microsoft.com/office/drawing/2014/main" id="{B2F8508B-DB9F-83EE-7200-01E9F61608F5}"/>
              </a:ext>
            </a:extLst>
          </p:cNvPr>
          <p:cNvGrpSpPr>
            <a:grpSpLocks/>
          </p:cNvGrpSpPr>
          <p:nvPr/>
        </p:nvGrpSpPr>
        <p:grpSpPr bwMode="auto">
          <a:xfrm>
            <a:off x="5951538" y="2924175"/>
            <a:ext cx="4248150" cy="2819400"/>
            <a:chOff x="2880" y="1632"/>
            <a:chExt cx="2496" cy="1776"/>
          </a:xfrm>
        </p:grpSpPr>
        <p:pic>
          <p:nvPicPr>
            <p:cNvPr id="179210" name="Picture 10">
              <a:extLst>
                <a:ext uri="{FF2B5EF4-FFF2-40B4-BE49-F238E27FC236}">
                  <a16:creationId xmlns:a16="http://schemas.microsoft.com/office/drawing/2014/main" id="{F10035D0-ADD1-3EC3-D89E-4FC80422C7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0" y="1632"/>
              <a:ext cx="2496" cy="9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9211" name="Rectangle 11">
              <a:extLst>
                <a:ext uri="{FF2B5EF4-FFF2-40B4-BE49-F238E27FC236}">
                  <a16:creationId xmlns:a16="http://schemas.microsoft.com/office/drawing/2014/main" id="{73A5F0C1-089B-7B68-F12C-D867946B08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7" y="1766"/>
              <a:ext cx="1577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FF99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国产轿车每公里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FF99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的耗油量</a:t>
              </a:r>
            </a:p>
          </p:txBody>
        </p:sp>
        <p:sp>
          <p:nvSpPr>
            <p:cNvPr id="179212" name="Rectangle 12">
              <a:extLst>
                <a:ext uri="{FF2B5EF4-FFF2-40B4-BE49-F238E27FC236}">
                  <a16:creationId xmlns:a16="http://schemas.microsoft.com/office/drawing/2014/main" id="{901F3304-63E1-7B30-798A-B1487BF03B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2812"/>
              <a:ext cx="2208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国产轿车每公里耗油量的全体就是总体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79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1000"/>
                                        <p:tgtEl>
                                          <p:spTgt spid="179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1000"/>
                                        <p:tgtEl>
                                          <p:spTgt spid="179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02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Text Box 2">
            <a:extLst>
              <a:ext uri="{FF2B5EF4-FFF2-40B4-BE49-F238E27FC236}">
                <a16:creationId xmlns:a16="http://schemas.microsoft.com/office/drawing/2014/main" id="{6CE60B84-46F2-B505-EFA3-2434B03E86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389" y="1196976"/>
            <a:ext cx="8785225" cy="1400961"/>
          </a:xfrm>
          <a:prstGeom prst="rect">
            <a:avLst/>
          </a:prstGeom>
          <a:solidFill>
            <a:srgbClr val="FFFF99">
              <a:alpha val="50999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>
                <a:solidFill>
                  <a:srgbClr val="FF5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Arial Unicode MS" panose="020B0604020202020204" pitchFamily="34" charset="-128"/>
              </a:rPr>
              <a:t>       </a:t>
            </a: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Arial Unicode MS" panose="020B0604020202020204" pitchFamily="34" charset="-128"/>
                <a:sym typeface="Math4" pitchFamily="2" charset="2"/>
              </a:rPr>
              <a:t>所研究的对象的某个</a:t>
            </a: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Arial Unicode MS" panose="020B0604020202020204" pitchFamily="34" charset="-128"/>
                <a:sym typeface="Math4" pitchFamily="2" charset="2"/>
              </a:rPr>
              <a:t>(</a:t>
            </a: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Arial Unicode MS" panose="020B0604020202020204" pitchFamily="34" charset="-128"/>
                <a:sym typeface="Math4" pitchFamily="2" charset="2"/>
              </a:rPr>
              <a:t>或某些</a:t>
            </a: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Arial Unicode MS" panose="020B0604020202020204" pitchFamily="34" charset="-128"/>
                <a:sym typeface="Math4" pitchFamily="2" charset="2"/>
              </a:rPr>
              <a:t>)</a:t>
            </a: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Arial Unicode MS" panose="020B0604020202020204" pitchFamily="34" charset="-128"/>
                <a:sym typeface="Math4" pitchFamily="2" charset="2"/>
              </a:rPr>
              <a:t>数量指标的全体称为总体</a:t>
            </a: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Arial Unicode MS" panose="020B0604020202020204" pitchFamily="34" charset="-128"/>
                <a:sym typeface="Math4" pitchFamily="2" charset="2"/>
              </a:rPr>
              <a:t>,</a:t>
            </a: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Arial Unicode MS" panose="020B0604020202020204" pitchFamily="34" charset="-128"/>
                <a:sym typeface="Math4" pitchFamily="2" charset="2"/>
              </a:rPr>
              <a:t>它是一个随机变量</a:t>
            </a: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Arial Unicode MS" panose="020B0604020202020204" pitchFamily="34" charset="-128"/>
                <a:sym typeface="Math4" pitchFamily="2" charset="2"/>
              </a:rPr>
              <a:t>(</a:t>
            </a: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Arial Unicode MS" panose="020B0604020202020204" pitchFamily="34" charset="-128"/>
                <a:sym typeface="Math4" pitchFamily="2" charset="2"/>
              </a:rPr>
              <a:t>或多维随机变量</a:t>
            </a: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Arial Unicode MS" panose="020B0604020202020204" pitchFamily="34" charset="-128"/>
                <a:sym typeface="Math4" pitchFamily="2" charset="2"/>
              </a:rPr>
              <a:t>)</a:t>
            </a: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Arial Unicode MS" panose="020B0604020202020204" pitchFamily="34" charset="-128"/>
                <a:sym typeface="Math4" pitchFamily="2" charset="2"/>
              </a:rPr>
              <a:t>，记为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Arial Unicode MS" panose="020B0604020202020204" pitchFamily="34" charset="-128"/>
                <a:sym typeface="Math4" pitchFamily="2" charset="2"/>
              </a:rPr>
              <a:t>X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Arial Unicode MS" panose="020B0604020202020204" pitchFamily="34" charset="-128"/>
                <a:sym typeface="Math4" pitchFamily="2" charset="2"/>
              </a:rPr>
              <a:t> </a:t>
            </a: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Arial Unicode MS" panose="020B0604020202020204" pitchFamily="34" charset="-128"/>
                <a:sym typeface="Math4" pitchFamily="2" charset="2"/>
              </a:rPr>
              <a:t>. </a:t>
            </a:r>
          </a:p>
        </p:txBody>
      </p:sp>
      <p:sp>
        <p:nvSpPr>
          <p:cNvPr id="180227" name="Rectangle 3">
            <a:extLst>
              <a:ext uri="{FF2B5EF4-FFF2-40B4-BE49-F238E27FC236}">
                <a16:creationId xmlns:a16="http://schemas.microsoft.com/office/drawing/2014/main" id="{6CC52A9A-0E46-469F-C64B-6FF8EAD0A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4" y="3068638"/>
            <a:ext cx="7921625" cy="1308628"/>
          </a:xfrm>
          <a:prstGeom prst="rect">
            <a:avLst/>
          </a:prstGeom>
          <a:solidFill>
            <a:srgbClr val="CCFFFF">
              <a:alpha val="49001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Math4" pitchFamily="2" charset="2"/>
              </a:rPr>
              <a:t>        X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Math4" pitchFamily="2" charset="2"/>
              </a:rPr>
              <a:t> </a:t>
            </a:r>
            <a:r>
              <a:rPr kumimoji="1" lang="zh-CN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Math4" pitchFamily="2" charset="2"/>
              </a:rPr>
              <a:t>的分布函数和数字特征称为总体分布函数和总体数字特征.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sym typeface="Math4" pitchFamily="2" charset="2"/>
            </a:endParaRPr>
          </a:p>
        </p:txBody>
      </p:sp>
      <p:sp>
        <p:nvSpPr>
          <p:cNvPr id="180229" name="Rectangle 5">
            <a:extLst>
              <a:ext uri="{FF2B5EF4-FFF2-40B4-BE49-F238E27FC236}">
                <a16:creationId xmlns:a16="http://schemas.microsoft.com/office/drawing/2014/main" id="{30CE3151-7FA1-DEC6-45F8-9207F8EC72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333376"/>
            <a:ext cx="143981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Arial Unicode MS" panose="020B0604020202020204" pitchFamily="34" charset="-128"/>
              </a:rPr>
              <a:t>总体：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02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02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0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80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80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180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80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26" grpId="0" animBg="1" autoUpdateAnimBg="0"/>
      <p:bldP spid="180227" grpId="0" animBg="1" autoUpdateAnimBg="0"/>
      <p:bldP spid="1802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>
            <a:extLst>
              <a:ext uri="{FF2B5EF4-FFF2-40B4-BE49-F238E27FC236}">
                <a16:creationId xmlns:a16="http://schemas.microsoft.com/office/drawing/2014/main" id="{834FEA17-1A92-D20E-EEB9-822C0A69F7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765175"/>
            <a:ext cx="80010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例如</a:t>
            </a: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研究某批灯泡的寿命时，总体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是这批灯泡的寿命，而其中每个灯泡的寿命就是个体。</a:t>
            </a:r>
          </a:p>
        </p:txBody>
      </p:sp>
      <p:grpSp>
        <p:nvGrpSpPr>
          <p:cNvPr id="181251" name="Group 3">
            <a:extLst>
              <a:ext uri="{FF2B5EF4-FFF2-40B4-BE49-F238E27FC236}">
                <a16:creationId xmlns:a16="http://schemas.microsoft.com/office/drawing/2014/main" id="{E05960AF-21F1-C275-FEDC-2CB1697A5A72}"/>
              </a:ext>
            </a:extLst>
          </p:cNvPr>
          <p:cNvGrpSpPr>
            <a:grpSpLocks/>
          </p:cNvGrpSpPr>
          <p:nvPr/>
        </p:nvGrpSpPr>
        <p:grpSpPr bwMode="auto">
          <a:xfrm>
            <a:off x="7104064" y="2781300"/>
            <a:ext cx="3024187" cy="2057400"/>
            <a:chOff x="432" y="2784"/>
            <a:chExt cx="1248" cy="1296"/>
          </a:xfrm>
        </p:grpSpPr>
        <p:sp>
          <p:nvSpPr>
            <p:cNvPr id="181252" name="Rectangle 4">
              <a:extLst>
                <a:ext uri="{FF2B5EF4-FFF2-40B4-BE49-F238E27FC236}">
                  <a16:creationId xmlns:a16="http://schemas.microsoft.com/office/drawing/2014/main" id="{0BA0F0C4-7824-56D5-B8B5-668ACD8D2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2784"/>
              <a:ext cx="1248" cy="1296"/>
            </a:xfrm>
            <a:prstGeom prst="rect">
              <a:avLst/>
            </a:prstGeom>
            <a:solidFill>
              <a:srgbClr val="CCFFFF">
                <a:alpha val="45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每个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灯泡的寿命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81253" name="Object 5">
              <a:extLst>
                <a:ext uri="{FF2B5EF4-FFF2-40B4-BE49-F238E27FC236}">
                  <a16:creationId xmlns:a16="http://schemas.microsoft.com/office/drawing/2014/main" id="{7016595C-DC84-3AB6-48B5-EE3A66D0A99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12" y="3539"/>
            <a:ext cx="300" cy="5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9" name="剪辑" r:id="rId3" imgW="14274800" imgH="25692100" progId="MS_ClipArt_Gallery.2">
                    <p:embed/>
                  </p:oleObj>
                </mc:Choice>
                <mc:Fallback>
                  <p:oleObj name="剪辑" r:id="rId3" imgW="14274800" imgH="25692100" progId="MS_ClipArt_Gallery.2">
                    <p:embed/>
                    <p:pic>
                      <p:nvPicPr>
                        <p:cNvPr id="181253" name="Object 5">
                          <a:extLst>
                            <a:ext uri="{FF2B5EF4-FFF2-40B4-BE49-F238E27FC236}">
                              <a16:creationId xmlns:a16="http://schemas.microsoft.com/office/drawing/2014/main" id="{7016595C-DC84-3AB6-48B5-EE3A66D0A99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3539"/>
                          <a:ext cx="300" cy="541"/>
                        </a:xfrm>
                        <a:prstGeom prst="rect">
                          <a:avLst/>
                        </a:prstGeom>
                        <a:solidFill>
                          <a:srgbClr val="660033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1268" name="Rectangle 20">
            <a:extLst>
              <a:ext uri="{FF2B5EF4-FFF2-40B4-BE49-F238E27FC236}">
                <a16:creationId xmlns:a16="http://schemas.microsoft.com/office/drawing/2014/main" id="{3ADEDD5A-7F1E-C578-290A-476592DE3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1764" y="3357564"/>
            <a:ext cx="151288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个体</a:t>
            </a:r>
            <a:endParaRPr kumimoji="1" lang="zh-CN" altLang="zh-CN" sz="40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81284" name="Group 36">
            <a:extLst>
              <a:ext uri="{FF2B5EF4-FFF2-40B4-BE49-F238E27FC236}">
                <a16:creationId xmlns:a16="http://schemas.microsoft.com/office/drawing/2014/main" id="{D8178685-B90D-48D3-7D50-A622B1391E31}"/>
              </a:ext>
            </a:extLst>
          </p:cNvPr>
          <p:cNvGrpSpPr>
            <a:grpSpLocks/>
          </p:cNvGrpSpPr>
          <p:nvPr/>
        </p:nvGrpSpPr>
        <p:grpSpPr bwMode="auto">
          <a:xfrm>
            <a:off x="1992313" y="2708276"/>
            <a:ext cx="4176712" cy="2232025"/>
            <a:chOff x="385" y="1752"/>
            <a:chExt cx="2631" cy="1406"/>
          </a:xfrm>
        </p:grpSpPr>
        <p:sp>
          <p:nvSpPr>
            <p:cNvPr id="181269" name="Rectangle 21">
              <a:extLst>
                <a:ext uri="{FF2B5EF4-FFF2-40B4-BE49-F238E27FC236}">
                  <a16:creationId xmlns:a16="http://schemas.microsoft.com/office/drawing/2014/main" id="{415A9F16-4A6D-92DE-943D-53EC1E640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" y="1752"/>
              <a:ext cx="2631" cy="1406"/>
            </a:xfrm>
            <a:prstGeom prst="rect">
              <a:avLst/>
            </a:prstGeom>
            <a:solidFill>
              <a:srgbClr val="FFFF99">
                <a:alpha val="47000"/>
              </a:srgbClr>
            </a:solidFill>
            <a:ln w="12700" cap="sq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81270" name="Group 22">
              <a:extLst>
                <a:ext uri="{FF2B5EF4-FFF2-40B4-BE49-F238E27FC236}">
                  <a16:creationId xmlns:a16="http://schemas.microsoft.com/office/drawing/2014/main" id="{365E7B49-FD81-C3A7-3D55-A25886A577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7" y="1933"/>
              <a:ext cx="2268" cy="1104"/>
              <a:chOff x="864" y="1056"/>
              <a:chExt cx="2028" cy="1104"/>
            </a:xfrm>
          </p:grpSpPr>
          <p:graphicFrame>
            <p:nvGraphicFramePr>
              <p:cNvPr id="181271" name="Object 23">
                <a:extLst>
                  <a:ext uri="{FF2B5EF4-FFF2-40B4-BE49-F238E27FC236}">
                    <a16:creationId xmlns:a16="http://schemas.microsoft.com/office/drawing/2014/main" id="{36C01A3B-C7C3-4721-C83B-EFE4D4480AB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900" y="1584"/>
              <a:ext cx="300" cy="5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40" name="剪辑" r:id="rId5" imgW="14274800" imgH="25692100" progId="MS_ClipArt_Gallery.2">
                      <p:embed/>
                    </p:oleObj>
                  </mc:Choice>
                  <mc:Fallback>
                    <p:oleObj name="剪辑" r:id="rId5" imgW="14274800" imgH="25692100" progId="MS_ClipArt_Gallery.2">
                      <p:embed/>
                      <p:pic>
                        <p:nvPicPr>
                          <p:cNvPr id="181271" name="Object 23">
                            <a:extLst>
                              <a:ext uri="{FF2B5EF4-FFF2-40B4-BE49-F238E27FC236}">
                                <a16:creationId xmlns:a16="http://schemas.microsoft.com/office/drawing/2014/main" id="{36C01A3B-C7C3-4721-C83B-EFE4D4480AB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00" y="1584"/>
                            <a:ext cx="300" cy="54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1272" name="Object 24">
                <a:extLst>
                  <a:ext uri="{FF2B5EF4-FFF2-40B4-BE49-F238E27FC236}">
                    <a16:creationId xmlns:a16="http://schemas.microsoft.com/office/drawing/2014/main" id="{B9E9E3E4-53B8-BB5E-1057-B1138AE714F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488" y="1619"/>
              <a:ext cx="300" cy="5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41" name="剪辑" r:id="rId6" imgW="14274800" imgH="25692100" progId="MS_ClipArt_Gallery.2">
                      <p:embed/>
                    </p:oleObj>
                  </mc:Choice>
                  <mc:Fallback>
                    <p:oleObj name="剪辑" r:id="rId6" imgW="14274800" imgH="25692100" progId="MS_ClipArt_Gallery.2">
                      <p:embed/>
                      <p:pic>
                        <p:nvPicPr>
                          <p:cNvPr id="181272" name="Object 24">
                            <a:extLst>
                              <a:ext uri="{FF2B5EF4-FFF2-40B4-BE49-F238E27FC236}">
                                <a16:creationId xmlns:a16="http://schemas.microsoft.com/office/drawing/2014/main" id="{B9E9E3E4-53B8-BB5E-1057-B1138AE714F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88" y="1619"/>
                            <a:ext cx="300" cy="54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1273" name="Object 25">
                <a:extLst>
                  <a:ext uri="{FF2B5EF4-FFF2-40B4-BE49-F238E27FC236}">
                    <a16:creationId xmlns:a16="http://schemas.microsoft.com/office/drawing/2014/main" id="{9F29B0D1-9F01-670E-6F62-67787BD8799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44" y="1571"/>
              <a:ext cx="300" cy="5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42" name="剪辑" r:id="rId7" imgW="14274800" imgH="25692100" progId="MS_ClipArt_Gallery.2">
                      <p:embed/>
                    </p:oleObj>
                  </mc:Choice>
                  <mc:Fallback>
                    <p:oleObj name="剪辑" r:id="rId7" imgW="14274800" imgH="25692100" progId="MS_ClipArt_Gallery.2">
                      <p:embed/>
                      <p:pic>
                        <p:nvPicPr>
                          <p:cNvPr id="181273" name="Object 25">
                            <a:extLst>
                              <a:ext uri="{FF2B5EF4-FFF2-40B4-BE49-F238E27FC236}">
                                <a16:creationId xmlns:a16="http://schemas.microsoft.com/office/drawing/2014/main" id="{9F29B0D1-9F01-670E-6F62-67787BD8799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44" y="1571"/>
                            <a:ext cx="300" cy="54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1274" name="Object 26">
                <a:extLst>
                  <a:ext uri="{FF2B5EF4-FFF2-40B4-BE49-F238E27FC236}">
                    <a16:creationId xmlns:a16="http://schemas.microsoft.com/office/drawing/2014/main" id="{B6EA633C-03FD-F1FB-6182-F63D0544318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64" y="1056"/>
              <a:ext cx="300" cy="5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43" name="剪辑" r:id="rId8" imgW="14274800" imgH="25692100" progId="MS_ClipArt_Gallery.2">
                      <p:embed/>
                    </p:oleObj>
                  </mc:Choice>
                  <mc:Fallback>
                    <p:oleObj name="剪辑" r:id="rId8" imgW="14274800" imgH="25692100" progId="MS_ClipArt_Gallery.2">
                      <p:embed/>
                      <p:pic>
                        <p:nvPicPr>
                          <p:cNvPr id="181274" name="Object 26">
                            <a:extLst>
                              <a:ext uri="{FF2B5EF4-FFF2-40B4-BE49-F238E27FC236}">
                                <a16:creationId xmlns:a16="http://schemas.microsoft.com/office/drawing/2014/main" id="{B6EA633C-03FD-F1FB-6182-F63D0544318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64" y="1056"/>
                            <a:ext cx="300" cy="54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1275" name="Object 27">
                <a:extLst>
                  <a:ext uri="{FF2B5EF4-FFF2-40B4-BE49-F238E27FC236}">
                    <a16:creationId xmlns:a16="http://schemas.microsoft.com/office/drawing/2014/main" id="{14977BB2-20C8-1E09-D7DE-ED449E56C7A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00" y="1056"/>
              <a:ext cx="300" cy="5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44" name="Clip" r:id="rId9" imgW="14274800" imgH="25692100" progId="MS_ClipArt_Gallery.5">
                      <p:embed/>
                    </p:oleObj>
                  </mc:Choice>
                  <mc:Fallback>
                    <p:oleObj name="Clip" r:id="rId9" imgW="14274800" imgH="25692100" progId="MS_ClipArt_Gallery.5">
                      <p:embed/>
                      <p:pic>
                        <p:nvPicPr>
                          <p:cNvPr id="181275" name="Object 27">
                            <a:extLst>
                              <a:ext uri="{FF2B5EF4-FFF2-40B4-BE49-F238E27FC236}">
                                <a16:creationId xmlns:a16="http://schemas.microsoft.com/office/drawing/2014/main" id="{14977BB2-20C8-1E09-D7DE-ED449E56C7A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00" y="1056"/>
                            <a:ext cx="300" cy="54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1276" name="Object 28">
                <a:extLst>
                  <a:ext uri="{FF2B5EF4-FFF2-40B4-BE49-F238E27FC236}">
                    <a16:creationId xmlns:a16="http://schemas.microsoft.com/office/drawing/2014/main" id="{9EF40859-5D55-4330-4F92-365376868BB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92" y="1056"/>
              <a:ext cx="300" cy="5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45" name="剪辑" r:id="rId10" imgW="14274800" imgH="25692100" progId="MS_ClipArt_Gallery.2">
                      <p:embed/>
                    </p:oleObj>
                  </mc:Choice>
                  <mc:Fallback>
                    <p:oleObj name="剪辑" r:id="rId10" imgW="14274800" imgH="25692100" progId="MS_ClipArt_Gallery.2">
                      <p:embed/>
                      <p:pic>
                        <p:nvPicPr>
                          <p:cNvPr id="181276" name="Object 28">
                            <a:extLst>
                              <a:ext uri="{FF2B5EF4-FFF2-40B4-BE49-F238E27FC236}">
                                <a16:creationId xmlns:a16="http://schemas.microsoft.com/office/drawing/2014/main" id="{9EF40859-5D55-4330-4F92-365376868BB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92" y="1056"/>
                            <a:ext cx="300" cy="54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1277" name="Object 29">
                <a:extLst>
                  <a:ext uri="{FF2B5EF4-FFF2-40B4-BE49-F238E27FC236}">
                    <a16:creationId xmlns:a16="http://schemas.microsoft.com/office/drawing/2014/main" id="{4B736B85-7598-02B3-AA6C-CA78B4BB944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208" y="1056"/>
              <a:ext cx="300" cy="5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46" name="剪辑" r:id="rId11" imgW="14274800" imgH="25692100" progId="MS_ClipArt_Gallery.2">
                      <p:embed/>
                    </p:oleObj>
                  </mc:Choice>
                  <mc:Fallback>
                    <p:oleObj name="剪辑" r:id="rId11" imgW="14274800" imgH="25692100" progId="MS_ClipArt_Gallery.2">
                      <p:embed/>
                      <p:pic>
                        <p:nvPicPr>
                          <p:cNvPr id="181277" name="Object 29">
                            <a:extLst>
                              <a:ext uri="{FF2B5EF4-FFF2-40B4-BE49-F238E27FC236}">
                                <a16:creationId xmlns:a16="http://schemas.microsoft.com/office/drawing/2014/main" id="{4B736B85-7598-02B3-AA6C-CA78B4BB944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08" y="1056"/>
                            <a:ext cx="300" cy="54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1278" name="Object 30">
                <a:extLst>
                  <a:ext uri="{FF2B5EF4-FFF2-40B4-BE49-F238E27FC236}">
                    <a16:creationId xmlns:a16="http://schemas.microsoft.com/office/drawing/2014/main" id="{6E066B5B-AF69-E827-A9B7-81DC5E7F343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872" y="1056"/>
              <a:ext cx="300" cy="5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47" name="剪辑" r:id="rId12" imgW="14274800" imgH="25692100" progId="MS_ClipArt_Gallery.2">
                      <p:embed/>
                    </p:oleObj>
                  </mc:Choice>
                  <mc:Fallback>
                    <p:oleObj name="剪辑" r:id="rId12" imgW="14274800" imgH="25692100" progId="MS_ClipArt_Gallery.2">
                      <p:embed/>
                      <p:pic>
                        <p:nvPicPr>
                          <p:cNvPr id="181278" name="Object 30">
                            <a:extLst>
                              <a:ext uri="{FF2B5EF4-FFF2-40B4-BE49-F238E27FC236}">
                                <a16:creationId xmlns:a16="http://schemas.microsoft.com/office/drawing/2014/main" id="{6E066B5B-AF69-E827-A9B7-81DC5E7F343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72" y="1056"/>
                            <a:ext cx="300" cy="54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1279" name="Object 31">
                <a:extLst>
                  <a:ext uri="{FF2B5EF4-FFF2-40B4-BE49-F238E27FC236}">
                    <a16:creationId xmlns:a16="http://schemas.microsoft.com/office/drawing/2014/main" id="{7C063886-2F0D-EE25-A374-5F7DC5E7C52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536" y="1056"/>
              <a:ext cx="300" cy="5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48" name="剪辑" r:id="rId13" imgW="14274800" imgH="25692100" progId="MS_ClipArt_Gallery.2">
                      <p:embed/>
                    </p:oleObj>
                  </mc:Choice>
                  <mc:Fallback>
                    <p:oleObj name="剪辑" r:id="rId13" imgW="14274800" imgH="25692100" progId="MS_ClipArt_Gallery.2">
                      <p:embed/>
                      <p:pic>
                        <p:nvPicPr>
                          <p:cNvPr id="181279" name="Object 31">
                            <a:extLst>
                              <a:ext uri="{FF2B5EF4-FFF2-40B4-BE49-F238E27FC236}">
                                <a16:creationId xmlns:a16="http://schemas.microsoft.com/office/drawing/2014/main" id="{7C063886-2F0D-EE25-A374-5F7DC5E7C52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36" y="1056"/>
                            <a:ext cx="300" cy="54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1280" name="Object 32">
                <a:extLst>
                  <a:ext uri="{FF2B5EF4-FFF2-40B4-BE49-F238E27FC236}">
                    <a16:creationId xmlns:a16="http://schemas.microsoft.com/office/drawing/2014/main" id="{8BB2E108-6CB2-8E28-3F14-8027F340EE3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872" y="1571"/>
              <a:ext cx="300" cy="5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49" name="剪辑" r:id="rId14" imgW="14274800" imgH="25692100" progId="MS_ClipArt_Gallery.2">
                      <p:embed/>
                    </p:oleObj>
                  </mc:Choice>
                  <mc:Fallback>
                    <p:oleObj name="剪辑" r:id="rId14" imgW="14274800" imgH="25692100" progId="MS_ClipArt_Gallery.2">
                      <p:embed/>
                      <p:pic>
                        <p:nvPicPr>
                          <p:cNvPr id="181280" name="Object 32">
                            <a:extLst>
                              <a:ext uri="{FF2B5EF4-FFF2-40B4-BE49-F238E27FC236}">
                                <a16:creationId xmlns:a16="http://schemas.microsoft.com/office/drawing/2014/main" id="{8BB2E108-6CB2-8E28-3F14-8027F340EE3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72" y="1571"/>
                            <a:ext cx="300" cy="54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1281" name="Object 33">
                <a:extLst>
                  <a:ext uri="{FF2B5EF4-FFF2-40B4-BE49-F238E27FC236}">
                    <a16:creationId xmlns:a16="http://schemas.microsoft.com/office/drawing/2014/main" id="{D11A6570-D961-0616-B512-4AD74014BCA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208" y="1571"/>
              <a:ext cx="300" cy="5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50" name="剪辑" r:id="rId15" imgW="14274800" imgH="25692100" progId="MS_ClipArt_Gallery.2">
                      <p:embed/>
                    </p:oleObj>
                  </mc:Choice>
                  <mc:Fallback>
                    <p:oleObj name="剪辑" r:id="rId15" imgW="14274800" imgH="25692100" progId="MS_ClipArt_Gallery.2">
                      <p:embed/>
                      <p:pic>
                        <p:nvPicPr>
                          <p:cNvPr id="181281" name="Object 33">
                            <a:extLst>
                              <a:ext uri="{FF2B5EF4-FFF2-40B4-BE49-F238E27FC236}">
                                <a16:creationId xmlns:a16="http://schemas.microsoft.com/office/drawing/2014/main" id="{D11A6570-D961-0616-B512-4AD74014BCA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08" y="1571"/>
                            <a:ext cx="300" cy="54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1282" name="Object 34">
                <a:extLst>
                  <a:ext uri="{FF2B5EF4-FFF2-40B4-BE49-F238E27FC236}">
                    <a16:creationId xmlns:a16="http://schemas.microsoft.com/office/drawing/2014/main" id="{89852C1B-3E66-6C0E-7C31-4150C0930A3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12" y="1571"/>
              <a:ext cx="300" cy="5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51" name="剪辑" r:id="rId16" imgW="14274800" imgH="25692100" progId="MS_ClipArt_Gallery.2">
                      <p:embed/>
                    </p:oleObj>
                  </mc:Choice>
                  <mc:Fallback>
                    <p:oleObj name="剪辑" r:id="rId16" imgW="14274800" imgH="25692100" progId="MS_ClipArt_Gallery.2">
                      <p:embed/>
                      <p:pic>
                        <p:nvPicPr>
                          <p:cNvPr id="181282" name="Object 34">
                            <a:extLst>
                              <a:ext uri="{FF2B5EF4-FFF2-40B4-BE49-F238E27FC236}">
                                <a16:creationId xmlns:a16="http://schemas.microsoft.com/office/drawing/2014/main" id="{89852C1B-3E66-6C0E-7C31-4150C0930A3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12" y="1571"/>
                            <a:ext cx="300" cy="54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81283" name="Rectangle 35">
                <a:extLst>
                  <a:ext uri="{FF2B5EF4-FFF2-40B4-BE49-F238E27FC236}">
                    <a16:creationId xmlns:a16="http://schemas.microsoft.com/office/drawing/2014/main" id="{7BAC23CA-851F-0E92-37F3-D0060DB834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0" y="1296"/>
                <a:ext cx="693" cy="4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4000" b="1">
                    <a:solidFill>
                      <a:srgbClr val="FF505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总体</a:t>
                </a:r>
                <a:endParaRPr kumimoji="1" lang="zh-CN" altLang="zh-CN" sz="40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18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1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81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81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81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81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81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0" grpId="0" autoUpdateAnimBg="0"/>
      <p:bldP spid="181268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274" name="Group 2">
            <a:extLst>
              <a:ext uri="{FF2B5EF4-FFF2-40B4-BE49-F238E27FC236}">
                <a16:creationId xmlns:a16="http://schemas.microsoft.com/office/drawing/2014/main" id="{E1F45C69-15E4-770C-91CF-E821134A1958}"/>
              </a:ext>
            </a:extLst>
          </p:cNvPr>
          <p:cNvGrpSpPr>
            <a:grpSpLocks/>
          </p:cNvGrpSpPr>
          <p:nvPr/>
        </p:nvGrpSpPr>
        <p:grpSpPr bwMode="auto">
          <a:xfrm>
            <a:off x="3719513" y="2997200"/>
            <a:ext cx="3962400" cy="2819400"/>
            <a:chOff x="2880" y="1632"/>
            <a:chExt cx="2496" cy="1776"/>
          </a:xfrm>
        </p:grpSpPr>
        <p:pic>
          <p:nvPicPr>
            <p:cNvPr id="182275" name="Picture 3">
              <a:extLst>
                <a:ext uri="{FF2B5EF4-FFF2-40B4-BE49-F238E27FC236}">
                  <a16:creationId xmlns:a16="http://schemas.microsoft.com/office/drawing/2014/main" id="{4B03F94C-320B-CEB6-5646-0735DFF04A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0" y="1632"/>
              <a:ext cx="2496" cy="9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2276" name="Rectangle 4">
              <a:extLst>
                <a:ext uri="{FF2B5EF4-FFF2-40B4-BE49-F238E27FC236}">
                  <a16:creationId xmlns:a16="http://schemas.microsoft.com/office/drawing/2014/main" id="{DE1565B8-5837-0F75-DC81-4673316A61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802"/>
              <a:ext cx="1473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>
                  <a:solidFill>
                    <a:srgbClr val="FF99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国产轿车每公里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>
                  <a:solidFill>
                    <a:srgbClr val="FF99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的耗油量</a:t>
              </a:r>
            </a:p>
          </p:txBody>
        </p:sp>
        <p:sp>
          <p:nvSpPr>
            <p:cNvPr id="182277" name="Rectangle 5">
              <a:extLst>
                <a:ext uri="{FF2B5EF4-FFF2-40B4-BE49-F238E27FC236}">
                  <a16:creationId xmlns:a16="http://schemas.microsoft.com/office/drawing/2014/main" id="{B657411D-0B0A-D2D3-805E-573D58E367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2812"/>
              <a:ext cx="2208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国产轿车每公里耗油量的全体就是总体</a:t>
              </a:r>
            </a:p>
          </p:txBody>
        </p:sp>
      </p:grpSp>
      <p:sp>
        <p:nvSpPr>
          <p:cNvPr id="182278" name="Rectangle 6">
            <a:extLst>
              <a:ext uri="{FF2B5EF4-FFF2-40B4-BE49-F238E27FC236}">
                <a16:creationId xmlns:a16="http://schemas.microsoft.com/office/drawing/2014/main" id="{DFC32E6F-E998-BFC4-9CF2-5C953702F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188" y="836614"/>
            <a:ext cx="8001000" cy="2016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   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又如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研究某批国产轿车每公里的耗油量时，总体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是这批轿车每公里的耗油量，而其中每辆轿车的耗油量就是个体。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182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1000"/>
                                        <p:tgtEl>
                                          <p:spTgt spid="182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78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Text Box 2">
            <a:extLst>
              <a:ext uri="{FF2B5EF4-FFF2-40B4-BE49-F238E27FC236}">
                <a16:creationId xmlns:a16="http://schemas.microsoft.com/office/drawing/2014/main" id="{30BC8DCE-B7DE-6012-FF8E-80629366D9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188" y="981076"/>
            <a:ext cx="8077200" cy="329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   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类似地，在研究某地区中学生的营养状况时，若关心的数量指标是身高和体重，我们用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分别表示身高和体重，那么此总体就可用二维随机变量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)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来表示，而每个学生的身高和体重就是个体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pic>
        <p:nvPicPr>
          <p:cNvPr id="183299" name="Picture 3">
            <a:extLst>
              <a:ext uri="{FF2B5EF4-FFF2-40B4-BE49-F238E27FC236}">
                <a16:creationId xmlns:a16="http://schemas.microsoft.com/office/drawing/2014/main" id="{D1D87D67-4ACC-BE7E-6B10-CFF53CC6DB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0" y="4508500"/>
            <a:ext cx="2032000" cy="147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183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298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>
            <a:extLst>
              <a:ext uri="{FF2B5EF4-FFF2-40B4-BE49-F238E27FC236}">
                <a16:creationId xmlns:a16="http://schemas.microsoft.com/office/drawing/2014/main" id="{D2D140FE-8CD7-E0EA-21E3-93522E650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9" y="1989139"/>
            <a:ext cx="8281987" cy="329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为推断总体分布及各种特征，按一定规则从总体中抽取若干个体进行观察试验，以获得有关总体的信息，这一抽取过程称为 </a:t>
            </a:r>
            <a:r>
              <a:rPr kumimoji="1" lang="zh-CN" altLang="en-US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“抽样”</a:t>
            </a: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，所抽取的部分个体称为</a:t>
            </a:r>
            <a:r>
              <a:rPr kumimoji="1" lang="zh-CN" altLang="en-US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样本</a:t>
            </a: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   </a:t>
            </a: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样本中所包含的个体数目称为</a:t>
            </a:r>
            <a:r>
              <a:rPr kumimoji="1" lang="zh-CN" altLang="en-US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样本容量</a:t>
            </a: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184323" name="Rectangle 3">
            <a:extLst>
              <a:ext uri="{FF2B5EF4-FFF2-40B4-BE49-F238E27FC236}">
                <a16:creationId xmlns:a16="http://schemas.microsoft.com/office/drawing/2014/main" id="{B86F220C-E1EA-C8DB-CA4E-A85812A43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5789" y="303213"/>
            <a:ext cx="647223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600" b="1">
                <a:solidFill>
                  <a:srgbClr val="FF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二、样本   简单随机样本</a:t>
            </a:r>
          </a:p>
        </p:txBody>
      </p:sp>
      <p:sp>
        <p:nvSpPr>
          <p:cNvPr id="184324" name="Rectangle 4">
            <a:extLst>
              <a:ext uri="{FF2B5EF4-FFF2-40B4-BE49-F238E27FC236}">
                <a16:creationId xmlns:a16="http://schemas.microsoft.com/office/drawing/2014/main" id="{82E23018-6E24-2B37-1876-8109056425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0" y="1208089"/>
            <a:ext cx="32464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kumimoji="1" lang="zh-CN" altLang="en-US" sz="32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）抽样和样本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000"/>
                                        <p:tgtEl>
                                          <p:spTgt spid="184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54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843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843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4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4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84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1000"/>
                                        <p:tgtEl>
                                          <p:spTgt spid="184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22" grpId="0" autoUpdateAnimBg="0"/>
      <p:bldP spid="184323" grpId="0" autoUpdateAnimBg="0"/>
      <p:bldP spid="1843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>
            <a:extLst>
              <a:ext uri="{FF2B5EF4-FFF2-40B4-BE49-F238E27FC236}">
                <a16:creationId xmlns:a16="http://schemas.microsoft.com/office/drawing/2014/main" id="{AF0D1C85-0666-2158-3B18-5A331706B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4" y="765176"/>
            <a:ext cx="7775575" cy="2016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样本的抽取是随机的，每个个体是一个随机变量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容量为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的样本可以看作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维随机变量，用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,X</a:t>
            </a:r>
            <a:r>
              <a:rPr kumimoji="1"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,…,X</a:t>
            </a:r>
            <a:r>
              <a:rPr kumimoji="1"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表示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185347" name="Text Box 3">
            <a:extLst>
              <a:ext uri="{FF2B5EF4-FFF2-40B4-BE49-F238E27FC236}">
                <a16:creationId xmlns:a16="http://schemas.microsoft.com/office/drawing/2014/main" id="{3E00CEE6-A338-6785-52D7-738401954A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9650" y="3068639"/>
            <a:ext cx="7620000" cy="2016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而一旦取定一组样本，得到的是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个具体的数 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,…,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，称其为样本的一个观察值，简称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样本值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185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1000"/>
                                        <p:tgtEl>
                                          <p:spTgt spid="185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46" grpId="0" autoUpdateAnimBg="0"/>
      <p:bldP spid="185347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>
            <a:extLst>
              <a:ext uri="{FF2B5EF4-FFF2-40B4-BE49-F238E27FC236}">
                <a16:creationId xmlns:a16="http://schemas.microsoft.com/office/drawing/2014/main" id="{51A5DF4D-2278-A3D5-AB10-3D1517FE3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4724401"/>
            <a:ext cx="7543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.X</a:t>
            </a:r>
            <a:r>
              <a:rPr kumimoji="1"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,…,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相互独立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186371" name="Rectangle 3">
            <a:extLst>
              <a:ext uri="{FF2B5EF4-FFF2-40B4-BE49-F238E27FC236}">
                <a16:creationId xmlns:a16="http://schemas.microsoft.com/office/drawing/2014/main" id="{3A5C03BC-A551-A781-1AB9-819DA1D95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6" y="765176"/>
            <a:ext cx="8137525" cy="2657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由于抽样的目的是为了对总体进行统计推断，为了使抽取的样本能很好地反映总体的信息，必须考虑抽样方法</a:t>
            </a: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最常用的一种抽样方法叫作“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简单随机抽样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”，它要求抽取的样本满足下面两点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kumimoji="1" lang="en-US" altLang="zh-CN" sz="2800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86373" name="Text Box 5">
            <a:extLst>
              <a:ext uri="{FF2B5EF4-FFF2-40B4-BE49-F238E27FC236}">
                <a16:creationId xmlns:a16="http://schemas.microsoft.com/office/drawing/2014/main" id="{2826CA56-22B1-F182-E354-7A2BB7513C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9" y="3390636"/>
            <a:ext cx="7705725" cy="1308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1.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样本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,…,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中每一个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与所考察的总体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有相同的分布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186374" name="Rectangle 6">
            <a:extLst>
              <a:ext uri="{FF2B5EF4-FFF2-40B4-BE49-F238E27FC236}">
                <a16:creationId xmlns:a16="http://schemas.microsoft.com/office/drawing/2014/main" id="{696694D9-17A1-DDDE-645D-3219FA8E9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4" y="188914"/>
            <a:ext cx="496728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kumimoji="1" lang="zh-CN" altLang="en-US" sz="32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）简单随机样本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63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63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63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863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6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1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1000"/>
                                        <p:tgtEl>
                                          <p:spTgt spid="186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1000"/>
                                        <p:tgtEl>
                                          <p:spTgt spid="186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86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70" grpId="0" autoUpdateAnimBg="0"/>
      <p:bldP spid="186371" grpId="0" autoUpdateAnimBg="0"/>
      <p:bldP spid="186373" grpId="0" autoUpdateAnimBg="0"/>
      <p:bldP spid="18637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>
            <a:extLst>
              <a:ext uri="{FF2B5EF4-FFF2-40B4-BE49-F238E27FC236}">
                <a16:creationId xmlns:a16="http://schemas.microsoft.com/office/drawing/2014/main" id="{F7FB1427-F93E-E27B-EA39-0CFEBAAC5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664215"/>
            <a:ext cx="7696200" cy="662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设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,…,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是总体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的一个简单随机样本，</a:t>
            </a:r>
          </a:p>
        </p:txBody>
      </p:sp>
      <p:sp>
        <p:nvSpPr>
          <p:cNvPr id="195588" name="Rectangle 4">
            <a:extLst>
              <a:ext uri="{FF2B5EF4-FFF2-40B4-BE49-F238E27FC236}">
                <a16:creationId xmlns:a16="http://schemas.microsoft.com/office/drawing/2014/main" id="{19EEB410-C9B7-5410-7FC3-9C6B36A8D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9" y="1533261"/>
            <a:ext cx="8785225" cy="1308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1)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为离散型总体，其分布律是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，则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,…,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的联合分布律为</a:t>
            </a:r>
          </a:p>
        </p:txBody>
      </p:sp>
      <p:sp>
        <p:nvSpPr>
          <p:cNvPr id="195589" name="Rectangle 5">
            <a:extLst>
              <a:ext uri="{FF2B5EF4-FFF2-40B4-BE49-F238E27FC236}">
                <a16:creationId xmlns:a16="http://schemas.microsoft.com/office/drawing/2014/main" id="{0CF5388D-6AFC-A62A-A043-EC9927AC0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5413" y="3068638"/>
            <a:ext cx="32305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…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</a:p>
        </p:txBody>
      </p:sp>
      <p:sp>
        <p:nvSpPr>
          <p:cNvPr id="195591" name="Rectangle 7">
            <a:extLst>
              <a:ext uri="{FF2B5EF4-FFF2-40B4-BE49-F238E27FC236}">
                <a16:creationId xmlns:a16="http://schemas.microsoft.com/office/drawing/2014/main" id="{37C36A78-8420-90BA-9004-D81F8199E9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9" y="3749411"/>
            <a:ext cx="8713787" cy="1308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2)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为连续型总体，其概率密度是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，则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,…,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的联合分布律为</a:t>
            </a:r>
          </a:p>
        </p:txBody>
      </p:sp>
      <p:sp>
        <p:nvSpPr>
          <p:cNvPr id="195592" name="Rectangle 8">
            <a:extLst>
              <a:ext uri="{FF2B5EF4-FFF2-40B4-BE49-F238E27FC236}">
                <a16:creationId xmlns:a16="http://schemas.microsoft.com/office/drawing/2014/main" id="{F06E6448-B028-DA44-D458-E307E38581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5051" y="5300663"/>
            <a:ext cx="37560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f 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…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f 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195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195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95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195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95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6" grpId="0" autoUpdateAnimBg="0"/>
      <p:bldP spid="195588" grpId="0" autoUpdateAnimBg="0"/>
      <p:bldP spid="195589" grpId="0"/>
      <p:bldP spid="195591" grpId="0" autoUpdateAnimBg="0"/>
      <p:bldP spid="19559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>
            <a:extLst>
              <a:ext uri="{FF2B5EF4-FFF2-40B4-BE49-F238E27FC236}">
                <a16:creationId xmlns:a16="http://schemas.microsoft.com/office/drawing/2014/main" id="{7AD3B10A-3993-BE8A-3FC5-E922337F6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771526"/>
            <a:ext cx="7848600" cy="329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事实上我们抽样后得到的资料都是具体的、确定的值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  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如我们从某班大学生中抽取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10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人测量身高，得到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10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个数，</a:t>
            </a:r>
            <a:r>
              <a:rPr kumimoji="1" lang="zh-CN" altLang="en-US" sz="2800" b="1" u="sng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它们是样本取到的值而不是样本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  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我们只能观察到随机变量取的值而见不到随机变量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188419" name="Rectangle 3">
            <a:extLst>
              <a:ext uri="{FF2B5EF4-FFF2-40B4-BE49-F238E27FC236}">
                <a16:creationId xmlns:a16="http://schemas.microsoft.com/office/drawing/2014/main" id="{65E6C5BC-04EB-1E39-6F0C-E2D684475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1" y="230189"/>
            <a:ext cx="62341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kumimoji="1"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）总体、样本、样本值的关系</a:t>
            </a:r>
          </a:p>
        </p:txBody>
      </p:sp>
      <p:pic>
        <p:nvPicPr>
          <p:cNvPr id="188420" name="Picture 4">
            <a:extLst>
              <a:ext uri="{FF2B5EF4-FFF2-40B4-BE49-F238E27FC236}">
                <a16:creationId xmlns:a16="http://schemas.microsoft.com/office/drawing/2014/main" id="{E4B0DD17-72B8-DC86-ED4E-6FE6F00A38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3962400"/>
            <a:ext cx="3733800" cy="23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84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84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8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88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8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1000"/>
                                        <p:tgtEl>
                                          <p:spTgt spid="188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9" dur="1000"/>
                                        <p:tgtEl>
                                          <p:spTgt spid="188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18" grpId="0" autoUpdateAnimBg="0"/>
      <p:bldP spid="188419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9" name="Rectangle 9">
            <a:extLst>
              <a:ext uri="{FF2B5EF4-FFF2-40B4-BE49-F238E27FC236}">
                <a16:creationId xmlns:a16="http://schemas.microsoft.com/office/drawing/2014/main" id="{E5539173-624A-72CD-DCCC-ACF7E7D46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188" y="1085844"/>
            <a:ext cx="7975600" cy="13081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统计是从手中已有的资料 </a:t>
            </a:r>
            <a:r>
              <a:rPr kumimoji="1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—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样本值，去推断总体的情况</a:t>
            </a:r>
            <a:r>
              <a:rPr kumimoji="1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kumimoji="1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—</a:t>
            </a: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总体分布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的性质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189450" name="Rectangle 10">
            <a:extLst>
              <a:ext uri="{FF2B5EF4-FFF2-40B4-BE49-F238E27FC236}">
                <a16:creationId xmlns:a16="http://schemas.microsoft.com/office/drawing/2014/main" id="{C4ACB711-9665-5ED0-712A-9E5228F521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3716338"/>
            <a:ext cx="8229600" cy="163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总体分布决定了样本取值的概率规律，也就是样本取到样本值的规律，因而可以由样本值去推断总体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    </a:t>
            </a:r>
          </a:p>
        </p:txBody>
      </p:sp>
      <p:sp>
        <p:nvSpPr>
          <p:cNvPr id="189451" name="Rectangle 11">
            <a:extLst>
              <a:ext uri="{FF2B5EF4-FFF2-40B4-BE49-F238E27FC236}">
                <a16:creationId xmlns:a16="http://schemas.microsoft.com/office/drawing/2014/main" id="{6D32BBF0-FED1-2E90-7D88-C3CBCD2F8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5051" y="2708276"/>
            <a:ext cx="46085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u="sng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样本是联系二者的桥梁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9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94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94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189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449" grpId="0" autoUpdateAnimBg="0"/>
      <p:bldP spid="189450" grpId="0" autoUpdateAnimBg="0"/>
      <p:bldP spid="189451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Text Box 2">
            <a:extLst>
              <a:ext uri="{FF2B5EF4-FFF2-40B4-BE49-F238E27FC236}">
                <a16:creationId xmlns:a16="http://schemas.microsoft.com/office/drawing/2014/main" id="{92CA9FAE-EA32-56E0-AE6D-823FD5B1D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388" y="260351"/>
            <a:ext cx="518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4</a:t>
            </a: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）经验分布函数</a:t>
            </a:r>
          </a:p>
        </p:txBody>
      </p:sp>
      <p:grpSp>
        <p:nvGrpSpPr>
          <p:cNvPr id="190467" name="Group 3">
            <a:extLst>
              <a:ext uri="{FF2B5EF4-FFF2-40B4-BE49-F238E27FC236}">
                <a16:creationId xmlns:a16="http://schemas.microsoft.com/office/drawing/2014/main" id="{D703F8F0-A173-F9BC-CEE0-A84EEB5C3EB5}"/>
              </a:ext>
            </a:extLst>
          </p:cNvPr>
          <p:cNvGrpSpPr>
            <a:grpSpLocks/>
          </p:cNvGrpSpPr>
          <p:nvPr/>
        </p:nvGrpSpPr>
        <p:grpSpPr bwMode="auto">
          <a:xfrm>
            <a:off x="2135188" y="836614"/>
            <a:ext cx="7696200" cy="3760787"/>
            <a:chOff x="521" y="815"/>
            <a:chExt cx="4848" cy="2369"/>
          </a:xfrm>
        </p:grpSpPr>
        <p:sp>
          <p:nvSpPr>
            <p:cNvPr id="190468" name="Rectangle 4">
              <a:extLst>
                <a:ext uri="{FF2B5EF4-FFF2-40B4-BE49-F238E27FC236}">
                  <a16:creationId xmlns:a16="http://schemas.microsoft.com/office/drawing/2014/main" id="{A9548EB9-3870-D7E7-6228-D8BB03003F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" y="815"/>
              <a:ext cx="4848" cy="16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     </a:t>
              </a:r>
              <a:r>
                <a:rPr kumimoji="1"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设</a:t>
              </a:r>
              <a:r>
                <a:rPr kumimoji="1"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kumimoji="1" lang="en-US" altLang="zh-CN" sz="2800" b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kumimoji="1"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,</a:t>
              </a:r>
              <a:r>
                <a:rPr kumimoji="1"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kumimoji="1" lang="en-US" altLang="zh-CN" sz="2800" b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kumimoji="1"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,…,</a:t>
              </a:r>
              <a:r>
                <a:rPr kumimoji="1"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kumimoji="1" lang="en-US" altLang="zh-CN" sz="2800" b="1" i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kumimoji="1"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为取自总体</a:t>
              </a:r>
              <a:r>
                <a:rPr kumimoji="1"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kumimoji="1"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的样本， </a:t>
              </a:r>
              <a:r>
                <a:rPr kumimoji="1"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kumimoji="1" lang="en-US" altLang="zh-CN" sz="2800" b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kumimoji="1"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,</a:t>
              </a:r>
              <a:r>
                <a:rPr kumimoji="1"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kumimoji="1" lang="en-US" altLang="zh-CN" sz="2800" b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kumimoji="1"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,…,</a:t>
              </a:r>
              <a:r>
                <a:rPr kumimoji="1"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kumimoji="1" lang="en-US" altLang="zh-CN" sz="2800" b="1" i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kumimoji="1"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为其观察值</a:t>
              </a:r>
              <a:r>
                <a:rPr kumimoji="1"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.</a:t>
              </a:r>
              <a:r>
                <a:rPr kumimoji="1"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对于每个固定的</a:t>
              </a:r>
              <a:r>
                <a:rPr kumimoji="1"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kumimoji="1"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，设事件</a:t>
              </a:r>
              <a:r>
                <a:rPr kumimoji="1"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{X≤</a:t>
              </a:r>
              <a:r>
                <a:rPr kumimoji="1"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kumimoji="1"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}</a:t>
              </a:r>
              <a:r>
                <a:rPr kumimoji="1"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在</a:t>
              </a:r>
              <a:r>
                <a:rPr kumimoji="1"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kumimoji="1"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次观察中出现的次数为</a:t>
              </a:r>
              <a:r>
                <a:rPr kumimoji="1"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v</a:t>
              </a:r>
              <a:r>
                <a:rPr kumimoji="1" lang="en-US" altLang="zh-CN" sz="2800" b="1" i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kumimoji="1"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(</a:t>
              </a:r>
              <a:r>
                <a:rPr kumimoji="1"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kumimoji="1"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)</a:t>
              </a:r>
              <a:r>
                <a:rPr kumimoji="1"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，于是事件</a:t>
              </a:r>
              <a:r>
                <a:rPr kumimoji="1"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{X≤</a:t>
              </a:r>
              <a:r>
                <a:rPr kumimoji="1"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kumimoji="1"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}</a:t>
              </a:r>
              <a:r>
                <a:rPr kumimoji="1"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发生的频率为：</a:t>
              </a:r>
            </a:p>
          </p:txBody>
        </p:sp>
        <p:graphicFrame>
          <p:nvGraphicFramePr>
            <p:cNvPr id="190469" name="Object 5">
              <a:extLst>
                <a:ext uri="{FF2B5EF4-FFF2-40B4-BE49-F238E27FC236}">
                  <a16:creationId xmlns:a16="http://schemas.microsoft.com/office/drawing/2014/main" id="{E7BF4A8D-3C8C-C16F-3C42-770817B5D0A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06" y="2478"/>
            <a:ext cx="3596" cy="7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8" name="Equation" r:id="rId3" imgW="47688500" imgH="9359900" progId="Equation.DSMT4">
                    <p:embed/>
                  </p:oleObj>
                </mc:Choice>
                <mc:Fallback>
                  <p:oleObj name="Equation" r:id="rId3" imgW="47688500" imgH="9359900" progId="Equation.DSMT4">
                    <p:embed/>
                    <p:pic>
                      <p:nvPicPr>
                        <p:cNvPr id="190469" name="Object 5">
                          <a:extLst>
                            <a:ext uri="{FF2B5EF4-FFF2-40B4-BE49-F238E27FC236}">
                              <a16:creationId xmlns:a16="http://schemas.microsoft.com/office/drawing/2014/main" id="{E7BF4A8D-3C8C-C16F-3C42-770817B5D0A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6" y="2478"/>
                          <a:ext cx="3596" cy="7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0470" name="Group 6">
            <a:extLst>
              <a:ext uri="{FF2B5EF4-FFF2-40B4-BE49-F238E27FC236}">
                <a16:creationId xmlns:a16="http://schemas.microsoft.com/office/drawing/2014/main" id="{106DDC35-3AAB-A519-0D4F-BF11D4E0FDFF}"/>
              </a:ext>
            </a:extLst>
          </p:cNvPr>
          <p:cNvGrpSpPr>
            <a:grpSpLocks/>
          </p:cNvGrpSpPr>
          <p:nvPr/>
        </p:nvGrpSpPr>
        <p:grpSpPr bwMode="auto">
          <a:xfrm>
            <a:off x="2208213" y="4743451"/>
            <a:ext cx="7696200" cy="1370013"/>
            <a:chOff x="431" y="3147"/>
            <a:chExt cx="4848" cy="863"/>
          </a:xfrm>
        </p:grpSpPr>
        <p:sp>
          <p:nvSpPr>
            <p:cNvPr id="190471" name="Rectangle 7">
              <a:extLst>
                <a:ext uri="{FF2B5EF4-FFF2-40B4-BE49-F238E27FC236}">
                  <a16:creationId xmlns:a16="http://schemas.microsoft.com/office/drawing/2014/main" id="{DA8CD2FB-047F-82B9-891D-C549EB96C0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" y="3147"/>
              <a:ext cx="4848" cy="3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显然</a:t>
              </a:r>
              <a:r>
                <a:rPr kumimoji="1"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F</a:t>
              </a:r>
              <a:r>
                <a:rPr kumimoji="1" lang="en-US" altLang="zh-CN" sz="2800" b="1" i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kumimoji="1"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(</a:t>
              </a:r>
              <a:r>
                <a:rPr kumimoji="1"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kumimoji="1"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)</a:t>
              </a:r>
              <a:r>
                <a:rPr kumimoji="1"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为不减右连续函数，且</a:t>
              </a:r>
            </a:p>
          </p:txBody>
        </p:sp>
        <p:graphicFrame>
          <p:nvGraphicFramePr>
            <p:cNvPr id="190472" name="Object 8">
              <a:extLst>
                <a:ext uri="{FF2B5EF4-FFF2-40B4-BE49-F238E27FC236}">
                  <a16:creationId xmlns:a16="http://schemas.microsoft.com/office/drawing/2014/main" id="{6A981E45-4BC0-6306-D3CF-B0E4AFAA28F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75" y="3612"/>
            <a:ext cx="2669" cy="3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9" name="Equation" r:id="rId5" imgW="35394900" imgH="5270500" progId="Equation.DSMT4">
                    <p:embed/>
                  </p:oleObj>
                </mc:Choice>
                <mc:Fallback>
                  <p:oleObj name="Equation" r:id="rId5" imgW="35394900" imgH="5270500" progId="Equation.DSMT4">
                    <p:embed/>
                    <p:pic>
                      <p:nvPicPr>
                        <p:cNvPr id="190472" name="Object 8">
                          <a:extLst>
                            <a:ext uri="{FF2B5EF4-FFF2-40B4-BE49-F238E27FC236}">
                              <a16:creationId xmlns:a16="http://schemas.microsoft.com/office/drawing/2014/main" id="{6A981E45-4BC0-6306-D3CF-B0E4AFAA28F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5" y="3612"/>
                          <a:ext cx="2669" cy="3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04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04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0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90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0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1000"/>
                                        <p:tgtEl>
                                          <p:spTgt spid="190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90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90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66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>
            <a:extLst>
              <a:ext uri="{FF2B5EF4-FFF2-40B4-BE49-F238E27FC236}">
                <a16:creationId xmlns:a16="http://schemas.microsoft.com/office/drawing/2014/main" id="{67B85CB3-40E9-DC06-3084-AFA24E7747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530920"/>
            <a:ext cx="7696200" cy="565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称 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kumimoji="1" lang="en-US" altLang="zh-CN" sz="2800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)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为样本分布函数或经验分布函数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grpSp>
        <p:nvGrpSpPr>
          <p:cNvPr id="191491" name="Group 3">
            <a:extLst>
              <a:ext uri="{FF2B5EF4-FFF2-40B4-BE49-F238E27FC236}">
                <a16:creationId xmlns:a16="http://schemas.microsoft.com/office/drawing/2014/main" id="{3BB113C5-DC90-27BE-F6AC-7343C056428C}"/>
              </a:ext>
            </a:extLst>
          </p:cNvPr>
          <p:cNvGrpSpPr>
            <a:grpSpLocks/>
          </p:cNvGrpSpPr>
          <p:nvPr/>
        </p:nvGrpSpPr>
        <p:grpSpPr bwMode="auto">
          <a:xfrm>
            <a:off x="1919288" y="1120777"/>
            <a:ext cx="7993062" cy="2625725"/>
            <a:chOff x="249" y="990"/>
            <a:chExt cx="5035" cy="1654"/>
          </a:xfrm>
        </p:grpSpPr>
        <p:sp>
          <p:nvSpPr>
            <p:cNvPr id="191492" name="Rectangle 4">
              <a:extLst>
                <a:ext uri="{FF2B5EF4-FFF2-40B4-BE49-F238E27FC236}">
                  <a16:creationId xmlns:a16="http://schemas.microsoft.com/office/drawing/2014/main" id="{DDEF3258-26CC-1993-69F3-ED2AF9B966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990"/>
              <a:ext cx="5035" cy="8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定理（格列文科）当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kumimoji="1" lang="zh-CN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→</a:t>
              </a:r>
              <a:r>
                <a:rPr kumimoji="1" lang="zh-CN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∞</a:t>
              </a:r>
              <a:r>
                <a:rPr kumimoji="1" lang="zh-CN" alt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时，经验分布函数 </a:t>
              </a:r>
              <a:r>
                <a:rPr kumimoji="1" lang="en-US" altLang="zh-CN" sz="2800" b="1" i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F</a:t>
              </a:r>
              <a:r>
                <a:rPr kumimoji="1" lang="en-US" altLang="zh-CN" sz="2800" b="1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(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) </a:t>
              </a:r>
              <a:r>
                <a:rPr kumimoji="1" lang="zh-CN" alt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依概率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kumimoji="1" lang="zh-CN" alt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关于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kumimoji="1"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一致</a:t>
              </a:r>
              <a:r>
                <a:rPr kumimoji="1" lang="zh-CN" altLang="en-US" sz="2800" b="1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收敛于总体分布</a:t>
              </a:r>
              <a:r>
                <a:rPr kumimoji="1"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函数，即</a:t>
              </a:r>
            </a:p>
          </p:txBody>
        </p:sp>
        <p:graphicFrame>
          <p:nvGraphicFramePr>
            <p:cNvPr id="191493" name="Object 5">
              <a:extLst>
                <a:ext uri="{FF2B5EF4-FFF2-40B4-BE49-F238E27FC236}">
                  <a16:creationId xmlns:a16="http://schemas.microsoft.com/office/drawing/2014/main" id="{36B25D33-737C-C9B1-4A1A-685655ED862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12" y="2115"/>
            <a:ext cx="4169" cy="5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7" name="Equation" r:id="rId3" imgW="55295800" imgH="7023100" progId="Equation.DSMT4">
                    <p:embed/>
                  </p:oleObj>
                </mc:Choice>
                <mc:Fallback>
                  <p:oleObj name="Equation" r:id="rId3" imgW="55295800" imgH="7023100" progId="Equation.DSMT4">
                    <p:embed/>
                    <p:pic>
                      <p:nvPicPr>
                        <p:cNvPr id="191493" name="Object 5">
                          <a:extLst>
                            <a:ext uri="{FF2B5EF4-FFF2-40B4-BE49-F238E27FC236}">
                              <a16:creationId xmlns:a16="http://schemas.microsoft.com/office/drawing/2014/main" id="{36B25D33-737C-C9B1-4A1A-685655ED862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2" y="2115"/>
                          <a:ext cx="4169" cy="5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1494" name="Rectangle 6">
            <a:extLst>
              <a:ext uri="{FF2B5EF4-FFF2-40B4-BE49-F238E27FC236}">
                <a16:creationId xmlns:a16="http://schemas.microsoft.com/office/drawing/2014/main" id="{06EF6542-9EA1-89C7-1316-33853ECDE9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1" y="3789364"/>
            <a:ext cx="7993063" cy="2016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定理表明：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当样本容量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充分大时，经验分布函数 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kumimoji="1" lang="en-US" altLang="zh-CN" sz="2800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)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几乎一定会充分趋近总体分布函数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),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这是用样本来推断总体的理论依据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pic>
        <p:nvPicPr>
          <p:cNvPr id="191495" name="Picture 7">
            <a:hlinkClick r:id="rId5" action="ppaction://hlinkpres?slideindex=9&amp;slidetitle=第六章  数理统计的基本概念"/>
            <a:extLst>
              <a:ext uri="{FF2B5EF4-FFF2-40B4-BE49-F238E27FC236}">
                <a16:creationId xmlns:a16="http://schemas.microsoft.com/office/drawing/2014/main" id="{076710BE-66DC-AD52-06B6-13FAA77741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9114" y="5157788"/>
            <a:ext cx="930275" cy="69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1000"/>
                                        <p:tgtEl>
                                          <p:spTgt spid="191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914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14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1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1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91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1" dur="1000"/>
                                        <p:tgtEl>
                                          <p:spTgt spid="191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490" grpId="0"/>
      <p:bldP spid="191494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634" name="Picture 2">
            <a:extLst>
              <a:ext uri="{FF2B5EF4-FFF2-40B4-BE49-F238E27FC236}">
                <a16:creationId xmlns:a16="http://schemas.microsoft.com/office/drawing/2014/main" id="{540E5095-C954-BFC1-66C9-742B6DC2E7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420938"/>
            <a:ext cx="457200" cy="23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7635" name="Picture 3">
            <a:extLst>
              <a:ext uri="{FF2B5EF4-FFF2-40B4-BE49-F238E27FC236}">
                <a16:creationId xmlns:a16="http://schemas.microsoft.com/office/drawing/2014/main" id="{B76E6B78-E52D-7B3A-74CB-11D4DAD36A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644901"/>
            <a:ext cx="457200" cy="23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7636" name="Rectangle 4">
            <a:extLst>
              <a:ext uri="{FF2B5EF4-FFF2-40B4-BE49-F238E27FC236}">
                <a16:creationId xmlns:a16="http://schemas.microsoft.com/office/drawing/2014/main" id="{6C6461DB-39C3-F17D-6ADC-DDC049BF70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6" y="1052514"/>
            <a:ext cx="820896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第二节    统计量与抽样分布</a:t>
            </a:r>
          </a:p>
        </p:txBody>
      </p:sp>
      <p:sp>
        <p:nvSpPr>
          <p:cNvPr id="197637" name="Rectangle 5">
            <a:extLst>
              <a:ext uri="{FF2B5EF4-FFF2-40B4-BE49-F238E27FC236}">
                <a16:creationId xmlns:a16="http://schemas.microsoft.com/office/drawing/2014/main" id="{90DAC05C-2F33-174C-6C2B-D50BB3B12C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9" y="2205038"/>
            <a:ext cx="491648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hlinkClick r:id="rId3" action="ppaction://hlinksldjump"/>
              </a:rPr>
              <a:t>一、统计量</a:t>
            </a:r>
            <a:endParaRPr lang="zh-CN" altLang="en-US" sz="3600" b="1">
              <a:solidFill>
                <a:srgbClr val="FF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7638" name="Text Box 6">
            <a:extLst>
              <a:ext uri="{FF2B5EF4-FFF2-40B4-BE49-F238E27FC236}">
                <a16:creationId xmlns:a16="http://schemas.microsoft.com/office/drawing/2014/main" id="{046B80DD-8948-7646-97D0-75ABC76F7F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8" y="3357563"/>
            <a:ext cx="9144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CN" altLang="en-US" sz="3600" b="1">
                <a:solidFill>
                  <a:srgbClr val="FF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rId4" action="ppaction://hlinksldjump"/>
              </a:rPr>
              <a:t>二、统计学中三个常用分布和上</a:t>
            </a:r>
            <a:r>
              <a:rPr lang="el-GR" altLang="en-US" sz="3600" b="1">
                <a:solidFill>
                  <a:srgbClr val="FF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hlinkClick r:id="rId4" action="ppaction://hlinksldjump"/>
              </a:rPr>
              <a:t>α</a:t>
            </a:r>
            <a:r>
              <a:rPr lang="en-CN" altLang="en-US" sz="3600" b="1">
                <a:solidFill>
                  <a:srgbClr val="FF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rId4" action="ppaction://hlinksldjump"/>
              </a:rPr>
              <a:t>分位点</a:t>
            </a:r>
            <a:endParaRPr lang="en-CN" altLang="en-US" sz="3600" b="1">
              <a:solidFill>
                <a:srgbClr val="FF33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7639" name="Rectangle 7">
            <a:extLst>
              <a:ext uri="{FF2B5EF4-FFF2-40B4-BE49-F238E27FC236}">
                <a16:creationId xmlns:a16="http://schemas.microsoft.com/office/drawing/2014/main" id="{1361CC7A-77DC-7EF6-BD96-C043599EE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4" y="4581525"/>
            <a:ext cx="409733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hlinkClick r:id="rId5" action="ppaction://hlinksldjump"/>
              </a:rPr>
              <a:t>三、抽样分布定理</a:t>
            </a:r>
            <a:endParaRPr lang="zh-CN" altLang="en-US" sz="3600" b="1">
              <a:solidFill>
                <a:srgbClr val="FF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97640" name="Picture 8">
            <a:extLst>
              <a:ext uri="{FF2B5EF4-FFF2-40B4-BE49-F238E27FC236}">
                <a16:creationId xmlns:a16="http://schemas.microsoft.com/office/drawing/2014/main" id="{F983D7EF-BDA4-9227-8CF3-C7BD4516C3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797426"/>
            <a:ext cx="457200" cy="23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>
            <a:extLst>
              <a:ext uri="{FF2B5EF4-FFF2-40B4-BE49-F238E27FC236}">
                <a16:creationId xmlns:a16="http://schemas.microsoft.com/office/drawing/2014/main" id="{DD17204C-1B84-4959-2AEA-B2A147D04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9" y="765175"/>
            <a:ext cx="491648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一、统计量</a:t>
            </a:r>
          </a:p>
        </p:txBody>
      </p:sp>
      <p:sp>
        <p:nvSpPr>
          <p:cNvPr id="198659" name="Text Box 3">
            <a:extLst>
              <a:ext uri="{FF2B5EF4-FFF2-40B4-BE49-F238E27FC236}">
                <a16:creationId xmlns:a16="http://schemas.microsoft.com/office/drawing/2014/main" id="{70E64324-A0DF-4F98-76FD-CD3EB8DC7E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8" y="2349501"/>
            <a:ext cx="8280400" cy="2016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 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由样本值去推断总体情况，需要对样本值进行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“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加工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”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，这就要构造一些样本的函数，它把样本中所含的（某一方面）信息集中起来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000"/>
                                        <p:tgtEl>
                                          <p:spTgt spid="198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1000"/>
                                        <p:tgtEl>
                                          <p:spTgt spid="198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58" grpId="0" autoUpdateAnimBg="0"/>
      <p:bldP spid="198659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>
            <a:extLst>
              <a:ext uri="{FF2B5EF4-FFF2-40B4-BE49-F238E27FC236}">
                <a16:creationId xmlns:a16="http://schemas.microsoft.com/office/drawing/2014/main" id="{81B8F684-ED4B-5D1D-0F23-0FFB97E408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333376"/>
            <a:ext cx="17287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FF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定义</a:t>
            </a:r>
          </a:p>
        </p:txBody>
      </p:sp>
      <p:grpSp>
        <p:nvGrpSpPr>
          <p:cNvPr id="199683" name="Group 3">
            <a:extLst>
              <a:ext uri="{FF2B5EF4-FFF2-40B4-BE49-F238E27FC236}">
                <a16:creationId xmlns:a16="http://schemas.microsoft.com/office/drawing/2014/main" id="{6443F0D3-FFFA-64C4-FE5C-234D2A4233FB}"/>
              </a:ext>
            </a:extLst>
          </p:cNvPr>
          <p:cNvGrpSpPr>
            <a:grpSpLocks/>
          </p:cNvGrpSpPr>
          <p:nvPr/>
        </p:nvGrpSpPr>
        <p:grpSpPr bwMode="auto">
          <a:xfrm>
            <a:off x="1703388" y="1196976"/>
            <a:ext cx="8642350" cy="2181225"/>
            <a:chOff x="0" y="0"/>
            <a:chExt cx="5444" cy="1374"/>
          </a:xfrm>
        </p:grpSpPr>
        <p:sp>
          <p:nvSpPr>
            <p:cNvPr id="199684" name="Rectangle 4">
              <a:extLst>
                <a:ext uri="{FF2B5EF4-FFF2-40B4-BE49-F238E27FC236}">
                  <a16:creationId xmlns:a16="http://schemas.microsoft.com/office/drawing/2014/main" id="{5D4CBC75-8403-DE61-7936-BDEDACA15D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69"/>
              <a:ext cx="5444" cy="3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r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不含有任何的未知参数，则称函数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g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(X</a:t>
              </a:r>
              <a:r>
                <a:rPr lang="en-US" altLang="zh-CN" sz="2800" b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，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2800" b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，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…,X</a:t>
              </a:r>
              <a:r>
                <a:rPr lang="en-US" altLang="zh-CN" sz="2800" b="1" i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)</a:t>
              </a:r>
              <a:endPara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9685" name="Rectangle 5">
              <a:extLst>
                <a:ext uri="{FF2B5EF4-FFF2-40B4-BE49-F238E27FC236}">
                  <a16:creationId xmlns:a16="http://schemas.microsoft.com/office/drawing/2014/main" id="{54DFFB11-0044-37C5-A3ED-AE753E68EE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" y="0"/>
              <a:ext cx="519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如果样本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2800" b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，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2800" b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，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…,X</a:t>
              </a:r>
              <a:r>
                <a:rPr lang="en-US" altLang="zh-CN" sz="2800" b="1" i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的函数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g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(X</a:t>
              </a:r>
              <a:r>
                <a:rPr lang="en-US" altLang="zh-CN" sz="2800" b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，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2800" b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，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…,X</a:t>
              </a:r>
              <a:r>
                <a:rPr lang="en-US" altLang="zh-CN" sz="2800" b="1" i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)</a:t>
              </a:r>
            </a:p>
          </p:txBody>
        </p:sp>
        <p:sp>
          <p:nvSpPr>
            <p:cNvPr id="199686" name="Rectangle 6">
              <a:extLst>
                <a:ext uri="{FF2B5EF4-FFF2-40B4-BE49-F238E27FC236}">
                  <a16:creationId xmlns:a16="http://schemas.microsoft.com/office/drawing/2014/main" id="{AB1734B3-92ED-6BF2-CE59-DCE787A6D3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" y="997"/>
              <a:ext cx="1086" cy="3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为统计量</a:t>
              </a:r>
              <a:r>
                <a:rPr lang="en-US" altLang="zh-CN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.</a:t>
              </a:r>
            </a:p>
          </p:txBody>
        </p:sp>
      </p:grpSp>
      <p:grpSp>
        <p:nvGrpSpPr>
          <p:cNvPr id="199687" name="Group 7">
            <a:extLst>
              <a:ext uri="{FF2B5EF4-FFF2-40B4-BE49-F238E27FC236}">
                <a16:creationId xmlns:a16="http://schemas.microsoft.com/office/drawing/2014/main" id="{1038589B-321C-EE55-9C78-61894EE0033D}"/>
              </a:ext>
            </a:extLst>
          </p:cNvPr>
          <p:cNvGrpSpPr>
            <a:grpSpLocks/>
          </p:cNvGrpSpPr>
          <p:nvPr/>
        </p:nvGrpSpPr>
        <p:grpSpPr bwMode="auto">
          <a:xfrm>
            <a:off x="2208214" y="3573463"/>
            <a:ext cx="8188325" cy="2197100"/>
            <a:chOff x="0" y="0"/>
            <a:chExt cx="5158" cy="1384"/>
          </a:xfrm>
        </p:grpSpPr>
        <p:sp>
          <p:nvSpPr>
            <p:cNvPr id="199688" name="Rectangle 8">
              <a:extLst>
                <a:ext uri="{FF2B5EF4-FFF2-40B4-BE49-F238E27FC236}">
                  <a16:creationId xmlns:a16="http://schemas.microsoft.com/office/drawing/2014/main" id="{48A541C5-0B1C-E8B7-5FB6-97F5B86D94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08"/>
              <a:ext cx="5080" cy="3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g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(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2800" b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，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2800" b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，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…,x</a:t>
              </a:r>
              <a:r>
                <a:rPr lang="en-US" altLang="zh-CN" sz="2800" b="1" i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)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为统计量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g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(X</a:t>
              </a:r>
              <a:r>
                <a:rPr lang="en-US" altLang="zh-CN" sz="2800" b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，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2800" b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，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…,X</a:t>
              </a:r>
              <a:r>
                <a:rPr lang="en-US" altLang="zh-CN" sz="2800" b="1" i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)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的一个</a:t>
              </a:r>
            </a:p>
          </p:txBody>
        </p:sp>
        <p:sp>
          <p:nvSpPr>
            <p:cNvPr id="199689" name="Rectangle 9">
              <a:extLst>
                <a:ext uri="{FF2B5EF4-FFF2-40B4-BE49-F238E27FC236}">
                  <a16:creationId xmlns:a16="http://schemas.microsoft.com/office/drawing/2014/main" id="{32A75320-3811-378B-D7F2-87FFEF80F4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" y="0"/>
              <a:ext cx="456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若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2800" b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，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2800" b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，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…,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2800" b="1" i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是相应的样本值，则称函数值</a:t>
              </a:r>
            </a:p>
          </p:txBody>
        </p:sp>
        <p:sp>
          <p:nvSpPr>
            <p:cNvPr id="199690" name="Rectangle 10">
              <a:extLst>
                <a:ext uri="{FF2B5EF4-FFF2-40B4-BE49-F238E27FC236}">
                  <a16:creationId xmlns:a16="http://schemas.microsoft.com/office/drawing/2014/main" id="{9A535E08-1CB0-ED3A-B0E2-F55933D35F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" y="1057"/>
              <a:ext cx="84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观察值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99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1000"/>
                                        <p:tgtEl>
                                          <p:spTgt spid="199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1000"/>
                                        <p:tgtEl>
                                          <p:spTgt spid="199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682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Text Box 2">
            <a:extLst>
              <a:ext uri="{FF2B5EF4-FFF2-40B4-BE49-F238E27FC236}">
                <a16:creationId xmlns:a16="http://schemas.microsoft.com/office/drawing/2014/main" id="{AFCBA521-DD8D-34AC-A54A-B205A9DAAA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6" y="4581526"/>
            <a:ext cx="28813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若 </a:t>
            </a:r>
            <a:r>
              <a:rPr lang="zh-CN" altLang="en-US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 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, </a:t>
            </a:r>
            <a:r>
              <a:rPr lang="en-US" altLang="zh-CN" sz="2800" b="1" baseline="30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2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已知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则</a:t>
            </a:r>
          </a:p>
        </p:txBody>
      </p:sp>
      <p:graphicFrame>
        <p:nvGraphicFramePr>
          <p:cNvPr id="200707" name="Object 3">
            <a:extLst>
              <a:ext uri="{FF2B5EF4-FFF2-40B4-BE49-F238E27FC236}">
                <a16:creationId xmlns:a16="http://schemas.microsoft.com/office/drawing/2014/main" id="{7CA5BBA1-11CD-ADCF-6EAF-C35B87D7CE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95551" y="2181226"/>
          <a:ext cx="1825625" cy="102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1" r:id="rId3" imgW="21069300" imgH="9944100" progId="Equation.3">
                  <p:embed/>
                </p:oleObj>
              </mc:Choice>
              <mc:Fallback>
                <p:oleObj r:id="rId3" imgW="21069300" imgH="9944100" progId="Equation.3">
                  <p:embed/>
                  <p:pic>
                    <p:nvPicPr>
                      <p:cNvPr id="200707" name="Object 3">
                        <a:extLst>
                          <a:ext uri="{FF2B5EF4-FFF2-40B4-BE49-F238E27FC236}">
                            <a16:creationId xmlns:a16="http://schemas.microsoft.com/office/drawing/2014/main" id="{7CA5BBA1-11CD-ADCF-6EAF-C35B87D7CE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1" y="2181226"/>
                        <a:ext cx="1825625" cy="1027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0708" name="Text Box 4">
            <a:extLst>
              <a:ext uri="{FF2B5EF4-FFF2-40B4-BE49-F238E27FC236}">
                <a16:creationId xmlns:a16="http://schemas.microsoft.com/office/drawing/2014/main" id="{5AF91434-3D46-04F6-9865-10B5CA7B2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3500438"/>
            <a:ext cx="3911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是统计量，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而</a:t>
            </a:r>
          </a:p>
        </p:txBody>
      </p:sp>
      <p:sp>
        <p:nvSpPr>
          <p:cNvPr id="200709" name="Text Box 5">
            <a:extLst>
              <a:ext uri="{FF2B5EF4-FFF2-40B4-BE49-F238E27FC236}">
                <a16:creationId xmlns:a16="http://schemas.microsoft.com/office/drawing/2014/main" id="{988D39AD-CCB7-C8A4-4D68-46DF66522A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404814"/>
            <a:ext cx="20891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例如：</a:t>
            </a:r>
            <a:endParaRPr lang="zh-CN" altLang="en-US" sz="400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00710" name="Group 6">
            <a:extLst>
              <a:ext uri="{FF2B5EF4-FFF2-40B4-BE49-F238E27FC236}">
                <a16:creationId xmlns:a16="http://schemas.microsoft.com/office/drawing/2014/main" id="{FA4EA39A-D4FE-9E18-73F7-26B128BE16D2}"/>
              </a:ext>
            </a:extLst>
          </p:cNvPr>
          <p:cNvGrpSpPr>
            <a:grpSpLocks/>
          </p:cNvGrpSpPr>
          <p:nvPr/>
        </p:nvGrpSpPr>
        <p:grpSpPr bwMode="auto">
          <a:xfrm>
            <a:off x="1992314" y="1268413"/>
            <a:ext cx="5724525" cy="633412"/>
            <a:chOff x="0" y="0"/>
            <a:chExt cx="3606" cy="399"/>
          </a:xfrm>
        </p:grpSpPr>
        <p:sp>
          <p:nvSpPr>
            <p:cNvPr id="200711" name="Rectangle 7">
              <a:extLst>
                <a:ext uri="{FF2B5EF4-FFF2-40B4-BE49-F238E27FC236}">
                  <a16:creationId xmlns:a16="http://schemas.microsoft.com/office/drawing/2014/main" id="{0142A898-0657-DC4F-F718-75AC680F20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6" y="46"/>
              <a:ext cx="17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是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 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的一个样本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,</a:t>
              </a:r>
            </a:p>
          </p:txBody>
        </p:sp>
        <p:graphicFrame>
          <p:nvGraphicFramePr>
            <p:cNvPr id="200712" name="Object 8">
              <a:extLst>
                <a:ext uri="{FF2B5EF4-FFF2-40B4-BE49-F238E27FC236}">
                  <a16:creationId xmlns:a16="http://schemas.microsoft.com/office/drawing/2014/main" id="{734730FA-B918-C535-CE0D-5E3016192BD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46"/>
            <a:ext cx="1452" cy="3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82" r:id="rId5" imgW="21653500" imgH="5270500" progId="Equation.3">
                    <p:embed/>
                  </p:oleObj>
                </mc:Choice>
                <mc:Fallback>
                  <p:oleObj r:id="rId5" imgW="21653500" imgH="5270500" progId="Equation.3">
                    <p:embed/>
                    <p:pic>
                      <p:nvPicPr>
                        <p:cNvPr id="200712" name="Object 8">
                          <a:extLst>
                            <a:ext uri="{FF2B5EF4-FFF2-40B4-BE49-F238E27FC236}">
                              <a16:creationId xmlns:a16="http://schemas.microsoft.com/office/drawing/2014/main" id="{734730FA-B918-C535-CE0D-5E3016192BD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46"/>
                          <a:ext cx="1452" cy="3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0713" name="Text Box 9">
              <a:extLst>
                <a:ext uri="{FF2B5EF4-FFF2-40B4-BE49-F238E27FC236}">
                  <a16:creationId xmlns:a16="http://schemas.microsoft.com/office/drawing/2014/main" id="{A89154C2-5619-3EBE-2E4F-BC69E977BD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5" y="0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则</a:t>
              </a:r>
            </a:p>
          </p:txBody>
        </p:sp>
      </p:grpSp>
      <p:graphicFrame>
        <p:nvGraphicFramePr>
          <p:cNvPr id="200714" name="Object 10">
            <a:extLst>
              <a:ext uri="{FF2B5EF4-FFF2-40B4-BE49-F238E27FC236}">
                <a16:creationId xmlns:a16="http://schemas.microsoft.com/office/drawing/2014/main" id="{1C9F72AE-32A9-9546-591A-0101D56029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1676" y="3286126"/>
          <a:ext cx="2016125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3" r:id="rId7" imgW="24282400" imgH="9944100" progId="Equation.3">
                  <p:embed/>
                </p:oleObj>
              </mc:Choice>
              <mc:Fallback>
                <p:oleObj r:id="rId7" imgW="24282400" imgH="9944100" progId="Equation.3">
                  <p:embed/>
                  <p:pic>
                    <p:nvPicPr>
                      <p:cNvPr id="200714" name="Object 10">
                        <a:extLst>
                          <a:ext uri="{FF2B5EF4-FFF2-40B4-BE49-F238E27FC236}">
                            <a16:creationId xmlns:a16="http://schemas.microsoft.com/office/drawing/2014/main" id="{1C9F72AE-32A9-9546-591A-0101D56029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676" y="3286126"/>
                        <a:ext cx="2016125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0715" name="Text Box 11">
            <a:extLst>
              <a:ext uri="{FF2B5EF4-FFF2-40B4-BE49-F238E27FC236}">
                <a16:creationId xmlns:a16="http://schemas.microsoft.com/office/drawing/2014/main" id="{2DD82C5A-3DED-06AD-C22D-EC082FAE36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0826" y="3500438"/>
            <a:ext cx="28797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不是统计量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graphicFrame>
        <p:nvGraphicFramePr>
          <p:cNvPr id="200716" name="Object 12">
            <a:extLst>
              <a:ext uri="{FF2B5EF4-FFF2-40B4-BE49-F238E27FC236}">
                <a16:creationId xmlns:a16="http://schemas.microsoft.com/office/drawing/2014/main" id="{075607FB-9150-98C2-1A13-3C7D91FEED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83114" y="2133600"/>
          <a:ext cx="3024187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4" r:id="rId9" imgW="35699700" imgH="9944100" progId="Equation.3">
                  <p:embed/>
                </p:oleObj>
              </mc:Choice>
              <mc:Fallback>
                <p:oleObj r:id="rId9" imgW="35699700" imgH="9944100" progId="Equation.3">
                  <p:embed/>
                  <p:pic>
                    <p:nvPicPr>
                      <p:cNvPr id="200716" name="Object 12">
                        <a:extLst>
                          <a:ext uri="{FF2B5EF4-FFF2-40B4-BE49-F238E27FC236}">
                            <a16:creationId xmlns:a16="http://schemas.microsoft.com/office/drawing/2014/main" id="{075607FB-9150-98C2-1A13-3C7D91FEED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3114" y="2133600"/>
                        <a:ext cx="3024187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0717" name="Rectangle 13">
            <a:extLst>
              <a:ext uri="{FF2B5EF4-FFF2-40B4-BE49-F238E27FC236}">
                <a16:creationId xmlns:a16="http://schemas.microsoft.com/office/drawing/2014/main" id="{0E7B9261-5202-FF9A-1A51-5F98C9455D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2263" y="4508501"/>
            <a:ext cx="2952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也是统计量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graphicFrame>
        <p:nvGraphicFramePr>
          <p:cNvPr id="200718" name="Object 14">
            <a:extLst>
              <a:ext uri="{FF2B5EF4-FFF2-40B4-BE49-F238E27FC236}">
                <a16:creationId xmlns:a16="http://schemas.microsoft.com/office/drawing/2014/main" id="{E448A198-3B41-9600-5156-86A0D9E698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56139" y="4365626"/>
          <a:ext cx="2016125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5" r:id="rId11" imgW="24282400" imgH="9944100" progId="Equation.3">
                  <p:embed/>
                </p:oleObj>
              </mc:Choice>
              <mc:Fallback>
                <p:oleObj r:id="rId11" imgW="24282400" imgH="9944100" progId="Equation.3">
                  <p:embed/>
                  <p:pic>
                    <p:nvPicPr>
                      <p:cNvPr id="200718" name="Object 14">
                        <a:extLst>
                          <a:ext uri="{FF2B5EF4-FFF2-40B4-BE49-F238E27FC236}">
                            <a16:creationId xmlns:a16="http://schemas.microsoft.com/office/drawing/2014/main" id="{E448A198-3B41-9600-5156-86A0D9E698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6139" y="4365626"/>
                        <a:ext cx="2016125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0719" name="Group 15">
            <a:extLst>
              <a:ext uri="{FF2B5EF4-FFF2-40B4-BE49-F238E27FC236}">
                <a16:creationId xmlns:a16="http://schemas.microsoft.com/office/drawing/2014/main" id="{AABF8663-9C3D-E537-D432-7C2D207463EB}"/>
              </a:ext>
            </a:extLst>
          </p:cNvPr>
          <p:cNvGrpSpPr>
            <a:grpSpLocks/>
          </p:cNvGrpSpPr>
          <p:nvPr/>
        </p:nvGrpSpPr>
        <p:grpSpPr bwMode="auto">
          <a:xfrm>
            <a:off x="3000376" y="333376"/>
            <a:ext cx="5630863" cy="708025"/>
            <a:chOff x="0" y="0"/>
            <a:chExt cx="3547" cy="446"/>
          </a:xfrm>
        </p:grpSpPr>
        <p:graphicFrame>
          <p:nvGraphicFramePr>
            <p:cNvPr id="200720" name="Object 16">
              <a:extLst>
                <a:ext uri="{FF2B5EF4-FFF2-40B4-BE49-F238E27FC236}">
                  <a16:creationId xmlns:a16="http://schemas.microsoft.com/office/drawing/2014/main" id="{3A94EC42-0A07-C2BA-FBF4-52BCCB27EA9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90"/>
            <a:ext cx="1615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86" r:id="rId12" imgW="23990300" imgH="5270500" progId="Equation.3">
                    <p:embed/>
                  </p:oleObj>
                </mc:Choice>
                <mc:Fallback>
                  <p:oleObj r:id="rId12" imgW="23990300" imgH="5270500" progId="Equation.3">
                    <p:embed/>
                    <p:pic>
                      <p:nvPicPr>
                        <p:cNvPr id="200720" name="Object 16">
                          <a:extLst>
                            <a:ext uri="{FF2B5EF4-FFF2-40B4-BE49-F238E27FC236}">
                              <a16:creationId xmlns:a16="http://schemas.microsoft.com/office/drawing/2014/main" id="{3A94EC42-0A07-C2BA-FBF4-52BCCB27EA9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90"/>
                          <a:ext cx="1615" cy="3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0721" name="Object 17">
              <a:extLst>
                <a:ext uri="{FF2B5EF4-FFF2-40B4-BE49-F238E27FC236}">
                  <a16:creationId xmlns:a16="http://schemas.microsoft.com/office/drawing/2014/main" id="{3BF84B52-B34D-FD9F-087B-3A39EB61760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32" y="90"/>
            <a:ext cx="630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87" r:id="rId14" imgW="9359900" imgH="5270500" progId="Equation.3">
                    <p:embed/>
                  </p:oleObj>
                </mc:Choice>
                <mc:Fallback>
                  <p:oleObj r:id="rId14" imgW="9359900" imgH="5270500" progId="Equation.3">
                    <p:embed/>
                    <p:pic>
                      <p:nvPicPr>
                        <p:cNvPr id="200721" name="Object 17">
                          <a:extLst>
                            <a:ext uri="{FF2B5EF4-FFF2-40B4-BE49-F238E27FC236}">
                              <a16:creationId xmlns:a16="http://schemas.microsoft.com/office/drawing/2014/main" id="{3BF84B52-B34D-FD9F-087B-3A39EB61760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2" y="90"/>
                          <a:ext cx="630" cy="3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0722" name="Rectangle 18">
              <a:extLst>
                <a:ext uri="{FF2B5EF4-FFF2-40B4-BE49-F238E27FC236}">
                  <a16:creationId xmlns:a16="http://schemas.microsoft.com/office/drawing/2014/main" id="{7D702700-574A-FF60-BEF6-1462A6D792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2" y="0"/>
              <a:ext cx="1325" cy="4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是未知参数</a:t>
              </a:r>
              <a:r>
                <a:rPr lang="en-US" altLang="zh-CN" sz="400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,</a:t>
              </a:r>
            </a:p>
          </p:txBody>
        </p:sp>
      </p:grp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07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07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1000"/>
                                        <p:tgtEl>
                                          <p:spTgt spid="200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6" dur="1000"/>
                                        <p:tgtEl>
                                          <p:spTgt spid="200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00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00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200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1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3" dur="1000"/>
                                        <p:tgtEl>
                                          <p:spTgt spid="200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00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00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6" dur="1000"/>
                                        <p:tgtEl>
                                          <p:spTgt spid="200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200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706" grpId="0" autoUpdateAnimBg="0"/>
      <p:bldP spid="200708" grpId="0" autoUpdateAnimBg="0"/>
      <p:bldP spid="200709" grpId="0" autoUpdateAnimBg="0"/>
      <p:bldP spid="200715" grpId="0" autoUpdateAnimBg="0"/>
      <p:bldP spid="200717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Text Box 2">
            <a:extLst>
              <a:ext uri="{FF2B5EF4-FFF2-40B4-BE49-F238E27FC236}">
                <a16:creationId xmlns:a16="http://schemas.microsoft.com/office/drawing/2014/main" id="{2E1BDE7F-B048-F1E6-BABE-FEDA5953FC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9" y="692150"/>
            <a:ext cx="41052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zh-CN" altLang="en-US" sz="3200" b="1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几个常用的统计量</a:t>
            </a:r>
          </a:p>
        </p:txBody>
      </p:sp>
      <p:sp>
        <p:nvSpPr>
          <p:cNvPr id="201731" name="Rectangle 3">
            <a:extLst>
              <a:ext uri="{FF2B5EF4-FFF2-40B4-BE49-F238E27FC236}">
                <a16:creationId xmlns:a16="http://schemas.microsoft.com/office/drawing/2014/main" id="{B7F5A1A1-1C39-1331-FFA8-DFD08D4C9D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75" y="2133600"/>
            <a:ext cx="23241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样本均值</a:t>
            </a:r>
          </a:p>
        </p:txBody>
      </p:sp>
      <p:sp>
        <p:nvSpPr>
          <p:cNvPr id="201732" name="Rectangle 4">
            <a:extLst>
              <a:ext uri="{FF2B5EF4-FFF2-40B4-BE49-F238E27FC236}">
                <a16:creationId xmlns:a16="http://schemas.microsoft.com/office/drawing/2014/main" id="{E3A19834-2D44-3DA1-C28C-93715F5C3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76" y="4449764"/>
            <a:ext cx="207486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样本方差</a:t>
            </a:r>
          </a:p>
        </p:txBody>
      </p:sp>
      <p:graphicFrame>
        <p:nvGraphicFramePr>
          <p:cNvPr id="201733" name="Object 5">
            <a:extLst>
              <a:ext uri="{FF2B5EF4-FFF2-40B4-BE49-F238E27FC236}">
                <a16:creationId xmlns:a16="http://schemas.microsoft.com/office/drawing/2014/main" id="{89665E6C-A5CD-2273-32E8-C9CFAD9ACD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69014" y="1944688"/>
          <a:ext cx="2479675" cy="1255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0" r:id="rId3" imgW="19596100" imgH="9944100" progId="Equation.3">
                  <p:embed/>
                </p:oleObj>
              </mc:Choice>
              <mc:Fallback>
                <p:oleObj r:id="rId3" imgW="19596100" imgH="9944100" progId="Equation.3">
                  <p:embed/>
                  <p:pic>
                    <p:nvPicPr>
                      <p:cNvPr id="201733" name="Object 5">
                        <a:extLst>
                          <a:ext uri="{FF2B5EF4-FFF2-40B4-BE49-F238E27FC236}">
                            <a16:creationId xmlns:a16="http://schemas.microsoft.com/office/drawing/2014/main" id="{89665E6C-A5CD-2273-32E8-C9CFAD9ACD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9014" y="1944688"/>
                        <a:ext cx="2479675" cy="1255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34" name="Object 6">
            <a:extLst>
              <a:ext uri="{FF2B5EF4-FFF2-40B4-BE49-F238E27FC236}">
                <a16:creationId xmlns:a16="http://schemas.microsoft.com/office/drawing/2014/main" id="{F593EF7F-EEAD-5C3A-805B-732164AB6C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60964" y="4154488"/>
          <a:ext cx="4706937" cy="1255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1" r:id="rId5" imgW="37160200" imgH="9944100" progId="Equation.3">
                  <p:embed/>
                </p:oleObj>
              </mc:Choice>
              <mc:Fallback>
                <p:oleObj r:id="rId5" imgW="37160200" imgH="9944100" progId="Equation.3">
                  <p:embed/>
                  <p:pic>
                    <p:nvPicPr>
                      <p:cNvPr id="201734" name="Object 6">
                        <a:extLst>
                          <a:ext uri="{FF2B5EF4-FFF2-40B4-BE49-F238E27FC236}">
                            <a16:creationId xmlns:a16="http://schemas.microsoft.com/office/drawing/2014/main" id="{F593EF7F-EEAD-5C3A-805B-732164AB6C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0964" y="4154488"/>
                        <a:ext cx="4706937" cy="1255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1735" name="AutoShape 7">
            <a:extLst>
              <a:ext uri="{FF2B5EF4-FFF2-40B4-BE49-F238E27FC236}">
                <a16:creationId xmlns:a16="http://schemas.microsoft.com/office/drawing/2014/main" id="{40251239-662F-301B-AAEA-A24862E42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0825" y="765176"/>
            <a:ext cx="3600450" cy="779463"/>
          </a:xfrm>
          <a:prstGeom prst="wedgeRoundRectCallout">
            <a:avLst>
              <a:gd name="adj1" fmla="val -52731"/>
              <a:gd name="adj2" fmla="val 115782"/>
              <a:gd name="adj3" fmla="val 16667"/>
            </a:avLst>
          </a:prstGeom>
          <a:solidFill>
            <a:srgbClr val="FFFF99">
              <a:alpha val="34999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它反映了总体均值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的信息</a:t>
            </a:r>
          </a:p>
        </p:txBody>
      </p:sp>
      <p:sp>
        <p:nvSpPr>
          <p:cNvPr id="201736" name="AutoShape 8">
            <a:extLst>
              <a:ext uri="{FF2B5EF4-FFF2-40B4-BE49-F238E27FC236}">
                <a16:creationId xmlns:a16="http://schemas.microsoft.com/office/drawing/2014/main" id="{4FE0DF37-224B-6968-3FD6-3EBA23E531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284538"/>
            <a:ext cx="4402138" cy="754062"/>
          </a:xfrm>
          <a:prstGeom prst="wedgeRoundRectCallout">
            <a:avLst>
              <a:gd name="adj1" fmla="val 23028"/>
              <a:gd name="adj2" fmla="val 113157"/>
              <a:gd name="adj3" fmla="val 16667"/>
            </a:avLst>
          </a:prstGeom>
          <a:solidFill>
            <a:srgbClr val="CCFFFF">
              <a:alpha val="34999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它反映了总体方差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的信息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17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17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201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2017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017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2017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017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201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017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2017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2017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2017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730" grpId="0" autoUpdateAnimBg="0"/>
      <p:bldP spid="201731" grpId="0" autoUpdateAnimBg="0"/>
      <p:bldP spid="201732" grpId="0" autoUpdateAnimBg="0"/>
      <p:bldP spid="201735" grpId="0" animBg="1" autoUpdateAnimBg="0"/>
      <p:bldP spid="201736" grpId="0" animBg="1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>
            <a:extLst>
              <a:ext uri="{FF2B5EF4-FFF2-40B4-BE49-F238E27FC236}">
                <a16:creationId xmlns:a16="http://schemas.microsoft.com/office/drawing/2014/main" id="{D87B956E-6D80-A0FF-3818-F62D189A1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147889"/>
            <a:ext cx="35052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样本</a:t>
            </a:r>
            <a:r>
              <a:rPr lang="en-US" altLang="zh-CN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k</a:t>
            </a:r>
            <a:r>
              <a:rPr lang="zh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阶原点矩</a:t>
            </a:r>
          </a:p>
        </p:txBody>
      </p:sp>
      <p:sp>
        <p:nvSpPr>
          <p:cNvPr id="202755" name="Rectangle 3">
            <a:extLst>
              <a:ext uri="{FF2B5EF4-FFF2-40B4-BE49-F238E27FC236}">
                <a16:creationId xmlns:a16="http://schemas.microsoft.com/office/drawing/2014/main" id="{F1E9ECD4-2503-87CE-1BAD-0A79FA6245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1" y="3352800"/>
            <a:ext cx="34893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样本</a:t>
            </a:r>
            <a:r>
              <a:rPr lang="en-US" altLang="zh-CN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k</a:t>
            </a:r>
            <a:r>
              <a:rPr lang="zh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阶中心矩</a:t>
            </a:r>
          </a:p>
        </p:txBody>
      </p:sp>
      <p:graphicFrame>
        <p:nvGraphicFramePr>
          <p:cNvPr id="202756" name="Object 4">
            <a:extLst>
              <a:ext uri="{FF2B5EF4-FFF2-40B4-BE49-F238E27FC236}">
                <a16:creationId xmlns:a16="http://schemas.microsoft.com/office/drawing/2014/main" id="{05E7C5A6-206E-3FB2-B58E-49EAD2AB83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8363" y="1828801"/>
          <a:ext cx="2559050" cy="1255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4" r:id="rId3" imgW="20193000" imgH="9944100" progId="Equation.3">
                  <p:embed/>
                </p:oleObj>
              </mc:Choice>
              <mc:Fallback>
                <p:oleObj r:id="rId3" imgW="20193000" imgH="9944100" progId="Equation.3">
                  <p:embed/>
                  <p:pic>
                    <p:nvPicPr>
                      <p:cNvPr id="202756" name="Object 4">
                        <a:extLst>
                          <a:ext uri="{FF2B5EF4-FFF2-40B4-BE49-F238E27FC236}">
                            <a16:creationId xmlns:a16="http://schemas.microsoft.com/office/drawing/2014/main" id="{05E7C5A6-206E-3FB2-B58E-49EAD2AB83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8363" y="1828801"/>
                        <a:ext cx="2559050" cy="1255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2757" name="Object 5">
            <a:extLst>
              <a:ext uri="{FF2B5EF4-FFF2-40B4-BE49-F238E27FC236}">
                <a16:creationId xmlns:a16="http://schemas.microsoft.com/office/drawing/2014/main" id="{AD4CFE7B-FE4B-DC26-8DF8-6849D04D89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81675" y="3048001"/>
          <a:ext cx="3779838" cy="1255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5" r:id="rId5" imgW="29845000" imgH="9944100" progId="Equation.3">
                  <p:embed/>
                </p:oleObj>
              </mc:Choice>
              <mc:Fallback>
                <p:oleObj r:id="rId5" imgW="29845000" imgH="9944100" progId="Equation.3">
                  <p:embed/>
                  <p:pic>
                    <p:nvPicPr>
                      <p:cNvPr id="202757" name="Object 5">
                        <a:extLst>
                          <a:ext uri="{FF2B5EF4-FFF2-40B4-BE49-F238E27FC236}">
                            <a16:creationId xmlns:a16="http://schemas.microsoft.com/office/drawing/2014/main" id="{AD4CFE7B-FE4B-DC26-8DF8-6849D04D89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1675" y="3048001"/>
                        <a:ext cx="3779838" cy="1255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2758" name="Rectangle 6">
            <a:extLst>
              <a:ext uri="{FF2B5EF4-FFF2-40B4-BE49-F238E27FC236}">
                <a16:creationId xmlns:a16="http://schemas.microsoft.com/office/drawing/2014/main" id="{2D2D238B-04A5-54BF-E182-EEEB6D153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4" y="4267200"/>
            <a:ext cx="1736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CN" altLang="en-US" sz="32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=1,2,…</a:t>
            </a:r>
          </a:p>
        </p:txBody>
      </p:sp>
      <p:sp>
        <p:nvSpPr>
          <p:cNvPr id="202759" name="AutoShape 7">
            <a:extLst>
              <a:ext uri="{FF2B5EF4-FFF2-40B4-BE49-F238E27FC236}">
                <a16:creationId xmlns:a16="http://schemas.microsoft.com/office/drawing/2014/main" id="{941E0376-851A-EFD3-ECB1-289C7B3B94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6363" y="620713"/>
            <a:ext cx="4032250" cy="1066800"/>
          </a:xfrm>
          <a:prstGeom prst="wedgeRoundRectCallout">
            <a:avLst>
              <a:gd name="adj1" fmla="val -54213"/>
              <a:gd name="adj2" fmla="val 98065"/>
              <a:gd name="adj3" fmla="val 16667"/>
            </a:avLst>
          </a:prstGeom>
          <a:solidFill>
            <a:srgbClr val="FFFF99">
              <a:alpha val="34000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它反映了总体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lang="en-US" altLang="zh-CN" sz="2400" b="1" i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阶矩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的信息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400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02760" name="AutoShape 8">
            <a:extLst>
              <a:ext uri="{FF2B5EF4-FFF2-40B4-BE49-F238E27FC236}">
                <a16:creationId xmlns:a16="http://schemas.microsoft.com/office/drawing/2014/main" id="{E6D1DA2C-E01F-CC60-F7D2-9CDCCE6201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8" y="4267200"/>
            <a:ext cx="3529012" cy="1066800"/>
          </a:xfrm>
          <a:prstGeom prst="wedgeRoundRectCallout">
            <a:avLst>
              <a:gd name="adj1" fmla="val 72583"/>
              <a:gd name="adj2" fmla="val -61755"/>
              <a:gd name="adj3" fmla="val 16667"/>
            </a:avLst>
          </a:prstGeom>
          <a:solidFill>
            <a:srgbClr val="CCFFFF">
              <a:alpha val="40999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它反映了总体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lang="en-US" altLang="zh-CN" sz="2400" b="1" i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阶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中心矩的信息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02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02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02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027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2027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02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202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02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2027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027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2027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2027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54" grpId="0" autoUpdateAnimBg="0"/>
      <p:bldP spid="202755" grpId="0" autoUpdateAnimBg="0"/>
      <p:bldP spid="202758" grpId="0" autoUpdateAnimBg="0"/>
      <p:bldP spid="202759" grpId="0" animBg="1" autoUpdateAnimBg="0"/>
      <p:bldP spid="202760" grpId="0" animBg="1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>
            <a:extLst>
              <a:ext uri="{FF2B5EF4-FFF2-40B4-BE49-F238E27FC236}">
                <a16:creationId xmlns:a16="http://schemas.microsoft.com/office/drawing/2014/main" id="{57DFCB6F-DF11-B85A-49DE-771AB56216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9" y="692151"/>
            <a:ext cx="49418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它们的观察值分别为：</a:t>
            </a:r>
          </a:p>
        </p:txBody>
      </p:sp>
      <p:graphicFrame>
        <p:nvGraphicFramePr>
          <p:cNvPr id="203779" name="Object 3">
            <a:extLst>
              <a:ext uri="{FF2B5EF4-FFF2-40B4-BE49-F238E27FC236}">
                <a16:creationId xmlns:a16="http://schemas.microsoft.com/office/drawing/2014/main" id="{8F8823D7-9D39-0FE5-CA2A-3BBFCCBF7F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11451" y="1412876"/>
          <a:ext cx="2257425" cy="1255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8" r:id="rId3" imgW="17843500" imgH="9944100" progId="Equation.3">
                  <p:embed/>
                </p:oleObj>
              </mc:Choice>
              <mc:Fallback>
                <p:oleObj r:id="rId3" imgW="17843500" imgH="9944100" progId="Equation.3">
                  <p:embed/>
                  <p:pic>
                    <p:nvPicPr>
                      <p:cNvPr id="203779" name="Object 3">
                        <a:extLst>
                          <a:ext uri="{FF2B5EF4-FFF2-40B4-BE49-F238E27FC236}">
                            <a16:creationId xmlns:a16="http://schemas.microsoft.com/office/drawing/2014/main" id="{8F8823D7-9D39-0FE5-CA2A-3BBFCCBF7F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1" y="1412876"/>
                        <a:ext cx="2257425" cy="1255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780" name="Object 4">
            <a:extLst>
              <a:ext uri="{FF2B5EF4-FFF2-40B4-BE49-F238E27FC236}">
                <a16:creationId xmlns:a16="http://schemas.microsoft.com/office/drawing/2014/main" id="{C8CFCABC-E27E-A435-5F3B-4373A1D783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91175" y="1484313"/>
          <a:ext cx="4260850" cy="1255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9" r:id="rId5" imgW="33642300" imgH="9944100" progId="Equation.3">
                  <p:embed/>
                </p:oleObj>
              </mc:Choice>
              <mc:Fallback>
                <p:oleObj r:id="rId5" imgW="33642300" imgH="9944100" progId="Equation.3">
                  <p:embed/>
                  <p:pic>
                    <p:nvPicPr>
                      <p:cNvPr id="203780" name="Object 4">
                        <a:extLst>
                          <a:ext uri="{FF2B5EF4-FFF2-40B4-BE49-F238E27FC236}">
                            <a16:creationId xmlns:a16="http://schemas.microsoft.com/office/drawing/2014/main" id="{C8CFCABC-E27E-A435-5F3B-4373A1D783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1175" y="1484313"/>
                        <a:ext cx="4260850" cy="1255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781" name="Object 5">
            <a:extLst>
              <a:ext uri="{FF2B5EF4-FFF2-40B4-BE49-F238E27FC236}">
                <a16:creationId xmlns:a16="http://schemas.microsoft.com/office/drawing/2014/main" id="{086E9437-20D0-C0D4-6C43-9A93B2E610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4113" y="2852738"/>
          <a:ext cx="2520950" cy="1255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0" r:id="rId7" imgW="19900900" imgH="9944100" progId="Equation.3">
                  <p:embed/>
                </p:oleObj>
              </mc:Choice>
              <mc:Fallback>
                <p:oleObj r:id="rId7" imgW="19900900" imgH="9944100" progId="Equation.3">
                  <p:embed/>
                  <p:pic>
                    <p:nvPicPr>
                      <p:cNvPr id="203781" name="Object 5">
                        <a:extLst>
                          <a:ext uri="{FF2B5EF4-FFF2-40B4-BE49-F238E27FC236}">
                            <a16:creationId xmlns:a16="http://schemas.microsoft.com/office/drawing/2014/main" id="{086E9437-20D0-C0D4-6C43-9A93B2E610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2852738"/>
                        <a:ext cx="2520950" cy="1255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782" name="Object 6">
            <a:extLst>
              <a:ext uri="{FF2B5EF4-FFF2-40B4-BE49-F238E27FC236}">
                <a16:creationId xmlns:a16="http://schemas.microsoft.com/office/drawing/2014/main" id="{BD068FE7-A067-560B-E78A-0C3C7E3033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19738" y="3068638"/>
          <a:ext cx="3668712" cy="1255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1" r:id="rId9" imgW="28968700" imgH="9944100" progId="Equation.3">
                  <p:embed/>
                </p:oleObj>
              </mc:Choice>
              <mc:Fallback>
                <p:oleObj r:id="rId9" imgW="28968700" imgH="9944100" progId="Equation.3">
                  <p:embed/>
                  <p:pic>
                    <p:nvPicPr>
                      <p:cNvPr id="203782" name="Object 6">
                        <a:extLst>
                          <a:ext uri="{FF2B5EF4-FFF2-40B4-BE49-F238E27FC236}">
                            <a16:creationId xmlns:a16="http://schemas.microsoft.com/office/drawing/2014/main" id="{BD068FE7-A067-560B-E78A-0C3C7E3033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9738" y="3068638"/>
                        <a:ext cx="3668712" cy="1255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3783" name="Rectangle 7">
            <a:extLst>
              <a:ext uri="{FF2B5EF4-FFF2-40B4-BE49-F238E27FC236}">
                <a16:creationId xmlns:a16="http://schemas.microsoft.com/office/drawing/2014/main" id="{FA27256C-148F-37B3-5ABD-07E63218C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4251326"/>
            <a:ext cx="3041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由大数定律可知：</a:t>
            </a:r>
          </a:p>
        </p:txBody>
      </p:sp>
      <p:grpSp>
        <p:nvGrpSpPr>
          <p:cNvPr id="203784" name="Group 8">
            <a:extLst>
              <a:ext uri="{FF2B5EF4-FFF2-40B4-BE49-F238E27FC236}">
                <a16:creationId xmlns:a16="http://schemas.microsoft.com/office/drawing/2014/main" id="{BA1DA3F9-BF63-AD59-B3E5-6C025AFBB8AA}"/>
              </a:ext>
            </a:extLst>
          </p:cNvPr>
          <p:cNvGrpSpPr>
            <a:grpSpLocks/>
          </p:cNvGrpSpPr>
          <p:nvPr/>
        </p:nvGrpSpPr>
        <p:grpSpPr bwMode="auto">
          <a:xfrm>
            <a:off x="2424114" y="4724400"/>
            <a:ext cx="6523037" cy="1085850"/>
            <a:chOff x="0" y="0"/>
            <a:chExt cx="4109" cy="684"/>
          </a:xfrm>
        </p:grpSpPr>
        <p:graphicFrame>
          <p:nvGraphicFramePr>
            <p:cNvPr id="203785" name="Object 9">
              <a:extLst>
                <a:ext uri="{FF2B5EF4-FFF2-40B4-BE49-F238E27FC236}">
                  <a16:creationId xmlns:a16="http://schemas.microsoft.com/office/drawing/2014/main" id="{B7C04DA0-7AA5-6017-7FD0-B70FC1B88AA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0"/>
            <a:ext cx="1728" cy="6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52" r:id="rId11" imgW="22237700" imgH="9944100" progId="Equation.3">
                    <p:embed/>
                  </p:oleObj>
                </mc:Choice>
                <mc:Fallback>
                  <p:oleObj r:id="rId11" imgW="22237700" imgH="9944100" progId="Equation.3">
                    <p:embed/>
                    <p:pic>
                      <p:nvPicPr>
                        <p:cNvPr id="203785" name="Object 9">
                          <a:extLst>
                            <a:ext uri="{FF2B5EF4-FFF2-40B4-BE49-F238E27FC236}">
                              <a16:creationId xmlns:a16="http://schemas.microsoft.com/office/drawing/2014/main" id="{B7C04DA0-7AA5-6017-7FD0-B70FC1B88AA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1728" cy="6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3786" name="Object 10">
              <a:extLst>
                <a:ext uri="{FF2B5EF4-FFF2-40B4-BE49-F238E27FC236}">
                  <a16:creationId xmlns:a16="http://schemas.microsoft.com/office/drawing/2014/main" id="{CBFE1378-962A-3B3A-7ED0-4E8782DF173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66" y="182"/>
            <a:ext cx="843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53" r:id="rId13" imgW="11404600" imgH="5270500" progId="Equation.3">
                    <p:embed/>
                  </p:oleObj>
                </mc:Choice>
                <mc:Fallback>
                  <p:oleObj r:id="rId13" imgW="11404600" imgH="5270500" progId="Equation.3">
                    <p:embed/>
                    <p:pic>
                      <p:nvPicPr>
                        <p:cNvPr id="203786" name="Object 10">
                          <a:extLst>
                            <a:ext uri="{FF2B5EF4-FFF2-40B4-BE49-F238E27FC236}">
                              <a16:creationId xmlns:a16="http://schemas.microsoft.com/office/drawing/2014/main" id="{CBFE1378-962A-3B3A-7ED0-4E8782DF173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6" y="182"/>
                          <a:ext cx="843" cy="3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3787" name="Rectangle 11">
              <a:extLst>
                <a:ext uri="{FF2B5EF4-FFF2-40B4-BE49-F238E27FC236}">
                  <a16:creationId xmlns:a16="http://schemas.microsoft.com/office/drawing/2014/main" id="{DBA7D643-9622-467B-7B82-7358DB7D42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180"/>
              <a:ext cx="14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依概率收敛于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037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037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037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037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2037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037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2037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037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037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037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2037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2037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1000"/>
                                        <p:tgtEl>
                                          <p:spTgt spid="203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778" grpId="0" autoUpdateAnimBg="0"/>
      <p:bldP spid="203783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>
            <a:extLst>
              <a:ext uri="{FF2B5EF4-FFF2-40B4-BE49-F238E27FC236}">
                <a16:creationId xmlns:a16="http://schemas.microsoft.com/office/drawing/2014/main" id="{D13C97A4-79EB-2E70-F9B9-29BDAA444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33376"/>
            <a:ext cx="9144000" cy="2747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例</a:t>
            </a:r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1.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从一批相同的电子元件中随机地抽出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8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个，测得使用寿命（单位：小时）分别为：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2300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2430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2580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2400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2280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1960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2460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2000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，试计算样本均值、样本方差及样本二阶矩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204803" name="Rectangle 3">
            <a:extLst>
              <a:ext uri="{FF2B5EF4-FFF2-40B4-BE49-F238E27FC236}">
                <a16:creationId xmlns:a16="http://schemas.microsoft.com/office/drawing/2014/main" id="{F3C42BF0-E2B0-A5A1-C23B-B0EF96C97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3141664"/>
            <a:ext cx="13668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解：</a:t>
            </a:r>
          </a:p>
        </p:txBody>
      </p:sp>
      <p:graphicFrame>
        <p:nvGraphicFramePr>
          <p:cNvPr id="204804" name="Object 4">
            <a:extLst>
              <a:ext uri="{FF2B5EF4-FFF2-40B4-BE49-F238E27FC236}">
                <a16:creationId xmlns:a16="http://schemas.microsoft.com/office/drawing/2014/main" id="{518D649F-8B64-EFC0-9C2B-1924732EE1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2888" y="3068638"/>
          <a:ext cx="187325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2" r:id="rId3" imgW="17843500" imgH="9944100" progId="Equation.3">
                  <p:embed/>
                </p:oleObj>
              </mc:Choice>
              <mc:Fallback>
                <p:oleObj r:id="rId3" imgW="17843500" imgH="9944100" progId="Equation.3">
                  <p:embed/>
                  <p:pic>
                    <p:nvPicPr>
                      <p:cNvPr id="204804" name="Object 4">
                        <a:extLst>
                          <a:ext uri="{FF2B5EF4-FFF2-40B4-BE49-F238E27FC236}">
                            <a16:creationId xmlns:a16="http://schemas.microsoft.com/office/drawing/2014/main" id="{518D649F-8B64-EFC0-9C2B-1924732EE1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8" y="3068638"/>
                        <a:ext cx="187325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05" name="Object 5">
            <a:extLst>
              <a:ext uri="{FF2B5EF4-FFF2-40B4-BE49-F238E27FC236}">
                <a16:creationId xmlns:a16="http://schemas.microsoft.com/office/drawing/2014/main" id="{8341B1BE-107A-0AF6-2988-4B55BF29CD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00600" y="3357563"/>
          <a:ext cx="3024188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3" r:id="rId5" imgW="25742900" imgH="4394200" progId="Equation.3">
                  <p:embed/>
                </p:oleObj>
              </mc:Choice>
              <mc:Fallback>
                <p:oleObj r:id="rId5" imgW="25742900" imgH="4394200" progId="Equation.3">
                  <p:embed/>
                  <p:pic>
                    <p:nvPicPr>
                      <p:cNvPr id="204805" name="Object 5">
                        <a:extLst>
                          <a:ext uri="{FF2B5EF4-FFF2-40B4-BE49-F238E27FC236}">
                            <a16:creationId xmlns:a16="http://schemas.microsoft.com/office/drawing/2014/main" id="{8341B1BE-107A-0AF6-2988-4B55BF29CD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3357563"/>
                        <a:ext cx="3024188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06" name="Object 6">
            <a:extLst>
              <a:ext uri="{FF2B5EF4-FFF2-40B4-BE49-F238E27FC236}">
                <a16:creationId xmlns:a16="http://schemas.microsoft.com/office/drawing/2014/main" id="{2D280DFE-F36D-368E-C9D2-C8B771EE4C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3750" y="4187826"/>
          <a:ext cx="3887788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4" r:id="rId7" imgW="33642300" imgH="9944100" progId="Equation.3">
                  <p:embed/>
                </p:oleObj>
              </mc:Choice>
              <mc:Fallback>
                <p:oleObj r:id="rId7" imgW="33642300" imgH="9944100" progId="Equation.3">
                  <p:embed/>
                  <p:pic>
                    <p:nvPicPr>
                      <p:cNvPr id="204806" name="Object 6">
                        <a:extLst>
                          <a:ext uri="{FF2B5EF4-FFF2-40B4-BE49-F238E27FC236}">
                            <a16:creationId xmlns:a16="http://schemas.microsoft.com/office/drawing/2014/main" id="{2D280DFE-F36D-368E-C9D2-C8B771EE4C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4187826"/>
                        <a:ext cx="3887788" cy="114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07" name="Object 7">
            <a:extLst>
              <a:ext uri="{FF2B5EF4-FFF2-40B4-BE49-F238E27FC236}">
                <a16:creationId xmlns:a16="http://schemas.microsoft.com/office/drawing/2014/main" id="{F866337D-C69D-E9C5-4C21-983631F95C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10226" y="4437064"/>
          <a:ext cx="3636963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5" r:id="rId9" imgW="32181800" imgH="4978400" progId="Equation.3">
                  <p:embed/>
                </p:oleObj>
              </mc:Choice>
              <mc:Fallback>
                <p:oleObj r:id="rId9" imgW="32181800" imgH="4978400" progId="Equation.3">
                  <p:embed/>
                  <p:pic>
                    <p:nvPicPr>
                      <p:cNvPr id="204807" name="Object 7">
                        <a:extLst>
                          <a:ext uri="{FF2B5EF4-FFF2-40B4-BE49-F238E27FC236}">
                            <a16:creationId xmlns:a16="http://schemas.microsoft.com/office/drawing/2014/main" id="{F866337D-C69D-E9C5-4C21-983631F95C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0226" y="4437064"/>
                        <a:ext cx="3636963" cy="56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08" name="Object 8">
            <a:extLst>
              <a:ext uri="{FF2B5EF4-FFF2-40B4-BE49-F238E27FC236}">
                <a16:creationId xmlns:a16="http://schemas.microsoft.com/office/drawing/2014/main" id="{61282AC7-AECB-5AA6-A2D3-6BAB6F7884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0013" y="5373689"/>
          <a:ext cx="2087562" cy="1055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6" r:id="rId11" imgW="19596100" imgH="9944100" progId="Equation.3">
                  <p:embed/>
                </p:oleObj>
              </mc:Choice>
              <mc:Fallback>
                <p:oleObj r:id="rId11" imgW="19596100" imgH="9944100" progId="Equation.3">
                  <p:embed/>
                  <p:pic>
                    <p:nvPicPr>
                      <p:cNvPr id="204808" name="Object 8">
                        <a:extLst>
                          <a:ext uri="{FF2B5EF4-FFF2-40B4-BE49-F238E27FC236}">
                            <a16:creationId xmlns:a16="http://schemas.microsoft.com/office/drawing/2014/main" id="{61282AC7-AECB-5AA6-A2D3-6BAB6F7884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5373689"/>
                        <a:ext cx="2087562" cy="1055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09" name="Object 9">
            <a:extLst>
              <a:ext uri="{FF2B5EF4-FFF2-40B4-BE49-F238E27FC236}">
                <a16:creationId xmlns:a16="http://schemas.microsoft.com/office/drawing/2014/main" id="{C754D8E2-9158-C85E-3616-F23078426D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2038" y="5661026"/>
          <a:ext cx="3384550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7" r:id="rId13" imgW="30429200" imgH="4978400" progId="Equation.3">
                  <p:embed/>
                </p:oleObj>
              </mc:Choice>
              <mc:Fallback>
                <p:oleObj r:id="rId13" imgW="30429200" imgH="4978400" progId="Equation.3">
                  <p:embed/>
                  <p:pic>
                    <p:nvPicPr>
                      <p:cNvPr id="204809" name="Object 9">
                        <a:extLst>
                          <a:ext uri="{FF2B5EF4-FFF2-40B4-BE49-F238E27FC236}">
                            <a16:creationId xmlns:a16="http://schemas.microsoft.com/office/drawing/2014/main" id="{C754D8E2-9158-C85E-3616-F23078426D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2038" y="5661026"/>
                        <a:ext cx="3384550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048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48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04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1000"/>
                                        <p:tgtEl>
                                          <p:spTgt spid="204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1000"/>
                                        <p:tgtEl>
                                          <p:spTgt spid="204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2048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2048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1000"/>
                                        <p:tgtEl>
                                          <p:spTgt spid="204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2048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2048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2" grpId="0" autoUpdateAnimBg="0"/>
      <p:bldP spid="204803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Text Box 2">
            <a:extLst>
              <a:ext uri="{FF2B5EF4-FFF2-40B4-BE49-F238E27FC236}">
                <a16:creationId xmlns:a16="http://schemas.microsoft.com/office/drawing/2014/main" id="{8FA27226-2F06-CD61-62CA-AD27586D6D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189" y="1844676"/>
            <a:ext cx="38877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FF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抽样分布</a:t>
            </a:r>
          </a:p>
        </p:txBody>
      </p:sp>
      <p:sp>
        <p:nvSpPr>
          <p:cNvPr id="205827" name="Text Box 3">
            <a:extLst>
              <a:ext uri="{FF2B5EF4-FFF2-40B4-BE49-F238E27FC236}">
                <a16:creationId xmlns:a16="http://schemas.microsoft.com/office/drawing/2014/main" id="{8106B0CB-6750-868F-193E-4951294D20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5550" y="2420939"/>
            <a:ext cx="7089568" cy="2016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统计量是样本的函数，而样本是随机变量，故统计量也是随机变量，因而就有一定的分布，它的分布称为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“</a:t>
            </a:r>
            <a:r>
              <a:rPr lang="zh-CN" altLang="en-US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抽样分布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”</a:t>
            </a:r>
            <a:r>
              <a:rPr lang="zh-CN" altLang="en-US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    </a:t>
            </a:r>
          </a:p>
        </p:txBody>
      </p:sp>
      <p:sp>
        <p:nvSpPr>
          <p:cNvPr id="205828" name="Text Box 4">
            <a:extLst>
              <a:ext uri="{FF2B5EF4-FFF2-40B4-BE49-F238E27FC236}">
                <a16:creationId xmlns:a16="http://schemas.microsoft.com/office/drawing/2014/main" id="{32F01672-EC6C-8978-8270-C52FFFBDA4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388" y="836613"/>
            <a:ext cx="9144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二、统计学中三个常用分布和上</a:t>
            </a:r>
            <a:r>
              <a:rPr lang="el-GR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α</a:t>
            </a:r>
            <a:r>
              <a:rPr lang="en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分位点</a:t>
            </a:r>
          </a:p>
        </p:txBody>
      </p:sp>
      <p:sp>
        <p:nvSpPr>
          <p:cNvPr id="205829" name="Rectangle 5">
            <a:extLst>
              <a:ext uri="{FF2B5EF4-FFF2-40B4-BE49-F238E27FC236}">
                <a16:creationId xmlns:a16="http://schemas.microsoft.com/office/drawing/2014/main" id="{FA31053E-A7AF-5317-0FFF-9BFEB3A4E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0013" y="4724401"/>
            <a:ext cx="741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下面介绍三个来自正态总体的抽样分布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000"/>
                                        <p:tgtEl>
                                          <p:spTgt spid="205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05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1000"/>
                                        <p:tgtEl>
                                          <p:spTgt spid="205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1000"/>
                                        <p:tgtEl>
                                          <p:spTgt spid="205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26" grpId="0" autoUpdateAnimBg="0"/>
      <p:bldP spid="205827" grpId="0" autoUpdateAnimBg="0"/>
      <p:bldP spid="205828" grpId="0" autoUpdateAnimBg="0"/>
      <p:bldP spid="205829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>
            <a:extLst>
              <a:ext uri="{FF2B5EF4-FFF2-40B4-BE49-F238E27FC236}">
                <a16:creationId xmlns:a16="http://schemas.microsoft.com/office/drawing/2014/main" id="{DCF43492-60FB-DBC8-FEE7-73EA7D30FB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1663" y="3325814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6851" name="Rectangle 3">
            <a:extLst>
              <a:ext uri="{FF2B5EF4-FFF2-40B4-BE49-F238E27FC236}">
                <a16:creationId xmlns:a16="http://schemas.microsoft.com/office/drawing/2014/main" id="{66AEE12E-2300-04FB-B2C1-76A6E4AF58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963" y="3322639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06852" name="Object 4">
            <a:extLst>
              <a:ext uri="{FF2B5EF4-FFF2-40B4-BE49-F238E27FC236}">
                <a16:creationId xmlns:a16="http://schemas.microsoft.com/office/drawing/2014/main" id="{6A14ADAD-BE74-7E59-91F9-DA72EB5F12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24338" y="5300663"/>
          <a:ext cx="240665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1" r:id="rId3" imgW="18427700" imgH="5270500" progId="Equation.3">
                  <p:embed/>
                </p:oleObj>
              </mc:Choice>
              <mc:Fallback>
                <p:oleObj r:id="rId3" imgW="18427700" imgH="5270500" progId="Equation.3">
                  <p:embed/>
                  <p:pic>
                    <p:nvPicPr>
                      <p:cNvPr id="206852" name="Object 4">
                        <a:extLst>
                          <a:ext uri="{FF2B5EF4-FFF2-40B4-BE49-F238E27FC236}">
                            <a16:creationId xmlns:a16="http://schemas.microsoft.com/office/drawing/2014/main" id="{6A14ADAD-BE74-7E59-91F9-DA72EB5F12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4338" y="5300663"/>
                        <a:ext cx="240665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6853" name="Group 5">
            <a:extLst>
              <a:ext uri="{FF2B5EF4-FFF2-40B4-BE49-F238E27FC236}">
                <a16:creationId xmlns:a16="http://schemas.microsoft.com/office/drawing/2014/main" id="{2FAA4443-9DD0-DBED-37F3-5AF16A07ABA6}"/>
              </a:ext>
            </a:extLst>
          </p:cNvPr>
          <p:cNvGrpSpPr>
            <a:grpSpLocks/>
          </p:cNvGrpSpPr>
          <p:nvPr/>
        </p:nvGrpSpPr>
        <p:grpSpPr bwMode="auto">
          <a:xfrm>
            <a:off x="1919289" y="908051"/>
            <a:ext cx="3000375" cy="736601"/>
            <a:chOff x="0" y="0"/>
            <a:chExt cx="1398" cy="464"/>
          </a:xfrm>
        </p:grpSpPr>
        <p:grpSp>
          <p:nvGrpSpPr>
            <p:cNvPr id="206854" name="Group 6">
              <a:extLst>
                <a:ext uri="{FF2B5EF4-FFF2-40B4-BE49-F238E27FC236}">
                  <a16:creationId xmlns:a16="http://schemas.microsoft.com/office/drawing/2014/main" id="{53EBCEBD-9AC3-1AF3-42EC-AEDB1D2B69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0" y="0"/>
              <a:ext cx="1008" cy="432"/>
              <a:chOff x="0" y="0"/>
              <a:chExt cx="1008" cy="432"/>
            </a:xfrm>
          </p:grpSpPr>
          <p:graphicFrame>
            <p:nvGraphicFramePr>
              <p:cNvPr id="206855" name="Object 7">
                <a:extLst>
                  <a:ext uri="{FF2B5EF4-FFF2-40B4-BE49-F238E27FC236}">
                    <a16:creationId xmlns:a16="http://schemas.microsoft.com/office/drawing/2014/main" id="{8BB94EF6-42D3-293E-CB88-98BC8627CCB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0" y="0"/>
              <a:ext cx="381" cy="4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92" r:id="rId5" imgW="4686300" imgH="5270500" progId="Equation.3">
                      <p:embed/>
                    </p:oleObj>
                  </mc:Choice>
                  <mc:Fallback>
                    <p:oleObj r:id="rId5" imgW="4686300" imgH="5270500" progId="Equation.3">
                      <p:embed/>
                      <p:pic>
                        <p:nvPicPr>
                          <p:cNvPr id="206855" name="Object 7">
                            <a:extLst>
                              <a:ext uri="{FF2B5EF4-FFF2-40B4-BE49-F238E27FC236}">
                                <a16:creationId xmlns:a16="http://schemas.microsoft.com/office/drawing/2014/main" id="{8BB94EF6-42D3-293E-CB88-98BC8627CCB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0" y="0"/>
                            <a:ext cx="381" cy="4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660033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6856" name="Rectangle 8">
                <a:extLst>
                  <a:ext uri="{FF2B5EF4-FFF2-40B4-BE49-F238E27FC236}">
                    <a16:creationId xmlns:a16="http://schemas.microsoft.com/office/drawing/2014/main" id="{F2F5B3EF-E6C5-26AC-A17B-2D8B88B860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8" y="48"/>
                <a:ext cx="630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0033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32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分布</a:t>
                </a:r>
              </a:p>
            </p:txBody>
          </p:sp>
        </p:grpSp>
        <p:sp>
          <p:nvSpPr>
            <p:cNvPr id="206857" name="Rectangle 9">
              <a:extLst>
                <a:ext uri="{FF2B5EF4-FFF2-40B4-BE49-F238E27FC236}">
                  <a16:creationId xmlns:a16="http://schemas.microsoft.com/office/drawing/2014/main" id="{CE05FC30-C38C-E9DF-0CF4-6644E87423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96"/>
              <a:ext cx="377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32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zh-CN" altLang="en-US" sz="32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</a:p>
          </p:txBody>
        </p:sp>
      </p:grpSp>
      <p:grpSp>
        <p:nvGrpSpPr>
          <p:cNvPr id="206858" name="Group 10">
            <a:extLst>
              <a:ext uri="{FF2B5EF4-FFF2-40B4-BE49-F238E27FC236}">
                <a16:creationId xmlns:a16="http://schemas.microsoft.com/office/drawing/2014/main" id="{76FC28EB-33C0-8378-D367-7FA3F8E51F75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1989138"/>
            <a:ext cx="9144000" cy="609600"/>
            <a:chOff x="0" y="0"/>
            <a:chExt cx="5444" cy="384"/>
          </a:xfrm>
        </p:grpSpPr>
        <p:sp>
          <p:nvSpPr>
            <p:cNvPr id="206859" name="Text Box 11">
              <a:extLst>
                <a:ext uri="{FF2B5EF4-FFF2-40B4-BE49-F238E27FC236}">
                  <a16:creationId xmlns:a16="http://schemas.microsoft.com/office/drawing/2014/main" id="{BBC0284F-B338-8F37-A63C-2CDEE41C88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54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3200" b="1">
                  <a:solidFill>
                    <a:srgbClr val="FF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华文楷体" panose="02010600040101010101" pitchFamily="2" charset="-122"/>
                </a:rPr>
                <a:t>定义</a:t>
              </a:r>
              <a:r>
                <a:rPr lang="en-US" altLang="zh-CN" sz="3200" b="1">
                  <a:solidFill>
                    <a:srgbClr val="FF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华文楷体" panose="02010600040101010101" pitchFamily="2" charset="-122"/>
                </a:rPr>
                <a:t>:</a:t>
              </a:r>
              <a:r>
                <a:rPr lang="en-US" altLang="zh-CN" sz="32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设             相互独立</a:t>
              </a:r>
              <a:r>
                <a:rPr lang="en-US" altLang="zh-CN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,</a:t>
              </a:r>
              <a:r>
                <a:rPr lang="zh-CN" altLang="en-US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都服从标准正态分布</a:t>
              </a:r>
            </a:p>
          </p:txBody>
        </p:sp>
        <p:graphicFrame>
          <p:nvGraphicFramePr>
            <p:cNvPr id="206860" name="Object 12">
              <a:extLst>
                <a:ext uri="{FF2B5EF4-FFF2-40B4-BE49-F238E27FC236}">
                  <a16:creationId xmlns:a16="http://schemas.microsoft.com/office/drawing/2014/main" id="{12E79905-EA03-D055-E031-F09D9FA3D0E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98" y="45"/>
            <a:ext cx="1361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93" r:id="rId7" imgW="21945600" imgH="5270500" progId="Equation.3">
                    <p:embed/>
                  </p:oleObj>
                </mc:Choice>
                <mc:Fallback>
                  <p:oleObj r:id="rId7" imgW="21945600" imgH="5270500" progId="Equation.3">
                    <p:embed/>
                    <p:pic>
                      <p:nvPicPr>
                        <p:cNvPr id="206860" name="Object 12">
                          <a:extLst>
                            <a:ext uri="{FF2B5EF4-FFF2-40B4-BE49-F238E27FC236}">
                              <a16:creationId xmlns:a16="http://schemas.microsoft.com/office/drawing/2014/main" id="{12E79905-EA03-D055-E031-F09D9FA3D0E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8" y="45"/>
                          <a:ext cx="1361" cy="3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6861" name="Object 13">
            <a:extLst>
              <a:ext uri="{FF2B5EF4-FFF2-40B4-BE49-F238E27FC236}">
                <a16:creationId xmlns:a16="http://schemas.microsoft.com/office/drawing/2014/main" id="{669E75DB-8B6A-AB72-A510-1ECA6CD689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6276" y="3573464"/>
          <a:ext cx="4608513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4" r:id="rId9" imgW="39789100" imgH="5854700" progId="Equation.3">
                  <p:embed/>
                </p:oleObj>
              </mc:Choice>
              <mc:Fallback>
                <p:oleObj r:id="rId9" imgW="39789100" imgH="5854700" progId="Equation.3">
                  <p:embed/>
                  <p:pic>
                    <p:nvPicPr>
                      <p:cNvPr id="206861" name="Object 13">
                        <a:extLst>
                          <a:ext uri="{FF2B5EF4-FFF2-40B4-BE49-F238E27FC236}">
                            <a16:creationId xmlns:a16="http://schemas.microsoft.com/office/drawing/2014/main" id="{669E75DB-8B6A-AB72-A510-1ECA6CD689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6" y="3573464"/>
                        <a:ext cx="4608513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862" name="Rectangle 14">
            <a:extLst>
              <a:ext uri="{FF2B5EF4-FFF2-40B4-BE49-F238E27FC236}">
                <a16:creationId xmlns:a16="http://schemas.microsoft.com/office/drawing/2014/main" id="{830889C4-3732-2D99-37E1-2C8D3B332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2781300"/>
            <a:ext cx="5416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(0,1),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则称随机变量：</a:t>
            </a:r>
            <a:r>
              <a:rPr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</a:t>
            </a:r>
          </a:p>
        </p:txBody>
      </p:sp>
      <p:grpSp>
        <p:nvGrpSpPr>
          <p:cNvPr id="206863" name="Group 15">
            <a:extLst>
              <a:ext uri="{FF2B5EF4-FFF2-40B4-BE49-F238E27FC236}">
                <a16:creationId xmlns:a16="http://schemas.microsoft.com/office/drawing/2014/main" id="{9434138D-A079-D2E7-99CB-4C0D5F12BF61}"/>
              </a:ext>
            </a:extLst>
          </p:cNvPr>
          <p:cNvGrpSpPr>
            <a:grpSpLocks/>
          </p:cNvGrpSpPr>
          <p:nvPr/>
        </p:nvGrpSpPr>
        <p:grpSpPr bwMode="auto">
          <a:xfrm>
            <a:off x="1847851" y="4508500"/>
            <a:ext cx="7261225" cy="609600"/>
            <a:chOff x="0" y="0"/>
            <a:chExt cx="4574" cy="384"/>
          </a:xfrm>
        </p:grpSpPr>
        <p:sp>
          <p:nvSpPr>
            <p:cNvPr id="206864" name="Rectangle 16">
              <a:extLst>
                <a:ext uri="{FF2B5EF4-FFF2-40B4-BE49-F238E27FC236}">
                  <a16:creationId xmlns:a16="http://schemas.microsoft.com/office/drawing/2014/main" id="{13C46026-9E80-88AB-E36C-39DDB40B9D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6"/>
              <a:ext cx="457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所服从的分布为自由度为</a:t>
              </a:r>
              <a:r>
                <a:rPr lang="zh-CN" altLang="en-US" sz="2800" b="1" i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的   分布，记为</a:t>
              </a:r>
            </a:p>
          </p:txBody>
        </p:sp>
        <p:graphicFrame>
          <p:nvGraphicFramePr>
            <p:cNvPr id="206865" name="Object 17">
              <a:extLst>
                <a:ext uri="{FF2B5EF4-FFF2-40B4-BE49-F238E27FC236}">
                  <a16:creationId xmlns:a16="http://schemas.microsoft.com/office/drawing/2014/main" id="{693FCE7F-46C4-9F6A-92D9-558B8504CBA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84" y="0"/>
            <a:ext cx="342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95" r:id="rId11" imgW="4686300" imgH="5270500" progId="Equation.3">
                    <p:embed/>
                  </p:oleObj>
                </mc:Choice>
                <mc:Fallback>
                  <p:oleObj r:id="rId11" imgW="4686300" imgH="5270500" progId="Equation.3">
                    <p:embed/>
                    <p:pic>
                      <p:nvPicPr>
                        <p:cNvPr id="206865" name="Object 17">
                          <a:extLst>
                            <a:ext uri="{FF2B5EF4-FFF2-40B4-BE49-F238E27FC236}">
                              <a16:creationId xmlns:a16="http://schemas.microsoft.com/office/drawing/2014/main" id="{693FCE7F-46C4-9F6A-92D9-558B8504CBA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84" y="0"/>
                          <a:ext cx="342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68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68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206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06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1" dur="1000"/>
                                        <p:tgtEl>
                                          <p:spTgt spid="206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06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1000"/>
                                        <p:tgtEl>
                                          <p:spTgt spid="206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62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874" name="Group 2">
            <a:extLst>
              <a:ext uri="{FF2B5EF4-FFF2-40B4-BE49-F238E27FC236}">
                <a16:creationId xmlns:a16="http://schemas.microsoft.com/office/drawing/2014/main" id="{B824F726-AEC7-3228-23CF-FDCD543A432F}"/>
              </a:ext>
            </a:extLst>
          </p:cNvPr>
          <p:cNvGrpSpPr>
            <a:grpSpLocks/>
          </p:cNvGrpSpPr>
          <p:nvPr/>
        </p:nvGrpSpPr>
        <p:grpSpPr bwMode="auto">
          <a:xfrm>
            <a:off x="2208213" y="333375"/>
            <a:ext cx="3816350" cy="609600"/>
            <a:chOff x="0" y="0"/>
            <a:chExt cx="2156" cy="384"/>
          </a:xfrm>
        </p:grpSpPr>
        <p:graphicFrame>
          <p:nvGraphicFramePr>
            <p:cNvPr id="207875" name="Object 3">
              <a:extLst>
                <a:ext uri="{FF2B5EF4-FFF2-40B4-BE49-F238E27FC236}">
                  <a16:creationId xmlns:a16="http://schemas.microsoft.com/office/drawing/2014/main" id="{7382B236-B658-9C18-D323-F6B4D6B2CC1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0"/>
            <a:ext cx="342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15" r:id="rId3" imgW="4686300" imgH="5270500" progId="Equation.3">
                    <p:embed/>
                  </p:oleObj>
                </mc:Choice>
                <mc:Fallback>
                  <p:oleObj r:id="rId3" imgW="4686300" imgH="5270500" progId="Equation.3">
                    <p:embed/>
                    <p:pic>
                      <p:nvPicPr>
                        <p:cNvPr id="207875" name="Object 3">
                          <a:extLst>
                            <a:ext uri="{FF2B5EF4-FFF2-40B4-BE49-F238E27FC236}">
                              <a16:creationId xmlns:a16="http://schemas.microsoft.com/office/drawing/2014/main" id="{7382B236-B658-9C18-D323-F6B4D6B2CC1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342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7876" name="Rectangle 4">
              <a:extLst>
                <a:ext uri="{FF2B5EF4-FFF2-40B4-BE49-F238E27FC236}">
                  <a16:creationId xmlns:a16="http://schemas.microsoft.com/office/drawing/2014/main" id="{6FEEEFC9-2622-3E47-5B23-6F18181894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33"/>
              <a:ext cx="19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分布的概率密度为</a:t>
              </a:r>
            </a:p>
          </p:txBody>
        </p:sp>
      </p:grpSp>
      <p:sp>
        <p:nvSpPr>
          <p:cNvPr id="207877" name="Rectangle 5">
            <a:extLst>
              <a:ext uri="{FF2B5EF4-FFF2-40B4-BE49-F238E27FC236}">
                <a16:creationId xmlns:a16="http://schemas.microsoft.com/office/drawing/2014/main" id="{40A2565A-63A7-C8B2-C048-1B07EBC3E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1613" y="3124201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07878" name="Object 6">
            <a:extLst>
              <a:ext uri="{FF2B5EF4-FFF2-40B4-BE49-F238E27FC236}">
                <a16:creationId xmlns:a16="http://schemas.microsoft.com/office/drawing/2014/main" id="{A0122DDE-62B0-B548-820B-55C1C511D6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2550" y="1052514"/>
          <a:ext cx="6197600" cy="179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6" r:id="rId5" imgW="53251100" imgH="15214600" progId="Equation.3">
                  <p:embed/>
                </p:oleObj>
              </mc:Choice>
              <mc:Fallback>
                <p:oleObj r:id="rId5" imgW="53251100" imgH="15214600" progId="Equation.3">
                  <p:embed/>
                  <p:pic>
                    <p:nvPicPr>
                      <p:cNvPr id="207878" name="Object 6">
                        <a:extLst>
                          <a:ext uri="{FF2B5EF4-FFF2-40B4-BE49-F238E27FC236}">
                            <a16:creationId xmlns:a16="http://schemas.microsoft.com/office/drawing/2014/main" id="{A0122DDE-62B0-B548-820B-55C1C511D6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2550" y="1052514"/>
                        <a:ext cx="6197600" cy="179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879" name="Rectangle 7">
            <a:extLst>
              <a:ext uri="{FF2B5EF4-FFF2-40B4-BE49-F238E27FC236}">
                <a16:creationId xmlns:a16="http://schemas.microsoft.com/office/drawing/2014/main" id="{9FDA9C13-656A-1E1A-05EB-95173A2BC0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4500" y="3268664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07880" name="Group 8">
            <a:extLst>
              <a:ext uri="{FF2B5EF4-FFF2-40B4-BE49-F238E27FC236}">
                <a16:creationId xmlns:a16="http://schemas.microsoft.com/office/drawing/2014/main" id="{5558633D-D823-5BB5-95B6-276468D91A75}"/>
              </a:ext>
            </a:extLst>
          </p:cNvPr>
          <p:cNvGrpSpPr>
            <a:grpSpLocks/>
          </p:cNvGrpSpPr>
          <p:nvPr/>
        </p:nvGrpSpPr>
        <p:grpSpPr bwMode="auto">
          <a:xfrm>
            <a:off x="1847850" y="2997200"/>
            <a:ext cx="8191500" cy="909638"/>
            <a:chOff x="0" y="0"/>
            <a:chExt cx="5002" cy="573"/>
          </a:xfrm>
        </p:grpSpPr>
        <p:sp>
          <p:nvSpPr>
            <p:cNvPr id="207881" name="Rectangle 9">
              <a:extLst>
                <a:ext uri="{FF2B5EF4-FFF2-40B4-BE49-F238E27FC236}">
                  <a16:creationId xmlns:a16="http://schemas.microsoft.com/office/drawing/2014/main" id="{A75965F0-D017-9661-42CA-BCDF8BECB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2" y="136"/>
              <a:ext cx="33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在</a:t>
              </a:r>
            </a:p>
          </p:txBody>
        </p:sp>
        <p:sp>
          <p:nvSpPr>
            <p:cNvPr id="207882" name="Text Box 10">
              <a:extLst>
                <a:ext uri="{FF2B5EF4-FFF2-40B4-BE49-F238E27FC236}">
                  <a16:creationId xmlns:a16="http://schemas.microsoft.com/office/drawing/2014/main" id="{283B48E6-A76C-DBCA-F217-AD59370564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36"/>
              <a:ext cx="59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其中</a:t>
              </a:r>
            </a:p>
          </p:txBody>
        </p:sp>
        <p:graphicFrame>
          <p:nvGraphicFramePr>
            <p:cNvPr id="207883" name="Object 11">
              <a:extLst>
                <a:ext uri="{FF2B5EF4-FFF2-40B4-BE49-F238E27FC236}">
                  <a16:creationId xmlns:a16="http://schemas.microsoft.com/office/drawing/2014/main" id="{C432843A-FE42-2C76-7BAE-6F1A938DA34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91" y="45"/>
            <a:ext cx="2751" cy="5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17" r:id="rId7" imgW="40373300" imgH="7607300" progId="Equation.3">
                    <p:embed/>
                  </p:oleObj>
                </mc:Choice>
                <mc:Fallback>
                  <p:oleObj r:id="rId7" imgW="40373300" imgH="7607300" progId="Equation.3">
                    <p:embed/>
                    <p:pic>
                      <p:nvPicPr>
                        <p:cNvPr id="207883" name="Object 11">
                          <a:extLst>
                            <a:ext uri="{FF2B5EF4-FFF2-40B4-BE49-F238E27FC236}">
                              <a16:creationId xmlns:a16="http://schemas.microsoft.com/office/drawing/2014/main" id="{C432843A-FE42-2C76-7BAE-6F1A938DA34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1" y="45"/>
                          <a:ext cx="2751" cy="5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7884" name="Object 12">
              <a:extLst>
                <a:ext uri="{FF2B5EF4-FFF2-40B4-BE49-F238E27FC236}">
                  <a16:creationId xmlns:a16="http://schemas.microsoft.com/office/drawing/2014/main" id="{B356EAE1-5522-AEA8-CE85-89DAB35FE9C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4" y="0"/>
            <a:ext cx="518" cy="5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18" r:id="rId9" imgW="8483600" imgH="9359900" progId="Equation.3">
                    <p:embed/>
                  </p:oleObj>
                </mc:Choice>
                <mc:Fallback>
                  <p:oleObj r:id="rId9" imgW="8483600" imgH="9359900" progId="Equation.3">
                    <p:embed/>
                    <p:pic>
                      <p:nvPicPr>
                        <p:cNvPr id="207884" name="Object 12">
                          <a:extLst>
                            <a:ext uri="{FF2B5EF4-FFF2-40B4-BE49-F238E27FC236}">
                              <a16:creationId xmlns:a16="http://schemas.microsoft.com/office/drawing/2014/main" id="{B356EAE1-5522-AEA8-CE85-89DAB35FE9C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4" y="0"/>
                          <a:ext cx="518" cy="5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7885" name="Rectangle 13">
              <a:extLst>
                <a:ext uri="{FF2B5EF4-FFF2-40B4-BE49-F238E27FC236}">
                  <a16:creationId xmlns:a16="http://schemas.microsoft.com/office/drawing/2014/main" id="{E8D00CD2-FC50-44FD-05AD-0C16E70AB2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" y="136"/>
              <a:ext cx="7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是函数</a:t>
              </a:r>
            </a:p>
          </p:txBody>
        </p:sp>
      </p:grpSp>
      <p:grpSp>
        <p:nvGrpSpPr>
          <p:cNvPr id="207886" name="Group 14">
            <a:extLst>
              <a:ext uri="{FF2B5EF4-FFF2-40B4-BE49-F238E27FC236}">
                <a16:creationId xmlns:a16="http://schemas.microsoft.com/office/drawing/2014/main" id="{AD0A2817-9658-D405-9740-ACD8F72176F7}"/>
              </a:ext>
            </a:extLst>
          </p:cNvPr>
          <p:cNvGrpSpPr>
            <a:grpSpLocks/>
          </p:cNvGrpSpPr>
          <p:nvPr/>
        </p:nvGrpSpPr>
        <p:grpSpPr bwMode="auto">
          <a:xfrm>
            <a:off x="1919289" y="4149726"/>
            <a:ext cx="2879725" cy="982663"/>
            <a:chOff x="0" y="0"/>
            <a:chExt cx="1222" cy="619"/>
          </a:xfrm>
        </p:grpSpPr>
        <p:graphicFrame>
          <p:nvGraphicFramePr>
            <p:cNvPr id="207887" name="Object 15">
              <a:extLst>
                <a:ext uri="{FF2B5EF4-FFF2-40B4-BE49-F238E27FC236}">
                  <a16:creationId xmlns:a16="http://schemas.microsoft.com/office/drawing/2014/main" id="{5F33D343-FF6B-54CE-D810-8715FC9287F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0"/>
            <a:ext cx="599" cy="6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19" r:id="rId11" imgW="9067800" imgH="9359900" progId="Equation.3">
                    <p:embed/>
                  </p:oleObj>
                </mc:Choice>
                <mc:Fallback>
                  <p:oleObj r:id="rId11" imgW="9067800" imgH="9359900" progId="Equation.3">
                    <p:embed/>
                    <p:pic>
                      <p:nvPicPr>
                        <p:cNvPr id="207887" name="Object 15">
                          <a:extLst>
                            <a:ext uri="{FF2B5EF4-FFF2-40B4-BE49-F238E27FC236}">
                              <a16:creationId xmlns:a16="http://schemas.microsoft.com/office/drawing/2014/main" id="{5F33D343-FF6B-54CE-D810-8715FC9287F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599" cy="6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7888" name="Rectangle 16">
              <a:extLst>
                <a:ext uri="{FF2B5EF4-FFF2-40B4-BE49-F238E27FC236}">
                  <a16:creationId xmlns:a16="http://schemas.microsoft.com/office/drawing/2014/main" id="{DCF2ADCA-0CCA-B2D9-053B-83DAB4B5EE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" y="182"/>
              <a:ext cx="63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处的值</a:t>
              </a:r>
              <a:r>
                <a:rPr lang="en-US" altLang="zh-CN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1000"/>
                                        <p:tgtEl>
                                          <p:spTgt spid="207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" dur="1000"/>
                                        <p:tgtEl>
                                          <p:spTgt spid="207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07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07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898" name="Group 2">
            <a:extLst>
              <a:ext uri="{FF2B5EF4-FFF2-40B4-BE49-F238E27FC236}">
                <a16:creationId xmlns:a16="http://schemas.microsoft.com/office/drawing/2014/main" id="{2C42CC77-C1BB-DC37-6D18-C9CA4892D1B5}"/>
              </a:ext>
            </a:extLst>
          </p:cNvPr>
          <p:cNvGrpSpPr>
            <a:grpSpLocks/>
          </p:cNvGrpSpPr>
          <p:nvPr/>
        </p:nvGrpSpPr>
        <p:grpSpPr bwMode="auto">
          <a:xfrm>
            <a:off x="3375026" y="1673225"/>
            <a:ext cx="1598613" cy="2012950"/>
            <a:chOff x="0" y="0"/>
            <a:chExt cx="1007" cy="1268"/>
          </a:xfrm>
        </p:grpSpPr>
        <p:sp>
          <p:nvSpPr>
            <p:cNvPr id="208899" name="未知">
              <a:extLst>
                <a:ext uri="{FF2B5EF4-FFF2-40B4-BE49-F238E27FC236}">
                  <a16:creationId xmlns:a16="http://schemas.microsoft.com/office/drawing/2014/main" id="{A3DC1222-C9AB-DB21-CC94-C11ECAB7DB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" y="0"/>
              <a:ext cx="961" cy="1268"/>
            </a:xfrm>
            <a:custGeom>
              <a:avLst/>
              <a:gdLst>
                <a:gd name="T0" fmla="*/ 0 w 961"/>
                <a:gd name="T1" fmla="*/ 0 h 1268"/>
                <a:gd name="T2" fmla="*/ 54 w 961"/>
                <a:gd name="T3" fmla="*/ 844 h 1268"/>
                <a:gd name="T4" fmla="*/ 322 w 961"/>
                <a:gd name="T5" fmla="*/ 1139 h 1268"/>
                <a:gd name="T6" fmla="*/ 961 w 961"/>
                <a:gd name="T7" fmla="*/ 1268 h 1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1" h="1268">
                  <a:moveTo>
                    <a:pt x="0" y="0"/>
                  </a:moveTo>
                  <a:cubicBezTo>
                    <a:pt x="0" y="326"/>
                    <a:pt x="0" y="654"/>
                    <a:pt x="54" y="844"/>
                  </a:cubicBezTo>
                  <a:cubicBezTo>
                    <a:pt x="107" y="1033"/>
                    <a:pt x="171" y="1068"/>
                    <a:pt x="322" y="1139"/>
                  </a:cubicBezTo>
                  <a:cubicBezTo>
                    <a:pt x="473" y="1210"/>
                    <a:pt x="828" y="1241"/>
                    <a:pt x="961" y="1268"/>
                  </a:cubicBezTo>
                </a:path>
              </a:pathLst>
            </a:custGeom>
            <a:noFill/>
            <a:ln w="38100" cmpd="sng">
              <a:solidFill>
                <a:srgbClr val="99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8900" name="Text Box 4">
              <a:extLst>
                <a:ext uri="{FF2B5EF4-FFF2-40B4-BE49-F238E27FC236}">
                  <a16:creationId xmlns:a16="http://schemas.microsoft.com/office/drawing/2014/main" id="{6A0CAAC8-120D-2C3B-1DD4-0319BF6EE5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45"/>
              <a:ext cx="72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=1</a:t>
              </a:r>
            </a:p>
          </p:txBody>
        </p:sp>
      </p:grpSp>
      <p:grpSp>
        <p:nvGrpSpPr>
          <p:cNvPr id="208901" name="Group 5">
            <a:extLst>
              <a:ext uri="{FF2B5EF4-FFF2-40B4-BE49-F238E27FC236}">
                <a16:creationId xmlns:a16="http://schemas.microsoft.com/office/drawing/2014/main" id="{B4904D87-37C7-488D-59C8-BC32629BEF56}"/>
              </a:ext>
            </a:extLst>
          </p:cNvPr>
          <p:cNvGrpSpPr>
            <a:grpSpLocks/>
          </p:cNvGrpSpPr>
          <p:nvPr/>
        </p:nvGrpSpPr>
        <p:grpSpPr bwMode="auto">
          <a:xfrm>
            <a:off x="3287714" y="2565401"/>
            <a:ext cx="2103437" cy="1223963"/>
            <a:chOff x="0" y="0"/>
            <a:chExt cx="1325" cy="771"/>
          </a:xfrm>
        </p:grpSpPr>
        <p:sp>
          <p:nvSpPr>
            <p:cNvPr id="208902" name="未知">
              <a:extLst>
                <a:ext uri="{FF2B5EF4-FFF2-40B4-BE49-F238E27FC236}">
                  <a16:creationId xmlns:a16="http://schemas.microsoft.com/office/drawing/2014/main" id="{4C6712C6-3B79-D333-E9E6-A719946C883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302"/>
              <a:ext cx="1325" cy="469"/>
            </a:xfrm>
            <a:custGeom>
              <a:avLst/>
              <a:gdLst>
                <a:gd name="T0" fmla="*/ 0 w 1406"/>
                <a:gd name="T1" fmla="*/ 469 h 469"/>
                <a:gd name="T2" fmla="*/ 91 w 1406"/>
                <a:gd name="T3" fmla="*/ 106 h 469"/>
                <a:gd name="T4" fmla="*/ 317 w 1406"/>
                <a:gd name="T5" fmla="*/ 15 h 469"/>
                <a:gd name="T6" fmla="*/ 726 w 1406"/>
                <a:gd name="T7" fmla="*/ 197 h 469"/>
                <a:gd name="T8" fmla="*/ 1043 w 1406"/>
                <a:gd name="T9" fmla="*/ 333 h 469"/>
                <a:gd name="T10" fmla="*/ 1406 w 1406"/>
                <a:gd name="T11" fmla="*/ 378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6" h="469">
                  <a:moveTo>
                    <a:pt x="0" y="469"/>
                  </a:moveTo>
                  <a:cubicBezTo>
                    <a:pt x="19" y="325"/>
                    <a:pt x="38" y="182"/>
                    <a:pt x="91" y="106"/>
                  </a:cubicBezTo>
                  <a:cubicBezTo>
                    <a:pt x="144" y="30"/>
                    <a:pt x="211" y="0"/>
                    <a:pt x="317" y="15"/>
                  </a:cubicBezTo>
                  <a:cubicBezTo>
                    <a:pt x="423" y="30"/>
                    <a:pt x="605" y="144"/>
                    <a:pt x="726" y="197"/>
                  </a:cubicBezTo>
                  <a:cubicBezTo>
                    <a:pt x="847" y="250"/>
                    <a:pt x="930" y="303"/>
                    <a:pt x="1043" y="333"/>
                  </a:cubicBezTo>
                  <a:cubicBezTo>
                    <a:pt x="1156" y="363"/>
                    <a:pt x="1345" y="371"/>
                    <a:pt x="1406" y="378"/>
                  </a:cubicBezTo>
                </a:path>
              </a:pathLst>
            </a:custGeom>
            <a:noFill/>
            <a:ln w="38100" cmpd="sng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8903" name="Text Box 7">
              <a:extLst>
                <a:ext uri="{FF2B5EF4-FFF2-40B4-BE49-F238E27FC236}">
                  <a16:creationId xmlns:a16="http://schemas.microsoft.com/office/drawing/2014/main" id="{F3C0ED77-34CF-C18C-B927-4402AF8B89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6" y="0"/>
              <a:ext cx="72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=4</a:t>
              </a:r>
            </a:p>
          </p:txBody>
        </p:sp>
      </p:grpSp>
      <p:grpSp>
        <p:nvGrpSpPr>
          <p:cNvPr id="208904" name="Group 8">
            <a:extLst>
              <a:ext uri="{FF2B5EF4-FFF2-40B4-BE49-F238E27FC236}">
                <a16:creationId xmlns:a16="http://schemas.microsoft.com/office/drawing/2014/main" id="{34F07C9A-34A0-1F6E-0D8E-2A78C6F5E244}"/>
              </a:ext>
            </a:extLst>
          </p:cNvPr>
          <p:cNvGrpSpPr>
            <a:grpSpLocks/>
          </p:cNvGrpSpPr>
          <p:nvPr/>
        </p:nvGrpSpPr>
        <p:grpSpPr bwMode="auto">
          <a:xfrm>
            <a:off x="3303589" y="2709864"/>
            <a:ext cx="3455987" cy="1050925"/>
            <a:chOff x="0" y="0"/>
            <a:chExt cx="2177" cy="662"/>
          </a:xfrm>
        </p:grpSpPr>
        <p:sp>
          <p:nvSpPr>
            <p:cNvPr id="208905" name="未知">
              <a:extLst>
                <a:ext uri="{FF2B5EF4-FFF2-40B4-BE49-F238E27FC236}">
                  <a16:creationId xmlns:a16="http://schemas.microsoft.com/office/drawing/2014/main" id="{E34E5C80-4A84-EED5-C797-1B93AA1E990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54"/>
              <a:ext cx="2177" cy="408"/>
            </a:xfrm>
            <a:custGeom>
              <a:avLst/>
              <a:gdLst>
                <a:gd name="T0" fmla="*/ 0 w 2086"/>
                <a:gd name="T1" fmla="*/ 408 h 408"/>
                <a:gd name="T2" fmla="*/ 363 w 2086"/>
                <a:gd name="T3" fmla="*/ 272 h 408"/>
                <a:gd name="T4" fmla="*/ 680 w 2086"/>
                <a:gd name="T5" fmla="*/ 90 h 408"/>
                <a:gd name="T6" fmla="*/ 1043 w 2086"/>
                <a:gd name="T7" fmla="*/ 0 h 408"/>
                <a:gd name="T8" fmla="*/ 1315 w 2086"/>
                <a:gd name="T9" fmla="*/ 90 h 408"/>
                <a:gd name="T10" fmla="*/ 1633 w 2086"/>
                <a:gd name="T11" fmla="*/ 227 h 408"/>
                <a:gd name="T12" fmla="*/ 2086 w 2086"/>
                <a:gd name="T13" fmla="*/ 363 h 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86" h="408">
                  <a:moveTo>
                    <a:pt x="0" y="408"/>
                  </a:moveTo>
                  <a:cubicBezTo>
                    <a:pt x="125" y="366"/>
                    <a:pt x="250" y="325"/>
                    <a:pt x="363" y="272"/>
                  </a:cubicBezTo>
                  <a:cubicBezTo>
                    <a:pt x="476" y="219"/>
                    <a:pt x="567" y="135"/>
                    <a:pt x="680" y="90"/>
                  </a:cubicBezTo>
                  <a:cubicBezTo>
                    <a:pt x="793" y="45"/>
                    <a:pt x="937" y="0"/>
                    <a:pt x="1043" y="0"/>
                  </a:cubicBezTo>
                  <a:cubicBezTo>
                    <a:pt x="1149" y="0"/>
                    <a:pt x="1217" y="52"/>
                    <a:pt x="1315" y="90"/>
                  </a:cubicBezTo>
                  <a:cubicBezTo>
                    <a:pt x="1413" y="128"/>
                    <a:pt x="1505" y="182"/>
                    <a:pt x="1633" y="227"/>
                  </a:cubicBezTo>
                  <a:cubicBezTo>
                    <a:pt x="1761" y="272"/>
                    <a:pt x="2011" y="340"/>
                    <a:pt x="2086" y="363"/>
                  </a:cubicBezTo>
                </a:path>
              </a:pathLst>
            </a:custGeom>
            <a:noFill/>
            <a:ln w="381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8906" name="Text Box 10">
              <a:extLst>
                <a:ext uri="{FF2B5EF4-FFF2-40B4-BE49-F238E27FC236}">
                  <a16:creationId xmlns:a16="http://schemas.microsoft.com/office/drawing/2014/main" id="{3256507F-C865-7158-FE85-C42AD7258B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9" y="0"/>
              <a:ext cx="72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=10</a:t>
              </a:r>
            </a:p>
          </p:txBody>
        </p:sp>
      </p:grpSp>
      <p:grpSp>
        <p:nvGrpSpPr>
          <p:cNvPr id="208907" name="Group 11">
            <a:extLst>
              <a:ext uri="{FF2B5EF4-FFF2-40B4-BE49-F238E27FC236}">
                <a16:creationId xmlns:a16="http://schemas.microsoft.com/office/drawing/2014/main" id="{570830BA-108D-07C1-6F06-22787C254690}"/>
              </a:ext>
            </a:extLst>
          </p:cNvPr>
          <p:cNvGrpSpPr>
            <a:grpSpLocks/>
          </p:cNvGrpSpPr>
          <p:nvPr/>
        </p:nvGrpSpPr>
        <p:grpSpPr bwMode="auto">
          <a:xfrm>
            <a:off x="2640014" y="1268413"/>
            <a:ext cx="4624387" cy="2870200"/>
            <a:chOff x="0" y="0"/>
            <a:chExt cx="2913" cy="1808"/>
          </a:xfrm>
        </p:grpSpPr>
        <p:sp>
          <p:nvSpPr>
            <p:cNvPr id="208908" name="Text Box 12">
              <a:extLst>
                <a:ext uri="{FF2B5EF4-FFF2-40B4-BE49-F238E27FC236}">
                  <a16:creationId xmlns:a16="http://schemas.microsoft.com/office/drawing/2014/main" id="{E1A2BF07-0C05-F61E-1C17-204DD02941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54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</a:p>
          </p:txBody>
        </p:sp>
        <p:grpSp>
          <p:nvGrpSpPr>
            <p:cNvPr id="208909" name="Group 13">
              <a:extLst>
                <a:ext uri="{FF2B5EF4-FFF2-40B4-BE49-F238E27FC236}">
                  <a16:creationId xmlns:a16="http://schemas.microsoft.com/office/drawing/2014/main" id="{B0410DBD-893A-ECF3-630B-1712608F34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" y="119"/>
              <a:ext cx="2868" cy="1689"/>
              <a:chOff x="0" y="0"/>
              <a:chExt cx="2868" cy="1689"/>
            </a:xfrm>
          </p:grpSpPr>
          <p:sp>
            <p:nvSpPr>
              <p:cNvPr id="208910" name="Text Box 14">
                <a:extLst>
                  <a:ext uri="{FF2B5EF4-FFF2-40B4-BE49-F238E27FC236}">
                    <a16:creationId xmlns:a16="http://schemas.microsoft.com/office/drawing/2014/main" id="{CD2FB1AC-E85F-6DBA-722B-8E078FAD3D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7" y="1324"/>
                <a:ext cx="2631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0  1   3  5   7   9  </a:t>
                </a:r>
                <a:r>
                  <a:rPr lang="en-US" altLang="zh-CN" sz="20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11  13  15  17  </a:t>
                </a:r>
                <a:r>
                  <a:rPr lang="en-US" altLang="zh-CN" sz="3200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x</a:t>
                </a:r>
              </a:p>
            </p:txBody>
          </p:sp>
          <p:sp>
            <p:nvSpPr>
              <p:cNvPr id="208911" name="Text Box 15">
                <a:extLst>
                  <a:ext uri="{FF2B5EF4-FFF2-40B4-BE49-F238E27FC236}">
                    <a16:creationId xmlns:a16="http://schemas.microsoft.com/office/drawing/2014/main" id="{9F2AD4A8-77AD-7D24-8F9E-7FB8FCD201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90"/>
                <a:ext cx="408" cy="12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lnSpc>
                    <a:spcPct val="105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0.50.40.30.20.1</a:t>
                </a:r>
              </a:p>
            </p:txBody>
          </p:sp>
          <p:grpSp>
            <p:nvGrpSpPr>
              <p:cNvPr id="208912" name="Group 16">
                <a:extLst>
                  <a:ext uri="{FF2B5EF4-FFF2-40B4-BE49-F238E27FC236}">
                    <a16:creationId xmlns:a16="http://schemas.microsoft.com/office/drawing/2014/main" id="{8F2E189C-6AB6-420B-8B19-0A1DB74261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7" y="0"/>
                <a:ext cx="2350" cy="1451"/>
                <a:chOff x="0" y="0"/>
                <a:chExt cx="2350" cy="1451"/>
              </a:xfrm>
            </p:grpSpPr>
            <p:grpSp>
              <p:nvGrpSpPr>
                <p:cNvPr id="208913" name="Group 17">
                  <a:extLst>
                    <a:ext uri="{FF2B5EF4-FFF2-40B4-BE49-F238E27FC236}">
                      <a16:creationId xmlns:a16="http://schemas.microsoft.com/office/drawing/2014/main" id="{695BF547-4503-146D-965A-555DECC2743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7" y="1405"/>
                  <a:ext cx="2313" cy="46"/>
                  <a:chOff x="0" y="0"/>
                  <a:chExt cx="2313" cy="46"/>
                </a:xfrm>
              </p:grpSpPr>
              <p:grpSp>
                <p:nvGrpSpPr>
                  <p:cNvPr id="208914" name="Group 18">
                    <a:extLst>
                      <a:ext uri="{FF2B5EF4-FFF2-40B4-BE49-F238E27FC236}">
                        <a16:creationId xmlns:a16="http://schemas.microsoft.com/office/drawing/2014/main" id="{0E1821FC-C393-7C7C-31D9-DC557BAC41E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0" y="0"/>
                    <a:ext cx="2313" cy="46"/>
                    <a:chOff x="0" y="0"/>
                    <a:chExt cx="2313" cy="46"/>
                  </a:xfrm>
                </p:grpSpPr>
                <p:grpSp>
                  <p:nvGrpSpPr>
                    <p:cNvPr id="208915" name="Group 19">
                      <a:extLst>
                        <a:ext uri="{FF2B5EF4-FFF2-40B4-BE49-F238E27FC236}">
                          <a16:creationId xmlns:a16="http://schemas.microsoft.com/office/drawing/2014/main" id="{AC78C418-A046-F435-5753-BF90D7E7EF1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0" y="0"/>
                      <a:ext cx="2313" cy="46"/>
                      <a:chOff x="0" y="0"/>
                      <a:chExt cx="2313" cy="46"/>
                    </a:xfrm>
                  </p:grpSpPr>
                  <p:sp>
                    <p:nvSpPr>
                      <p:cNvPr id="208916" name="Line 20">
                        <a:extLst>
                          <a:ext uri="{FF2B5EF4-FFF2-40B4-BE49-F238E27FC236}">
                            <a16:creationId xmlns:a16="http://schemas.microsoft.com/office/drawing/2014/main" id="{21356626-6D43-5063-BE05-9F93FABCC0D9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0" y="46"/>
                        <a:ext cx="2313" cy="0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round/>
                        <a:headEnd/>
                        <a:tailEnd type="triangle" w="med" len="med"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pPr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endParaRPr kumimoji="1" lang="en-CN"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208917" name="Line 21">
                        <a:extLst>
                          <a:ext uri="{FF2B5EF4-FFF2-40B4-BE49-F238E27FC236}">
                            <a16:creationId xmlns:a16="http://schemas.microsoft.com/office/drawing/2014/main" id="{3FD28FED-90D3-C33E-7BEB-67F0A804FEFA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163" y="0"/>
                        <a:ext cx="0" cy="46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pPr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endParaRPr kumimoji="1" lang="en-CN"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208918" name="Line 22">
                        <a:extLst>
                          <a:ext uri="{FF2B5EF4-FFF2-40B4-BE49-F238E27FC236}">
                            <a16:creationId xmlns:a16="http://schemas.microsoft.com/office/drawing/2014/main" id="{D4E8395D-2EE0-F8F2-CB88-D9EA8CD0DC6B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372" y="0"/>
                        <a:ext cx="0" cy="46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pPr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endParaRPr kumimoji="1" lang="en-CN"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208919" name="Line 23">
                        <a:extLst>
                          <a:ext uri="{FF2B5EF4-FFF2-40B4-BE49-F238E27FC236}">
                            <a16:creationId xmlns:a16="http://schemas.microsoft.com/office/drawing/2014/main" id="{FF664033-67A9-53FF-067B-30FD50921433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599" y="0"/>
                        <a:ext cx="0" cy="46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pPr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endParaRPr kumimoji="1" lang="en-CN"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</p:grpSp>
                <p:sp>
                  <p:nvSpPr>
                    <p:cNvPr id="208920" name="Line 24">
                      <a:extLst>
                        <a:ext uri="{FF2B5EF4-FFF2-40B4-BE49-F238E27FC236}">
                          <a16:creationId xmlns:a16="http://schemas.microsoft.com/office/drawing/2014/main" id="{13F23370-1EFA-4A4D-BC95-7A2FB0D70B0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825" y="0"/>
                      <a:ext cx="0" cy="46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CN" sz="24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08921" name="Line 25">
                      <a:extLst>
                        <a:ext uri="{FF2B5EF4-FFF2-40B4-BE49-F238E27FC236}">
                          <a16:creationId xmlns:a16="http://schemas.microsoft.com/office/drawing/2014/main" id="{1FCD3E0F-0BE3-F803-4A98-B1E2358B3A9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052" y="0"/>
                      <a:ext cx="0" cy="46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CN" sz="24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</p:grpSp>
              <p:sp>
                <p:nvSpPr>
                  <p:cNvPr id="208922" name="Line 26">
                    <a:extLst>
                      <a:ext uri="{FF2B5EF4-FFF2-40B4-BE49-F238E27FC236}">
                        <a16:creationId xmlns:a16="http://schemas.microsoft.com/office/drawing/2014/main" id="{267CB9CA-857B-4259-9581-042975FFC6A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279" y="0"/>
                    <a:ext cx="0" cy="46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kumimoji="1" lang="en-CN" sz="24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08923" name="Line 27">
                    <a:extLst>
                      <a:ext uri="{FF2B5EF4-FFF2-40B4-BE49-F238E27FC236}">
                        <a16:creationId xmlns:a16="http://schemas.microsoft.com/office/drawing/2014/main" id="{75CCA317-0321-13A6-82BE-38071C1E59E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506" y="0"/>
                    <a:ext cx="0" cy="46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kumimoji="1" lang="en-CN" sz="24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208924" name="Line 28">
                  <a:extLst>
                    <a:ext uri="{FF2B5EF4-FFF2-40B4-BE49-F238E27FC236}">
                      <a16:creationId xmlns:a16="http://schemas.microsoft.com/office/drawing/2014/main" id="{B6A1E35F-122A-62AE-54FF-556D173F55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770" y="1405"/>
                  <a:ext cx="0" cy="4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en-CN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08925" name="Line 29">
                  <a:extLst>
                    <a:ext uri="{FF2B5EF4-FFF2-40B4-BE49-F238E27FC236}">
                      <a16:creationId xmlns:a16="http://schemas.microsoft.com/office/drawing/2014/main" id="{6FB23995-5BCC-B4E7-90D4-BAD9CFF1D4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997" y="1405"/>
                  <a:ext cx="0" cy="4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en-CN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208926" name="Group 30">
                  <a:extLst>
                    <a:ext uri="{FF2B5EF4-FFF2-40B4-BE49-F238E27FC236}">
                      <a16:creationId xmlns:a16="http://schemas.microsoft.com/office/drawing/2014/main" id="{74C71107-DA51-8CA8-2B43-3A685A99EDD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47" cy="1451"/>
                  <a:chOff x="0" y="0"/>
                  <a:chExt cx="47" cy="1451"/>
                </a:xfrm>
              </p:grpSpPr>
              <p:sp>
                <p:nvSpPr>
                  <p:cNvPr id="208927" name="Line 31">
                    <a:extLst>
                      <a:ext uri="{FF2B5EF4-FFF2-40B4-BE49-F238E27FC236}">
                        <a16:creationId xmlns:a16="http://schemas.microsoft.com/office/drawing/2014/main" id="{6EE8B137-F1A0-E363-6FE7-946FFF1E998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6" y="0"/>
                    <a:ext cx="0" cy="1451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kumimoji="1" lang="en-CN" sz="24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08928" name="Line 32">
                    <a:extLst>
                      <a:ext uri="{FF2B5EF4-FFF2-40B4-BE49-F238E27FC236}">
                        <a16:creationId xmlns:a16="http://schemas.microsoft.com/office/drawing/2014/main" id="{97910A7D-A21A-C0C6-E277-AAFF7CE4E2B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24" y="702"/>
                    <a:ext cx="0" cy="46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kumimoji="1" lang="en-CN" sz="24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08929" name="Line 33">
                    <a:extLst>
                      <a:ext uri="{FF2B5EF4-FFF2-40B4-BE49-F238E27FC236}">
                        <a16:creationId xmlns:a16="http://schemas.microsoft.com/office/drawing/2014/main" id="{AFBE1188-D162-B6CE-B509-D2923F74872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23" y="1201"/>
                    <a:ext cx="0" cy="46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kumimoji="1" lang="en-CN" sz="24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08930" name="Line 34">
                    <a:extLst>
                      <a:ext uri="{FF2B5EF4-FFF2-40B4-BE49-F238E27FC236}">
                        <a16:creationId xmlns:a16="http://schemas.microsoft.com/office/drawing/2014/main" id="{C62A1CF9-741B-87C9-2FD0-73648EC569D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24" y="974"/>
                    <a:ext cx="0" cy="46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kumimoji="1" lang="en-CN" sz="24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08931" name="Line 35">
                    <a:extLst>
                      <a:ext uri="{FF2B5EF4-FFF2-40B4-BE49-F238E27FC236}">
                        <a16:creationId xmlns:a16="http://schemas.microsoft.com/office/drawing/2014/main" id="{4F815DCE-68CD-6702-1ECF-FD4135CC24F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24" y="430"/>
                    <a:ext cx="0" cy="46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kumimoji="1" lang="en-CN" sz="24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08932" name="Line 36">
                    <a:extLst>
                      <a:ext uri="{FF2B5EF4-FFF2-40B4-BE49-F238E27FC236}">
                        <a16:creationId xmlns:a16="http://schemas.microsoft.com/office/drawing/2014/main" id="{B2A59060-689A-949B-B519-5D20DA60E22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24" y="203"/>
                    <a:ext cx="0" cy="46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kumimoji="1" lang="en-CN" sz="24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</p:grpSp>
      </p:grpSp>
      <p:sp>
        <p:nvSpPr>
          <p:cNvPr id="208933" name="Rectangle 37">
            <a:extLst>
              <a:ext uri="{FF2B5EF4-FFF2-40B4-BE49-F238E27FC236}">
                <a16:creationId xmlns:a16="http://schemas.microsoft.com/office/drawing/2014/main" id="{268BCA5C-3FF1-CAD9-F87E-28348E1B14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4" y="5373689"/>
            <a:ext cx="2447925" cy="597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有所改变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grpSp>
        <p:nvGrpSpPr>
          <p:cNvPr id="208934" name="Group 38">
            <a:extLst>
              <a:ext uri="{FF2B5EF4-FFF2-40B4-BE49-F238E27FC236}">
                <a16:creationId xmlns:a16="http://schemas.microsoft.com/office/drawing/2014/main" id="{DE8D7A9D-4729-9FE3-0DA5-64BFF6B92785}"/>
              </a:ext>
            </a:extLst>
          </p:cNvPr>
          <p:cNvGrpSpPr>
            <a:grpSpLocks/>
          </p:cNvGrpSpPr>
          <p:nvPr/>
        </p:nvGrpSpPr>
        <p:grpSpPr bwMode="auto">
          <a:xfrm>
            <a:off x="2279651" y="404813"/>
            <a:ext cx="5256213" cy="609600"/>
            <a:chOff x="0" y="0"/>
            <a:chExt cx="3056" cy="384"/>
          </a:xfrm>
        </p:grpSpPr>
        <p:graphicFrame>
          <p:nvGraphicFramePr>
            <p:cNvPr id="208935" name="Object 39">
              <a:extLst>
                <a:ext uri="{FF2B5EF4-FFF2-40B4-BE49-F238E27FC236}">
                  <a16:creationId xmlns:a16="http://schemas.microsoft.com/office/drawing/2014/main" id="{7BCA5290-9194-58D2-3358-D567BB40F89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0"/>
            <a:ext cx="342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24" r:id="rId3" imgW="4686300" imgH="5270500" progId="Equation.3">
                    <p:embed/>
                  </p:oleObj>
                </mc:Choice>
                <mc:Fallback>
                  <p:oleObj r:id="rId3" imgW="4686300" imgH="5270500" progId="Equation.3">
                    <p:embed/>
                    <p:pic>
                      <p:nvPicPr>
                        <p:cNvPr id="208935" name="Object 39">
                          <a:extLst>
                            <a:ext uri="{FF2B5EF4-FFF2-40B4-BE49-F238E27FC236}">
                              <a16:creationId xmlns:a16="http://schemas.microsoft.com/office/drawing/2014/main" id="{7BCA5290-9194-58D2-3358-D567BB40F89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342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8936" name="Rectangle 40">
              <a:extLst>
                <a:ext uri="{FF2B5EF4-FFF2-40B4-BE49-F238E27FC236}">
                  <a16:creationId xmlns:a16="http://schemas.microsoft.com/office/drawing/2014/main" id="{3445994C-9F4E-3B6A-4A82-E53B6D8FFA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33"/>
              <a:ext cx="28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分布的概率密度图形如下：</a:t>
              </a:r>
            </a:p>
          </p:txBody>
        </p:sp>
      </p:grpSp>
      <p:grpSp>
        <p:nvGrpSpPr>
          <p:cNvPr id="208937" name="Group 41">
            <a:extLst>
              <a:ext uri="{FF2B5EF4-FFF2-40B4-BE49-F238E27FC236}">
                <a16:creationId xmlns:a16="http://schemas.microsoft.com/office/drawing/2014/main" id="{A5BD58E1-6879-CCD3-8E6F-7EC84144189C}"/>
              </a:ext>
            </a:extLst>
          </p:cNvPr>
          <p:cNvGrpSpPr>
            <a:grpSpLocks/>
          </p:cNvGrpSpPr>
          <p:nvPr/>
        </p:nvGrpSpPr>
        <p:grpSpPr bwMode="auto">
          <a:xfrm>
            <a:off x="2424114" y="4652963"/>
            <a:ext cx="7750175" cy="609600"/>
            <a:chOff x="0" y="0"/>
            <a:chExt cx="4706" cy="384"/>
          </a:xfrm>
        </p:grpSpPr>
        <p:graphicFrame>
          <p:nvGraphicFramePr>
            <p:cNvPr id="208938" name="Object 42">
              <a:extLst>
                <a:ext uri="{FF2B5EF4-FFF2-40B4-BE49-F238E27FC236}">
                  <a16:creationId xmlns:a16="http://schemas.microsoft.com/office/drawing/2014/main" id="{8EEB04B3-4C4D-41B3-41B7-FE72517186A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90" y="0"/>
            <a:ext cx="342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25" r:id="rId5" imgW="4686300" imgH="5270500" progId="Equation.3">
                    <p:embed/>
                  </p:oleObj>
                </mc:Choice>
                <mc:Fallback>
                  <p:oleObj r:id="rId5" imgW="4686300" imgH="5270500" progId="Equation.3">
                    <p:embed/>
                    <p:pic>
                      <p:nvPicPr>
                        <p:cNvPr id="208938" name="Object 42">
                          <a:extLst>
                            <a:ext uri="{FF2B5EF4-FFF2-40B4-BE49-F238E27FC236}">
                              <a16:creationId xmlns:a16="http://schemas.microsoft.com/office/drawing/2014/main" id="{8EEB04B3-4C4D-41B3-41B7-FE72517186A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0" y="0"/>
                          <a:ext cx="342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8939" name="Rectangle 43">
              <a:extLst>
                <a:ext uri="{FF2B5EF4-FFF2-40B4-BE49-F238E27FC236}">
                  <a16:creationId xmlns:a16="http://schemas.microsoft.com/office/drawing/2014/main" id="{153F8EDA-8196-C74E-EF2D-7885F8F4A0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"/>
              <a:ext cx="5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显然</a:t>
              </a:r>
            </a:p>
          </p:txBody>
        </p:sp>
        <p:sp>
          <p:nvSpPr>
            <p:cNvPr id="208940" name="Rectangle 44">
              <a:extLst>
                <a:ext uri="{FF2B5EF4-FFF2-40B4-BE49-F238E27FC236}">
                  <a16:creationId xmlns:a16="http://schemas.microsoft.com/office/drawing/2014/main" id="{CC634140-4EA1-BC01-AD43-2B0AD2B28D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7" y="45"/>
              <a:ext cx="379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分布的概率密度图形随自由度的不同而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1000"/>
                                        <p:tgtEl>
                                          <p:spTgt spid="208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08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1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08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501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208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4001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08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501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208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933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Text Box 2">
            <a:extLst>
              <a:ext uri="{FF2B5EF4-FFF2-40B4-BE49-F238E27FC236}">
                <a16:creationId xmlns:a16="http://schemas.microsoft.com/office/drawing/2014/main" id="{716C6256-BCFA-410A-0F1E-435B15E169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6988" y="5638801"/>
            <a:ext cx="4951413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32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32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9923" name="Rectangle 3">
            <a:extLst>
              <a:ext uri="{FF2B5EF4-FFF2-40B4-BE49-F238E27FC236}">
                <a16:creationId xmlns:a16="http://schemas.microsoft.com/office/drawing/2014/main" id="{FE9CEB2F-33B5-9130-ABE0-2142EDE9C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9" y="1244601"/>
            <a:ext cx="15843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性质</a:t>
            </a:r>
            <a:r>
              <a:rPr lang="en-US" altLang="zh-CN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1.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 </a:t>
            </a:r>
            <a:endParaRPr lang="en-US" altLang="zh-CN" sz="2800" b="1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09924" name="Group 4">
            <a:extLst>
              <a:ext uri="{FF2B5EF4-FFF2-40B4-BE49-F238E27FC236}">
                <a16:creationId xmlns:a16="http://schemas.microsoft.com/office/drawing/2014/main" id="{E1D8C599-B684-075F-1E2E-5402F21C6FF4}"/>
              </a:ext>
            </a:extLst>
          </p:cNvPr>
          <p:cNvGrpSpPr>
            <a:grpSpLocks/>
          </p:cNvGrpSpPr>
          <p:nvPr/>
        </p:nvGrpSpPr>
        <p:grpSpPr bwMode="auto">
          <a:xfrm>
            <a:off x="3000376" y="1196975"/>
            <a:ext cx="7281863" cy="609600"/>
            <a:chOff x="0" y="0"/>
            <a:chExt cx="4587" cy="384"/>
          </a:xfrm>
        </p:grpSpPr>
        <p:graphicFrame>
          <p:nvGraphicFramePr>
            <p:cNvPr id="209925" name="Object 5">
              <a:extLst>
                <a:ext uri="{FF2B5EF4-FFF2-40B4-BE49-F238E27FC236}">
                  <a16:creationId xmlns:a16="http://schemas.microsoft.com/office/drawing/2014/main" id="{B9B2F133-FA16-4822-E8C1-EFDC9A85713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2" y="0"/>
            <a:ext cx="1347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93" r:id="rId3" imgW="18427700" imgH="5270500" progId="Equation.3">
                    <p:embed/>
                  </p:oleObj>
                </mc:Choice>
                <mc:Fallback>
                  <p:oleObj r:id="rId3" imgW="18427700" imgH="5270500" progId="Equation.3">
                    <p:embed/>
                    <p:pic>
                      <p:nvPicPr>
                        <p:cNvPr id="209925" name="Object 5">
                          <a:extLst>
                            <a:ext uri="{FF2B5EF4-FFF2-40B4-BE49-F238E27FC236}">
                              <a16:creationId xmlns:a16="http://schemas.microsoft.com/office/drawing/2014/main" id="{B9B2F133-FA16-4822-E8C1-EFDC9A85713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2" y="0"/>
                          <a:ext cx="1347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9926" name="Rectangle 6">
              <a:extLst>
                <a:ext uri="{FF2B5EF4-FFF2-40B4-BE49-F238E27FC236}">
                  <a16:creationId xmlns:a16="http://schemas.microsoft.com/office/drawing/2014/main" id="{EDA6AEFA-2ED4-1F2F-50F1-447784F915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3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设</a:t>
              </a:r>
            </a:p>
          </p:txBody>
        </p:sp>
        <p:graphicFrame>
          <p:nvGraphicFramePr>
            <p:cNvPr id="209927" name="Object 7">
              <a:extLst>
                <a:ext uri="{FF2B5EF4-FFF2-40B4-BE49-F238E27FC236}">
                  <a16:creationId xmlns:a16="http://schemas.microsoft.com/office/drawing/2014/main" id="{2270DA21-BA38-A1E6-54B9-4C3794825C4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86" y="0"/>
            <a:ext cx="2501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94" r:id="rId5" imgW="34226500" imgH="5270500" progId="Equation.3">
                    <p:embed/>
                  </p:oleObj>
                </mc:Choice>
                <mc:Fallback>
                  <p:oleObj r:id="rId5" imgW="34226500" imgH="5270500" progId="Equation.3">
                    <p:embed/>
                    <p:pic>
                      <p:nvPicPr>
                        <p:cNvPr id="209927" name="Object 7">
                          <a:extLst>
                            <a:ext uri="{FF2B5EF4-FFF2-40B4-BE49-F238E27FC236}">
                              <a16:creationId xmlns:a16="http://schemas.microsoft.com/office/drawing/2014/main" id="{2270DA21-BA38-A1E6-54B9-4C3794825C4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6" y="0"/>
                          <a:ext cx="2501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9928" name="Rectangle 8">
              <a:extLst>
                <a:ext uri="{FF2B5EF4-FFF2-40B4-BE49-F238E27FC236}">
                  <a16:creationId xmlns:a16="http://schemas.microsoft.com/office/drawing/2014/main" id="{E978D742-3000-2328-2DE8-BF8C72EBBA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3" y="33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则</a:t>
              </a:r>
            </a:p>
          </p:txBody>
        </p:sp>
      </p:grpSp>
      <p:sp>
        <p:nvSpPr>
          <p:cNvPr id="209929" name="Text Box 9">
            <a:extLst>
              <a:ext uri="{FF2B5EF4-FFF2-40B4-BE49-F238E27FC236}">
                <a16:creationId xmlns:a16="http://schemas.microsoft.com/office/drawing/2014/main" id="{810D8A46-C8A2-A6D4-0A1B-140227BDF5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2276476"/>
            <a:ext cx="15636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7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证 明：</a:t>
            </a:r>
          </a:p>
        </p:txBody>
      </p:sp>
      <p:grpSp>
        <p:nvGrpSpPr>
          <p:cNvPr id="209930" name="Group 10">
            <a:extLst>
              <a:ext uri="{FF2B5EF4-FFF2-40B4-BE49-F238E27FC236}">
                <a16:creationId xmlns:a16="http://schemas.microsoft.com/office/drawing/2014/main" id="{91D1C4A0-89F7-A024-8C7C-B44722B1E2D7}"/>
              </a:ext>
            </a:extLst>
          </p:cNvPr>
          <p:cNvGrpSpPr>
            <a:grpSpLocks/>
          </p:cNvGrpSpPr>
          <p:nvPr/>
        </p:nvGrpSpPr>
        <p:grpSpPr bwMode="auto">
          <a:xfrm>
            <a:off x="2782888" y="2133600"/>
            <a:ext cx="7332662" cy="1112838"/>
            <a:chOff x="0" y="0"/>
            <a:chExt cx="4619" cy="701"/>
          </a:xfrm>
        </p:grpSpPr>
        <p:sp>
          <p:nvSpPr>
            <p:cNvPr id="209931" name="Text Box 11">
              <a:extLst>
                <a:ext uri="{FF2B5EF4-FFF2-40B4-BE49-F238E27FC236}">
                  <a16:creationId xmlns:a16="http://schemas.microsoft.com/office/drawing/2014/main" id="{786A5E15-C9B1-DE78-A618-0F65B8F40B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74"/>
              <a:ext cx="3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7"/>
                    <a:srcRect/>
                    <a:tile tx="0" ty="0" sx="100000" sy="100000" flip="none" algn="tl"/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设</a:t>
              </a:r>
            </a:p>
          </p:txBody>
        </p:sp>
        <p:graphicFrame>
          <p:nvGraphicFramePr>
            <p:cNvPr id="209932" name="Object 12">
              <a:extLst>
                <a:ext uri="{FF2B5EF4-FFF2-40B4-BE49-F238E27FC236}">
                  <a16:creationId xmlns:a16="http://schemas.microsoft.com/office/drawing/2014/main" id="{08C9BEC1-CD14-2D48-0970-763DD1A0671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8" y="0"/>
            <a:ext cx="4091" cy="7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95" r:id="rId8" imgW="60274200" imgH="9944100" progId="Equation.3">
                    <p:embed/>
                  </p:oleObj>
                </mc:Choice>
                <mc:Fallback>
                  <p:oleObj r:id="rId8" imgW="60274200" imgH="9944100" progId="Equation.3">
                    <p:embed/>
                    <p:pic>
                      <p:nvPicPr>
                        <p:cNvPr id="209932" name="Object 12">
                          <a:extLst>
                            <a:ext uri="{FF2B5EF4-FFF2-40B4-BE49-F238E27FC236}">
                              <a16:creationId xmlns:a16="http://schemas.microsoft.com/office/drawing/2014/main" id="{08C9BEC1-CD14-2D48-0970-763DD1A0671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0"/>
                          <a:ext cx="4091" cy="7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9933" name="Group 13">
            <a:extLst>
              <a:ext uri="{FF2B5EF4-FFF2-40B4-BE49-F238E27FC236}">
                <a16:creationId xmlns:a16="http://schemas.microsoft.com/office/drawing/2014/main" id="{788A3B7E-E243-B67E-502E-080379F27311}"/>
              </a:ext>
            </a:extLst>
          </p:cNvPr>
          <p:cNvGrpSpPr>
            <a:grpSpLocks/>
          </p:cNvGrpSpPr>
          <p:nvPr/>
        </p:nvGrpSpPr>
        <p:grpSpPr bwMode="auto">
          <a:xfrm>
            <a:off x="2208214" y="3357563"/>
            <a:ext cx="5735637" cy="546100"/>
            <a:chOff x="0" y="0"/>
            <a:chExt cx="3613" cy="344"/>
          </a:xfrm>
        </p:grpSpPr>
        <p:graphicFrame>
          <p:nvGraphicFramePr>
            <p:cNvPr id="209934" name="Object 14">
              <a:extLst>
                <a:ext uri="{FF2B5EF4-FFF2-40B4-BE49-F238E27FC236}">
                  <a16:creationId xmlns:a16="http://schemas.microsoft.com/office/drawing/2014/main" id="{C041949F-9551-A9D3-4A37-7B1A5E54A6B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0"/>
            <a:ext cx="1951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96" r:id="rId10" imgW="21945600" imgH="5270500" progId="Equation.3">
                    <p:embed/>
                  </p:oleObj>
                </mc:Choice>
                <mc:Fallback>
                  <p:oleObj r:id="rId10" imgW="21945600" imgH="5270500" progId="Equation.3">
                    <p:embed/>
                    <p:pic>
                      <p:nvPicPr>
                        <p:cNvPr id="209934" name="Object 14">
                          <a:extLst>
                            <a:ext uri="{FF2B5EF4-FFF2-40B4-BE49-F238E27FC236}">
                              <a16:creationId xmlns:a16="http://schemas.microsoft.com/office/drawing/2014/main" id="{C041949F-9551-A9D3-4A37-7B1A5E54A6B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1951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9935" name="Text Box 15">
              <a:extLst>
                <a:ext uri="{FF2B5EF4-FFF2-40B4-BE49-F238E27FC236}">
                  <a16:creationId xmlns:a16="http://schemas.microsoft.com/office/drawing/2014/main" id="{3A1DA2A6-4945-2DBC-0BDA-7E5E2C142D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0" y="0"/>
              <a:ext cx="166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7"/>
                    <a:srcRect/>
                    <a:tile tx="0" ty="0" sx="100000" sy="100000" flip="none" algn="tl"/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相互独立</a:t>
              </a:r>
              <a:r>
                <a:rPr lang="en-US" altLang="zh-CN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,</a:t>
              </a:r>
              <a:r>
                <a:rPr lang="zh-CN" altLang="en-US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则</a:t>
              </a:r>
            </a:p>
          </p:txBody>
        </p:sp>
      </p:grpSp>
      <p:graphicFrame>
        <p:nvGraphicFramePr>
          <p:cNvPr id="209936" name="Object 16">
            <a:extLst>
              <a:ext uri="{FF2B5EF4-FFF2-40B4-BE49-F238E27FC236}">
                <a16:creationId xmlns:a16="http://schemas.microsoft.com/office/drawing/2014/main" id="{2907C9FF-5EB0-C346-D906-4DC3D679E1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7851" y="4149725"/>
          <a:ext cx="349726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7" r:id="rId12" imgW="38912800" imgH="5270500" progId="Equation.3">
                  <p:embed/>
                </p:oleObj>
              </mc:Choice>
              <mc:Fallback>
                <p:oleObj r:id="rId12" imgW="38912800" imgH="5270500" progId="Equation.3">
                  <p:embed/>
                  <p:pic>
                    <p:nvPicPr>
                      <p:cNvPr id="209936" name="Object 16">
                        <a:extLst>
                          <a:ext uri="{FF2B5EF4-FFF2-40B4-BE49-F238E27FC236}">
                            <a16:creationId xmlns:a16="http://schemas.microsoft.com/office/drawing/2014/main" id="{2907C9FF-5EB0-C346-D906-4DC3D679E1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1" y="4149725"/>
                        <a:ext cx="3497263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37" name="Object 17">
            <a:extLst>
              <a:ext uri="{FF2B5EF4-FFF2-40B4-BE49-F238E27FC236}">
                <a16:creationId xmlns:a16="http://schemas.microsoft.com/office/drawing/2014/main" id="{65E60321-A6AE-29A5-ACC7-13BE180CC7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95550" y="4868864"/>
          <a:ext cx="2808288" cy="119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8" r:id="rId14" imgW="29260800" imgH="10528300" progId="Equation.3">
                  <p:embed/>
                </p:oleObj>
              </mc:Choice>
              <mc:Fallback>
                <p:oleObj r:id="rId14" imgW="29260800" imgH="10528300" progId="Equation.3">
                  <p:embed/>
                  <p:pic>
                    <p:nvPicPr>
                      <p:cNvPr id="209937" name="Object 17">
                        <a:extLst>
                          <a:ext uri="{FF2B5EF4-FFF2-40B4-BE49-F238E27FC236}">
                            <a16:creationId xmlns:a16="http://schemas.microsoft.com/office/drawing/2014/main" id="{65E60321-A6AE-29A5-ACC7-13BE180CC7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4868864"/>
                        <a:ext cx="2808288" cy="1196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9938" name="Group 18">
            <a:extLst>
              <a:ext uri="{FF2B5EF4-FFF2-40B4-BE49-F238E27FC236}">
                <a16:creationId xmlns:a16="http://schemas.microsoft.com/office/drawing/2014/main" id="{FC0F4F4E-ED6C-7A5C-0ACA-91476B9BB013}"/>
              </a:ext>
            </a:extLst>
          </p:cNvPr>
          <p:cNvGrpSpPr>
            <a:grpSpLocks/>
          </p:cNvGrpSpPr>
          <p:nvPr/>
        </p:nvGrpSpPr>
        <p:grpSpPr bwMode="auto">
          <a:xfrm>
            <a:off x="3100388" y="333375"/>
            <a:ext cx="3243262" cy="655638"/>
            <a:chOff x="0" y="0"/>
            <a:chExt cx="2043" cy="413"/>
          </a:xfrm>
        </p:grpSpPr>
        <p:sp>
          <p:nvSpPr>
            <p:cNvPr id="209939" name="Rectangle 19">
              <a:extLst>
                <a:ext uri="{FF2B5EF4-FFF2-40B4-BE49-F238E27FC236}">
                  <a16:creationId xmlns:a16="http://schemas.microsoft.com/office/drawing/2014/main" id="{CD3778C1-E172-BFF9-B656-8FDD2D1A76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45"/>
              <a:ext cx="1698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200" b="1">
                  <a:solidFill>
                    <a:srgbClr val="FF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华文楷体" panose="02010600040101010101" pitchFamily="2" charset="-122"/>
                </a:rPr>
                <a:t>分布的性质：</a:t>
              </a:r>
            </a:p>
          </p:txBody>
        </p:sp>
        <p:graphicFrame>
          <p:nvGraphicFramePr>
            <p:cNvPr id="209940" name="Object 20">
              <a:extLst>
                <a:ext uri="{FF2B5EF4-FFF2-40B4-BE49-F238E27FC236}">
                  <a16:creationId xmlns:a16="http://schemas.microsoft.com/office/drawing/2014/main" id="{930F4775-A99A-9252-7F5B-2890610FDDF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0"/>
            <a:ext cx="342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99" r:id="rId16" imgW="4686300" imgH="5270500" progId="Equation.3">
                    <p:embed/>
                  </p:oleObj>
                </mc:Choice>
                <mc:Fallback>
                  <p:oleObj r:id="rId16" imgW="4686300" imgH="5270500" progId="Equation.3">
                    <p:embed/>
                    <p:pic>
                      <p:nvPicPr>
                        <p:cNvPr id="209940" name="Object 20">
                          <a:extLst>
                            <a:ext uri="{FF2B5EF4-FFF2-40B4-BE49-F238E27FC236}">
                              <a16:creationId xmlns:a16="http://schemas.microsoft.com/office/drawing/2014/main" id="{930F4775-A99A-9252-7F5B-2890610FDDF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342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9941" name="Object 21">
            <a:extLst>
              <a:ext uri="{FF2B5EF4-FFF2-40B4-BE49-F238E27FC236}">
                <a16:creationId xmlns:a16="http://schemas.microsoft.com/office/drawing/2014/main" id="{0D6E64F0-172B-BC3E-5ECA-D4DCFB72D0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64425" y="5229225"/>
          <a:ext cx="636588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0" r:id="rId18" imgW="6146800" imgH="3213100" progId="Equation.3">
                  <p:embed/>
                </p:oleObj>
              </mc:Choice>
              <mc:Fallback>
                <p:oleObj r:id="rId18" imgW="6146800" imgH="3213100" progId="Equation.3">
                  <p:embed/>
                  <p:pic>
                    <p:nvPicPr>
                      <p:cNvPr id="209941" name="Object 21">
                        <a:extLst>
                          <a:ext uri="{FF2B5EF4-FFF2-40B4-BE49-F238E27FC236}">
                            <a16:creationId xmlns:a16="http://schemas.microsoft.com/office/drawing/2014/main" id="{0D6E64F0-172B-BC3E-5ECA-D4DCFB72D0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4425" y="5229225"/>
                        <a:ext cx="636588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42" name="Object 22">
            <a:extLst>
              <a:ext uri="{FF2B5EF4-FFF2-40B4-BE49-F238E27FC236}">
                <a16:creationId xmlns:a16="http://schemas.microsoft.com/office/drawing/2014/main" id="{DE8AAE41-45AD-CCE4-B216-A25AF3C250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75276" y="4868863"/>
          <a:ext cx="1909763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1" r:id="rId20" imgW="19900900" imgH="9944100" progId="Equation.3">
                  <p:embed/>
                </p:oleObj>
              </mc:Choice>
              <mc:Fallback>
                <p:oleObj r:id="rId20" imgW="19900900" imgH="9944100" progId="Equation.3">
                  <p:embed/>
                  <p:pic>
                    <p:nvPicPr>
                      <p:cNvPr id="209942" name="Object 22">
                        <a:extLst>
                          <a:ext uri="{FF2B5EF4-FFF2-40B4-BE49-F238E27FC236}">
                            <a16:creationId xmlns:a16="http://schemas.microsoft.com/office/drawing/2014/main" id="{DE8AAE41-45AD-CCE4-B216-A25AF3C250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5276" y="4868863"/>
                        <a:ext cx="1909763" cy="113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43" name="Object 23">
            <a:extLst>
              <a:ext uri="{FF2B5EF4-FFF2-40B4-BE49-F238E27FC236}">
                <a16:creationId xmlns:a16="http://schemas.microsoft.com/office/drawing/2014/main" id="{0B19096B-DFDC-81E2-F90B-BA68D8391A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75275" y="4076701"/>
          <a:ext cx="3917950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2" r:id="rId22" imgW="43599100" imgH="5854700" progId="Equation.3">
                  <p:embed/>
                </p:oleObj>
              </mc:Choice>
              <mc:Fallback>
                <p:oleObj r:id="rId22" imgW="43599100" imgH="5854700" progId="Equation.3">
                  <p:embed/>
                  <p:pic>
                    <p:nvPicPr>
                      <p:cNvPr id="209943" name="Object 23">
                        <a:extLst>
                          <a:ext uri="{FF2B5EF4-FFF2-40B4-BE49-F238E27FC236}">
                            <a16:creationId xmlns:a16="http://schemas.microsoft.com/office/drawing/2014/main" id="{0B19096B-DFDC-81E2-F90B-BA68D8391A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5275" y="4076701"/>
                        <a:ext cx="3917950" cy="677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44" name="Object 24">
            <a:extLst>
              <a:ext uri="{FF2B5EF4-FFF2-40B4-BE49-F238E27FC236}">
                <a16:creationId xmlns:a16="http://schemas.microsoft.com/office/drawing/2014/main" id="{2D6CC290-6C72-010F-45B1-B3D24DAAAE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336088" y="4149726"/>
          <a:ext cx="7620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3" r:id="rId24" imgW="8483600" imgH="4686300" progId="Equation.3">
                  <p:embed/>
                </p:oleObj>
              </mc:Choice>
              <mc:Fallback>
                <p:oleObj r:id="rId24" imgW="8483600" imgH="4686300" progId="Equation.3">
                  <p:embed/>
                  <p:pic>
                    <p:nvPicPr>
                      <p:cNvPr id="209944" name="Object 24">
                        <a:extLst>
                          <a:ext uri="{FF2B5EF4-FFF2-40B4-BE49-F238E27FC236}">
                            <a16:creationId xmlns:a16="http://schemas.microsoft.com/office/drawing/2014/main" id="{2D6CC290-6C72-010F-45B1-B3D24DAAAE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36088" y="4149726"/>
                        <a:ext cx="76200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1000"/>
                                        <p:tgtEl>
                                          <p:spTgt spid="20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099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099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1000"/>
                                        <p:tgtEl>
                                          <p:spTgt spid="209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2099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099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1000"/>
                                        <p:tgtEl>
                                          <p:spTgt spid="209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09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1000"/>
                                        <p:tgtEl>
                                          <p:spTgt spid="209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2" dur="1000"/>
                                        <p:tgtEl>
                                          <p:spTgt spid="20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2099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2099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1000"/>
                                        <p:tgtEl>
                                          <p:spTgt spid="209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7" dur="1000"/>
                                        <p:tgtEl>
                                          <p:spTgt spid="20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2" dur="1000"/>
                                        <p:tgtEl>
                                          <p:spTgt spid="20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23" grpId="0" autoUpdateAnimBg="0"/>
      <p:bldP spid="209929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0946" name="Object 2">
            <a:extLst>
              <a:ext uri="{FF2B5EF4-FFF2-40B4-BE49-F238E27FC236}">
                <a16:creationId xmlns:a16="http://schemas.microsoft.com/office/drawing/2014/main" id="{F6210128-A3F4-DE74-8E5E-5D5975DDD1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84426" y="1001714"/>
          <a:ext cx="4359275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2" r:id="rId3" imgW="45351700" imgH="9944100" progId="Equation.3">
                  <p:embed/>
                </p:oleObj>
              </mc:Choice>
              <mc:Fallback>
                <p:oleObj r:id="rId3" imgW="45351700" imgH="9944100" progId="Equation.3">
                  <p:embed/>
                  <p:pic>
                    <p:nvPicPr>
                      <p:cNvPr id="210946" name="Object 2">
                        <a:extLst>
                          <a:ext uri="{FF2B5EF4-FFF2-40B4-BE49-F238E27FC236}">
                            <a16:creationId xmlns:a16="http://schemas.microsoft.com/office/drawing/2014/main" id="{F6210128-A3F4-DE74-8E5E-5D5975DDD1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4426" y="1001714"/>
                        <a:ext cx="4359275" cy="1101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0947" name="Object 3">
            <a:extLst>
              <a:ext uri="{FF2B5EF4-FFF2-40B4-BE49-F238E27FC236}">
                <a16:creationId xmlns:a16="http://schemas.microsoft.com/office/drawing/2014/main" id="{771817FA-0FDE-8052-3AD7-5E851A910A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08239" y="2974976"/>
          <a:ext cx="4624387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3" r:id="rId5" imgW="46228000" imgH="5562600" progId="Equation.3">
                  <p:embed/>
                </p:oleObj>
              </mc:Choice>
              <mc:Fallback>
                <p:oleObj r:id="rId5" imgW="46228000" imgH="5562600" progId="Equation.3">
                  <p:embed/>
                  <p:pic>
                    <p:nvPicPr>
                      <p:cNvPr id="210947" name="Object 3">
                        <a:extLst>
                          <a:ext uri="{FF2B5EF4-FFF2-40B4-BE49-F238E27FC236}">
                            <a16:creationId xmlns:a16="http://schemas.microsoft.com/office/drawing/2014/main" id="{771817FA-0FDE-8052-3AD7-5E851A910A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8239" y="2974976"/>
                        <a:ext cx="4624387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0948" name="Object 4">
            <a:extLst>
              <a:ext uri="{FF2B5EF4-FFF2-40B4-BE49-F238E27FC236}">
                <a16:creationId xmlns:a16="http://schemas.microsoft.com/office/drawing/2014/main" id="{DD1360E0-928B-C028-1719-5CEE4B148D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4113" y="4219575"/>
          <a:ext cx="3384550" cy="1176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4" r:id="rId7" imgW="33642300" imgH="10528300" progId="Equation.3">
                  <p:embed/>
                </p:oleObj>
              </mc:Choice>
              <mc:Fallback>
                <p:oleObj r:id="rId7" imgW="33642300" imgH="10528300" progId="Equation.3">
                  <p:embed/>
                  <p:pic>
                    <p:nvPicPr>
                      <p:cNvPr id="210948" name="Object 4">
                        <a:extLst>
                          <a:ext uri="{FF2B5EF4-FFF2-40B4-BE49-F238E27FC236}">
                            <a16:creationId xmlns:a16="http://schemas.microsoft.com/office/drawing/2014/main" id="{DD1360E0-928B-C028-1719-5CEE4B148D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4219575"/>
                        <a:ext cx="3384550" cy="1176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0949" name="Object 5">
            <a:extLst>
              <a:ext uri="{FF2B5EF4-FFF2-40B4-BE49-F238E27FC236}">
                <a16:creationId xmlns:a16="http://schemas.microsoft.com/office/drawing/2014/main" id="{FFCFB48F-8C05-63F6-0782-D8863E0D3E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51539" y="4540250"/>
          <a:ext cx="720725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5" r:id="rId9" imgW="7899400" imgH="4102100" progId="Equation.3">
                  <p:embed/>
                </p:oleObj>
              </mc:Choice>
              <mc:Fallback>
                <p:oleObj r:id="rId9" imgW="7899400" imgH="4102100" progId="Equation.3">
                  <p:embed/>
                  <p:pic>
                    <p:nvPicPr>
                      <p:cNvPr id="210949" name="Object 5">
                        <a:extLst>
                          <a:ext uri="{FF2B5EF4-FFF2-40B4-BE49-F238E27FC236}">
                            <a16:creationId xmlns:a16="http://schemas.microsoft.com/office/drawing/2014/main" id="{FFCFB48F-8C05-63F6-0782-D8863E0D3E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1539" y="4540250"/>
                        <a:ext cx="720725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10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10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10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10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Text Box 2">
            <a:extLst>
              <a:ext uri="{FF2B5EF4-FFF2-40B4-BE49-F238E27FC236}">
                <a16:creationId xmlns:a16="http://schemas.microsoft.com/office/drawing/2014/main" id="{85ABFA2A-8212-9D3D-F290-1F9542F02A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6988" y="5638801"/>
            <a:ext cx="4951413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32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32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1971" name="Rectangle 3">
            <a:extLst>
              <a:ext uri="{FF2B5EF4-FFF2-40B4-BE49-F238E27FC236}">
                <a16:creationId xmlns:a16="http://schemas.microsoft.com/office/drawing/2014/main" id="{ABD4BA1F-A5E5-BDC7-CB06-66679188E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3733801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11972" name="Group 4">
            <a:extLst>
              <a:ext uri="{FF2B5EF4-FFF2-40B4-BE49-F238E27FC236}">
                <a16:creationId xmlns:a16="http://schemas.microsoft.com/office/drawing/2014/main" id="{BCE27DEF-E101-4C6A-A29B-FAB76BE455BB}"/>
              </a:ext>
            </a:extLst>
          </p:cNvPr>
          <p:cNvGrpSpPr>
            <a:grpSpLocks/>
          </p:cNvGrpSpPr>
          <p:nvPr/>
        </p:nvGrpSpPr>
        <p:grpSpPr bwMode="auto">
          <a:xfrm>
            <a:off x="2424114" y="4494213"/>
            <a:ext cx="5026025" cy="523874"/>
            <a:chOff x="0" y="0"/>
            <a:chExt cx="3166" cy="330"/>
          </a:xfrm>
        </p:grpSpPr>
        <p:sp>
          <p:nvSpPr>
            <p:cNvPr id="211973" name="Rectangle 5">
              <a:extLst>
                <a:ext uri="{FF2B5EF4-FFF2-40B4-BE49-F238E27FC236}">
                  <a16:creationId xmlns:a16="http://schemas.microsoft.com/office/drawing/2014/main" id="{1BE8E74A-87BF-B854-D4D2-C5563FAC51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16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这个性质称为    分布的可加性</a:t>
              </a:r>
              <a:r>
                <a:rPr lang="en-US" altLang="zh-CN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.</a:t>
              </a:r>
            </a:p>
          </p:txBody>
        </p:sp>
        <p:graphicFrame>
          <p:nvGraphicFramePr>
            <p:cNvPr id="211974" name="Object 6">
              <a:extLst>
                <a:ext uri="{FF2B5EF4-FFF2-40B4-BE49-F238E27FC236}">
                  <a16:creationId xmlns:a16="http://schemas.microsoft.com/office/drawing/2014/main" id="{75A150CC-E5CD-0A3A-DACC-6E3EC9EC8C9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42" y="9"/>
            <a:ext cx="317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16" r:id="rId3" imgW="4686300" imgH="5270500" progId="Equation.3">
                    <p:embed/>
                  </p:oleObj>
                </mc:Choice>
                <mc:Fallback>
                  <p:oleObj r:id="rId3" imgW="4686300" imgH="5270500" progId="Equation.3">
                    <p:embed/>
                    <p:pic>
                      <p:nvPicPr>
                        <p:cNvPr id="211974" name="Object 6">
                          <a:extLst>
                            <a:ext uri="{FF2B5EF4-FFF2-40B4-BE49-F238E27FC236}">
                              <a16:creationId xmlns:a16="http://schemas.microsoft.com/office/drawing/2014/main" id="{75A150CC-E5CD-0A3A-DACC-6E3EC9EC8C9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2" y="9"/>
                          <a:ext cx="317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1975" name="Rectangle 7">
            <a:extLst>
              <a:ext uri="{FF2B5EF4-FFF2-40B4-BE49-F238E27FC236}">
                <a16:creationId xmlns:a16="http://schemas.microsoft.com/office/drawing/2014/main" id="{563731E3-465C-AB85-A24D-995955A10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8" y="1244601"/>
            <a:ext cx="1339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性质</a:t>
            </a:r>
            <a:r>
              <a:rPr lang="en-US" altLang="zh-CN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2.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 </a:t>
            </a:r>
            <a:endParaRPr lang="en-US" altLang="zh-CN" sz="2800" b="1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11976" name="Object 8">
            <a:extLst>
              <a:ext uri="{FF2B5EF4-FFF2-40B4-BE49-F238E27FC236}">
                <a16:creationId xmlns:a16="http://schemas.microsoft.com/office/drawing/2014/main" id="{2D5A704C-4854-2833-C97E-FEFD2B1F7D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75050" y="3068638"/>
          <a:ext cx="386873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7" r:id="rId5" imgW="33350200" imgH="5270500" progId="Equation.3">
                  <p:embed/>
                </p:oleObj>
              </mc:Choice>
              <mc:Fallback>
                <p:oleObj r:id="rId5" imgW="33350200" imgH="5270500" progId="Equation.3">
                  <p:embed/>
                  <p:pic>
                    <p:nvPicPr>
                      <p:cNvPr id="211976" name="Object 8">
                        <a:extLst>
                          <a:ext uri="{FF2B5EF4-FFF2-40B4-BE49-F238E27FC236}">
                            <a16:creationId xmlns:a16="http://schemas.microsoft.com/office/drawing/2014/main" id="{2D5A704C-4854-2833-C97E-FEFD2B1F7D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050" y="3068638"/>
                        <a:ext cx="3868738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1977" name="Object 9">
            <a:extLst>
              <a:ext uri="{FF2B5EF4-FFF2-40B4-BE49-F238E27FC236}">
                <a16:creationId xmlns:a16="http://schemas.microsoft.com/office/drawing/2014/main" id="{EC21AD4C-03BF-E4DA-CA28-9C4609EE01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6789" y="1196975"/>
          <a:ext cx="2274887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8" r:id="rId7" imgW="19596100" imgH="5270500" progId="Equation.3">
                  <p:embed/>
                </p:oleObj>
              </mc:Choice>
              <mc:Fallback>
                <p:oleObj r:id="rId7" imgW="19596100" imgH="5270500" progId="Equation.3">
                  <p:embed/>
                  <p:pic>
                    <p:nvPicPr>
                      <p:cNvPr id="211977" name="Object 9">
                        <a:extLst>
                          <a:ext uri="{FF2B5EF4-FFF2-40B4-BE49-F238E27FC236}">
                            <a16:creationId xmlns:a16="http://schemas.microsoft.com/office/drawing/2014/main" id="{EC21AD4C-03BF-E4DA-CA28-9C4609EE01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6789" y="1196975"/>
                        <a:ext cx="2274887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1978" name="Rectangle 10">
            <a:extLst>
              <a:ext uri="{FF2B5EF4-FFF2-40B4-BE49-F238E27FC236}">
                <a16:creationId xmlns:a16="http://schemas.microsoft.com/office/drawing/2014/main" id="{EE7BEE99-C0BB-9542-E434-28C2C4E78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75" y="1249363"/>
            <a:ext cx="53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设</a:t>
            </a:r>
          </a:p>
        </p:txBody>
      </p:sp>
      <p:graphicFrame>
        <p:nvGraphicFramePr>
          <p:cNvPr id="211979" name="Object 11">
            <a:extLst>
              <a:ext uri="{FF2B5EF4-FFF2-40B4-BE49-F238E27FC236}">
                <a16:creationId xmlns:a16="http://schemas.microsoft.com/office/drawing/2014/main" id="{685083E9-BCB7-F86C-F255-90C0A8489E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80101" y="1196975"/>
          <a:ext cx="23082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9" r:id="rId9" imgW="19900900" imgH="5270500" progId="Equation.3">
                  <p:embed/>
                </p:oleObj>
              </mc:Choice>
              <mc:Fallback>
                <p:oleObj r:id="rId9" imgW="19900900" imgH="5270500" progId="Equation.3">
                  <p:embed/>
                  <p:pic>
                    <p:nvPicPr>
                      <p:cNvPr id="211979" name="Object 11">
                        <a:extLst>
                          <a:ext uri="{FF2B5EF4-FFF2-40B4-BE49-F238E27FC236}">
                            <a16:creationId xmlns:a16="http://schemas.microsoft.com/office/drawing/2014/main" id="{685083E9-BCB7-F86C-F255-90C0A8489E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0101" y="1196975"/>
                        <a:ext cx="230822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1980" name="Rectangle 12">
            <a:extLst>
              <a:ext uri="{FF2B5EF4-FFF2-40B4-BE49-F238E27FC236}">
                <a16:creationId xmlns:a16="http://schemas.microsoft.com/office/drawing/2014/main" id="{677EB9AA-9351-A45E-8F22-2471514C0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1050" y="1320801"/>
            <a:ext cx="541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且</a:t>
            </a:r>
          </a:p>
        </p:txBody>
      </p:sp>
      <p:graphicFrame>
        <p:nvGraphicFramePr>
          <p:cNvPr id="211981" name="Object 13">
            <a:extLst>
              <a:ext uri="{FF2B5EF4-FFF2-40B4-BE49-F238E27FC236}">
                <a16:creationId xmlns:a16="http://schemas.microsoft.com/office/drawing/2014/main" id="{6AAEC3A6-15E3-83C7-677A-625B1014C9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04289" y="1196975"/>
          <a:ext cx="5429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0" r:id="rId11" imgW="4686300" imgH="5270500" progId="Equation.3">
                  <p:embed/>
                </p:oleObj>
              </mc:Choice>
              <mc:Fallback>
                <p:oleObj r:id="rId11" imgW="4686300" imgH="5270500" progId="Equation.3">
                  <p:embed/>
                  <p:pic>
                    <p:nvPicPr>
                      <p:cNvPr id="211981" name="Object 13">
                        <a:extLst>
                          <a:ext uri="{FF2B5EF4-FFF2-40B4-BE49-F238E27FC236}">
                            <a16:creationId xmlns:a16="http://schemas.microsoft.com/office/drawing/2014/main" id="{6AAEC3A6-15E3-83C7-677A-625B1014C9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4289" y="1196975"/>
                        <a:ext cx="54292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1982" name="Rectangle 14">
            <a:extLst>
              <a:ext uri="{FF2B5EF4-FFF2-40B4-BE49-F238E27FC236}">
                <a16:creationId xmlns:a16="http://schemas.microsoft.com/office/drawing/2014/main" id="{09355F6A-CAF4-0190-33A4-1F29C8ADCF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09114" y="1320801"/>
            <a:ext cx="5413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与</a:t>
            </a:r>
          </a:p>
        </p:txBody>
      </p:sp>
      <p:graphicFrame>
        <p:nvGraphicFramePr>
          <p:cNvPr id="211983" name="Object 15">
            <a:extLst>
              <a:ext uri="{FF2B5EF4-FFF2-40B4-BE49-F238E27FC236}">
                <a16:creationId xmlns:a16="http://schemas.microsoft.com/office/drawing/2014/main" id="{91BC38E5-6A36-63A6-2C64-EE4483334D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2314" y="2060575"/>
          <a:ext cx="5429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1" r:id="rId13" imgW="4686300" imgH="5270500" progId="Equation.3">
                  <p:embed/>
                </p:oleObj>
              </mc:Choice>
              <mc:Fallback>
                <p:oleObj r:id="rId13" imgW="4686300" imgH="5270500" progId="Equation.3">
                  <p:embed/>
                  <p:pic>
                    <p:nvPicPr>
                      <p:cNvPr id="211983" name="Object 15">
                        <a:extLst>
                          <a:ext uri="{FF2B5EF4-FFF2-40B4-BE49-F238E27FC236}">
                            <a16:creationId xmlns:a16="http://schemas.microsoft.com/office/drawing/2014/main" id="{91BC38E5-6A36-63A6-2C64-EE4483334D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4" y="2060575"/>
                        <a:ext cx="54292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1984" name="Rectangle 16">
            <a:extLst>
              <a:ext uri="{FF2B5EF4-FFF2-40B4-BE49-F238E27FC236}">
                <a16:creationId xmlns:a16="http://schemas.microsoft.com/office/drawing/2014/main" id="{84E30D9F-01A3-4CEF-3B3E-EB1489DF3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6989" y="2133601"/>
            <a:ext cx="47529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相互独立，则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19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19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11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11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11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211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211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11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211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211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211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4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" dur="1000"/>
                                        <p:tgtEl>
                                          <p:spTgt spid="211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975" grpId="0" autoUpdateAnimBg="0"/>
      <p:bldP spid="211978" grpId="0" autoUpdateAnimBg="0"/>
      <p:bldP spid="211980" grpId="0" autoUpdateAnimBg="0"/>
      <p:bldP spid="211982" grpId="0" autoUpdateAnimBg="0"/>
      <p:bldP spid="211984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>
            <a:extLst>
              <a:ext uri="{FF2B5EF4-FFF2-40B4-BE49-F238E27FC236}">
                <a16:creationId xmlns:a16="http://schemas.microsoft.com/office/drawing/2014/main" id="{164AAEBE-EC3E-BE38-9BB7-1E10BEDB3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6" y="4076700"/>
            <a:ext cx="41767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的概率密度为</a:t>
            </a:r>
            <a:r>
              <a:rPr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</a:p>
        </p:txBody>
      </p:sp>
      <p:sp>
        <p:nvSpPr>
          <p:cNvPr id="212995" name="Rectangle 3">
            <a:extLst>
              <a:ext uri="{FF2B5EF4-FFF2-40B4-BE49-F238E27FC236}">
                <a16:creationId xmlns:a16="http://schemas.microsoft.com/office/drawing/2014/main" id="{2265BD4C-890F-86D8-9FAA-50BF3D1B3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913" y="3211514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2996" name="Rectangle 4">
            <a:extLst>
              <a:ext uri="{FF2B5EF4-FFF2-40B4-BE49-F238E27FC236}">
                <a16:creationId xmlns:a16="http://schemas.microsoft.com/office/drawing/2014/main" id="{CD0D3B9C-ADBE-9D99-5AE2-EC006B44A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4613" y="3211514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12997" name="Object 5">
            <a:extLst>
              <a:ext uri="{FF2B5EF4-FFF2-40B4-BE49-F238E27FC236}">
                <a16:creationId xmlns:a16="http://schemas.microsoft.com/office/drawing/2014/main" id="{A2721EE4-61E2-8E4D-FE95-6D3972A2B3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5914" y="4941888"/>
          <a:ext cx="5121275" cy="1160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5" r:id="rId3" imgW="49149000" imgH="11112500" progId="Equation.3">
                  <p:embed/>
                </p:oleObj>
              </mc:Choice>
              <mc:Fallback>
                <p:oleObj r:id="rId3" imgW="49149000" imgH="11112500" progId="Equation.3">
                  <p:embed/>
                  <p:pic>
                    <p:nvPicPr>
                      <p:cNvPr id="212997" name="Object 5">
                        <a:extLst>
                          <a:ext uri="{FF2B5EF4-FFF2-40B4-BE49-F238E27FC236}">
                            <a16:creationId xmlns:a16="http://schemas.microsoft.com/office/drawing/2014/main" id="{A2721EE4-61E2-8E4D-FE95-6D3972A2B3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4" y="4941888"/>
                        <a:ext cx="5121275" cy="1160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2998" name="Text Box 6">
            <a:extLst>
              <a:ext uri="{FF2B5EF4-FFF2-40B4-BE49-F238E27FC236}">
                <a16:creationId xmlns:a16="http://schemas.microsoft.com/office/drawing/2014/main" id="{EEAD5076-8596-80AA-EE30-B6B62EE859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1" y="836613"/>
            <a:ext cx="5256213" cy="7374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E1F4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定义</a:t>
            </a:r>
            <a:r>
              <a:rPr lang="en-US" altLang="zh-CN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:</a:t>
            </a:r>
            <a:r>
              <a:rPr lang="en-US" altLang="zh-CN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设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X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～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( 0 , 1 )</a:t>
            </a:r>
            <a:r>
              <a:rPr lang="en-US" altLang="zh-CN" sz="28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,</a:t>
            </a:r>
            <a:r>
              <a:rPr lang="en-US" altLang="zh-CN" sz="2800" b="1" i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Y</a:t>
            </a:r>
            <a:r>
              <a:rPr lang="zh-CN" altLang="en-US" sz="28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～</a:t>
            </a:r>
            <a:endParaRPr lang="zh-CN" altLang="en-US" sz="2800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12999" name="Object 7">
            <a:extLst>
              <a:ext uri="{FF2B5EF4-FFF2-40B4-BE49-F238E27FC236}">
                <a16:creationId xmlns:a16="http://schemas.microsoft.com/office/drawing/2014/main" id="{02D5262A-6C8C-CF27-B569-E7761B6138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00601" y="1628775"/>
          <a:ext cx="1744663" cy="1252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6" r:id="rId5" imgW="15214600" imgH="10820400" progId="Equation.3">
                  <p:embed/>
                </p:oleObj>
              </mc:Choice>
              <mc:Fallback>
                <p:oleObj r:id="rId5" imgW="15214600" imgH="10820400" progId="Equation.3">
                  <p:embed/>
                  <p:pic>
                    <p:nvPicPr>
                      <p:cNvPr id="212999" name="Object 7">
                        <a:extLst>
                          <a:ext uri="{FF2B5EF4-FFF2-40B4-BE49-F238E27FC236}">
                            <a16:creationId xmlns:a16="http://schemas.microsoft.com/office/drawing/2014/main" id="{02D5262A-6C8C-CF27-B569-E7761B6138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1" y="1628775"/>
                        <a:ext cx="1744663" cy="1252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3000" name="Rectangle 8">
            <a:extLst>
              <a:ext uri="{FF2B5EF4-FFF2-40B4-BE49-F238E27FC236}">
                <a16:creationId xmlns:a16="http://schemas.microsoft.com/office/drawing/2014/main" id="{43093CD9-133B-4BE9-4B61-342F0B0E5E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68639"/>
            <a:ext cx="88931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所服从的分布为自由度为 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 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的 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sz="2800" b="1" i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分布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r>
              <a:rPr lang="zh-CN" altLang="en-US" sz="32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记为</a:t>
            </a:r>
            <a:r>
              <a:rPr lang="en-US" altLang="zh-CN" sz="32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zh-CN" altLang="en-US" sz="32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～</a:t>
            </a:r>
            <a:r>
              <a:rPr lang="en-US" altLang="zh-CN" sz="32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 </a:t>
            </a:r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32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).</a:t>
            </a:r>
            <a:endParaRPr lang="en-US" altLang="zh-CN" sz="2800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13001" name="Object 9">
            <a:extLst>
              <a:ext uri="{FF2B5EF4-FFF2-40B4-BE49-F238E27FC236}">
                <a16:creationId xmlns:a16="http://schemas.microsoft.com/office/drawing/2014/main" id="{CCDC8EB7-FDF5-9C73-BBB6-1378E43F11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11900" y="981075"/>
          <a:ext cx="98583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7" r:id="rId7" imgW="9652000" imgH="5270500" progId="Equation.3">
                  <p:embed/>
                </p:oleObj>
              </mc:Choice>
              <mc:Fallback>
                <p:oleObj r:id="rId7" imgW="9652000" imgH="5270500" progId="Equation.3">
                  <p:embed/>
                  <p:pic>
                    <p:nvPicPr>
                      <p:cNvPr id="213001" name="Object 9">
                        <a:extLst>
                          <a:ext uri="{FF2B5EF4-FFF2-40B4-BE49-F238E27FC236}">
                            <a16:creationId xmlns:a16="http://schemas.microsoft.com/office/drawing/2014/main" id="{CCDC8EB7-FDF5-9C73-BBB6-1378E43F11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1900" y="981075"/>
                        <a:ext cx="985838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3002" name="Rectangle 10">
            <a:extLst>
              <a:ext uri="{FF2B5EF4-FFF2-40B4-BE49-F238E27FC236}">
                <a16:creationId xmlns:a16="http://schemas.microsoft.com/office/drawing/2014/main" id="{C27A5001-114A-7AAC-23BB-F0C66CE0F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28600"/>
            <a:ext cx="27257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32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32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 </a:t>
            </a:r>
            <a:r>
              <a:rPr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分布</a:t>
            </a:r>
          </a:p>
        </p:txBody>
      </p:sp>
      <p:sp>
        <p:nvSpPr>
          <p:cNvPr id="213003" name="Rectangle 11">
            <a:extLst>
              <a:ext uri="{FF2B5EF4-FFF2-40B4-BE49-F238E27FC236}">
                <a16:creationId xmlns:a16="http://schemas.microsoft.com/office/drawing/2014/main" id="{FF88580F-08AB-4153-D154-E85C0D0FA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5864" y="1052513"/>
            <a:ext cx="31321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，且 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 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与 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Y 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相互</a:t>
            </a:r>
          </a:p>
        </p:txBody>
      </p:sp>
      <p:sp>
        <p:nvSpPr>
          <p:cNvPr id="213004" name="Rectangle 12">
            <a:extLst>
              <a:ext uri="{FF2B5EF4-FFF2-40B4-BE49-F238E27FC236}">
                <a16:creationId xmlns:a16="http://schemas.microsoft.com/office/drawing/2014/main" id="{ED6AAB40-0C4A-6B2A-BB6B-3887A63EB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6" y="1773238"/>
            <a:ext cx="2698175" cy="662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独立，则称变量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30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30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212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13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13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13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212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213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212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1000"/>
                                        <p:tgtEl>
                                          <p:spTgt spid="212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994" grpId="0" autoUpdateAnimBg="0"/>
      <p:bldP spid="212998" grpId="0" autoUpdateAnimBg="0"/>
      <p:bldP spid="213000" grpId="0" autoUpdateAnimBg="0"/>
      <p:bldP spid="213002" grpId="0" autoUpdateAnimBg="0"/>
      <p:bldP spid="213003" grpId="0" autoUpdateAnimBg="0"/>
      <p:bldP spid="213004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未知">
            <a:extLst>
              <a:ext uri="{FF2B5EF4-FFF2-40B4-BE49-F238E27FC236}">
                <a16:creationId xmlns:a16="http://schemas.microsoft.com/office/drawing/2014/main" id="{97151AF1-6711-AF6A-58F4-2A51FE4A3DD1}"/>
              </a:ext>
            </a:extLst>
          </p:cNvPr>
          <p:cNvSpPr>
            <a:spLocks/>
          </p:cNvSpPr>
          <p:nvPr/>
        </p:nvSpPr>
        <p:spPr bwMode="auto">
          <a:xfrm>
            <a:off x="3676650" y="2106613"/>
            <a:ext cx="3810000" cy="2070100"/>
          </a:xfrm>
          <a:custGeom>
            <a:avLst/>
            <a:gdLst>
              <a:gd name="T0" fmla="*/ 0 w 2400"/>
              <a:gd name="T1" fmla="*/ 1304 h 1304"/>
              <a:gd name="T2" fmla="*/ 240 w 2400"/>
              <a:gd name="T3" fmla="*/ 1256 h 1304"/>
              <a:gd name="T4" fmla="*/ 576 w 2400"/>
              <a:gd name="T5" fmla="*/ 1112 h 1304"/>
              <a:gd name="T6" fmla="*/ 768 w 2400"/>
              <a:gd name="T7" fmla="*/ 824 h 1304"/>
              <a:gd name="T8" fmla="*/ 912 w 2400"/>
              <a:gd name="T9" fmla="*/ 536 h 1304"/>
              <a:gd name="T10" fmla="*/ 1056 w 2400"/>
              <a:gd name="T11" fmla="*/ 152 h 1304"/>
              <a:gd name="T12" fmla="*/ 1200 w 2400"/>
              <a:gd name="T13" fmla="*/ 8 h 1304"/>
              <a:gd name="T14" fmla="*/ 1344 w 2400"/>
              <a:gd name="T15" fmla="*/ 104 h 1304"/>
              <a:gd name="T16" fmla="*/ 1488 w 2400"/>
              <a:gd name="T17" fmla="*/ 536 h 1304"/>
              <a:gd name="T18" fmla="*/ 1632 w 2400"/>
              <a:gd name="T19" fmla="*/ 824 h 1304"/>
              <a:gd name="T20" fmla="*/ 1824 w 2400"/>
              <a:gd name="T21" fmla="*/ 1112 h 1304"/>
              <a:gd name="T22" fmla="*/ 2160 w 2400"/>
              <a:gd name="T23" fmla="*/ 1256 h 1304"/>
              <a:gd name="T24" fmla="*/ 2400 w 2400"/>
              <a:gd name="T25" fmla="*/ 1304 h 13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400" h="1304">
                <a:moveTo>
                  <a:pt x="0" y="1304"/>
                </a:moveTo>
                <a:cubicBezTo>
                  <a:pt x="72" y="1296"/>
                  <a:pt x="144" y="1288"/>
                  <a:pt x="240" y="1256"/>
                </a:cubicBezTo>
                <a:cubicBezTo>
                  <a:pt x="336" y="1224"/>
                  <a:pt x="488" y="1184"/>
                  <a:pt x="576" y="1112"/>
                </a:cubicBezTo>
                <a:cubicBezTo>
                  <a:pt x="664" y="1040"/>
                  <a:pt x="712" y="920"/>
                  <a:pt x="768" y="824"/>
                </a:cubicBezTo>
                <a:cubicBezTo>
                  <a:pt x="824" y="728"/>
                  <a:pt x="864" y="648"/>
                  <a:pt x="912" y="536"/>
                </a:cubicBezTo>
                <a:cubicBezTo>
                  <a:pt x="960" y="424"/>
                  <a:pt x="1008" y="240"/>
                  <a:pt x="1056" y="152"/>
                </a:cubicBezTo>
                <a:cubicBezTo>
                  <a:pt x="1104" y="64"/>
                  <a:pt x="1152" y="16"/>
                  <a:pt x="1200" y="8"/>
                </a:cubicBezTo>
                <a:cubicBezTo>
                  <a:pt x="1248" y="0"/>
                  <a:pt x="1296" y="16"/>
                  <a:pt x="1344" y="104"/>
                </a:cubicBezTo>
                <a:cubicBezTo>
                  <a:pt x="1392" y="192"/>
                  <a:pt x="1440" y="416"/>
                  <a:pt x="1488" y="536"/>
                </a:cubicBezTo>
                <a:cubicBezTo>
                  <a:pt x="1536" y="656"/>
                  <a:pt x="1576" y="728"/>
                  <a:pt x="1632" y="824"/>
                </a:cubicBezTo>
                <a:cubicBezTo>
                  <a:pt x="1688" y="920"/>
                  <a:pt x="1736" y="1040"/>
                  <a:pt x="1824" y="1112"/>
                </a:cubicBezTo>
                <a:cubicBezTo>
                  <a:pt x="1912" y="1184"/>
                  <a:pt x="2064" y="1224"/>
                  <a:pt x="2160" y="1256"/>
                </a:cubicBezTo>
                <a:cubicBezTo>
                  <a:pt x="2256" y="1288"/>
                  <a:pt x="2328" y="1296"/>
                  <a:pt x="2400" y="1304"/>
                </a:cubicBezTo>
              </a:path>
            </a:pathLst>
          </a:custGeom>
          <a:noFill/>
          <a:ln w="2540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4019" name="未知">
            <a:extLst>
              <a:ext uri="{FF2B5EF4-FFF2-40B4-BE49-F238E27FC236}">
                <a16:creationId xmlns:a16="http://schemas.microsoft.com/office/drawing/2014/main" id="{E25ED8BC-7989-28AA-BB33-5BB0450B4969}"/>
              </a:ext>
            </a:extLst>
          </p:cNvPr>
          <p:cNvSpPr>
            <a:spLocks/>
          </p:cNvSpPr>
          <p:nvPr/>
        </p:nvSpPr>
        <p:spPr bwMode="auto">
          <a:xfrm>
            <a:off x="3676650" y="2881313"/>
            <a:ext cx="3810000" cy="1155700"/>
          </a:xfrm>
          <a:custGeom>
            <a:avLst/>
            <a:gdLst>
              <a:gd name="T0" fmla="*/ 0 w 2400"/>
              <a:gd name="T1" fmla="*/ 1304 h 1304"/>
              <a:gd name="T2" fmla="*/ 240 w 2400"/>
              <a:gd name="T3" fmla="*/ 1256 h 1304"/>
              <a:gd name="T4" fmla="*/ 576 w 2400"/>
              <a:gd name="T5" fmla="*/ 1112 h 1304"/>
              <a:gd name="T6" fmla="*/ 768 w 2400"/>
              <a:gd name="T7" fmla="*/ 824 h 1304"/>
              <a:gd name="T8" fmla="*/ 912 w 2400"/>
              <a:gd name="T9" fmla="*/ 536 h 1304"/>
              <a:gd name="T10" fmla="*/ 1056 w 2400"/>
              <a:gd name="T11" fmla="*/ 152 h 1304"/>
              <a:gd name="T12" fmla="*/ 1200 w 2400"/>
              <a:gd name="T13" fmla="*/ 8 h 1304"/>
              <a:gd name="T14" fmla="*/ 1344 w 2400"/>
              <a:gd name="T15" fmla="*/ 104 h 1304"/>
              <a:gd name="T16" fmla="*/ 1488 w 2400"/>
              <a:gd name="T17" fmla="*/ 536 h 1304"/>
              <a:gd name="T18" fmla="*/ 1632 w 2400"/>
              <a:gd name="T19" fmla="*/ 824 h 1304"/>
              <a:gd name="T20" fmla="*/ 1824 w 2400"/>
              <a:gd name="T21" fmla="*/ 1112 h 1304"/>
              <a:gd name="T22" fmla="*/ 2160 w 2400"/>
              <a:gd name="T23" fmla="*/ 1256 h 1304"/>
              <a:gd name="T24" fmla="*/ 2400 w 2400"/>
              <a:gd name="T25" fmla="*/ 1304 h 13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400" h="1304">
                <a:moveTo>
                  <a:pt x="0" y="1304"/>
                </a:moveTo>
                <a:cubicBezTo>
                  <a:pt x="72" y="1296"/>
                  <a:pt x="144" y="1288"/>
                  <a:pt x="240" y="1256"/>
                </a:cubicBezTo>
                <a:cubicBezTo>
                  <a:pt x="336" y="1224"/>
                  <a:pt x="488" y="1184"/>
                  <a:pt x="576" y="1112"/>
                </a:cubicBezTo>
                <a:cubicBezTo>
                  <a:pt x="664" y="1040"/>
                  <a:pt x="712" y="920"/>
                  <a:pt x="768" y="824"/>
                </a:cubicBezTo>
                <a:cubicBezTo>
                  <a:pt x="824" y="728"/>
                  <a:pt x="864" y="648"/>
                  <a:pt x="912" y="536"/>
                </a:cubicBezTo>
                <a:cubicBezTo>
                  <a:pt x="960" y="424"/>
                  <a:pt x="1008" y="240"/>
                  <a:pt x="1056" y="152"/>
                </a:cubicBezTo>
                <a:cubicBezTo>
                  <a:pt x="1104" y="64"/>
                  <a:pt x="1152" y="16"/>
                  <a:pt x="1200" y="8"/>
                </a:cubicBezTo>
                <a:cubicBezTo>
                  <a:pt x="1248" y="0"/>
                  <a:pt x="1296" y="16"/>
                  <a:pt x="1344" y="104"/>
                </a:cubicBezTo>
                <a:cubicBezTo>
                  <a:pt x="1392" y="192"/>
                  <a:pt x="1440" y="416"/>
                  <a:pt x="1488" y="536"/>
                </a:cubicBezTo>
                <a:cubicBezTo>
                  <a:pt x="1536" y="656"/>
                  <a:pt x="1576" y="728"/>
                  <a:pt x="1632" y="824"/>
                </a:cubicBezTo>
                <a:cubicBezTo>
                  <a:pt x="1688" y="920"/>
                  <a:pt x="1736" y="1040"/>
                  <a:pt x="1824" y="1112"/>
                </a:cubicBezTo>
                <a:cubicBezTo>
                  <a:pt x="1912" y="1184"/>
                  <a:pt x="2064" y="1224"/>
                  <a:pt x="2160" y="1256"/>
                </a:cubicBezTo>
                <a:cubicBezTo>
                  <a:pt x="2256" y="1288"/>
                  <a:pt x="2328" y="1296"/>
                  <a:pt x="2400" y="1304"/>
                </a:cubicBezTo>
              </a:path>
            </a:pathLst>
          </a:custGeom>
          <a:noFill/>
          <a:ln w="25400" cmpd="sng">
            <a:solidFill>
              <a:srgbClr val="33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4020" name="未知">
            <a:extLst>
              <a:ext uri="{FF2B5EF4-FFF2-40B4-BE49-F238E27FC236}">
                <a16:creationId xmlns:a16="http://schemas.microsoft.com/office/drawing/2014/main" id="{2B98F033-DD9F-DC49-CC58-DF5B96F61556}"/>
              </a:ext>
            </a:extLst>
          </p:cNvPr>
          <p:cNvSpPr>
            <a:spLocks/>
          </p:cNvSpPr>
          <p:nvPr/>
        </p:nvSpPr>
        <p:spPr bwMode="auto">
          <a:xfrm>
            <a:off x="3676650" y="2424113"/>
            <a:ext cx="3810000" cy="1689100"/>
          </a:xfrm>
          <a:custGeom>
            <a:avLst/>
            <a:gdLst>
              <a:gd name="T0" fmla="*/ 0 w 2400"/>
              <a:gd name="T1" fmla="*/ 1304 h 1304"/>
              <a:gd name="T2" fmla="*/ 240 w 2400"/>
              <a:gd name="T3" fmla="*/ 1256 h 1304"/>
              <a:gd name="T4" fmla="*/ 576 w 2400"/>
              <a:gd name="T5" fmla="*/ 1112 h 1304"/>
              <a:gd name="T6" fmla="*/ 768 w 2400"/>
              <a:gd name="T7" fmla="*/ 824 h 1304"/>
              <a:gd name="T8" fmla="*/ 912 w 2400"/>
              <a:gd name="T9" fmla="*/ 536 h 1304"/>
              <a:gd name="T10" fmla="*/ 1056 w 2400"/>
              <a:gd name="T11" fmla="*/ 152 h 1304"/>
              <a:gd name="T12" fmla="*/ 1200 w 2400"/>
              <a:gd name="T13" fmla="*/ 8 h 1304"/>
              <a:gd name="T14" fmla="*/ 1344 w 2400"/>
              <a:gd name="T15" fmla="*/ 104 h 1304"/>
              <a:gd name="T16" fmla="*/ 1488 w 2400"/>
              <a:gd name="T17" fmla="*/ 536 h 1304"/>
              <a:gd name="T18" fmla="*/ 1632 w 2400"/>
              <a:gd name="T19" fmla="*/ 824 h 1304"/>
              <a:gd name="T20" fmla="*/ 1824 w 2400"/>
              <a:gd name="T21" fmla="*/ 1112 h 1304"/>
              <a:gd name="T22" fmla="*/ 2160 w 2400"/>
              <a:gd name="T23" fmla="*/ 1256 h 1304"/>
              <a:gd name="T24" fmla="*/ 2400 w 2400"/>
              <a:gd name="T25" fmla="*/ 1304 h 13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400" h="1304">
                <a:moveTo>
                  <a:pt x="0" y="1304"/>
                </a:moveTo>
                <a:cubicBezTo>
                  <a:pt x="72" y="1296"/>
                  <a:pt x="144" y="1288"/>
                  <a:pt x="240" y="1256"/>
                </a:cubicBezTo>
                <a:cubicBezTo>
                  <a:pt x="336" y="1224"/>
                  <a:pt x="488" y="1184"/>
                  <a:pt x="576" y="1112"/>
                </a:cubicBezTo>
                <a:cubicBezTo>
                  <a:pt x="664" y="1040"/>
                  <a:pt x="712" y="920"/>
                  <a:pt x="768" y="824"/>
                </a:cubicBezTo>
                <a:cubicBezTo>
                  <a:pt x="824" y="728"/>
                  <a:pt x="864" y="648"/>
                  <a:pt x="912" y="536"/>
                </a:cubicBezTo>
                <a:cubicBezTo>
                  <a:pt x="960" y="424"/>
                  <a:pt x="1008" y="240"/>
                  <a:pt x="1056" y="152"/>
                </a:cubicBezTo>
                <a:cubicBezTo>
                  <a:pt x="1104" y="64"/>
                  <a:pt x="1152" y="16"/>
                  <a:pt x="1200" y="8"/>
                </a:cubicBezTo>
                <a:cubicBezTo>
                  <a:pt x="1248" y="0"/>
                  <a:pt x="1296" y="16"/>
                  <a:pt x="1344" y="104"/>
                </a:cubicBezTo>
                <a:cubicBezTo>
                  <a:pt x="1392" y="192"/>
                  <a:pt x="1440" y="416"/>
                  <a:pt x="1488" y="536"/>
                </a:cubicBezTo>
                <a:cubicBezTo>
                  <a:pt x="1536" y="656"/>
                  <a:pt x="1576" y="728"/>
                  <a:pt x="1632" y="824"/>
                </a:cubicBezTo>
                <a:cubicBezTo>
                  <a:pt x="1688" y="920"/>
                  <a:pt x="1736" y="1040"/>
                  <a:pt x="1824" y="1112"/>
                </a:cubicBezTo>
                <a:cubicBezTo>
                  <a:pt x="1912" y="1184"/>
                  <a:pt x="2064" y="1224"/>
                  <a:pt x="2160" y="1256"/>
                </a:cubicBezTo>
                <a:cubicBezTo>
                  <a:pt x="2256" y="1288"/>
                  <a:pt x="2328" y="1296"/>
                  <a:pt x="2400" y="1304"/>
                </a:cubicBezTo>
              </a:path>
            </a:pathLst>
          </a:custGeom>
          <a:noFill/>
          <a:ln w="25400" cmpd="sng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4021" name="Text Box 5">
            <a:extLst>
              <a:ext uri="{FF2B5EF4-FFF2-40B4-BE49-F238E27FC236}">
                <a16:creationId xmlns:a16="http://schemas.microsoft.com/office/drawing/2014/main" id="{E3F948A7-2348-625B-B010-65202F42B0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050" y="2119313"/>
            <a:ext cx="679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>
                <a:solidFill>
                  <a:srgbClr val="FF33CC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400" b="1">
                <a:solidFill>
                  <a:srgbClr val="FF33CC"/>
                </a:solidFill>
                <a:latin typeface="Times New Roman" panose="02020603050405020304" pitchFamily="18" charset="0"/>
                <a:ea typeface="楷体_GB2312" pitchFamily="49" charset="-122"/>
              </a:rPr>
              <a:t>=4</a:t>
            </a:r>
          </a:p>
        </p:txBody>
      </p:sp>
      <p:sp>
        <p:nvSpPr>
          <p:cNvPr id="214022" name="Text Box 6">
            <a:extLst>
              <a:ext uri="{FF2B5EF4-FFF2-40B4-BE49-F238E27FC236}">
                <a16:creationId xmlns:a16="http://schemas.microsoft.com/office/drawing/2014/main" id="{6C16D992-86AF-6FF1-E0CC-CE9ED7F2FC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8050" y="1662113"/>
            <a:ext cx="831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>
                <a:solidFill>
                  <a:srgbClr val="FF505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400" b="1">
                <a:solidFill>
                  <a:srgbClr val="FF5050"/>
                </a:solidFill>
                <a:latin typeface="Times New Roman" panose="02020603050405020304" pitchFamily="18" charset="0"/>
                <a:ea typeface="楷体_GB2312" pitchFamily="49" charset="-122"/>
              </a:rPr>
              <a:t>=10</a:t>
            </a:r>
          </a:p>
        </p:txBody>
      </p:sp>
      <p:sp>
        <p:nvSpPr>
          <p:cNvPr id="214023" name="Text Box 7">
            <a:extLst>
              <a:ext uri="{FF2B5EF4-FFF2-40B4-BE49-F238E27FC236}">
                <a16:creationId xmlns:a16="http://schemas.microsoft.com/office/drawing/2014/main" id="{694E26B6-537A-B15D-9727-94BD21FB85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7450" y="2576513"/>
            <a:ext cx="679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=1</a:t>
            </a:r>
          </a:p>
        </p:txBody>
      </p:sp>
      <p:sp>
        <p:nvSpPr>
          <p:cNvPr id="214024" name="Line 8">
            <a:extLst>
              <a:ext uri="{FF2B5EF4-FFF2-40B4-BE49-F238E27FC236}">
                <a16:creationId xmlns:a16="http://schemas.microsoft.com/office/drawing/2014/main" id="{9FF85EA6-C948-9B4B-7018-99B9D931C69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34050" y="1966913"/>
            <a:ext cx="304800" cy="228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4025" name="Line 9">
            <a:extLst>
              <a:ext uri="{FF2B5EF4-FFF2-40B4-BE49-F238E27FC236}">
                <a16:creationId xmlns:a16="http://schemas.microsoft.com/office/drawing/2014/main" id="{2E3C2896-ADF6-6416-8A5F-1AA6FCC1A33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10250" y="2424113"/>
            <a:ext cx="304800" cy="228600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4026" name="Line 10">
            <a:extLst>
              <a:ext uri="{FF2B5EF4-FFF2-40B4-BE49-F238E27FC236}">
                <a16:creationId xmlns:a16="http://schemas.microsoft.com/office/drawing/2014/main" id="{9C5EC114-A56F-1E48-D3D7-82409934009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86450" y="2957513"/>
            <a:ext cx="381000" cy="1524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14027" name="Group 11">
            <a:extLst>
              <a:ext uri="{FF2B5EF4-FFF2-40B4-BE49-F238E27FC236}">
                <a16:creationId xmlns:a16="http://schemas.microsoft.com/office/drawing/2014/main" id="{B5A561E1-2F70-C599-CD42-3C1EC48CB770}"/>
              </a:ext>
            </a:extLst>
          </p:cNvPr>
          <p:cNvGrpSpPr>
            <a:grpSpLocks/>
          </p:cNvGrpSpPr>
          <p:nvPr/>
        </p:nvGrpSpPr>
        <p:grpSpPr bwMode="auto">
          <a:xfrm>
            <a:off x="3143250" y="1052513"/>
            <a:ext cx="5608638" cy="3581400"/>
            <a:chOff x="0" y="0"/>
            <a:chExt cx="3533" cy="2256"/>
          </a:xfrm>
        </p:grpSpPr>
        <p:sp>
          <p:nvSpPr>
            <p:cNvPr id="214028" name="Line 12">
              <a:extLst>
                <a:ext uri="{FF2B5EF4-FFF2-40B4-BE49-F238E27FC236}">
                  <a16:creationId xmlns:a16="http://schemas.microsoft.com/office/drawing/2014/main" id="{DE3670AD-7B1A-23EC-C11F-D1EE2664F5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2042"/>
              <a:ext cx="330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4029" name="Line 13">
              <a:extLst>
                <a:ext uri="{FF2B5EF4-FFF2-40B4-BE49-F238E27FC236}">
                  <a16:creationId xmlns:a16="http://schemas.microsoft.com/office/drawing/2014/main" id="{66BC3C1B-9CA9-3C1C-1835-7F063ED314D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1536" y="192"/>
              <a:ext cx="8" cy="20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14030" name="Object 14">
              <a:extLst>
                <a:ext uri="{FF2B5EF4-FFF2-40B4-BE49-F238E27FC236}">
                  <a16:creationId xmlns:a16="http://schemas.microsoft.com/office/drawing/2014/main" id="{C5415D40-5B16-11E5-874C-284BE8BB065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12" y="1937"/>
            <a:ext cx="221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44" r:id="rId3" imgW="2921000" imgH="3213100" progId="Equation.3">
                    <p:embed/>
                  </p:oleObj>
                </mc:Choice>
                <mc:Fallback>
                  <p:oleObj r:id="rId3" imgW="2921000" imgH="3213100" progId="Equation.3">
                    <p:embed/>
                    <p:pic>
                      <p:nvPicPr>
                        <p:cNvPr id="214030" name="Object 14">
                          <a:extLst>
                            <a:ext uri="{FF2B5EF4-FFF2-40B4-BE49-F238E27FC236}">
                              <a16:creationId xmlns:a16="http://schemas.microsoft.com/office/drawing/2014/main" id="{C5415D40-5B16-11E5-874C-284BE8BB065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1937"/>
                          <a:ext cx="221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4031" name="Text Box 15">
              <a:extLst>
                <a:ext uri="{FF2B5EF4-FFF2-40B4-BE49-F238E27FC236}">
                  <a16:creationId xmlns:a16="http://schemas.microsoft.com/office/drawing/2014/main" id="{6D17B159-15A5-87CF-149C-F38F4A2962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3" y="0"/>
              <a:ext cx="57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t(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;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)</a:t>
              </a:r>
            </a:p>
          </p:txBody>
        </p:sp>
        <p:graphicFrame>
          <p:nvGraphicFramePr>
            <p:cNvPr id="214032" name="Object 16">
              <a:extLst>
                <a:ext uri="{FF2B5EF4-FFF2-40B4-BE49-F238E27FC236}">
                  <a16:creationId xmlns:a16="http://schemas.microsoft.com/office/drawing/2014/main" id="{EE831EBD-CD81-BD1B-303B-4522B7EEBF5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65" y="2064"/>
            <a:ext cx="171" cy="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45" r:id="rId5" imgW="2921000" imgH="3213100" progId="Equation.3">
                    <p:embed/>
                  </p:oleObj>
                </mc:Choice>
                <mc:Fallback>
                  <p:oleObj r:id="rId5" imgW="2921000" imgH="3213100" progId="Equation.3">
                    <p:embed/>
                    <p:pic>
                      <p:nvPicPr>
                        <p:cNvPr id="214032" name="Object 16">
                          <a:extLst>
                            <a:ext uri="{FF2B5EF4-FFF2-40B4-BE49-F238E27FC236}">
                              <a16:creationId xmlns:a16="http://schemas.microsoft.com/office/drawing/2014/main" id="{EE831EBD-CD81-BD1B-303B-4522B7EEBF5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5" y="2064"/>
                          <a:ext cx="171" cy="1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4033" name="AutoShape 1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7B4B31B0-D4CA-C8D2-4E1D-246CD5F18C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1" y="6246169"/>
            <a:ext cx="184731" cy="461665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4034" name="AutoShape 18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32D0752D-7937-E0AB-6FEF-B6AEF57FE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1" y="6246169"/>
            <a:ext cx="184731" cy="461665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4035" name="AutoShape 19">
            <a:hlinkClick r:id="" action="ppaction://hlinkshowjump?jump=endshow" highlightClick="1"/>
            <a:extLst>
              <a:ext uri="{FF2B5EF4-FFF2-40B4-BE49-F238E27FC236}">
                <a16:creationId xmlns:a16="http://schemas.microsoft.com/office/drawing/2014/main" id="{35352286-88C2-BE3C-F206-C669FCF8E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0201" y="6246169"/>
            <a:ext cx="184731" cy="461665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14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14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1000"/>
                                        <p:tgtEl>
                                          <p:spTgt spid="214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14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214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1000"/>
                                        <p:tgtEl>
                                          <p:spTgt spid="214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214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14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1000"/>
                                        <p:tgtEl>
                                          <p:spTgt spid="214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21" grpId="0" autoUpdateAnimBg="0"/>
      <p:bldP spid="214022" grpId="0" autoUpdateAnimBg="0"/>
      <p:bldP spid="214023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>
            <a:extLst>
              <a:ext uri="{FF2B5EF4-FFF2-40B4-BE49-F238E27FC236}">
                <a16:creationId xmlns:a16="http://schemas.microsoft.com/office/drawing/2014/main" id="{0B97233D-CC32-FDF4-F552-C87CC2674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8963" y="3292476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5043" name="Rectangle 3">
            <a:extLst>
              <a:ext uri="{FF2B5EF4-FFF2-40B4-BE49-F238E27FC236}">
                <a16:creationId xmlns:a16="http://schemas.microsoft.com/office/drawing/2014/main" id="{2CF08C0D-FF14-DB07-0C78-1B8641D97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550" y="1773239"/>
            <a:ext cx="7632700" cy="2695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t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分布的概率密度函数关于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=0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对称，且</a:t>
            </a:r>
          </a:p>
          <a:p>
            <a:pPr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当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充分大时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≥30)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，其图形与标准正态分布的概率密度函数的图形非常接近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但对于较小的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t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分布与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 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(0,1)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分布相差很大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215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43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>
            <a:extLst>
              <a:ext uri="{FF2B5EF4-FFF2-40B4-BE49-F238E27FC236}">
                <a16:creationId xmlns:a16="http://schemas.microsoft.com/office/drawing/2014/main" id="{4629A9D4-4A61-05CD-DDB7-A5827800F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1613" y="3124201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6067" name="Rectangle 3">
            <a:extLst>
              <a:ext uri="{FF2B5EF4-FFF2-40B4-BE49-F238E27FC236}">
                <a16:creationId xmlns:a16="http://schemas.microsoft.com/office/drawing/2014/main" id="{1F35452B-DC6C-8059-A11A-0ACC0948E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4500" y="3268664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6068" name="Rectangle 4">
            <a:extLst>
              <a:ext uri="{FF2B5EF4-FFF2-40B4-BE49-F238E27FC236}">
                <a16:creationId xmlns:a16="http://schemas.microsoft.com/office/drawing/2014/main" id="{03E37EF1-E0E6-27F5-FF77-E037D7FFC9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0" y="5013326"/>
            <a:ext cx="3276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由定义可见，</a:t>
            </a:r>
          </a:p>
        </p:txBody>
      </p:sp>
      <p:sp>
        <p:nvSpPr>
          <p:cNvPr id="216069" name="Rectangle 5">
            <a:extLst>
              <a:ext uri="{FF2B5EF4-FFF2-40B4-BE49-F238E27FC236}">
                <a16:creationId xmlns:a16="http://schemas.microsoft.com/office/drawing/2014/main" id="{19FF41A2-D0AE-3A4D-F14E-ADDE56446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3063" y="3281364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6070" name="Rectangle 6">
            <a:extLst>
              <a:ext uri="{FF2B5EF4-FFF2-40B4-BE49-F238E27FC236}">
                <a16:creationId xmlns:a16="http://schemas.microsoft.com/office/drawing/2014/main" id="{40FFC4E8-63FD-54DF-03C9-E2665EC064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1" y="381000"/>
            <a:ext cx="22891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32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分布</a:t>
            </a:r>
          </a:p>
        </p:txBody>
      </p:sp>
      <p:sp>
        <p:nvSpPr>
          <p:cNvPr id="216071" name="Rectangle 7">
            <a:extLst>
              <a:ext uri="{FF2B5EF4-FFF2-40B4-BE49-F238E27FC236}">
                <a16:creationId xmlns:a16="http://schemas.microsoft.com/office/drawing/2014/main" id="{E70F0F90-2EDD-2EC6-BD5C-ABE769E7B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4" y="1916114"/>
            <a:ext cx="3024187" cy="5491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则称统计量</a:t>
            </a:r>
          </a:p>
        </p:txBody>
      </p:sp>
      <p:sp>
        <p:nvSpPr>
          <p:cNvPr id="216072" name="Rectangle 8">
            <a:extLst>
              <a:ext uri="{FF2B5EF4-FFF2-40B4-BE49-F238E27FC236}">
                <a16:creationId xmlns:a16="http://schemas.microsoft.com/office/drawing/2014/main" id="{9F40582B-9636-A775-6FAD-19A90D804C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2924176"/>
            <a:ext cx="8459788" cy="662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服从自由度为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800" b="1" baseline="-30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及 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800" b="1" baseline="-30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 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的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分布，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800" b="1" baseline="-30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称为第一自由度，</a:t>
            </a:r>
          </a:p>
        </p:txBody>
      </p:sp>
      <p:graphicFrame>
        <p:nvGraphicFramePr>
          <p:cNvPr id="216073" name="Object 9">
            <a:extLst>
              <a:ext uri="{FF2B5EF4-FFF2-40B4-BE49-F238E27FC236}">
                <a16:creationId xmlns:a16="http://schemas.microsoft.com/office/drawing/2014/main" id="{A5F2AD12-4344-0919-8793-8680F90A65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95776" y="1773238"/>
          <a:ext cx="1628775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3" r:id="rId3" imgW="16090900" imgH="10236200" progId="Equation.3">
                  <p:embed/>
                </p:oleObj>
              </mc:Choice>
              <mc:Fallback>
                <p:oleObj r:id="rId3" imgW="16090900" imgH="10236200" progId="Equation.3">
                  <p:embed/>
                  <p:pic>
                    <p:nvPicPr>
                      <p:cNvPr id="216073" name="Object 9">
                        <a:extLst>
                          <a:ext uri="{FF2B5EF4-FFF2-40B4-BE49-F238E27FC236}">
                            <a16:creationId xmlns:a16="http://schemas.microsoft.com/office/drawing/2014/main" id="{A5F2AD12-4344-0919-8793-8680F90A65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5776" y="1773238"/>
                        <a:ext cx="1628775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6074" name="Rectangle 10">
            <a:extLst>
              <a:ext uri="{FF2B5EF4-FFF2-40B4-BE49-F238E27FC236}">
                <a16:creationId xmlns:a16="http://schemas.microsoft.com/office/drawing/2014/main" id="{1968592C-34DE-67E5-2075-FCF11E5C74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3263" y="3216276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16075" name="Group 11">
            <a:extLst>
              <a:ext uri="{FF2B5EF4-FFF2-40B4-BE49-F238E27FC236}">
                <a16:creationId xmlns:a16="http://schemas.microsoft.com/office/drawing/2014/main" id="{65CD0971-8631-E4AC-94E4-F59C9DFE4471}"/>
              </a:ext>
            </a:extLst>
          </p:cNvPr>
          <p:cNvGrpSpPr>
            <a:grpSpLocks/>
          </p:cNvGrpSpPr>
          <p:nvPr/>
        </p:nvGrpSpPr>
        <p:grpSpPr bwMode="auto">
          <a:xfrm>
            <a:off x="4656138" y="4797425"/>
            <a:ext cx="3943350" cy="1041400"/>
            <a:chOff x="0" y="0"/>
            <a:chExt cx="2484" cy="656"/>
          </a:xfrm>
        </p:grpSpPr>
        <p:graphicFrame>
          <p:nvGraphicFramePr>
            <p:cNvPr id="216076" name="Object 12">
              <a:extLst>
                <a:ext uri="{FF2B5EF4-FFF2-40B4-BE49-F238E27FC236}">
                  <a16:creationId xmlns:a16="http://schemas.microsoft.com/office/drawing/2014/main" id="{3231FA02-9B7E-05B6-CF4F-FFD31C9F683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0"/>
            <a:ext cx="1033" cy="6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74" r:id="rId5" imgW="16675100" imgH="10236200" progId="Equation.3">
                    <p:embed/>
                  </p:oleObj>
                </mc:Choice>
                <mc:Fallback>
                  <p:oleObj r:id="rId5" imgW="16675100" imgH="10236200" progId="Equation.3">
                    <p:embed/>
                    <p:pic>
                      <p:nvPicPr>
                        <p:cNvPr id="216076" name="Object 12">
                          <a:extLst>
                            <a:ext uri="{FF2B5EF4-FFF2-40B4-BE49-F238E27FC236}">
                              <a16:creationId xmlns:a16="http://schemas.microsoft.com/office/drawing/2014/main" id="{3231FA02-9B7E-05B6-CF4F-FFD31C9F683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1033" cy="6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6077" name="Rectangle 13">
              <a:extLst>
                <a:ext uri="{FF2B5EF4-FFF2-40B4-BE49-F238E27FC236}">
                  <a16:creationId xmlns:a16="http://schemas.microsoft.com/office/drawing/2014/main" id="{EB0CD561-0D0A-8FA2-0721-C2738EC616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4" y="105"/>
              <a:ext cx="14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~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r>
                <a:rPr lang="en-US" altLang="zh-CN" sz="2800" b="1" baseline="-3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,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r>
                <a:rPr lang="en-US" altLang="zh-CN" sz="2800" b="1" baseline="-3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</a:p>
          </p:txBody>
        </p:sp>
      </p:grpSp>
      <p:graphicFrame>
        <p:nvGraphicFramePr>
          <p:cNvPr id="216078" name="Object 14">
            <a:extLst>
              <a:ext uri="{FF2B5EF4-FFF2-40B4-BE49-F238E27FC236}">
                <a16:creationId xmlns:a16="http://schemas.microsoft.com/office/drawing/2014/main" id="{19073098-BEAE-ECDC-00DA-25ADBEC356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32175" y="1052513"/>
          <a:ext cx="381635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5" r:id="rId7" imgW="38036500" imgH="5270500" progId="Equation.3">
                  <p:embed/>
                </p:oleObj>
              </mc:Choice>
              <mc:Fallback>
                <p:oleObj r:id="rId7" imgW="38036500" imgH="5270500" progId="Equation.3">
                  <p:embed/>
                  <p:pic>
                    <p:nvPicPr>
                      <p:cNvPr id="216078" name="Object 14">
                        <a:extLst>
                          <a:ext uri="{FF2B5EF4-FFF2-40B4-BE49-F238E27FC236}">
                            <a16:creationId xmlns:a16="http://schemas.microsoft.com/office/drawing/2014/main" id="{19073098-BEAE-ECDC-00DA-25ADBEC356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175" y="1052513"/>
                        <a:ext cx="3816350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6079" name="Rectangle 15">
            <a:extLst>
              <a:ext uri="{FF2B5EF4-FFF2-40B4-BE49-F238E27FC236}">
                <a16:creationId xmlns:a16="http://schemas.microsoft.com/office/drawing/2014/main" id="{4214F1A6-1013-32BF-8AA9-551916DAC8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8" y="1052514"/>
            <a:ext cx="178606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定义</a:t>
            </a:r>
            <a:r>
              <a:rPr lang="en-US" altLang="zh-CN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: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设</a:t>
            </a:r>
          </a:p>
        </p:txBody>
      </p:sp>
      <p:sp>
        <p:nvSpPr>
          <p:cNvPr id="216080" name="Rectangle 16">
            <a:extLst>
              <a:ext uri="{FF2B5EF4-FFF2-40B4-BE49-F238E27FC236}">
                <a16:creationId xmlns:a16="http://schemas.microsoft.com/office/drawing/2014/main" id="{6FB12F3B-889E-90BB-C2AE-C3B52A9249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1052513"/>
            <a:ext cx="3048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与 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Y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相互独立，</a:t>
            </a:r>
          </a:p>
        </p:txBody>
      </p:sp>
      <p:sp>
        <p:nvSpPr>
          <p:cNvPr id="216081" name="Rectangle 17">
            <a:extLst>
              <a:ext uri="{FF2B5EF4-FFF2-40B4-BE49-F238E27FC236}">
                <a16:creationId xmlns:a16="http://schemas.microsoft.com/office/drawing/2014/main" id="{36FD3747-2478-4ECC-A625-9FA16281A6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6" y="3789364"/>
            <a:ext cx="6090129" cy="662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800" b="1" baseline="-30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称为第二自由度，记作  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~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800" b="1" baseline="-30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800" b="1" baseline="-30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60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60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16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16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16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16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216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216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160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16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6" dur="1000"/>
                                        <p:tgtEl>
                                          <p:spTgt spid="216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68" grpId="0" autoUpdateAnimBg="0"/>
      <p:bldP spid="216070" grpId="0" autoUpdateAnimBg="0"/>
      <p:bldP spid="216071" grpId="0" autoUpdateAnimBg="0"/>
      <p:bldP spid="216072" grpId="0" autoUpdateAnimBg="0"/>
      <p:bldP spid="216079" grpId="0" autoUpdateAnimBg="0"/>
      <p:bldP spid="216080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>
            <a:extLst>
              <a:ext uri="{FF2B5EF4-FFF2-40B4-BE49-F238E27FC236}">
                <a16:creationId xmlns:a16="http://schemas.microsoft.com/office/drawing/2014/main" id="{365CDD09-6FE3-3415-55AA-1DCB82D8B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1613" y="3124201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7091" name="Rectangle 3">
            <a:extLst>
              <a:ext uri="{FF2B5EF4-FFF2-40B4-BE49-F238E27FC236}">
                <a16:creationId xmlns:a16="http://schemas.microsoft.com/office/drawing/2014/main" id="{ED0206B5-538F-8348-E538-0401024C3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4500" y="3268664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7092" name="Rectangle 4">
            <a:extLst>
              <a:ext uri="{FF2B5EF4-FFF2-40B4-BE49-F238E27FC236}">
                <a16:creationId xmlns:a16="http://schemas.microsoft.com/office/drawing/2014/main" id="{B0EB1764-F873-1C26-0702-F55875EAA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3063" y="3281364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7093" name="Rectangle 5">
            <a:extLst>
              <a:ext uri="{FF2B5EF4-FFF2-40B4-BE49-F238E27FC236}">
                <a16:creationId xmlns:a16="http://schemas.microsoft.com/office/drawing/2014/main" id="{9D9833B7-6327-9CCA-B233-B487EBF43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3263" y="3216276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17094" name="Object 6">
            <a:extLst>
              <a:ext uri="{FF2B5EF4-FFF2-40B4-BE49-F238E27FC236}">
                <a16:creationId xmlns:a16="http://schemas.microsoft.com/office/drawing/2014/main" id="{38227851-DF4A-0BB6-05DC-A842268392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7850" y="2565401"/>
          <a:ext cx="8280400" cy="202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7" r:id="rId3" imgW="83680300" imgH="15798800" progId="Equation.3">
                  <p:embed/>
                </p:oleObj>
              </mc:Choice>
              <mc:Fallback>
                <p:oleObj r:id="rId3" imgW="83680300" imgH="15798800" progId="Equation.3">
                  <p:embed/>
                  <p:pic>
                    <p:nvPicPr>
                      <p:cNvPr id="217094" name="Object 6">
                        <a:extLst>
                          <a:ext uri="{FF2B5EF4-FFF2-40B4-BE49-F238E27FC236}">
                            <a16:creationId xmlns:a16="http://schemas.microsoft.com/office/drawing/2014/main" id="{38227851-DF4A-0BB6-05DC-A842268392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0" y="2565401"/>
                        <a:ext cx="8280400" cy="202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7095" name="Rectangle 7">
            <a:extLst>
              <a:ext uri="{FF2B5EF4-FFF2-40B4-BE49-F238E27FC236}">
                <a16:creationId xmlns:a16="http://schemas.microsoft.com/office/drawing/2014/main" id="{ADC13405-E1B9-A9D4-24C2-21639C57EC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3275" y="3224214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7096" name="Rectangle 8">
            <a:extLst>
              <a:ext uri="{FF2B5EF4-FFF2-40B4-BE49-F238E27FC236}">
                <a16:creationId xmlns:a16="http://schemas.microsoft.com/office/drawing/2014/main" id="{5A4E678D-56C0-C1E0-8ED8-36C1CE7213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765176"/>
            <a:ext cx="525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~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800" b="1" baseline="-30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800" b="1" baseline="-30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，则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的概率密度为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17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1000"/>
                                        <p:tgtEl>
                                          <p:spTgt spid="217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096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未知">
            <a:extLst>
              <a:ext uri="{FF2B5EF4-FFF2-40B4-BE49-F238E27FC236}">
                <a16:creationId xmlns:a16="http://schemas.microsoft.com/office/drawing/2014/main" id="{5CF99547-1905-A8B8-865C-E776DCA92FB9}"/>
              </a:ext>
            </a:extLst>
          </p:cNvPr>
          <p:cNvSpPr>
            <a:spLocks/>
          </p:cNvSpPr>
          <p:nvPr/>
        </p:nvSpPr>
        <p:spPr bwMode="auto">
          <a:xfrm>
            <a:off x="4930776" y="1952625"/>
            <a:ext cx="2798763" cy="2108200"/>
          </a:xfrm>
          <a:custGeom>
            <a:avLst/>
            <a:gdLst>
              <a:gd name="T0" fmla="*/ 0 w 1763"/>
              <a:gd name="T1" fmla="*/ 1328 h 1328"/>
              <a:gd name="T2" fmla="*/ 148 w 1763"/>
              <a:gd name="T3" fmla="*/ 1275 h 1328"/>
              <a:gd name="T4" fmla="*/ 351 w 1763"/>
              <a:gd name="T5" fmla="*/ 1124 h 1328"/>
              <a:gd name="T6" fmla="*/ 461 w 1763"/>
              <a:gd name="T7" fmla="*/ 833 h 1328"/>
              <a:gd name="T8" fmla="*/ 541 w 1763"/>
              <a:gd name="T9" fmla="*/ 542 h 1328"/>
              <a:gd name="T10" fmla="*/ 619 w 1763"/>
              <a:gd name="T11" fmla="*/ 156 h 1328"/>
              <a:gd name="T12" fmla="*/ 703 w 1763"/>
              <a:gd name="T13" fmla="*/ 9 h 1328"/>
              <a:gd name="T14" fmla="*/ 795 w 1763"/>
              <a:gd name="T15" fmla="*/ 102 h 1328"/>
              <a:gd name="T16" fmla="*/ 899 w 1763"/>
              <a:gd name="T17" fmla="*/ 531 h 1328"/>
              <a:gd name="T18" fmla="*/ 997 w 1763"/>
              <a:gd name="T19" fmla="*/ 816 h 1328"/>
              <a:gd name="T20" fmla="*/ 1125 w 1763"/>
              <a:gd name="T21" fmla="*/ 1100 h 1328"/>
              <a:gd name="T22" fmla="*/ 1337 w 1763"/>
              <a:gd name="T23" fmla="*/ 1237 h 1328"/>
              <a:gd name="T24" fmla="*/ 1763 w 1763"/>
              <a:gd name="T25" fmla="*/ 1310 h 13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763" h="1328">
                <a:moveTo>
                  <a:pt x="0" y="1328"/>
                </a:moveTo>
                <a:cubicBezTo>
                  <a:pt x="45" y="1318"/>
                  <a:pt x="89" y="1309"/>
                  <a:pt x="148" y="1275"/>
                </a:cubicBezTo>
                <a:cubicBezTo>
                  <a:pt x="206" y="1241"/>
                  <a:pt x="300" y="1198"/>
                  <a:pt x="351" y="1124"/>
                </a:cubicBezTo>
                <a:cubicBezTo>
                  <a:pt x="404" y="1051"/>
                  <a:pt x="429" y="930"/>
                  <a:pt x="461" y="833"/>
                </a:cubicBezTo>
                <a:cubicBezTo>
                  <a:pt x="493" y="736"/>
                  <a:pt x="515" y="655"/>
                  <a:pt x="541" y="542"/>
                </a:cubicBezTo>
                <a:cubicBezTo>
                  <a:pt x="567" y="429"/>
                  <a:pt x="592" y="244"/>
                  <a:pt x="619" y="156"/>
                </a:cubicBezTo>
                <a:cubicBezTo>
                  <a:pt x="645" y="67"/>
                  <a:pt x="673" y="18"/>
                  <a:pt x="703" y="9"/>
                </a:cubicBezTo>
                <a:cubicBezTo>
                  <a:pt x="733" y="0"/>
                  <a:pt x="763" y="15"/>
                  <a:pt x="795" y="102"/>
                </a:cubicBezTo>
                <a:cubicBezTo>
                  <a:pt x="828" y="189"/>
                  <a:pt x="865" y="412"/>
                  <a:pt x="899" y="531"/>
                </a:cubicBezTo>
                <a:cubicBezTo>
                  <a:pt x="932" y="650"/>
                  <a:pt x="959" y="721"/>
                  <a:pt x="997" y="816"/>
                </a:cubicBezTo>
                <a:cubicBezTo>
                  <a:pt x="1035" y="911"/>
                  <a:pt x="1068" y="1030"/>
                  <a:pt x="1125" y="1100"/>
                </a:cubicBezTo>
                <a:cubicBezTo>
                  <a:pt x="1181" y="1170"/>
                  <a:pt x="1231" y="1202"/>
                  <a:pt x="1337" y="1237"/>
                </a:cubicBezTo>
                <a:cubicBezTo>
                  <a:pt x="1443" y="1272"/>
                  <a:pt x="1674" y="1295"/>
                  <a:pt x="1763" y="1310"/>
                </a:cubicBezTo>
              </a:path>
            </a:pathLst>
          </a:custGeom>
          <a:noFill/>
          <a:ln w="2540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18115" name="Group 3">
            <a:extLst>
              <a:ext uri="{FF2B5EF4-FFF2-40B4-BE49-F238E27FC236}">
                <a16:creationId xmlns:a16="http://schemas.microsoft.com/office/drawing/2014/main" id="{1F0E9007-D9B8-5644-A301-5D36F7745FCE}"/>
              </a:ext>
            </a:extLst>
          </p:cNvPr>
          <p:cNvGrpSpPr>
            <a:grpSpLocks/>
          </p:cNvGrpSpPr>
          <p:nvPr/>
        </p:nvGrpSpPr>
        <p:grpSpPr bwMode="auto">
          <a:xfrm>
            <a:off x="3719513" y="765175"/>
            <a:ext cx="4760912" cy="3856038"/>
            <a:chOff x="0" y="0"/>
            <a:chExt cx="2999" cy="2429"/>
          </a:xfrm>
        </p:grpSpPr>
        <p:sp>
          <p:nvSpPr>
            <p:cNvPr id="218116" name="Line 4">
              <a:extLst>
                <a:ext uri="{FF2B5EF4-FFF2-40B4-BE49-F238E27FC236}">
                  <a16:creationId xmlns:a16="http://schemas.microsoft.com/office/drawing/2014/main" id="{17F57C84-A266-BA02-7748-142D9765F5D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726" y="317"/>
              <a:ext cx="17" cy="21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18117" name="Object 5">
              <a:extLst>
                <a:ext uri="{FF2B5EF4-FFF2-40B4-BE49-F238E27FC236}">
                  <a16:creationId xmlns:a16="http://schemas.microsoft.com/office/drawing/2014/main" id="{1092B006-A8F7-AC01-61E9-01E1892171B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56" y="2086"/>
            <a:ext cx="243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41" r:id="rId3" imgW="3213100" imgH="3213100" progId="Equation.3">
                    <p:embed/>
                  </p:oleObj>
                </mc:Choice>
                <mc:Fallback>
                  <p:oleObj r:id="rId3" imgW="3213100" imgH="3213100" progId="Equation.3">
                    <p:embed/>
                    <p:pic>
                      <p:nvPicPr>
                        <p:cNvPr id="218117" name="Object 5">
                          <a:extLst>
                            <a:ext uri="{FF2B5EF4-FFF2-40B4-BE49-F238E27FC236}">
                              <a16:creationId xmlns:a16="http://schemas.microsoft.com/office/drawing/2014/main" id="{1092B006-A8F7-AC01-61E9-01E1892171B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56" y="2086"/>
                          <a:ext cx="243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8118" name="Object 6">
              <a:extLst>
                <a:ext uri="{FF2B5EF4-FFF2-40B4-BE49-F238E27FC236}">
                  <a16:creationId xmlns:a16="http://schemas.microsoft.com/office/drawing/2014/main" id="{8535992C-71FB-1647-94AF-B5F78C95291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3" y="2141"/>
            <a:ext cx="171" cy="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42" r:id="rId5" imgW="2921000" imgH="3213100" progId="Equation.3">
                    <p:embed/>
                  </p:oleObj>
                </mc:Choice>
                <mc:Fallback>
                  <p:oleObj r:id="rId5" imgW="2921000" imgH="3213100" progId="Equation.3">
                    <p:embed/>
                    <p:pic>
                      <p:nvPicPr>
                        <p:cNvPr id="218118" name="Object 6">
                          <a:extLst>
                            <a:ext uri="{FF2B5EF4-FFF2-40B4-BE49-F238E27FC236}">
                              <a16:creationId xmlns:a16="http://schemas.microsoft.com/office/drawing/2014/main" id="{8535992C-71FB-1647-94AF-B5F78C95291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3" y="2141"/>
                          <a:ext cx="171" cy="1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8119" name="Line 7">
              <a:extLst>
                <a:ext uri="{FF2B5EF4-FFF2-40B4-BE49-F238E27FC236}">
                  <a16:creationId xmlns:a16="http://schemas.microsoft.com/office/drawing/2014/main" id="{C333C592-6C69-1720-947B-3CAE88F9F1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" y="2093"/>
              <a:ext cx="2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18120" name="Object 8">
              <a:extLst>
                <a:ext uri="{FF2B5EF4-FFF2-40B4-BE49-F238E27FC236}">
                  <a16:creationId xmlns:a16="http://schemas.microsoft.com/office/drawing/2014/main" id="{CE8EE226-C2E0-5E57-DCC1-C9EF0C2BD7E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0"/>
            <a:ext cx="1000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43" r:id="rId7" imgW="19304000" imgH="4978400" progId="Equation.3">
                    <p:embed/>
                  </p:oleObj>
                </mc:Choice>
                <mc:Fallback>
                  <p:oleObj r:id="rId7" imgW="19304000" imgH="4978400" progId="Equation.3">
                    <p:embed/>
                    <p:pic>
                      <p:nvPicPr>
                        <p:cNvPr id="218120" name="Object 8">
                          <a:extLst>
                            <a:ext uri="{FF2B5EF4-FFF2-40B4-BE49-F238E27FC236}">
                              <a16:creationId xmlns:a16="http://schemas.microsoft.com/office/drawing/2014/main" id="{CE8EE226-C2E0-5E57-DCC1-C9EF0C2BD7E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1000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8121" name="Object 9">
            <a:extLst>
              <a:ext uri="{FF2B5EF4-FFF2-40B4-BE49-F238E27FC236}">
                <a16:creationId xmlns:a16="http://schemas.microsoft.com/office/drawing/2014/main" id="{6FE3C891-E31E-B89C-3BB1-762FEAD0C4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07139" y="1682750"/>
          <a:ext cx="99377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4" r:id="rId9" imgW="11112500" imgH="4978400" progId="Equation.3">
                  <p:embed/>
                </p:oleObj>
              </mc:Choice>
              <mc:Fallback>
                <p:oleObj r:id="rId9" imgW="11112500" imgH="4978400" progId="Equation.3">
                  <p:embed/>
                  <p:pic>
                    <p:nvPicPr>
                      <p:cNvPr id="218121" name="Object 9">
                        <a:extLst>
                          <a:ext uri="{FF2B5EF4-FFF2-40B4-BE49-F238E27FC236}">
                            <a16:creationId xmlns:a16="http://schemas.microsoft.com/office/drawing/2014/main" id="{6FE3C891-E31E-B89C-3BB1-762FEAD0C4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7139" y="1682750"/>
                        <a:ext cx="993775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122" name="Object 10">
            <a:extLst>
              <a:ext uri="{FF2B5EF4-FFF2-40B4-BE49-F238E27FC236}">
                <a16:creationId xmlns:a16="http://schemas.microsoft.com/office/drawing/2014/main" id="{3BD51196-A8CD-046A-A1F6-87F95D0D9F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35639" y="692150"/>
          <a:ext cx="1125537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5" r:id="rId11" imgW="11696700" imgH="4978400" progId="Equation.3">
                  <p:embed/>
                </p:oleObj>
              </mc:Choice>
              <mc:Fallback>
                <p:oleObj r:id="rId11" imgW="11696700" imgH="4978400" progId="Equation.3">
                  <p:embed/>
                  <p:pic>
                    <p:nvPicPr>
                      <p:cNvPr id="218122" name="Object 10">
                        <a:extLst>
                          <a:ext uri="{FF2B5EF4-FFF2-40B4-BE49-F238E27FC236}">
                            <a16:creationId xmlns:a16="http://schemas.microsoft.com/office/drawing/2014/main" id="{3BD51196-A8CD-046A-A1F6-87F95D0D9F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5639" y="692150"/>
                        <a:ext cx="1125537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123" name="Object 11">
            <a:extLst>
              <a:ext uri="{FF2B5EF4-FFF2-40B4-BE49-F238E27FC236}">
                <a16:creationId xmlns:a16="http://schemas.microsoft.com/office/drawing/2014/main" id="{72A7B866-2E1C-072F-6C34-F90F0157BF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89725" y="2411413"/>
          <a:ext cx="1068388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6" r:id="rId13" imgW="12001500" imgH="4978400" progId="Equation.3">
                  <p:embed/>
                </p:oleObj>
              </mc:Choice>
              <mc:Fallback>
                <p:oleObj r:id="rId13" imgW="12001500" imgH="4978400" progId="Equation.3">
                  <p:embed/>
                  <p:pic>
                    <p:nvPicPr>
                      <p:cNvPr id="218123" name="Object 11">
                        <a:extLst>
                          <a:ext uri="{FF2B5EF4-FFF2-40B4-BE49-F238E27FC236}">
                            <a16:creationId xmlns:a16="http://schemas.microsoft.com/office/drawing/2014/main" id="{72A7B866-2E1C-072F-6C34-F90F0157BF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9725" y="2411413"/>
                        <a:ext cx="1068388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124" name="Object 12">
            <a:extLst>
              <a:ext uri="{FF2B5EF4-FFF2-40B4-BE49-F238E27FC236}">
                <a16:creationId xmlns:a16="http://schemas.microsoft.com/office/drawing/2014/main" id="{9435076E-984C-9D43-E926-40C5D42F6E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04063" y="2852738"/>
          <a:ext cx="9890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7" r:id="rId15" imgW="11696700" imgH="4978400" progId="Equation.3">
                  <p:embed/>
                </p:oleObj>
              </mc:Choice>
              <mc:Fallback>
                <p:oleObj r:id="rId15" imgW="11696700" imgH="4978400" progId="Equation.3">
                  <p:embed/>
                  <p:pic>
                    <p:nvPicPr>
                      <p:cNvPr id="218124" name="Object 12">
                        <a:extLst>
                          <a:ext uri="{FF2B5EF4-FFF2-40B4-BE49-F238E27FC236}">
                            <a16:creationId xmlns:a16="http://schemas.microsoft.com/office/drawing/2014/main" id="{9435076E-984C-9D43-E926-40C5D42F6E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4063" y="2852738"/>
                        <a:ext cx="9890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125" name="Line 13">
            <a:extLst>
              <a:ext uri="{FF2B5EF4-FFF2-40B4-BE49-F238E27FC236}">
                <a16:creationId xmlns:a16="http://schemas.microsoft.com/office/drawing/2014/main" id="{8690997B-47EC-FDB1-149D-84A4AE77AFA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78550" y="1954213"/>
            <a:ext cx="152400" cy="152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8126" name="Line 14">
            <a:extLst>
              <a:ext uri="{FF2B5EF4-FFF2-40B4-BE49-F238E27FC236}">
                <a16:creationId xmlns:a16="http://schemas.microsoft.com/office/drawing/2014/main" id="{851F4E22-C714-6E74-2A3D-83D67200D57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83350" y="2716213"/>
            <a:ext cx="228600" cy="3048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8127" name="Line 15">
            <a:extLst>
              <a:ext uri="{FF2B5EF4-FFF2-40B4-BE49-F238E27FC236}">
                <a16:creationId xmlns:a16="http://schemas.microsoft.com/office/drawing/2014/main" id="{0903647C-68CA-1203-E2F9-C9C8CF521FF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11975" y="3157538"/>
            <a:ext cx="228600" cy="304800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8128" name="未知">
            <a:extLst>
              <a:ext uri="{FF2B5EF4-FFF2-40B4-BE49-F238E27FC236}">
                <a16:creationId xmlns:a16="http://schemas.microsoft.com/office/drawing/2014/main" id="{B62074E4-340F-3F59-49BF-C9A444C046DD}"/>
              </a:ext>
            </a:extLst>
          </p:cNvPr>
          <p:cNvSpPr>
            <a:spLocks/>
          </p:cNvSpPr>
          <p:nvPr/>
        </p:nvSpPr>
        <p:spPr bwMode="auto">
          <a:xfrm>
            <a:off x="4899025" y="2976563"/>
            <a:ext cx="3670300" cy="1111250"/>
          </a:xfrm>
          <a:custGeom>
            <a:avLst/>
            <a:gdLst>
              <a:gd name="T0" fmla="*/ 0 w 2312"/>
              <a:gd name="T1" fmla="*/ 700 h 700"/>
              <a:gd name="T2" fmla="*/ 216 w 2312"/>
              <a:gd name="T3" fmla="*/ 476 h 700"/>
              <a:gd name="T4" fmla="*/ 414 w 2312"/>
              <a:gd name="T5" fmla="*/ 221 h 700"/>
              <a:gd name="T6" fmla="*/ 593 w 2312"/>
              <a:gd name="T7" fmla="*/ 42 h 700"/>
              <a:gd name="T8" fmla="*/ 830 w 2312"/>
              <a:gd name="T9" fmla="*/ 14 h 700"/>
              <a:gd name="T10" fmla="*/ 1037 w 2312"/>
              <a:gd name="T11" fmla="*/ 127 h 700"/>
              <a:gd name="T12" fmla="*/ 1236 w 2312"/>
              <a:gd name="T13" fmla="*/ 297 h 700"/>
              <a:gd name="T14" fmla="*/ 1509 w 2312"/>
              <a:gd name="T15" fmla="*/ 467 h 700"/>
              <a:gd name="T16" fmla="*/ 1890 w 2312"/>
              <a:gd name="T17" fmla="*/ 556 h 700"/>
              <a:gd name="T18" fmla="*/ 2312 w 2312"/>
              <a:gd name="T19" fmla="*/ 599 h 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312" h="700">
                <a:moveTo>
                  <a:pt x="0" y="700"/>
                </a:moveTo>
                <a:cubicBezTo>
                  <a:pt x="36" y="663"/>
                  <a:pt x="147" y="556"/>
                  <a:pt x="216" y="476"/>
                </a:cubicBezTo>
                <a:cubicBezTo>
                  <a:pt x="285" y="396"/>
                  <a:pt x="351" y="293"/>
                  <a:pt x="414" y="221"/>
                </a:cubicBezTo>
                <a:cubicBezTo>
                  <a:pt x="477" y="149"/>
                  <a:pt x="524" y="77"/>
                  <a:pt x="593" y="42"/>
                </a:cubicBezTo>
                <a:cubicBezTo>
                  <a:pt x="662" y="7"/>
                  <a:pt x="756" y="0"/>
                  <a:pt x="830" y="14"/>
                </a:cubicBezTo>
                <a:cubicBezTo>
                  <a:pt x="904" y="28"/>
                  <a:pt x="969" y="80"/>
                  <a:pt x="1037" y="127"/>
                </a:cubicBezTo>
                <a:cubicBezTo>
                  <a:pt x="1105" y="174"/>
                  <a:pt x="1157" y="240"/>
                  <a:pt x="1236" y="297"/>
                </a:cubicBezTo>
                <a:cubicBezTo>
                  <a:pt x="1315" y="354"/>
                  <a:pt x="1400" y="424"/>
                  <a:pt x="1509" y="467"/>
                </a:cubicBezTo>
                <a:cubicBezTo>
                  <a:pt x="1618" y="510"/>
                  <a:pt x="1756" y="534"/>
                  <a:pt x="1890" y="556"/>
                </a:cubicBezTo>
                <a:cubicBezTo>
                  <a:pt x="2024" y="578"/>
                  <a:pt x="2224" y="590"/>
                  <a:pt x="2312" y="599"/>
                </a:cubicBezTo>
              </a:path>
            </a:pathLst>
          </a:custGeom>
          <a:noFill/>
          <a:ln w="25400" cmpd="sng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8129" name="未知">
            <a:extLst>
              <a:ext uri="{FF2B5EF4-FFF2-40B4-BE49-F238E27FC236}">
                <a16:creationId xmlns:a16="http://schemas.microsoft.com/office/drawing/2014/main" id="{03FB3BBB-C491-BF87-10C7-0BF0FF708EDA}"/>
              </a:ext>
            </a:extLst>
          </p:cNvPr>
          <p:cNvSpPr>
            <a:spLocks/>
          </p:cNvSpPr>
          <p:nvPr/>
        </p:nvSpPr>
        <p:spPr bwMode="auto">
          <a:xfrm>
            <a:off x="4872038" y="2420938"/>
            <a:ext cx="2590800" cy="1651000"/>
          </a:xfrm>
          <a:custGeom>
            <a:avLst/>
            <a:gdLst>
              <a:gd name="T0" fmla="*/ 0 w 1632"/>
              <a:gd name="T1" fmla="*/ 1040 h 1040"/>
              <a:gd name="T2" fmla="*/ 288 w 1632"/>
              <a:gd name="T3" fmla="*/ 848 h 1040"/>
              <a:gd name="T4" fmla="*/ 384 w 1632"/>
              <a:gd name="T5" fmla="*/ 608 h 1040"/>
              <a:gd name="T6" fmla="*/ 480 w 1632"/>
              <a:gd name="T7" fmla="*/ 320 h 1040"/>
              <a:gd name="T8" fmla="*/ 624 w 1632"/>
              <a:gd name="T9" fmla="*/ 80 h 1040"/>
              <a:gd name="T10" fmla="*/ 768 w 1632"/>
              <a:gd name="T11" fmla="*/ 32 h 1040"/>
              <a:gd name="T12" fmla="*/ 960 w 1632"/>
              <a:gd name="T13" fmla="*/ 272 h 1040"/>
              <a:gd name="T14" fmla="*/ 1104 w 1632"/>
              <a:gd name="T15" fmla="*/ 560 h 1040"/>
              <a:gd name="T16" fmla="*/ 1344 w 1632"/>
              <a:gd name="T17" fmla="*/ 848 h 1040"/>
              <a:gd name="T18" fmla="*/ 1632 w 1632"/>
              <a:gd name="T19" fmla="*/ 944 h 10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632" h="1040">
                <a:moveTo>
                  <a:pt x="0" y="1040"/>
                </a:moveTo>
                <a:cubicBezTo>
                  <a:pt x="112" y="980"/>
                  <a:pt x="224" y="920"/>
                  <a:pt x="288" y="848"/>
                </a:cubicBezTo>
                <a:cubicBezTo>
                  <a:pt x="352" y="776"/>
                  <a:pt x="352" y="696"/>
                  <a:pt x="384" y="608"/>
                </a:cubicBezTo>
                <a:cubicBezTo>
                  <a:pt x="416" y="520"/>
                  <a:pt x="440" y="408"/>
                  <a:pt x="480" y="320"/>
                </a:cubicBezTo>
                <a:cubicBezTo>
                  <a:pt x="520" y="232"/>
                  <a:pt x="576" y="128"/>
                  <a:pt x="624" y="80"/>
                </a:cubicBezTo>
                <a:cubicBezTo>
                  <a:pt x="672" y="32"/>
                  <a:pt x="712" y="0"/>
                  <a:pt x="768" y="32"/>
                </a:cubicBezTo>
                <a:cubicBezTo>
                  <a:pt x="824" y="64"/>
                  <a:pt x="904" y="184"/>
                  <a:pt x="960" y="272"/>
                </a:cubicBezTo>
                <a:cubicBezTo>
                  <a:pt x="1016" y="360"/>
                  <a:pt x="1040" y="464"/>
                  <a:pt x="1104" y="560"/>
                </a:cubicBezTo>
                <a:cubicBezTo>
                  <a:pt x="1168" y="656"/>
                  <a:pt x="1256" y="784"/>
                  <a:pt x="1344" y="848"/>
                </a:cubicBezTo>
                <a:cubicBezTo>
                  <a:pt x="1432" y="912"/>
                  <a:pt x="1532" y="928"/>
                  <a:pt x="1632" y="944"/>
                </a:cubicBezTo>
              </a:path>
            </a:pathLst>
          </a:custGeom>
          <a:noFill/>
          <a:ln w="2540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8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18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18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1000"/>
                                        <p:tgtEl>
                                          <p:spTgt spid="218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218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218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1000"/>
                                        <p:tgtEl>
                                          <p:spTgt spid="218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18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218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1000"/>
                                        <p:tgtEl>
                                          <p:spTgt spid="218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Text Box 2">
            <a:extLst>
              <a:ext uri="{FF2B5EF4-FFF2-40B4-BE49-F238E27FC236}">
                <a16:creationId xmlns:a16="http://schemas.microsoft.com/office/drawing/2014/main" id="{318CE529-20BE-E839-11F6-420158FA5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4" y="333376"/>
            <a:ext cx="8351837" cy="1400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注意：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统计的三大分布的定义、基本性质在后面的学习中经常用到，要牢记！！</a:t>
            </a:r>
          </a:p>
        </p:txBody>
      </p:sp>
      <p:sp>
        <p:nvSpPr>
          <p:cNvPr id="219139" name="Rectangle 3">
            <a:extLst>
              <a:ext uri="{FF2B5EF4-FFF2-40B4-BE49-F238E27FC236}">
                <a16:creationId xmlns:a16="http://schemas.microsoft.com/office/drawing/2014/main" id="{6AE667A3-F5AB-6BCA-52E4-C54FDC2B3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4" y="1916114"/>
            <a:ext cx="271099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4、上</a:t>
            </a:r>
            <a:r>
              <a:rPr lang="el-GR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α</a:t>
            </a:r>
            <a:r>
              <a:rPr lang="en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分位点</a:t>
            </a:r>
          </a:p>
        </p:txBody>
      </p:sp>
      <p:graphicFrame>
        <p:nvGraphicFramePr>
          <p:cNvPr id="219140" name="Object 4">
            <a:extLst>
              <a:ext uri="{FF2B5EF4-FFF2-40B4-BE49-F238E27FC236}">
                <a16:creationId xmlns:a16="http://schemas.microsoft.com/office/drawing/2014/main" id="{755792C4-0D81-C0A9-6052-5D9DBF56DC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71814" y="4191001"/>
          <a:ext cx="4752975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5" r:id="rId3" imgW="42418000" imgH="8191500" progId="Equation.3">
                  <p:embed/>
                </p:oleObj>
              </mc:Choice>
              <mc:Fallback>
                <p:oleObj r:id="rId3" imgW="42418000" imgH="8191500" progId="Equation.3">
                  <p:embed/>
                  <p:pic>
                    <p:nvPicPr>
                      <p:cNvPr id="219140" name="Object 4">
                        <a:extLst>
                          <a:ext uri="{FF2B5EF4-FFF2-40B4-BE49-F238E27FC236}">
                            <a16:creationId xmlns:a16="http://schemas.microsoft.com/office/drawing/2014/main" id="{755792C4-0D81-C0A9-6052-5D9DBF56DC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4" y="4191001"/>
                        <a:ext cx="4752975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9141" name="Rectangle 5">
            <a:extLst>
              <a:ext uri="{FF2B5EF4-FFF2-40B4-BE49-F238E27FC236}">
                <a16:creationId xmlns:a16="http://schemas.microsoft.com/office/drawing/2014/main" id="{47FD290F-F9BF-D958-3B61-CCA904E748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1" y="2705608"/>
            <a:ext cx="708719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定义：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设随机变量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的概率密度为 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),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对于</a:t>
            </a:r>
          </a:p>
        </p:txBody>
      </p:sp>
      <p:sp>
        <p:nvSpPr>
          <p:cNvPr id="219142" name="Rectangle 6">
            <a:extLst>
              <a:ext uri="{FF2B5EF4-FFF2-40B4-BE49-F238E27FC236}">
                <a16:creationId xmlns:a16="http://schemas.microsoft.com/office/drawing/2014/main" id="{D6A37B4E-F6A2-913B-50A4-DAB87E9B0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189" y="3385672"/>
            <a:ext cx="67521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任意给定的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α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(0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&lt;α&lt;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1),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若存在实数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α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使得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</a:p>
        </p:txBody>
      </p:sp>
      <p:sp>
        <p:nvSpPr>
          <p:cNvPr id="219143" name="Rectangle 7">
            <a:extLst>
              <a:ext uri="{FF2B5EF4-FFF2-40B4-BE49-F238E27FC236}">
                <a16:creationId xmlns:a16="http://schemas.microsoft.com/office/drawing/2014/main" id="{06E194D4-5488-30BE-6574-59B9ED378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550" y="5298609"/>
            <a:ext cx="572464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则称点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α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为该概率分布的上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α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分位点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219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19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19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219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19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19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219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38" grpId="0" autoUpdateAnimBg="0"/>
      <p:bldP spid="219139" grpId="0" autoUpdateAnimBg="0"/>
      <p:bldP spid="219141" grpId="0" autoUpdateAnimBg="0"/>
      <p:bldP spid="219142" grpId="0" autoUpdateAnimBg="0"/>
      <p:bldP spid="219143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Text Box 2">
            <a:extLst>
              <a:ext uri="{FF2B5EF4-FFF2-40B4-BE49-F238E27FC236}">
                <a16:creationId xmlns:a16="http://schemas.microsoft.com/office/drawing/2014/main" id="{B997A5EE-FA21-D913-7418-F03FFCEAF8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388" y="0"/>
            <a:ext cx="4589718" cy="663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正态分布的上</a:t>
            </a:r>
            <a:r>
              <a:rPr lang="el-GR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α</a:t>
            </a:r>
            <a:r>
              <a:rPr lang="en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分位点    </a:t>
            </a:r>
          </a:p>
        </p:txBody>
      </p:sp>
      <p:sp>
        <p:nvSpPr>
          <p:cNvPr id="220163" name="Text Box 3">
            <a:extLst>
              <a:ext uri="{FF2B5EF4-FFF2-40B4-BE49-F238E27FC236}">
                <a16:creationId xmlns:a16="http://schemas.microsoft.com/office/drawing/2014/main" id="{FCC15992-9E0C-E3FD-C920-DE9E28AB15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1" y="765176"/>
            <a:ext cx="8461375" cy="1304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对标准正态分布变量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～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(0, 1)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和给定的</a:t>
            </a:r>
            <a:r>
              <a:rPr lang="zh-CN" altLang="en-US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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，上</a:t>
            </a:r>
            <a:r>
              <a:rPr lang="zh-CN" altLang="en-US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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分位数是由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 </a:t>
            </a:r>
          </a:p>
        </p:txBody>
      </p:sp>
      <p:sp>
        <p:nvSpPr>
          <p:cNvPr id="220164" name="Rectangle 4">
            <a:extLst>
              <a:ext uri="{FF2B5EF4-FFF2-40B4-BE49-F238E27FC236}">
                <a16:creationId xmlns:a16="http://schemas.microsoft.com/office/drawing/2014/main" id="{312EF8AC-A039-C2B6-6803-41694A292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8438" y="1746251"/>
            <a:ext cx="2952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{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≥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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} =</a:t>
            </a:r>
          </a:p>
        </p:txBody>
      </p:sp>
      <p:graphicFrame>
        <p:nvGraphicFramePr>
          <p:cNvPr id="220165" name="Object 5">
            <a:extLst>
              <a:ext uri="{FF2B5EF4-FFF2-40B4-BE49-F238E27FC236}">
                <a16:creationId xmlns:a16="http://schemas.microsoft.com/office/drawing/2014/main" id="{196859AE-BA76-107D-81AE-9CFF31964E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08664" y="1484314"/>
          <a:ext cx="3095625" cy="1030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4" r:id="rId3" imgW="29552900" imgH="9652000" progId="Equation.DSMT4">
                  <p:embed/>
                </p:oleObj>
              </mc:Choice>
              <mc:Fallback>
                <p:oleObj r:id="rId3" imgW="29552900" imgH="9652000" progId="Equation.DSMT4">
                  <p:embed/>
                  <p:pic>
                    <p:nvPicPr>
                      <p:cNvPr id="220165" name="Object 5">
                        <a:extLst>
                          <a:ext uri="{FF2B5EF4-FFF2-40B4-BE49-F238E27FC236}">
                            <a16:creationId xmlns:a16="http://schemas.microsoft.com/office/drawing/2014/main" id="{196859AE-BA76-107D-81AE-9CFF31964E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8664" y="1484314"/>
                        <a:ext cx="3095625" cy="1030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0166" name="Rectangle 6">
            <a:extLst>
              <a:ext uri="{FF2B5EF4-FFF2-40B4-BE49-F238E27FC236}">
                <a16:creationId xmlns:a16="http://schemas.microsoft.com/office/drawing/2014/main" id="{4106AEA5-4878-2C12-3A2A-8DAD455F2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189" y="2565401"/>
            <a:ext cx="3673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即  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itchFamily="2" charset="2"/>
              </a:rPr>
              <a:t>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 =1-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itchFamily="2" charset="2"/>
              </a:rPr>
              <a:t></a:t>
            </a:r>
          </a:p>
        </p:txBody>
      </p:sp>
      <p:sp>
        <p:nvSpPr>
          <p:cNvPr id="220167" name="Rectangle 7">
            <a:extLst>
              <a:ext uri="{FF2B5EF4-FFF2-40B4-BE49-F238E27FC236}">
                <a16:creationId xmlns:a16="http://schemas.microsoft.com/office/drawing/2014/main" id="{2220E3DA-ABFB-DB71-6555-41C1345FB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1176" y="2636838"/>
            <a:ext cx="29511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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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) =1-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</a:t>
            </a:r>
          </a:p>
        </p:txBody>
      </p:sp>
      <p:sp>
        <p:nvSpPr>
          <p:cNvPr id="220168" name="Text Box 8">
            <a:extLst>
              <a:ext uri="{FF2B5EF4-FFF2-40B4-BE49-F238E27FC236}">
                <a16:creationId xmlns:a16="http://schemas.microsoft.com/office/drawing/2014/main" id="{C801E3B4-73F9-C0C5-1A1C-4F30336064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1764" y="2636838"/>
            <a:ext cx="24479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确定点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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220169" name="Text Box 9">
            <a:extLst>
              <a:ext uri="{FF2B5EF4-FFF2-40B4-BE49-F238E27FC236}">
                <a16:creationId xmlns:a16="http://schemas.microsoft.com/office/drawing/2014/main" id="{D7B4F174-9BA3-BEC9-E3ED-5DFEDD1682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6" y="3141663"/>
            <a:ext cx="16557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如图：</a:t>
            </a:r>
          </a:p>
        </p:txBody>
      </p:sp>
      <p:sp>
        <p:nvSpPr>
          <p:cNvPr id="220170" name="Text Box 10">
            <a:extLst>
              <a:ext uri="{FF2B5EF4-FFF2-40B4-BE49-F238E27FC236}">
                <a16:creationId xmlns:a16="http://schemas.microsoft.com/office/drawing/2014/main" id="{13CF51CC-08E2-BC1E-D251-B126284CE5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3644901"/>
            <a:ext cx="38877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例如， </a:t>
            </a:r>
            <a:r>
              <a:rPr lang="zh-CN" altLang="en-US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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=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0.05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，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而</a:t>
            </a:r>
          </a:p>
        </p:txBody>
      </p:sp>
      <p:sp>
        <p:nvSpPr>
          <p:cNvPr id="220171" name="Rectangle 11">
            <a:extLst>
              <a:ext uri="{FF2B5EF4-FFF2-40B4-BE49-F238E27FC236}">
                <a16:creationId xmlns:a16="http://schemas.microsoft.com/office/drawing/2014/main" id="{790DB0FB-7D2B-C569-C951-F05A2601B9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1" y="4508501"/>
            <a:ext cx="41767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≥1.645} =0.05</a:t>
            </a:r>
          </a:p>
        </p:txBody>
      </p:sp>
      <p:sp>
        <p:nvSpPr>
          <p:cNvPr id="220172" name="Text Box 12">
            <a:extLst>
              <a:ext uri="{FF2B5EF4-FFF2-40B4-BE49-F238E27FC236}">
                <a16:creationId xmlns:a16="http://schemas.microsoft.com/office/drawing/2014/main" id="{872A92BF-9696-9B4A-8CD3-B6412B4ADD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7438" y="5300664"/>
            <a:ext cx="40322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所以，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40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en-US" altLang="zh-CN" sz="4000" b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itchFamily="2" charset="2"/>
              </a:rPr>
              <a:t>0.05 </a:t>
            </a:r>
            <a:r>
              <a:rPr lang="en-US" altLang="zh-CN" sz="36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1.645.</a:t>
            </a:r>
          </a:p>
        </p:txBody>
      </p:sp>
      <p:grpSp>
        <p:nvGrpSpPr>
          <p:cNvPr id="220173" name="Group 13">
            <a:extLst>
              <a:ext uri="{FF2B5EF4-FFF2-40B4-BE49-F238E27FC236}">
                <a16:creationId xmlns:a16="http://schemas.microsoft.com/office/drawing/2014/main" id="{C7221B88-4249-9610-EEC8-98D4A36B5CC6}"/>
              </a:ext>
            </a:extLst>
          </p:cNvPr>
          <p:cNvGrpSpPr>
            <a:grpSpLocks/>
          </p:cNvGrpSpPr>
          <p:nvPr/>
        </p:nvGrpSpPr>
        <p:grpSpPr bwMode="auto">
          <a:xfrm>
            <a:off x="1524001" y="3644900"/>
            <a:ext cx="3889375" cy="2535238"/>
            <a:chOff x="0" y="0"/>
            <a:chExt cx="2450" cy="1597"/>
          </a:xfrm>
        </p:grpSpPr>
        <p:grpSp>
          <p:nvGrpSpPr>
            <p:cNvPr id="220174" name="Group 14">
              <a:extLst>
                <a:ext uri="{FF2B5EF4-FFF2-40B4-BE49-F238E27FC236}">
                  <a16:creationId xmlns:a16="http://schemas.microsoft.com/office/drawing/2014/main" id="{82DA6522-7436-E1E1-B999-DCF680F525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2450" cy="1597"/>
              <a:chOff x="0" y="0"/>
              <a:chExt cx="2450" cy="1597"/>
            </a:xfrm>
          </p:grpSpPr>
          <p:grpSp>
            <p:nvGrpSpPr>
              <p:cNvPr id="220175" name="Group 15">
                <a:extLst>
                  <a:ext uri="{FF2B5EF4-FFF2-40B4-BE49-F238E27FC236}">
                    <a16:creationId xmlns:a16="http://schemas.microsoft.com/office/drawing/2014/main" id="{9A3695E8-C2A4-8EEC-D90B-6F7C2F09C69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2450" cy="1597"/>
                <a:chOff x="0" y="0"/>
                <a:chExt cx="2450" cy="1597"/>
              </a:xfrm>
            </p:grpSpPr>
            <p:sp>
              <p:nvSpPr>
                <p:cNvPr id="220176" name="Text Box 16">
                  <a:extLst>
                    <a:ext uri="{FF2B5EF4-FFF2-40B4-BE49-F238E27FC236}">
                      <a16:creationId xmlns:a16="http://schemas.microsoft.com/office/drawing/2014/main" id="{E2370392-7C74-C889-B2D2-005E8B68E04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1" y="0"/>
                  <a:ext cx="2359" cy="1588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50000"/>
                    </a:spcBef>
                    <a:spcAft>
                      <a:spcPct val="0"/>
                    </a:spcAft>
                  </a:pPr>
                  <a:endParaRPr lang="en-CN" altLang="en-CN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0177" name="Rectangle 17">
                  <a:extLst>
                    <a:ext uri="{FF2B5EF4-FFF2-40B4-BE49-F238E27FC236}">
                      <a16:creationId xmlns:a16="http://schemas.microsoft.com/office/drawing/2014/main" id="{8EDDD2BB-390C-FEF8-2359-CBB20D5483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90" y="45"/>
                  <a:ext cx="523" cy="3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l-GR" altLang="en-US" sz="2800" b="1">
                      <a:solidFill>
                        <a:srgbClr val="003300"/>
                      </a:solidFill>
                      <a:latin typeface="Times New Roman" panose="02020603050405020304" pitchFamily="18" charset="0"/>
                      <a:ea typeface="Arial Unicode MS" panose="020B0604020202020204" pitchFamily="34" charset="-128"/>
                      <a:cs typeface="Arial Unicode MS" panose="020B0604020202020204" pitchFamily="34" charset="-128"/>
                      <a:sym typeface="Symbol" pitchFamily="2" charset="2"/>
                    </a:rPr>
                    <a:t>φ</a:t>
                  </a:r>
                  <a:r>
                    <a:rPr lang="en-CN" altLang="en-US" sz="2800" b="1" i="1">
                      <a:solidFill>
                        <a:srgbClr val="003300"/>
                      </a:solidFill>
                      <a:latin typeface="Times New Roman" panose="02020603050405020304" pitchFamily="18" charset="0"/>
                      <a:ea typeface="楷体_GB2312" pitchFamily="49" charset="-122"/>
                      <a:sym typeface="Symbol" pitchFamily="2" charset="2"/>
                    </a:rPr>
                    <a:t>(x)</a:t>
                  </a:r>
                </a:p>
              </p:txBody>
            </p:sp>
            <p:sp>
              <p:nvSpPr>
                <p:cNvPr id="220178" name="Rectangle 18">
                  <a:extLst>
                    <a:ext uri="{FF2B5EF4-FFF2-40B4-BE49-F238E27FC236}">
                      <a16:creationId xmlns:a16="http://schemas.microsoft.com/office/drawing/2014/main" id="{A7CFDAE7-A6F4-0040-E487-2BC980739A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8" y="1224"/>
                  <a:ext cx="228" cy="3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zh-CN" sz="2800" b="1" i="1">
                      <a:solidFill>
                        <a:srgbClr val="003300"/>
                      </a:solidFill>
                      <a:latin typeface="Times New Roman" panose="02020603050405020304" pitchFamily="18" charset="0"/>
                      <a:ea typeface="楷体_GB2312" pitchFamily="49" charset="-122"/>
                      <a:sym typeface="Symbol" pitchFamily="2" charset="2"/>
                    </a:rPr>
                    <a:t>x</a:t>
                  </a:r>
                </a:p>
              </p:txBody>
            </p:sp>
            <p:sp>
              <p:nvSpPr>
                <p:cNvPr id="220179" name="Line 19">
                  <a:extLst>
                    <a:ext uri="{FF2B5EF4-FFF2-40B4-BE49-F238E27FC236}">
                      <a16:creationId xmlns:a16="http://schemas.microsoft.com/office/drawing/2014/main" id="{53A2E141-7809-CB81-764C-12B4580496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0" y="1315"/>
                  <a:ext cx="231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en-CN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0180" name="Line 20">
                  <a:extLst>
                    <a:ext uri="{FF2B5EF4-FFF2-40B4-BE49-F238E27FC236}">
                      <a16:creationId xmlns:a16="http://schemas.microsoft.com/office/drawing/2014/main" id="{A3C3317B-D166-EE0A-F069-97E8B74C6E5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089" y="181"/>
                  <a:ext cx="0" cy="136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en-CN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0181" name="Text Box 21">
                  <a:extLst>
                    <a:ext uri="{FF2B5EF4-FFF2-40B4-BE49-F238E27FC236}">
                      <a16:creationId xmlns:a16="http://schemas.microsoft.com/office/drawing/2014/main" id="{FCCBB61A-8EC3-0309-5C53-97FDB6731F2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61" y="1270"/>
                  <a:ext cx="635" cy="3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</a:pPr>
                  <a:r>
                    <a:rPr lang="en-CN" altLang="en-US" sz="2800" b="1" i="1">
                      <a:solidFill>
                        <a:srgbClr val="00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z</a:t>
                  </a:r>
                  <a:r>
                    <a:rPr lang="el-GR" altLang="en-US" sz="2800" b="1" i="1" baseline="-25000">
                      <a:solidFill>
                        <a:srgbClr val="00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α</a:t>
                  </a:r>
                </a:p>
              </p:txBody>
            </p:sp>
            <p:sp>
              <p:nvSpPr>
                <p:cNvPr id="220182" name="未知">
                  <a:extLst>
                    <a:ext uri="{FF2B5EF4-FFF2-40B4-BE49-F238E27FC236}">
                      <a16:creationId xmlns:a16="http://schemas.microsoft.com/office/drawing/2014/main" id="{36168BA0-A434-375A-09D4-1CF7444A72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" y="453"/>
                  <a:ext cx="1880" cy="778"/>
                </a:xfrm>
                <a:custGeom>
                  <a:avLst/>
                  <a:gdLst>
                    <a:gd name="T0" fmla="*/ 0 w 1880"/>
                    <a:gd name="T1" fmla="*/ 765 h 778"/>
                    <a:gd name="T2" fmla="*/ 206 w 1880"/>
                    <a:gd name="T3" fmla="*/ 728 h 778"/>
                    <a:gd name="T4" fmla="*/ 458 w 1880"/>
                    <a:gd name="T5" fmla="*/ 584 h 778"/>
                    <a:gd name="T6" fmla="*/ 626 w 1880"/>
                    <a:gd name="T7" fmla="*/ 388 h 778"/>
                    <a:gd name="T8" fmla="*/ 714 w 1880"/>
                    <a:gd name="T9" fmla="*/ 225 h 778"/>
                    <a:gd name="T10" fmla="*/ 785 w 1880"/>
                    <a:gd name="T11" fmla="*/ 97 h 778"/>
                    <a:gd name="T12" fmla="*/ 863 w 1880"/>
                    <a:gd name="T13" fmla="*/ 18 h 778"/>
                    <a:gd name="T14" fmla="*/ 975 w 1880"/>
                    <a:gd name="T15" fmla="*/ 12 h 778"/>
                    <a:gd name="T16" fmla="*/ 1061 w 1880"/>
                    <a:gd name="T17" fmla="*/ 90 h 778"/>
                    <a:gd name="T18" fmla="*/ 1134 w 1880"/>
                    <a:gd name="T19" fmla="*/ 234 h 778"/>
                    <a:gd name="T20" fmla="*/ 1194 w 1880"/>
                    <a:gd name="T21" fmla="*/ 342 h 778"/>
                    <a:gd name="T22" fmla="*/ 1259 w 1880"/>
                    <a:gd name="T23" fmla="*/ 446 h 778"/>
                    <a:gd name="T24" fmla="*/ 1340 w 1880"/>
                    <a:gd name="T25" fmla="*/ 540 h 778"/>
                    <a:gd name="T26" fmla="*/ 1481 w 1880"/>
                    <a:gd name="T27" fmla="*/ 655 h 778"/>
                    <a:gd name="T28" fmla="*/ 1584 w 1880"/>
                    <a:gd name="T29" fmla="*/ 711 h 778"/>
                    <a:gd name="T30" fmla="*/ 1707 w 1880"/>
                    <a:gd name="T31" fmla="*/ 755 h 778"/>
                    <a:gd name="T32" fmla="*/ 1880 w 1880"/>
                    <a:gd name="T33" fmla="*/ 778 h 7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880" h="778">
                      <a:moveTo>
                        <a:pt x="0" y="765"/>
                      </a:moveTo>
                      <a:cubicBezTo>
                        <a:pt x="34" y="759"/>
                        <a:pt x="130" y="758"/>
                        <a:pt x="206" y="728"/>
                      </a:cubicBezTo>
                      <a:cubicBezTo>
                        <a:pt x="282" y="698"/>
                        <a:pt x="388" y="641"/>
                        <a:pt x="458" y="584"/>
                      </a:cubicBezTo>
                      <a:cubicBezTo>
                        <a:pt x="528" y="527"/>
                        <a:pt x="583" y="448"/>
                        <a:pt x="626" y="388"/>
                      </a:cubicBezTo>
                      <a:cubicBezTo>
                        <a:pt x="669" y="328"/>
                        <a:pt x="687" y="273"/>
                        <a:pt x="714" y="225"/>
                      </a:cubicBezTo>
                      <a:cubicBezTo>
                        <a:pt x="741" y="177"/>
                        <a:pt x="760" y="131"/>
                        <a:pt x="785" y="97"/>
                      </a:cubicBezTo>
                      <a:cubicBezTo>
                        <a:pt x="810" y="63"/>
                        <a:pt x="831" y="32"/>
                        <a:pt x="863" y="18"/>
                      </a:cubicBezTo>
                      <a:cubicBezTo>
                        <a:pt x="895" y="4"/>
                        <a:pt x="942" y="0"/>
                        <a:pt x="975" y="12"/>
                      </a:cubicBezTo>
                      <a:cubicBezTo>
                        <a:pt x="1008" y="24"/>
                        <a:pt x="1035" y="53"/>
                        <a:pt x="1061" y="90"/>
                      </a:cubicBezTo>
                      <a:cubicBezTo>
                        <a:pt x="1087" y="127"/>
                        <a:pt x="1112" y="192"/>
                        <a:pt x="1134" y="234"/>
                      </a:cubicBezTo>
                      <a:cubicBezTo>
                        <a:pt x="1156" y="276"/>
                        <a:pt x="1173" y="307"/>
                        <a:pt x="1194" y="342"/>
                      </a:cubicBezTo>
                      <a:cubicBezTo>
                        <a:pt x="1215" y="377"/>
                        <a:pt x="1235" y="413"/>
                        <a:pt x="1259" y="446"/>
                      </a:cubicBezTo>
                      <a:cubicBezTo>
                        <a:pt x="1283" y="479"/>
                        <a:pt x="1303" y="505"/>
                        <a:pt x="1340" y="540"/>
                      </a:cubicBezTo>
                      <a:cubicBezTo>
                        <a:pt x="1377" y="575"/>
                        <a:pt x="1440" y="626"/>
                        <a:pt x="1481" y="655"/>
                      </a:cubicBezTo>
                      <a:cubicBezTo>
                        <a:pt x="1522" y="684"/>
                        <a:pt x="1546" y="694"/>
                        <a:pt x="1584" y="711"/>
                      </a:cubicBezTo>
                      <a:cubicBezTo>
                        <a:pt x="1622" y="728"/>
                        <a:pt x="1658" y="744"/>
                        <a:pt x="1707" y="755"/>
                      </a:cubicBezTo>
                      <a:cubicBezTo>
                        <a:pt x="1756" y="766"/>
                        <a:pt x="1844" y="773"/>
                        <a:pt x="1880" y="778"/>
                      </a:cubicBezTo>
                    </a:path>
                  </a:pathLst>
                </a:custGeom>
                <a:noFill/>
                <a:ln w="38100" cmpd="sng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en-CN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0183" name="未知">
                  <a:extLst>
                    <a:ext uri="{FF2B5EF4-FFF2-40B4-BE49-F238E27FC236}">
                      <a16:creationId xmlns:a16="http://schemas.microsoft.com/office/drawing/2014/main" id="{D2757A0C-F024-2082-A5E7-77C4BC48BD3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52" y="997"/>
                  <a:ext cx="635" cy="317"/>
                </a:xfrm>
                <a:custGeom>
                  <a:avLst/>
                  <a:gdLst>
                    <a:gd name="T0" fmla="*/ 41 w 635"/>
                    <a:gd name="T1" fmla="*/ 317 h 317"/>
                    <a:gd name="T2" fmla="*/ 98 w 635"/>
                    <a:gd name="T3" fmla="*/ 317 h 317"/>
                    <a:gd name="T4" fmla="*/ 635 w 635"/>
                    <a:gd name="T5" fmla="*/ 317 h 317"/>
                    <a:gd name="T6" fmla="*/ 634 w 635"/>
                    <a:gd name="T7" fmla="*/ 244 h 317"/>
                    <a:gd name="T8" fmla="*/ 591 w 635"/>
                    <a:gd name="T9" fmla="*/ 245 h 317"/>
                    <a:gd name="T10" fmla="*/ 544 w 635"/>
                    <a:gd name="T11" fmla="*/ 243 h 317"/>
                    <a:gd name="T12" fmla="*/ 495 w 635"/>
                    <a:gd name="T13" fmla="*/ 239 h 317"/>
                    <a:gd name="T14" fmla="*/ 435 w 635"/>
                    <a:gd name="T15" fmla="*/ 230 h 317"/>
                    <a:gd name="T16" fmla="*/ 378 w 635"/>
                    <a:gd name="T17" fmla="*/ 210 h 317"/>
                    <a:gd name="T18" fmla="*/ 312 w 635"/>
                    <a:gd name="T19" fmla="*/ 186 h 317"/>
                    <a:gd name="T20" fmla="*/ 262 w 635"/>
                    <a:gd name="T21" fmla="*/ 161 h 317"/>
                    <a:gd name="T22" fmla="*/ 213 w 635"/>
                    <a:gd name="T23" fmla="*/ 134 h 317"/>
                    <a:gd name="T24" fmla="*/ 178 w 635"/>
                    <a:gd name="T25" fmla="*/ 108 h 317"/>
                    <a:gd name="T26" fmla="*/ 132 w 635"/>
                    <a:gd name="T27" fmla="*/ 72 h 317"/>
                    <a:gd name="T28" fmla="*/ 82 w 635"/>
                    <a:gd name="T29" fmla="*/ 31 h 317"/>
                    <a:gd name="T30" fmla="*/ 42 w 635"/>
                    <a:gd name="T31" fmla="*/ 0 h 3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635" h="317">
                      <a:moveTo>
                        <a:pt x="41" y="317"/>
                      </a:moveTo>
                      <a:cubicBezTo>
                        <a:pt x="51" y="317"/>
                        <a:pt x="0" y="317"/>
                        <a:pt x="98" y="317"/>
                      </a:cubicBezTo>
                      <a:lnTo>
                        <a:pt x="635" y="317"/>
                      </a:lnTo>
                      <a:lnTo>
                        <a:pt x="634" y="244"/>
                      </a:lnTo>
                      <a:lnTo>
                        <a:pt x="591" y="245"/>
                      </a:lnTo>
                      <a:lnTo>
                        <a:pt x="544" y="243"/>
                      </a:lnTo>
                      <a:lnTo>
                        <a:pt x="495" y="239"/>
                      </a:lnTo>
                      <a:lnTo>
                        <a:pt x="435" y="230"/>
                      </a:lnTo>
                      <a:lnTo>
                        <a:pt x="378" y="210"/>
                      </a:lnTo>
                      <a:lnTo>
                        <a:pt x="312" y="186"/>
                      </a:lnTo>
                      <a:lnTo>
                        <a:pt x="262" y="161"/>
                      </a:lnTo>
                      <a:lnTo>
                        <a:pt x="213" y="134"/>
                      </a:lnTo>
                      <a:lnTo>
                        <a:pt x="178" y="108"/>
                      </a:lnTo>
                      <a:lnTo>
                        <a:pt x="132" y="72"/>
                      </a:lnTo>
                      <a:lnTo>
                        <a:pt x="82" y="31"/>
                      </a:lnTo>
                      <a:lnTo>
                        <a:pt x="42" y="0"/>
                      </a:ln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en-CN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0184" name="Rectangle 24">
                  <a:extLst>
                    <a:ext uri="{FF2B5EF4-FFF2-40B4-BE49-F238E27FC236}">
                      <a16:creationId xmlns:a16="http://schemas.microsoft.com/office/drawing/2014/main" id="{5CAEAB02-1F87-4817-7941-6E871E4342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2" y="1270"/>
                  <a:ext cx="228" cy="3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zh-CN" sz="2800" b="1" i="1">
                      <a:solidFill>
                        <a:srgbClr val="003300"/>
                      </a:solidFill>
                      <a:latin typeface="Times New Roman" panose="02020603050405020304" pitchFamily="18" charset="0"/>
                      <a:ea typeface="楷体_GB2312" pitchFamily="49" charset="-122"/>
                      <a:sym typeface="Symbol" pitchFamily="2" charset="2"/>
                    </a:rPr>
                    <a:t>o</a:t>
                  </a:r>
                </a:p>
              </p:txBody>
            </p:sp>
          </p:grpSp>
          <p:graphicFrame>
            <p:nvGraphicFramePr>
              <p:cNvPr id="220185" name="Object 25">
                <a:extLst>
                  <a:ext uri="{FF2B5EF4-FFF2-40B4-BE49-F238E27FC236}">
                    <a16:creationId xmlns:a16="http://schemas.microsoft.com/office/drawing/2014/main" id="{6A4978EF-028E-C1C1-8CBA-0EE9B64E984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723" y="817"/>
              <a:ext cx="225" cy="2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565" r:id="rId5" imgW="3213100" imgH="3213100" progId="Equation.DSMT4">
                      <p:embed/>
                    </p:oleObj>
                  </mc:Choice>
                  <mc:Fallback>
                    <p:oleObj r:id="rId5" imgW="3213100" imgH="3213100" progId="Equation.DSMT4">
                      <p:embed/>
                      <p:pic>
                        <p:nvPicPr>
                          <p:cNvPr id="220185" name="Object 25">
                            <a:extLst>
                              <a:ext uri="{FF2B5EF4-FFF2-40B4-BE49-F238E27FC236}">
                                <a16:creationId xmlns:a16="http://schemas.microsoft.com/office/drawing/2014/main" id="{6A4978EF-028E-C1C1-8CBA-0EE9B64E984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23" y="817"/>
                            <a:ext cx="225" cy="2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20186" name="Line 26">
              <a:extLst>
                <a:ext uri="{FF2B5EF4-FFF2-40B4-BE49-F238E27FC236}">
                  <a16:creationId xmlns:a16="http://schemas.microsoft.com/office/drawing/2014/main" id="{83679828-7041-7A54-BB41-DA1664655B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33" y="998"/>
              <a:ext cx="136" cy="18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20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1000"/>
                                        <p:tgtEl>
                                          <p:spTgt spid="220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1000"/>
                                        <p:tgtEl>
                                          <p:spTgt spid="220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1" dur="1000"/>
                                        <p:tgtEl>
                                          <p:spTgt spid="220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6" dur="1000"/>
                                        <p:tgtEl>
                                          <p:spTgt spid="220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0" dur="1000"/>
                                        <p:tgtEl>
                                          <p:spTgt spid="220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220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220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1000"/>
                                        <p:tgtEl>
                                          <p:spTgt spid="220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220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220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6" dur="1000"/>
                                        <p:tgtEl>
                                          <p:spTgt spid="220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162" grpId="0" autoUpdateAnimBg="0"/>
      <p:bldP spid="220163" grpId="0" autoUpdateAnimBg="0"/>
      <p:bldP spid="220164" grpId="0" autoUpdateAnimBg="0"/>
      <p:bldP spid="220166" grpId="0" autoUpdateAnimBg="0"/>
      <p:bldP spid="220167" grpId="0" autoUpdateAnimBg="0"/>
      <p:bldP spid="220168" grpId="0" autoUpdateAnimBg="0"/>
      <p:bldP spid="220169" grpId="0" autoUpdateAnimBg="0"/>
      <p:bldP spid="220170" grpId="0" autoUpdateAnimBg="0"/>
      <p:bldP spid="220171" grpId="0" autoUpdateAnimBg="0"/>
      <p:bldP spid="220172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Text Box 2">
            <a:extLst>
              <a:ext uri="{FF2B5EF4-FFF2-40B4-BE49-F238E27FC236}">
                <a16:creationId xmlns:a16="http://schemas.microsoft.com/office/drawing/2014/main" id="{F4747247-F891-2D15-A5A7-BCDADCB668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1" y="260350"/>
            <a:ext cx="1901483" cy="710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说明：</a:t>
            </a:r>
            <a:r>
              <a:rPr lang="zh-CN" altLang="en-US" sz="3600" b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</a:t>
            </a:r>
          </a:p>
        </p:txBody>
      </p:sp>
      <p:grpSp>
        <p:nvGrpSpPr>
          <p:cNvPr id="221187" name="Group 3">
            <a:extLst>
              <a:ext uri="{FF2B5EF4-FFF2-40B4-BE49-F238E27FC236}">
                <a16:creationId xmlns:a16="http://schemas.microsoft.com/office/drawing/2014/main" id="{88F01CC6-AEE4-9F07-EDF6-6FC548A90982}"/>
              </a:ext>
            </a:extLst>
          </p:cNvPr>
          <p:cNvGrpSpPr>
            <a:grpSpLocks/>
          </p:cNvGrpSpPr>
          <p:nvPr/>
        </p:nvGrpSpPr>
        <p:grpSpPr bwMode="auto">
          <a:xfrm>
            <a:off x="1774826" y="1125539"/>
            <a:ext cx="8461375" cy="1400175"/>
            <a:chOff x="0" y="0"/>
            <a:chExt cx="5330" cy="882"/>
          </a:xfrm>
        </p:grpSpPr>
        <p:sp>
          <p:nvSpPr>
            <p:cNvPr id="221188" name="Text Box 4">
              <a:extLst>
                <a:ext uri="{FF2B5EF4-FFF2-40B4-BE49-F238E27FC236}">
                  <a16:creationId xmlns:a16="http://schemas.microsoft.com/office/drawing/2014/main" id="{8D3852B1-75A0-7489-68E0-F21BD261B7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5330" cy="8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lnSpc>
                  <a:spcPct val="15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） 除标准正态分布外，      分布、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t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分布、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F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分布的上</a:t>
              </a:r>
              <a:r>
                <a:rPr lang="zh-CN" altLang="en-US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 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分位点都有表可查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.</a:t>
              </a:r>
            </a:p>
          </p:txBody>
        </p:sp>
        <p:graphicFrame>
          <p:nvGraphicFramePr>
            <p:cNvPr id="221189" name="Object 5">
              <a:extLst>
                <a:ext uri="{FF2B5EF4-FFF2-40B4-BE49-F238E27FC236}">
                  <a16:creationId xmlns:a16="http://schemas.microsoft.com/office/drawing/2014/main" id="{5A8E5A85-F852-5013-B16F-5B3A85CF3F7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41" y="45"/>
            <a:ext cx="583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93" r:id="rId3" imgW="4686300" imgH="5270500" progId="Equation.3">
                    <p:embed/>
                  </p:oleObj>
                </mc:Choice>
                <mc:Fallback>
                  <p:oleObj r:id="rId3" imgW="4686300" imgH="5270500" progId="Equation.3">
                    <p:embed/>
                    <p:pic>
                      <p:nvPicPr>
                        <p:cNvPr id="221189" name="Object 5">
                          <a:extLst>
                            <a:ext uri="{FF2B5EF4-FFF2-40B4-BE49-F238E27FC236}">
                              <a16:creationId xmlns:a16="http://schemas.microsoft.com/office/drawing/2014/main" id="{5A8E5A85-F852-5013-B16F-5B3A85CF3F7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1" y="45"/>
                          <a:ext cx="583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660033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1190" name="Rectangle 6">
            <a:extLst>
              <a:ext uri="{FF2B5EF4-FFF2-40B4-BE49-F238E27FC236}">
                <a16:creationId xmlns:a16="http://schemas.microsoft.com/office/drawing/2014/main" id="{EA0F19CB-3EAC-50D1-8386-3A49187789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02907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21191" name="Group 7">
            <a:extLst>
              <a:ext uri="{FF2B5EF4-FFF2-40B4-BE49-F238E27FC236}">
                <a16:creationId xmlns:a16="http://schemas.microsoft.com/office/drawing/2014/main" id="{4941EE6F-67C4-BEC6-6AB5-E4FFDDC745A7}"/>
              </a:ext>
            </a:extLst>
          </p:cNvPr>
          <p:cNvGrpSpPr>
            <a:grpSpLocks/>
          </p:cNvGrpSpPr>
          <p:nvPr/>
        </p:nvGrpSpPr>
        <p:grpSpPr bwMode="auto">
          <a:xfrm>
            <a:off x="1847851" y="2708275"/>
            <a:ext cx="8461375" cy="742950"/>
            <a:chOff x="0" y="0"/>
            <a:chExt cx="5330" cy="468"/>
          </a:xfrm>
        </p:grpSpPr>
        <p:sp>
          <p:nvSpPr>
            <p:cNvPr id="221192" name="Text Box 8">
              <a:extLst>
                <a:ext uri="{FF2B5EF4-FFF2-40B4-BE49-F238E27FC236}">
                  <a16:creationId xmlns:a16="http://schemas.microsoft.com/office/drawing/2014/main" id="{C9BE25C2-454A-D3D4-D442-D978F278FE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5330" cy="4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lnSpc>
                  <a:spcPct val="15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）对于     分布，当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充分大时（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&gt;45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），</a:t>
              </a:r>
            </a:p>
          </p:txBody>
        </p:sp>
        <p:graphicFrame>
          <p:nvGraphicFramePr>
            <p:cNvPr id="221193" name="Object 9">
              <a:extLst>
                <a:ext uri="{FF2B5EF4-FFF2-40B4-BE49-F238E27FC236}">
                  <a16:creationId xmlns:a16="http://schemas.microsoft.com/office/drawing/2014/main" id="{18996D0D-904D-1E25-D07B-4F46528B8AD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98" y="91"/>
            <a:ext cx="499" cy="3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94" r:id="rId5" imgW="4686300" imgH="5270500" progId="Equation.3">
                    <p:embed/>
                  </p:oleObj>
                </mc:Choice>
                <mc:Fallback>
                  <p:oleObj r:id="rId5" imgW="4686300" imgH="5270500" progId="Equation.3">
                    <p:embed/>
                    <p:pic>
                      <p:nvPicPr>
                        <p:cNvPr id="221193" name="Object 9">
                          <a:extLst>
                            <a:ext uri="{FF2B5EF4-FFF2-40B4-BE49-F238E27FC236}">
                              <a16:creationId xmlns:a16="http://schemas.microsoft.com/office/drawing/2014/main" id="{18996D0D-904D-1E25-D07B-4F46528B8AD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8" y="91"/>
                          <a:ext cx="499" cy="3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660033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1194" name="Rectangle 10">
            <a:extLst>
              <a:ext uri="{FF2B5EF4-FFF2-40B4-BE49-F238E27FC236}">
                <a16:creationId xmlns:a16="http://schemas.microsoft.com/office/drawing/2014/main" id="{41CDDFC8-33AC-AC41-1B8F-D7FB5A26A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0" y="5013326"/>
            <a:ext cx="5763116" cy="662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其中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sz="2800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α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是标准正态分布的上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α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分位点</a:t>
            </a:r>
          </a:p>
        </p:txBody>
      </p:sp>
      <p:graphicFrame>
        <p:nvGraphicFramePr>
          <p:cNvPr id="221195" name="Object 11">
            <a:extLst>
              <a:ext uri="{FF2B5EF4-FFF2-40B4-BE49-F238E27FC236}">
                <a16:creationId xmlns:a16="http://schemas.microsoft.com/office/drawing/2014/main" id="{0736CD8F-F251-83EC-7079-9F8309C7DB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71813" y="3716339"/>
          <a:ext cx="3816350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5" r:id="rId7" imgW="35699700" imgH="9359900" progId="Equation.3">
                  <p:embed/>
                </p:oleObj>
              </mc:Choice>
              <mc:Fallback>
                <p:oleObj r:id="rId7" imgW="35699700" imgH="9359900" progId="Equation.3">
                  <p:embed/>
                  <p:pic>
                    <p:nvPicPr>
                      <p:cNvPr id="221195" name="Object 11">
                        <a:extLst>
                          <a:ext uri="{FF2B5EF4-FFF2-40B4-BE49-F238E27FC236}">
                            <a16:creationId xmlns:a16="http://schemas.microsoft.com/office/drawing/2014/main" id="{0736CD8F-F251-83EC-7079-9F8309C7DB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3" y="3716339"/>
                        <a:ext cx="3816350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1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1000"/>
                                        <p:tgtEl>
                                          <p:spTgt spid="221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21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1" dur="1000"/>
                                        <p:tgtEl>
                                          <p:spTgt spid="221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21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186" grpId="0" autoUpdateAnimBg="0"/>
      <p:bldP spid="221194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>
            <a:extLst>
              <a:ext uri="{FF2B5EF4-FFF2-40B4-BE49-F238E27FC236}">
                <a16:creationId xmlns:a16="http://schemas.microsoft.com/office/drawing/2014/main" id="{22189517-9DC9-B741-87DA-EDD0A87BEC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721913"/>
            <a:ext cx="3816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）对于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t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分布</a:t>
            </a:r>
            <a:endParaRPr lang="zh-CN" altLang="en-US" sz="2800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2211" name="Rectangle 3">
            <a:extLst>
              <a:ext uri="{FF2B5EF4-FFF2-40B4-BE49-F238E27FC236}">
                <a16:creationId xmlns:a16="http://schemas.microsoft.com/office/drawing/2014/main" id="{4F3F3B96-6ADF-9FF8-BB98-52BBEEDEB8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8386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22212" name="Group 4">
            <a:extLst>
              <a:ext uri="{FF2B5EF4-FFF2-40B4-BE49-F238E27FC236}">
                <a16:creationId xmlns:a16="http://schemas.microsoft.com/office/drawing/2014/main" id="{7CE7A74C-E088-50B3-05B4-8583ED8688E6}"/>
              </a:ext>
            </a:extLst>
          </p:cNvPr>
          <p:cNvGrpSpPr>
            <a:grpSpLocks/>
          </p:cNvGrpSpPr>
          <p:nvPr/>
        </p:nvGrpSpPr>
        <p:grpSpPr bwMode="auto">
          <a:xfrm>
            <a:off x="2135189" y="1556936"/>
            <a:ext cx="6985000" cy="695325"/>
            <a:chOff x="0" y="0"/>
            <a:chExt cx="4400" cy="438"/>
          </a:xfrm>
        </p:grpSpPr>
        <p:sp>
          <p:nvSpPr>
            <p:cNvPr id="222213" name="Rectangle 5">
              <a:extLst>
                <a:ext uri="{FF2B5EF4-FFF2-40B4-BE49-F238E27FC236}">
                  <a16:creationId xmlns:a16="http://schemas.microsoft.com/office/drawing/2014/main" id="{E5F49531-0035-B76F-DA56-5797FA5DBF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4"/>
              <a:ext cx="215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a)</a:t>
              </a:r>
              <a:r>
                <a:rPr lang="zh-CN" alt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由其对称性，有：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</a:p>
          </p:txBody>
        </p:sp>
        <p:graphicFrame>
          <p:nvGraphicFramePr>
            <p:cNvPr id="222214" name="Object 6">
              <a:extLst>
                <a:ext uri="{FF2B5EF4-FFF2-40B4-BE49-F238E27FC236}">
                  <a16:creationId xmlns:a16="http://schemas.microsoft.com/office/drawing/2014/main" id="{087D842C-2568-40F5-0E25-D328719BCA5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4" y="0"/>
            <a:ext cx="1996" cy="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17" r:id="rId3" imgW="23990300" imgH="5270500" progId="Equation.3">
                    <p:embed/>
                  </p:oleObj>
                </mc:Choice>
                <mc:Fallback>
                  <p:oleObj r:id="rId3" imgW="23990300" imgH="5270500" progId="Equation.3">
                    <p:embed/>
                    <p:pic>
                      <p:nvPicPr>
                        <p:cNvPr id="222214" name="Object 6">
                          <a:extLst>
                            <a:ext uri="{FF2B5EF4-FFF2-40B4-BE49-F238E27FC236}">
                              <a16:creationId xmlns:a16="http://schemas.microsoft.com/office/drawing/2014/main" id="{087D842C-2568-40F5-0E25-D328719BCA5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4" y="0"/>
                          <a:ext cx="1996" cy="4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2215" name="Rectangle 7">
            <a:extLst>
              <a:ext uri="{FF2B5EF4-FFF2-40B4-BE49-F238E27FC236}">
                <a16:creationId xmlns:a16="http://schemas.microsoft.com/office/drawing/2014/main" id="{ACDFD3FD-D545-53AB-5C0D-DC530ACB16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8386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22216" name="Group 8">
            <a:extLst>
              <a:ext uri="{FF2B5EF4-FFF2-40B4-BE49-F238E27FC236}">
                <a16:creationId xmlns:a16="http://schemas.microsoft.com/office/drawing/2014/main" id="{DED3236D-9405-9C91-DB34-3C23E7254CBB}"/>
              </a:ext>
            </a:extLst>
          </p:cNvPr>
          <p:cNvGrpSpPr>
            <a:grpSpLocks/>
          </p:cNvGrpSpPr>
          <p:nvPr/>
        </p:nvGrpSpPr>
        <p:grpSpPr bwMode="auto">
          <a:xfrm>
            <a:off x="2135189" y="2446339"/>
            <a:ext cx="6840537" cy="682625"/>
            <a:chOff x="0" y="0"/>
            <a:chExt cx="4309" cy="430"/>
          </a:xfrm>
        </p:grpSpPr>
        <p:sp>
          <p:nvSpPr>
            <p:cNvPr id="222217" name="Rectangle 9">
              <a:extLst>
                <a:ext uri="{FF2B5EF4-FFF2-40B4-BE49-F238E27FC236}">
                  <a16:creationId xmlns:a16="http://schemas.microsoft.com/office/drawing/2014/main" id="{1E222498-95C3-62A4-0A29-39D3AB482B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8"/>
              <a:ext cx="282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b) 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当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充分大时（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&gt;45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），</a:t>
              </a:r>
              <a:r>
                <a:rPr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</a:p>
          </p:txBody>
        </p:sp>
        <p:graphicFrame>
          <p:nvGraphicFramePr>
            <p:cNvPr id="222218" name="Object 10">
              <a:extLst>
                <a:ext uri="{FF2B5EF4-FFF2-40B4-BE49-F238E27FC236}">
                  <a16:creationId xmlns:a16="http://schemas.microsoft.com/office/drawing/2014/main" id="{E521CE7E-7DBA-7313-D468-B28DD225AD3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94" y="0"/>
            <a:ext cx="1315" cy="4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18" r:id="rId5" imgW="16090900" imgH="5270500" progId="Equation.3">
                    <p:embed/>
                  </p:oleObj>
                </mc:Choice>
                <mc:Fallback>
                  <p:oleObj r:id="rId5" imgW="16090900" imgH="5270500" progId="Equation.3">
                    <p:embed/>
                    <p:pic>
                      <p:nvPicPr>
                        <p:cNvPr id="222218" name="Object 10">
                          <a:extLst>
                            <a:ext uri="{FF2B5EF4-FFF2-40B4-BE49-F238E27FC236}">
                              <a16:creationId xmlns:a16="http://schemas.microsoft.com/office/drawing/2014/main" id="{E521CE7E-7DBA-7313-D468-B28DD225AD3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94" y="0"/>
                          <a:ext cx="1315" cy="4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2219" name="Rectangle 11">
            <a:extLst>
              <a:ext uri="{FF2B5EF4-FFF2-40B4-BE49-F238E27FC236}">
                <a16:creationId xmlns:a16="http://schemas.microsoft.com/office/drawing/2014/main" id="{4924A522-A5E8-B890-6DF3-267BD21F8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83857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22220" name="Group 12">
            <a:extLst>
              <a:ext uri="{FF2B5EF4-FFF2-40B4-BE49-F238E27FC236}">
                <a16:creationId xmlns:a16="http://schemas.microsoft.com/office/drawing/2014/main" id="{EDDFB96E-12E9-7EC5-5B60-004775039EC2}"/>
              </a:ext>
            </a:extLst>
          </p:cNvPr>
          <p:cNvGrpSpPr>
            <a:grpSpLocks/>
          </p:cNvGrpSpPr>
          <p:nvPr/>
        </p:nvGrpSpPr>
        <p:grpSpPr bwMode="auto">
          <a:xfrm>
            <a:off x="2063750" y="3141663"/>
            <a:ext cx="8135938" cy="1230312"/>
            <a:chOff x="0" y="0"/>
            <a:chExt cx="5125" cy="775"/>
          </a:xfrm>
        </p:grpSpPr>
        <p:sp>
          <p:nvSpPr>
            <p:cNvPr id="222221" name="Rectangle 13">
              <a:extLst>
                <a:ext uri="{FF2B5EF4-FFF2-40B4-BE49-F238E27FC236}">
                  <a16:creationId xmlns:a16="http://schemas.microsoft.com/office/drawing/2014/main" id="{08A719D9-8E0C-5F76-CE72-B429F10E37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00"/>
              <a:ext cx="216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4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）对于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F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分布，有：</a:t>
              </a:r>
              <a:endPara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222222" name="Object 14">
              <a:extLst>
                <a:ext uri="{FF2B5EF4-FFF2-40B4-BE49-F238E27FC236}">
                  <a16:creationId xmlns:a16="http://schemas.microsoft.com/office/drawing/2014/main" id="{4E049DAA-8F15-87D5-F734-2C962BD1BA8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68" y="0"/>
            <a:ext cx="2857" cy="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19" r:id="rId7" imgW="37452300" imgH="10236200" progId="Equation.3">
                    <p:embed/>
                  </p:oleObj>
                </mc:Choice>
                <mc:Fallback>
                  <p:oleObj r:id="rId7" imgW="37452300" imgH="10236200" progId="Equation.3">
                    <p:embed/>
                    <p:pic>
                      <p:nvPicPr>
                        <p:cNvPr id="222222" name="Object 14">
                          <a:extLst>
                            <a:ext uri="{FF2B5EF4-FFF2-40B4-BE49-F238E27FC236}">
                              <a16:creationId xmlns:a16="http://schemas.microsoft.com/office/drawing/2014/main" id="{4E049DAA-8F15-87D5-F734-2C962BD1BA8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8" y="0"/>
                          <a:ext cx="2857" cy="7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22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22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222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222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222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222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10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>
            <a:extLst>
              <a:ext uri="{FF2B5EF4-FFF2-40B4-BE49-F238E27FC236}">
                <a16:creationId xmlns:a16="http://schemas.microsoft.com/office/drawing/2014/main" id="{03119314-B89C-D5C4-CECF-8810C4B9D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620714"/>
            <a:ext cx="36766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例</a:t>
            </a:r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2.</a:t>
            </a:r>
            <a:r>
              <a:rPr lang="en-US" altLang="zh-CN" sz="3200" b="1">
                <a:solidFill>
                  <a:srgbClr val="66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查表求下列值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graphicFrame>
        <p:nvGraphicFramePr>
          <p:cNvPr id="223235" name="Object 3">
            <a:extLst>
              <a:ext uri="{FF2B5EF4-FFF2-40B4-BE49-F238E27FC236}">
                <a16:creationId xmlns:a16="http://schemas.microsoft.com/office/drawing/2014/main" id="{BEBE46BD-B588-F16F-A77F-8A97AA03C3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48301" y="549276"/>
          <a:ext cx="1584325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96" r:id="rId3" imgW="11696700" imgH="5270500" progId="Equation.3">
                  <p:embed/>
                </p:oleObj>
              </mc:Choice>
              <mc:Fallback>
                <p:oleObj r:id="rId3" imgW="11696700" imgH="5270500" progId="Equation.3">
                  <p:embed/>
                  <p:pic>
                    <p:nvPicPr>
                      <p:cNvPr id="223235" name="Object 3">
                        <a:extLst>
                          <a:ext uri="{FF2B5EF4-FFF2-40B4-BE49-F238E27FC236}">
                            <a16:creationId xmlns:a16="http://schemas.microsoft.com/office/drawing/2014/main" id="{BEBE46BD-B588-F16F-A77F-8A97AA03C3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1" y="549276"/>
                        <a:ext cx="1584325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36" name="Object 4">
            <a:extLst>
              <a:ext uri="{FF2B5EF4-FFF2-40B4-BE49-F238E27FC236}">
                <a16:creationId xmlns:a16="http://schemas.microsoft.com/office/drawing/2014/main" id="{3CAB69DB-11F5-D5C3-E68A-468C68D3BC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32625" y="549275"/>
          <a:ext cx="15113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97" r:id="rId5" imgW="11696700" imgH="5270500" progId="Equation.3">
                  <p:embed/>
                </p:oleObj>
              </mc:Choice>
              <mc:Fallback>
                <p:oleObj r:id="rId5" imgW="11696700" imgH="5270500" progId="Equation.3">
                  <p:embed/>
                  <p:pic>
                    <p:nvPicPr>
                      <p:cNvPr id="223236" name="Object 4">
                        <a:extLst>
                          <a:ext uri="{FF2B5EF4-FFF2-40B4-BE49-F238E27FC236}">
                            <a16:creationId xmlns:a16="http://schemas.microsoft.com/office/drawing/2014/main" id="{3CAB69DB-11F5-D5C3-E68A-468C68D3BC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2625" y="549275"/>
                        <a:ext cx="15113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37" name="Object 5">
            <a:extLst>
              <a:ext uri="{FF2B5EF4-FFF2-40B4-BE49-F238E27FC236}">
                <a16:creationId xmlns:a16="http://schemas.microsoft.com/office/drawing/2014/main" id="{8C4B07D2-070B-0EDD-2D63-96752484B6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72489" y="598488"/>
          <a:ext cx="1944687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98" r:id="rId7" imgW="17259300" imgH="5270500" progId="Equation.3">
                  <p:embed/>
                </p:oleObj>
              </mc:Choice>
              <mc:Fallback>
                <p:oleObj r:id="rId7" imgW="17259300" imgH="5270500" progId="Equation.3">
                  <p:embed/>
                  <p:pic>
                    <p:nvPicPr>
                      <p:cNvPr id="223237" name="Object 5">
                        <a:extLst>
                          <a:ext uri="{FF2B5EF4-FFF2-40B4-BE49-F238E27FC236}">
                            <a16:creationId xmlns:a16="http://schemas.microsoft.com/office/drawing/2014/main" id="{8C4B07D2-070B-0EDD-2D63-96752484B6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2489" y="598488"/>
                        <a:ext cx="1944687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38" name="Object 6">
            <a:extLst>
              <a:ext uri="{FF2B5EF4-FFF2-40B4-BE49-F238E27FC236}">
                <a16:creationId xmlns:a16="http://schemas.microsoft.com/office/drawing/2014/main" id="{8C3AF64B-67E7-3235-CD9D-AAD11652AC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2314" y="1484314"/>
          <a:ext cx="1963737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99" r:id="rId9" imgW="17551400" imgH="5270500" progId="Equation.3">
                  <p:embed/>
                </p:oleObj>
              </mc:Choice>
              <mc:Fallback>
                <p:oleObj r:id="rId9" imgW="17551400" imgH="5270500" progId="Equation.3">
                  <p:embed/>
                  <p:pic>
                    <p:nvPicPr>
                      <p:cNvPr id="223238" name="Object 6">
                        <a:extLst>
                          <a:ext uri="{FF2B5EF4-FFF2-40B4-BE49-F238E27FC236}">
                            <a16:creationId xmlns:a16="http://schemas.microsoft.com/office/drawing/2014/main" id="{8C3AF64B-67E7-3235-CD9D-AAD11652AC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4" y="1484314"/>
                        <a:ext cx="1963737" cy="592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39" name="Object 7">
            <a:extLst>
              <a:ext uri="{FF2B5EF4-FFF2-40B4-BE49-F238E27FC236}">
                <a16:creationId xmlns:a16="http://schemas.microsoft.com/office/drawing/2014/main" id="{96285C7A-450F-B423-276C-B9FEB1A7A6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4464" y="1341438"/>
          <a:ext cx="1908175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00" r:id="rId11" imgW="15506700" imgH="5562600" progId="Equation.3">
                  <p:embed/>
                </p:oleObj>
              </mc:Choice>
              <mc:Fallback>
                <p:oleObj r:id="rId11" imgW="15506700" imgH="5562600" progId="Equation.3">
                  <p:embed/>
                  <p:pic>
                    <p:nvPicPr>
                      <p:cNvPr id="223239" name="Object 7">
                        <a:extLst>
                          <a:ext uri="{FF2B5EF4-FFF2-40B4-BE49-F238E27FC236}">
                            <a16:creationId xmlns:a16="http://schemas.microsoft.com/office/drawing/2014/main" id="{96285C7A-450F-B423-276C-B9FEB1A7A6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4464" y="1341438"/>
                        <a:ext cx="1908175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40" name="Rectangle 8">
            <a:extLst>
              <a:ext uri="{FF2B5EF4-FFF2-40B4-BE49-F238E27FC236}">
                <a16:creationId xmlns:a16="http://schemas.microsoft.com/office/drawing/2014/main" id="{85F3DCA2-861E-CD3D-17D8-C44C60EF3B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1942457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3241" name="Rectangle 9">
            <a:extLst>
              <a:ext uri="{FF2B5EF4-FFF2-40B4-BE49-F238E27FC236}">
                <a16:creationId xmlns:a16="http://schemas.microsoft.com/office/drawing/2014/main" id="{7C173ECF-2277-1BD6-4463-E49B685A6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424363"/>
            <a:ext cx="219075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23242" name="Object 10">
            <a:extLst>
              <a:ext uri="{FF2B5EF4-FFF2-40B4-BE49-F238E27FC236}">
                <a16:creationId xmlns:a16="http://schemas.microsoft.com/office/drawing/2014/main" id="{3F9E03AE-CCF2-08B5-6D4E-71D6A5EFF6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27350" y="2205039"/>
          <a:ext cx="2952750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01" r:id="rId13" imgW="23990300" imgH="5270500" progId="Equation.3">
                  <p:embed/>
                </p:oleObj>
              </mc:Choice>
              <mc:Fallback>
                <p:oleObj r:id="rId13" imgW="23990300" imgH="5270500" progId="Equation.3">
                  <p:embed/>
                  <p:pic>
                    <p:nvPicPr>
                      <p:cNvPr id="223242" name="Object 10">
                        <a:extLst>
                          <a:ext uri="{FF2B5EF4-FFF2-40B4-BE49-F238E27FC236}">
                            <a16:creationId xmlns:a16="http://schemas.microsoft.com/office/drawing/2014/main" id="{3F9E03AE-CCF2-08B5-6D4E-71D6A5EFF6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350" y="2205039"/>
                        <a:ext cx="2952750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43" name="Object 11">
            <a:extLst>
              <a:ext uri="{FF2B5EF4-FFF2-40B4-BE49-F238E27FC236}">
                <a16:creationId xmlns:a16="http://schemas.microsoft.com/office/drawing/2014/main" id="{F1DEA906-98A1-92E5-48C6-ABEDDA5F28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2889" y="2997200"/>
          <a:ext cx="309562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02" r:id="rId15" imgW="26035000" imgH="5270500" progId="Equation.3">
                  <p:embed/>
                </p:oleObj>
              </mc:Choice>
              <mc:Fallback>
                <p:oleObj r:id="rId15" imgW="26035000" imgH="5270500" progId="Equation.3">
                  <p:embed/>
                  <p:pic>
                    <p:nvPicPr>
                      <p:cNvPr id="223243" name="Object 11">
                        <a:extLst>
                          <a:ext uri="{FF2B5EF4-FFF2-40B4-BE49-F238E27FC236}">
                            <a16:creationId xmlns:a16="http://schemas.microsoft.com/office/drawing/2014/main" id="{F1DEA906-98A1-92E5-48C6-ABEDDA5F28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9" y="2997200"/>
                        <a:ext cx="3095625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44" name="Object 12">
            <a:extLst>
              <a:ext uri="{FF2B5EF4-FFF2-40B4-BE49-F238E27FC236}">
                <a16:creationId xmlns:a16="http://schemas.microsoft.com/office/drawing/2014/main" id="{64A5DD6B-4BC3-CBD1-23B3-E21A13817A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2888" y="3933825"/>
          <a:ext cx="2951162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03" r:id="rId17" imgW="26035000" imgH="5270500" progId="Equation.3">
                  <p:embed/>
                </p:oleObj>
              </mc:Choice>
              <mc:Fallback>
                <p:oleObj r:id="rId17" imgW="26035000" imgH="5270500" progId="Equation.3">
                  <p:embed/>
                  <p:pic>
                    <p:nvPicPr>
                      <p:cNvPr id="223244" name="Object 12">
                        <a:extLst>
                          <a:ext uri="{FF2B5EF4-FFF2-40B4-BE49-F238E27FC236}">
                            <a16:creationId xmlns:a16="http://schemas.microsoft.com/office/drawing/2014/main" id="{64A5DD6B-4BC3-CBD1-23B3-E21A13817A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8" y="3933825"/>
                        <a:ext cx="2951162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45" name="Rectangle 13">
            <a:extLst>
              <a:ext uri="{FF2B5EF4-FFF2-40B4-BE49-F238E27FC236}">
                <a16:creationId xmlns:a16="http://schemas.microsoft.com/office/drawing/2014/main" id="{2955D1DC-794C-C494-1F89-81ACC0205F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9" y="2205039"/>
            <a:ext cx="11525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解：</a:t>
            </a:r>
          </a:p>
        </p:txBody>
      </p:sp>
      <p:graphicFrame>
        <p:nvGraphicFramePr>
          <p:cNvPr id="223246" name="Object 14">
            <a:extLst>
              <a:ext uri="{FF2B5EF4-FFF2-40B4-BE49-F238E27FC236}">
                <a16:creationId xmlns:a16="http://schemas.microsoft.com/office/drawing/2014/main" id="{AB96B900-3404-A8EB-833A-6FBBC7B056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24563" y="3068639"/>
          <a:ext cx="172720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04" r:id="rId19" imgW="15798800" imgH="4102100" progId="Equation.3">
                  <p:embed/>
                </p:oleObj>
              </mc:Choice>
              <mc:Fallback>
                <p:oleObj r:id="rId19" imgW="15798800" imgH="4102100" progId="Equation.3">
                  <p:embed/>
                  <p:pic>
                    <p:nvPicPr>
                      <p:cNvPr id="223246" name="Object 14">
                        <a:extLst>
                          <a:ext uri="{FF2B5EF4-FFF2-40B4-BE49-F238E27FC236}">
                            <a16:creationId xmlns:a16="http://schemas.microsoft.com/office/drawing/2014/main" id="{AB96B900-3404-A8EB-833A-6FBBC7B056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4563" y="3068639"/>
                        <a:ext cx="1727200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47" name="Object 15">
            <a:extLst>
              <a:ext uri="{FF2B5EF4-FFF2-40B4-BE49-F238E27FC236}">
                <a16:creationId xmlns:a16="http://schemas.microsoft.com/office/drawing/2014/main" id="{6C027C55-15CC-D3B1-F3AB-A835D5C19F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2889" y="4581525"/>
          <a:ext cx="3743325" cy="1068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05" r:id="rId21" imgW="35699700" imgH="10236200" progId="Equation.3">
                  <p:embed/>
                </p:oleObj>
              </mc:Choice>
              <mc:Fallback>
                <p:oleObj r:id="rId21" imgW="35699700" imgH="10236200" progId="Equation.3">
                  <p:embed/>
                  <p:pic>
                    <p:nvPicPr>
                      <p:cNvPr id="223247" name="Object 15">
                        <a:extLst>
                          <a:ext uri="{FF2B5EF4-FFF2-40B4-BE49-F238E27FC236}">
                            <a16:creationId xmlns:a16="http://schemas.microsoft.com/office/drawing/2014/main" id="{6C027C55-15CC-D3B1-F3AB-A835D5C19F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9" y="4581525"/>
                        <a:ext cx="3743325" cy="1068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48" name="Object 16">
            <a:extLst>
              <a:ext uri="{FF2B5EF4-FFF2-40B4-BE49-F238E27FC236}">
                <a16:creationId xmlns:a16="http://schemas.microsoft.com/office/drawing/2014/main" id="{DD6C20C8-7B41-4936-45ED-8C9FD28F0E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2889" y="5805488"/>
          <a:ext cx="3240087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06" r:id="rId23" imgW="26911300" imgH="5562600" progId="Equation.3">
                  <p:embed/>
                </p:oleObj>
              </mc:Choice>
              <mc:Fallback>
                <p:oleObj r:id="rId23" imgW="26911300" imgH="5562600" progId="Equation.3">
                  <p:embed/>
                  <p:pic>
                    <p:nvPicPr>
                      <p:cNvPr id="223248" name="Object 16">
                        <a:extLst>
                          <a:ext uri="{FF2B5EF4-FFF2-40B4-BE49-F238E27FC236}">
                            <a16:creationId xmlns:a16="http://schemas.microsoft.com/office/drawing/2014/main" id="{DD6C20C8-7B41-4936-45ED-8C9FD28F0E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9" y="5805488"/>
                        <a:ext cx="3240087" cy="658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49" name="Rectangle 17">
            <a:extLst>
              <a:ext uri="{FF2B5EF4-FFF2-40B4-BE49-F238E27FC236}">
                <a16:creationId xmlns:a16="http://schemas.microsoft.com/office/drawing/2014/main" id="{37E33192-E68C-62E1-42F9-B6AFC449E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72826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3250" name="Rectangle 18">
            <a:extLst>
              <a:ext uri="{FF2B5EF4-FFF2-40B4-BE49-F238E27FC236}">
                <a16:creationId xmlns:a16="http://schemas.microsoft.com/office/drawing/2014/main" id="{5F27B2FF-1E86-DB12-6A71-41635090F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387725"/>
            <a:ext cx="3746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幼圆" pitchFamily="49" charset="-122"/>
              </a:rPr>
              <a:t>， </a:t>
            </a: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23251" name="Object 19">
            <a:extLst>
              <a:ext uri="{FF2B5EF4-FFF2-40B4-BE49-F238E27FC236}">
                <a16:creationId xmlns:a16="http://schemas.microsoft.com/office/drawing/2014/main" id="{4C8CC23E-46EC-9E82-B4B4-92FE79F226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43701" y="4581525"/>
          <a:ext cx="2030413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07" r:id="rId25" imgW="19011900" imgH="9359900" progId="Equation.3">
                  <p:embed/>
                </p:oleObj>
              </mc:Choice>
              <mc:Fallback>
                <p:oleObj r:id="rId25" imgW="19011900" imgH="9359900" progId="Equation.3">
                  <p:embed/>
                  <p:pic>
                    <p:nvPicPr>
                      <p:cNvPr id="223251" name="Object 19">
                        <a:extLst>
                          <a:ext uri="{FF2B5EF4-FFF2-40B4-BE49-F238E27FC236}">
                            <a16:creationId xmlns:a16="http://schemas.microsoft.com/office/drawing/2014/main" id="{4C8CC23E-46EC-9E82-B4B4-92FE79F226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3701" y="4581525"/>
                        <a:ext cx="2030413" cy="992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52" name="Object 20">
            <a:extLst>
              <a:ext uri="{FF2B5EF4-FFF2-40B4-BE49-F238E27FC236}">
                <a16:creationId xmlns:a16="http://schemas.microsoft.com/office/drawing/2014/main" id="{70B0A263-2D62-7A97-3EB8-C0EC4E7080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80101" y="1230313"/>
          <a:ext cx="1223963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08" r:id="rId27" imgW="7607300" imgH="5562600" progId="Equation.3">
                  <p:embed/>
                </p:oleObj>
              </mc:Choice>
              <mc:Fallback>
                <p:oleObj r:id="rId27" imgW="7607300" imgH="5562600" progId="Equation.3">
                  <p:embed/>
                  <p:pic>
                    <p:nvPicPr>
                      <p:cNvPr id="223252" name="Object 20">
                        <a:extLst>
                          <a:ext uri="{FF2B5EF4-FFF2-40B4-BE49-F238E27FC236}">
                            <a16:creationId xmlns:a16="http://schemas.microsoft.com/office/drawing/2014/main" id="{70B0A263-2D62-7A97-3EB8-C0EC4E7080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0101" y="1230313"/>
                        <a:ext cx="1223963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53" name="Object 21">
            <a:extLst>
              <a:ext uri="{FF2B5EF4-FFF2-40B4-BE49-F238E27FC236}">
                <a16:creationId xmlns:a16="http://schemas.microsoft.com/office/drawing/2014/main" id="{B60010CA-5527-6496-98A1-80459B8790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56364" y="5734050"/>
          <a:ext cx="2016125" cy="66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09" r:id="rId29" imgW="16675100" imgH="5562600" progId="Equation.3">
                  <p:embed/>
                </p:oleObj>
              </mc:Choice>
              <mc:Fallback>
                <p:oleObj r:id="rId29" imgW="16675100" imgH="5562600" progId="Equation.3">
                  <p:embed/>
                  <p:pic>
                    <p:nvPicPr>
                      <p:cNvPr id="223253" name="Object 21">
                        <a:extLst>
                          <a:ext uri="{FF2B5EF4-FFF2-40B4-BE49-F238E27FC236}">
                            <a16:creationId xmlns:a16="http://schemas.microsoft.com/office/drawing/2014/main" id="{B60010CA-5527-6496-98A1-80459B8790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6364" y="5734050"/>
                        <a:ext cx="2016125" cy="668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23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23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23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23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223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23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22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3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3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223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223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8" dur="500"/>
                                        <p:tgtEl>
                                          <p:spTgt spid="223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23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23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23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23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5" dur="500"/>
                                        <p:tgtEl>
                                          <p:spTgt spid="223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1000" fill="hold"/>
                                        <p:tgtEl>
                                          <p:spTgt spid="223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223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23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23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1000" fill="hold"/>
                                        <p:tgtEl>
                                          <p:spTgt spid="223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1000" fill="hold"/>
                                        <p:tgtEl>
                                          <p:spTgt spid="223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34" grpId="0" autoUpdateAnimBg="0"/>
      <p:bldP spid="223245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258" name="Group 2">
            <a:extLst>
              <a:ext uri="{FF2B5EF4-FFF2-40B4-BE49-F238E27FC236}">
                <a16:creationId xmlns:a16="http://schemas.microsoft.com/office/drawing/2014/main" id="{DBCC8B32-F2FE-0FA0-6A33-937A5323DC44}"/>
              </a:ext>
            </a:extLst>
          </p:cNvPr>
          <p:cNvGrpSpPr>
            <a:grpSpLocks/>
          </p:cNvGrpSpPr>
          <p:nvPr/>
        </p:nvGrpSpPr>
        <p:grpSpPr bwMode="auto">
          <a:xfrm>
            <a:off x="1524001" y="333375"/>
            <a:ext cx="6804025" cy="579438"/>
            <a:chOff x="0" y="0"/>
            <a:chExt cx="4286" cy="365"/>
          </a:xfrm>
        </p:grpSpPr>
        <p:graphicFrame>
          <p:nvGraphicFramePr>
            <p:cNvPr id="224259" name="Object 3">
              <a:extLst>
                <a:ext uri="{FF2B5EF4-FFF2-40B4-BE49-F238E27FC236}">
                  <a16:creationId xmlns:a16="http://schemas.microsoft.com/office/drawing/2014/main" id="{6DEAEAA8-D426-0416-EFC5-61C14C06BEA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15" y="45"/>
            <a:ext cx="771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75" r:id="rId3" imgW="12877800" imgH="5270500" progId="Equation.3">
                    <p:embed/>
                  </p:oleObj>
                </mc:Choice>
                <mc:Fallback>
                  <p:oleObj r:id="rId3" imgW="12877800" imgH="5270500" progId="Equation.3">
                    <p:embed/>
                    <p:pic>
                      <p:nvPicPr>
                        <p:cNvPr id="224259" name="Object 3">
                          <a:extLst>
                            <a:ext uri="{FF2B5EF4-FFF2-40B4-BE49-F238E27FC236}">
                              <a16:creationId xmlns:a16="http://schemas.microsoft.com/office/drawing/2014/main" id="{6DEAEAA8-D426-0416-EFC5-61C14C06BEA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5" y="45"/>
                          <a:ext cx="771" cy="3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4260" name="Rectangle 4">
              <a:extLst>
                <a:ext uri="{FF2B5EF4-FFF2-40B4-BE49-F238E27FC236}">
                  <a16:creationId xmlns:a16="http://schemas.microsoft.com/office/drawing/2014/main" id="{B9AD1D59-76AA-A620-5539-2ED0D6DCAE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833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200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例</a:t>
              </a:r>
              <a:r>
                <a:rPr lang="en-US" altLang="zh-CN" sz="3200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3.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设总体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和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相互独立，同服从</a:t>
              </a:r>
            </a:p>
          </p:txBody>
        </p:sp>
      </p:grpSp>
      <p:sp>
        <p:nvSpPr>
          <p:cNvPr id="224261" name="Rectangle 5">
            <a:extLst>
              <a:ext uri="{FF2B5EF4-FFF2-40B4-BE49-F238E27FC236}">
                <a16:creationId xmlns:a16="http://schemas.microsoft.com/office/drawing/2014/main" id="{3D4AF98F-E04D-88F0-B4FC-D456EE29B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125538"/>
            <a:ext cx="8280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分布，而 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baseline="-30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baseline="-30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…, X</a:t>
            </a:r>
            <a:r>
              <a:rPr lang="en-US" altLang="zh-CN" sz="2800" b="1" baseline="-30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9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和 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lang="en-US" altLang="zh-CN" sz="2800" b="1" baseline="-30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lang="en-US" altLang="zh-CN" sz="2800" b="1" baseline="-30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…, Y</a:t>
            </a:r>
            <a:r>
              <a:rPr lang="en-US" altLang="zh-CN" sz="2800" b="1" baseline="-30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9</a:t>
            </a:r>
            <a:endParaRPr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224262" name="Group 6">
            <a:extLst>
              <a:ext uri="{FF2B5EF4-FFF2-40B4-BE49-F238E27FC236}">
                <a16:creationId xmlns:a16="http://schemas.microsoft.com/office/drawing/2014/main" id="{D300A170-36A0-E5F5-1D2F-6F7AE804F33C}"/>
              </a:ext>
            </a:extLst>
          </p:cNvPr>
          <p:cNvGrpSpPr>
            <a:grpSpLocks/>
          </p:cNvGrpSpPr>
          <p:nvPr/>
        </p:nvGrpSpPr>
        <p:grpSpPr bwMode="auto">
          <a:xfrm>
            <a:off x="1703389" y="2636839"/>
            <a:ext cx="5305425" cy="1157287"/>
            <a:chOff x="0" y="0"/>
            <a:chExt cx="3342" cy="729"/>
          </a:xfrm>
        </p:grpSpPr>
        <p:graphicFrame>
          <p:nvGraphicFramePr>
            <p:cNvPr id="224263" name="Object 7">
              <a:extLst>
                <a:ext uri="{FF2B5EF4-FFF2-40B4-BE49-F238E27FC236}">
                  <a16:creationId xmlns:a16="http://schemas.microsoft.com/office/drawing/2014/main" id="{5B754A01-D30F-FA41-82A7-713DE451EF9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0"/>
            <a:ext cx="2404" cy="7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76" r:id="rId5" imgW="38328600" imgH="11696700" progId="Equation.3">
                    <p:embed/>
                  </p:oleObj>
                </mc:Choice>
                <mc:Fallback>
                  <p:oleObj r:id="rId5" imgW="38328600" imgH="11696700" progId="Equation.3">
                    <p:embed/>
                    <p:pic>
                      <p:nvPicPr>
                        <p:cNvPr id="224263" name="Object 7">
                          <a:extLst>
                            <a:ext uri="{FF2B5EF4-FFF2-40B4-BE49-F238E27FC236}">
                              <a16:creationId xmlns:a16="http://schemas.microsoft.com/office/drawing/2014/main" id="{5B754A01-D30F-FA41-82A7-713DE451EF9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2404" cy="7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4264" name="Rectangle 8">
              <a:extLst>
                <a:ext uri="{FF2B5EF4-FFF2-40B4-BE49-F238E27FC236}">
                  <a16:creationId xmlns:a16="http://schemas.microsoft.com/office/drawing/2014/main" id="{4DBC21B6-ED4D-5087-7D2E-DFEDEC124C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5" y="155"/>
              <a:ext cx="84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的分布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.</a:t>
              </a:r>
            </a:p>
          </p:txBody>
        </p:sp>
      </p:grpSp>
      <p:sp>
        <p:nvSpPr>
          <p:cNvPr id="224265" name="Rectangle 9">
            <a:extLst>
              <a:ext uri="{FF2B5EF4-FFF2-40B4-BE49-F238E27FC236}">
                <a16:creationId xmlns:a16="http://schemas.microsoft.com/office/drawing/2014/main" id="{3E6D6D2F-689C-8DA2-0B8C-0D002D4BD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844676"/>
            <a:ext cx="70993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分别是来自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的简单随机样本，求统计量</a:t>
            </a:r>
          </a:p>
        </p:txBody>
      </p:sp>
      <p:sp>
        <p:nvSpPr>
          <p:cNvPr id="224266" name="Rectangle 10">
            <a:extLst>
              <a:ext uri="{FF2B5EF4-FFF2-40B4-BE49-F238E27FC236}">
                <a16:creationId xmlns:a16="http://schemas.microsoft.com/office/drawing/2014/main" id="{E35837DD-FBDB-3E9F-13F9-C97DE6972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1" y="4076700"/>
            <a:ext cx="10001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解：</a:t>
            </a:r>
          </a:p>
        </p:txBody>
      </p:sp>
      <p:graphicFrame>
        <p:nvGraphicFramePr>
          <p:cNvPr id="224267" name="Object 11">
            <a:extLst>
              <a:ext uri="{FF2B5EF4-FFF2-40B4-BE49-F238E27FC236}">
                <a16:creationId xmlns:a16="http://schemas.microsoft.com/office/drawing/2014/main" id="{3DBCDA19-6A70-794B-EA3E-6878CFAFEE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11450" y="4149725"/>
          <a:ext cx="2305050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7" r:id="rId7" imgW="22237700" imgH="5270500" progId="Equation.3">
                  <p:embed/>
                </p:oleObj>
              </mc:Choice>
              <mc:Fallback>
                <p:oleObj r:id="rId7" imgW="22237700" imgH="5270500" progId="Equation.3">
                  <p:embed/>
                  <p:pic>
                    <p:nvPicPr>
                      <p:cNvPr id="224267" name="Object 11">
                        <a:extLst>
                          <a:ext uri="{FF2B5EF4-FFF2-40B4-BE49-F238E27FC236}">
                            <a16:creationId xmlns:a16="http://schemas.microsoft.com/office/drawing/2014/main" id="{3DBCDA19-6A70-794B-EA3E-6878CFAFEE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0" y="4149725"/>
                        <a:ext cx="2305050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268" name="Object 12">
            <a:extLst>
              <a:ext uri="{FF2B5EF4-FFF2-40B4-BE49-F238E27FC236}">
                <a16:creationId xmlns:a16="http://schemas.microsoft.com/office/drawing/2014/main" id="{4DC06349-54CF-FB15-B81D-8856E78839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91175" y="4008439"/>
          <a:ext cx="2520950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8" r:id="rId9" imgW="28092400" imgH="9944100" progId="Equation.3">
                  <p:embed/>
                </p:oleObj>
              </mc:Choice>
              <mc:Fallback>
                <p:oleObj r:id="rId9" imgW="28092400" imgH="9944100" progId="Equation.3">
                  <p:embed/>
                  <p:pic>
                    <p:nvPicPr>
                      <p:cNvPr id="224268" name="Object 12">
                        <a:extLst>
                          <a:ext uri="{FF2B5EF4-FFF2-40B4-BE49-F238E27FC236}">
                            <a16:creationId xmlns:a16="http://schemas.microsoft.com/office/drawing/2014/main" id="{4DC06349-54CF-FB15-B81D-8856E78839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1175" y="4008439"/>
                        <a:ext cx="2520950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269" name="Object 13">
            <a:extLst>
              <a:ext uri="{FF2B5EF4-FFF2-40B4-BE49-F238E27FC236}">
                <a16:creationId xmlns:a16="http://schemas.microsoft.com/office/drawing/2014/main" id="{4B0112BF-AE0F-9233-945A-E5433D1929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00376" y="4868864"/>
          <a:ext cx="2449513" cy="128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9" r:id="rId11" imgW="27203400" imgH="14338300" progId="Equation.3">
                  <p:embed/>
                </p:oleObj>
              </mc:Choice>
              <mc:Fallback>
                <p:oleObj r:id="rId11" imgW="27203400" imgH="14338300" progId="Equation.3">
                  <p:embed/>
                  <p:pic>
                    <p:nvPicPr>
                      <p:cNvPr id="224269" name="Object 13">
                        <a:extLst>
                          <a:ext uri="{FF2B5EF4-FFF2-40B4-BE49-F238E27FC236}">
                            <a16:creationId xmlns:a16="http://schemas.microsoft.com/office/drawing/2014/main" id="{4B0112BF-AE0F-9233-945A-E5433D1929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6" y="4868864"/>
                        <a:ext cx="2449513" cy="1285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4270" name="Rectangle 14">
            <a:extLst>
              <a:ext uri="{FF2B5EF4-FFF2-40B4-BE49-F238E27FC236}">
                <a16:creationId xmlns:a16="http://schemas.microsoft.com/office/drawing/2014/main" id="{1FBF5592-9FFA-05B4-2354-5751A37655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2901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24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24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24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24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4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4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0" dur="1000"/>
                                        <p:tgtEl>
                                          <p:spTgt spid="224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5" dur="1000"/>
                                        <p:tgtEl>
                                          <p:spTgt spid="224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1000"/>
                                        <p:tgtEl>
                                          <p:spTgt spid="224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261" grpId="0" autoUpdateAnimBg="0"/>
      <p:bldP spid="224265" grpId="0" autoUpdateAnimBg="0"/>
      <p:bldP spid="224266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282" name="Object 2">
            <a:extLst>
              <a:ext uri="{FF2B5EF4-FFF2-40B4-BE49-F238E27FC236}">
                <a16:creationId xmlns:a16="http://schemas.microsoft.com/office/drawing/2014/main" id="{104AA52C-30E0-8E9F-8AB5-C147DC5102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8214" y="836613"/>
          <a:ext cx="2408237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4" r:id="rId3" imgW="21069300" imgH="5270500" progId="Equation.3">
                  <p:embed/>
                </p:oleObj>
              </mc:Choice>
              <mc:Fallback>
                <p:oleObj r:id="rId3" imgW="21069300" imgH="5270500" progId="Equation.3">
                  <p:embed/>
                  <p:pic>
                    <p:nvPicPr>
                      <p:cNvPr id="225282" name="Object 2">
                        <a:extLst>
                          <a:ext uri="{FF2B5EF4-FFF2-40B4-BE49-F238E27FC236}">
                            <a16:creationId xmlns:a16="http://schemas.microsoft.com/office/drawing/2014/main" id="{104AA52C-30E0-8E9F-8AB5-C147DC5102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4" y="836613"/>
                        <a:ext cx="2408237" cy="60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83" name="Object 3">
            <a:extLst>
              <a:ext uri="{FF2B5EF4-FFF2-40B4-BE49-F238E27FC236}">
                <a16:creationId xmlns:a16="http://schemas.microsoft.com/office/drawing/2014/main" id="{084FE191-F5DA-338C-0DDB-B92E67EF43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59376" y="549275"/>
          <a:ext cx="2663825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5" r:id="rId5" imgW="23698200" imgH="9359900" progId="Equation.3">
                  <p:embed/>
                </p:oleObj>
              </mc:Choice>
              <mc:Fallback>
                <p:oleObj r:id="rId5" imgW="23698200" imgH="9359900" progId="Equation.3">
                  <p:embed/>
                  <p:pic>
                    <p:nvPicPr>
                      <p:cNvPr id="225283" name="Object 3">
                        <a:extLst>
                          <a:ext uri="{FF2B5EF4-FFF2-40B4-BE49-F238E27FC236}">
                            <a16:creationId xmlns:a16="http://schemas.microsoft.com/office/drawing/2014/main" id="{084FE191-F5DA-338C-0DDB-B92E67EF43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9376" y="549275"/>
                        <a:ext cx="2663825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84" name="Object 4">
            <a:extLst>
              <a:ext uri="{FF2B5EF4-FFF2-40B4-BE49-F238E27FC236}">
                <a16:creationId xmlns:a16="http://schemas.microsoft.com/office/drawing/2014/main" id="{61940EEE-0C81-EB19-4E85-06ECB9D0FF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3751" y="1557338"/>
          <a:ext cx="3744913" cy="145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6" r:id="rId7" imgW="38620700" imgH="14922500" progId="Equation.3">
                  <p:embed/>
                </p:oleObj>
              </mc:Choice>
              <mc:Fallback>
                <p:oleObj r:id="rId7" imgW="38620700" imgH="14922500" progId="Equation.3">
                  <p:embed/>
                  <p:pic>
                    <p:nvPicPr>
                      <p:cNvPr id="225284" name="Object 4">
                        <a:extLst>
                          <a:ext uri="{FF2B5EF4-FFF2-40B4-BE49-F238E27FC236}">
                            <a16:creationId xmlns:a16="http://schemas.microsoft.com/office/drawing/2014/main" id="{61940EEE-0C81-EB19-4E85-06ECB9D0FF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1" y="1557338"/>
                        <a:ext cx="3744913" cy="145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85" name="Object 5">
            <a:extLst>
              <a:ext uri="{FF2B5EF4-FFF2-40B4-BE49-F238E27FC236}">
                <a16:creationId xmlns:a16="http://schemas.microsoft.com/office/drawing/2014/main" id="{7ED7A976-D794-E9D0-9E92-97AFFE4ED9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2314" y="3357563"/>
          <a:ext cx="2879725" cy="212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7" r:id="rId9" imgW="28092400" imgH="20777200" progId="Equation.3">
                  <p:embed/>
                </p:oleObj>
              </mc:Choice>
              <mc:Fallback>
                <p:oleObj r:id="rId9" imgW="28092400" imgH="20777200" progId="Equation.3">
                  <p:embed/>
                  <p:pic>
                    <p:nvPicPr>
                      <p:cNvPr id="225285" name="Object 5">
                        <a:extLst>
                          <a:ext uri="{FF2B5EF4-FFF2-40B4-BE49-F238E27FC236}">
                            <a16:creationId xmlns:a16="http://schemas.microsoft.com/office/drawing/2014/main" id="{7ED7A976-D794-E9D0-9E92-97AFFE4ED9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4" y="3357563"/>
                        <a:ext cx="2879725" cy="212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86" name="Object 6">
            <a:extLst>
              <a:ext uri="{FF2B5EF4-FFF2-40B4-BE49-F238E27FC236}">
                <a16:creationId xmlns:a16="http://schemas.microsoft.com/office/drawing/2014/main" id="{49316A94-FB94-A5B3-75E3-FD36486E90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32850" y="4076701"/>
          <a:ext cx="1411288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8" r:id="rId11" imgW="9359900" imgH="4686300" progId="Equation.3">
                  <p:embed/>
                </p:oleObj>
              </mc:Choice>
              <mc:Fallback>
                <p:oleObj r:id="rId11" imgW="9359900" imgH="4686300" progId="Equation.3">
                  <p:embed/>
                  <p:pic>
                    <p:nvPicPr>
                      <p:cNvPr id="225286" name="Object 6">
                        <a:extLst>
                          <a:ext uri="{FF2B5EF4-FFF2-40B4-BE49-F238E27FC236}">
                            <a16:creationId xmlns:a16="http://schemas.microsoft.com/office/drawing/2014/main" id="{49316A94-FB94-A5B3-75E3-FD36486E90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2850" y="4076701"/>
                        <a:ext cx="1411288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87" name="Object 7">
            <a:extLst>
              <a:ext uri="{FF2B5EF4-FFF2-40B4-BE49-F238E27FC236}">
                <a16:creationId xmlns:a16="http://schemas.microsoft.com/office/drawing/2014/main" id="{E76A1D1C-514E-5431-F4A2-E3C4372AFD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16500" y="3860801"/>
          <a:ext cx="3671888" cy="1230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9" r:id="rId13" imgW="34810700" imgH="11696700" progId="Equation.3">
                  <p:embed/>
                </p:oleObj>
              </mc:Choice>
              <mc:Fallback>
                <p:oleObj r:id="rId13" imgW="34810700" imgH="11696700" progId="Equation.3">
                  <p:embed/>
                  <p:pic>
                    <p:nvPicPr>
                      <p:cNvPr id="225287" name="Object 7">
                        <a:extLst>
                          <a:ext uri="{FF2B5EF4-FFF2-40B4-BE49-F238E27FC236}">
                            <a16:creationId xmlns:a16="http://schemas.microsoft.com/office/drawing/2014/main" id="{E76A1D1C-514E-5431-F4A2-E3C4372AFD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500" y="3860801"/>
                        <a:ext cx="3671888" cy="1230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25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25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25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25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9" dur="1000"/>
                                        <p:tgtEl>
                                          <p:spTgt spid="225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1000"/>
                                        <p:tgtEl>
                                          <p:spTgt spid="225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1000"/>
                                        <p:tgtEl>
                                          <p:spTgt spid="225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25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225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>
            <a:extLst>
              <a:ext uri="{FF2B5EF4-FFF2-40B4-BE49-F238E27FC236}">
                <a16:creationId xmlns:a16="http://schemas.microsoft.com/office/drawing/2014/main" id="{908D83D5-26D3-E06B-AF96-A9EB96A468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9" y="1268413"/>
            <a:ext cx="79216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baseline="-30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baseline="-30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…,X</a:t>
            </a:r>
            <a:r>
              <a:rPr lang="en-US" altLang="zh-CN" sz="2800" b="1" baseline="-30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15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是来自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的简单随机样本，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求</a:t>
            </a:r>
          </a:p>
        </p:txBody>
      </p:sp>
      <p:grpSp>
        <p:nvGrpSpPr>
          <p:cNvPr id="226307" name="Group 3">
            <a:extLst>
              <a:ext uri="{FF2B5EF4-FFF2-40B4-BE49-F238E27FC236}">
                <a16:creationId xmlns:a16="http://schemas.microsoft.com/office/drawing/2014/main" id="{F5467C51-87F6-A5ED-A6B0-34CC38A406F8}"/>
              </a:ext>
            </a:extLst>
          </p:cNvPr>
          <p:cNvGrpSpPr>
            <a:grpSpLocks/>
          </p:cNvGrpSpPr>
          <p:nvPr/>
        </p:nvGrpSpPr>
        <p:grpSpPr bwMode="auto">
          <a:xfrm>
            <a:off x="1774825" y="404814"/>
            <a:ext cx="5862638" cy="579437"/>
            <a:chOff x="0" y="0"/>
            <a:chExt cx="3693" cy="365"/>
          </a:xfrm>
        </p:grpSpPr>
        <p:graphicFrame>
          <p:nvGraphicFramePr>
            <p:cNvPr id="226308" name="Object 4">
              <a:extLst>
                <a:ext uri="{FF2B5EF4-FFF2-40B4-BE49-F238E27FC236}">
                  <a16:creationId xmlns:a16="http://schemas.microsoft.com/office/drawing/2014/main" id="{7A1FFE20-24AE-21E7-A375-3FC0B8DC0D6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60" y="0"/>
            <a:ext cx="820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23" r:id="rId3" imgW="12877800" imgH="5270500" progId="Equation.3">
                    <p:embed/>
                  </p:oleObj>
                </mc:Choice>
                <mc:Fallback>
                  <p:oleObj r:id="rId3" imgW="12877800" imgH="5270500" progId="Equation.3">
                    <p:embed/>
                    <p:pic>
                      <p:nvPicPr>
                        <p:cNvPr id="226308" name="Object 4">
                          <a:extLst>
                            <a:ext uri="{FF2B5EF4-FFF2-40B4-BE49-F238E27FC236}">
                              <a16:creationId xmlns:a16="http://schemas.microsoft.com/office/drawing/2014/main" id="{7A1FFE20-24AE-21E7-A375-3FC0B8DC0D6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60" y="0"/>
                          <a:ext cx="820" cy="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6309" name="Rectangle 5">
              <a:extLst>
                <a:ext uri="{FF2B5EF4-FFF2-40B4-BE49-F238E27FC236}">
                  <a16:creationId xmlns:a16="http://schemas.microsoft.com/office/drawing/2014/main" id="{0EDE97CE-03F5-1397-0B44-5512CABC9B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84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200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例</a:t>
              </a:r>
              <a:r>
                <a:rPr lang="en-US" altLang="zh-CN" sz="3200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4.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设总体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服从</a:t>
              </a:r>
            </a:p>
          </p:txBody>
        </p:sp>
        <p:sp>
          <p:nvSpPr>
            <p:cNvPr id="226310" name="Rectangle 6">
              <a:extLst>
                <a:ext uri="{FF2B5EF4-FFF2-40B4-BE49-F238E27FC236}">
                  <a16:creationId xmlns:a16="http://schemas.microsoft.com/office/drawing/2014/main" id="{D67E1B03-A115-308F-F0F3-B385F8908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7" y="0"/>
              <a:ext cx="10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分布，而</a:t>
              </a:r>
              <a:endParaRPr lang="zh-CN" altLang="en-US" sz="2800" b="1" baseline="-30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grpSp>
        <p:nvGrpSpPr>
          <p:cNvPr id="226311" name="Group 7">
            <a:extLst>
              <a:ext uri="{FF2B5EF4-FFF2-40B4-BE49-F238E27FC236}">
                <a16:creationId xmlns:a16="http://schemas.microsoft.com/office/drawing/2014/main" id="{D890D7DA-CB90-9A32-785F-FB56FB06B492}"/>
              </a:ext>
            </a:extLst>
          </p:cNvPr>
          <p:cNvGrpSpPr>
            <a:grpSpLocks/>
          </p:cNvGrpSpPr>
          <p:nvPr/>
        </p:nvGrpSpPr>
        <p:grpSpPr bwMode="auto">
          <a:xfrm>
            <a:off x="1774826" y="2060576"/>
            <a:ext cx="7967663" cy="1039813"/>
            <a:chOff x="0" y="0"/>
            <a:chExt cx="5019" cy="655"/>
          </a:xfrm>
        </p:grpSpPr>
        <p:graphicFrame>
          <p:nvGraphicFramePr>
            <p:cNvPr id="226312" name="Object 8">
              <a:extLst>
                <a:ext uri="{FF2B5EF4-FFF2-40B4-BE49-F238E27FC236}">
                  <a16:creationId xmlns:a16="http://schemas.microsoft.com/office/drawing/2014/main" id="{18299049-C673-E579-6B2C-7C5855D392B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72" y="0"/>
            <a:ext cx="3110" cy="6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24" r:id="rId5" imgW="46812200" imgH="11112500" progId="Equation.3">
                    <p:embed/>
                  </p:oleObj>
                </mc:Choice>
                <mc:Fallback>
                  <p:oleObj r:id="rId5" imgW="46812200" imgH="11112500" progId="Equation.3">
                    <p:embed/>
                    <p:pic>
                      <p:nvPicPr>
                        <p:cNvPr id="226312" name="Object 8">
                          <a:extLst>
                            <a:ext uri="{FF2B5EF4-FFF2-40B4-BE49-F238E27FC236}">
                              <a16:creationId xmlns:a16="http://schemas.microsoft.com/office/drawing/2014/main" id="{18299049-C673-E579-6B2C-7C5855D392B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2" y="0"/>
                          <a:ext cx="3110" cy="6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6313" name="Rectangle 9">
              <a:extLst>
                <a:ext uri="{FF2B5EF4-FFF2-40B4-BE49-F238E27FC236}">
                  <a16:creationId xmlns:a16="http://schemas.microsoft.com/office/drawing/2014/main" id="{CFF61C7C-D4AA-F5EB-8CBF-527F195F95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6" y="91"/>
              <a:ext cx="116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的分布</a:t>
              </a:r>
              <a:r>
                <a:rPr lang="en-US" altLang="zh-CN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.</a:t>
              </a:r>
            </a:p>
          </p:txBody>
        </p:sp>
        <p:sp>
          <p:nvSpPr>
            <p:cNvPr id="226314" name="Rectangle 10">
              <a:extLst>
                <a:ext uri="{FF2B5EF4-FFF2-40B4-BE49-F238E27FC236}">
                  <a16:creationId xmlns:a16="http://schemas.microsoft.com/office/drawing/2014/main" id="{F5FF797F-97AF-C570-917A-28D9665815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36"/>
              <a:ext cx="130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统计量</a:t>
              </a:r>
            </a:p>
          </p:txBody>
        </p:sp>
      </p:grpSp>
      <p:sp>
        <p:nvSpPr>
          <p:cNvPr id="226315" name="Rectangle 11">
            <a:extLst>
              <a:ext uri="{FF2B5EF4-FFF2-40B4-BE49-F238E27FC236}">
                <a16:creationId xmlns:a16="http://schemas.microsoft.com/office/drawing/2014/main" id="{C0DF6BB0-5C7D-3A78-CAAF-CCF4B9996C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9" y="3429000"/>
            <a:ext cx="10001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解：</a:t>
            </a:r>
          </a:p>
        </p:txBody>
      </p:sp>
      <p:graphicFrame>
        <p:nvGraphicFramePr>
          <p:cNvPr id="226316" name="Object 12">
            <a:extLst>
              <a:ext uri="{FF2B5EF4-FFF2-40B4-BE49-F238E27FC236}">
                <a16:creationId xmlns:a16="http://schemas.microsoft.com/office/drawing/2014/main" id="{0B708592-94B6-5C67-C474-44F5F5B4D7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66988" y="3500438"/>
          <a:ext cx="240665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5" r:id="rId7" imgW="23990300" imgH="5562600" progId="Equation.3">
                  <p:embed/>
                </p:oleObj>
              </mc:Choice>
              <mc:Fallback>
                <p:oleObj r:id="rId7" imgW="23990300" imgH="5562600" progId="Equation.3">
                  <p:embed/>
                  <p:pic>
                    <p:nvPicPr>
                      <p:cNvPr id="226316" name="Object 12">
                        <a:extLst>
                          <a:ext uri="{FF2B5EF4-FFF2-40B4-BE49-F238E27FC236}">
                            <a16:creationId xmlns:a16="http://schemas.microsoft.com/office/drawing/2014/main" id="{0B708592-94B6-5C67-C474-44F5F5B4D7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3500438"/>
                        <a:ext cx="240665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6317" name="Object 13">
            <a:extLst>
              <a:ext uri="{FF2B5EF4-FFF2-40B4-BE49-F238E27FC236}">
                <a16:creationId xmlns:a16="http://schemas.microsoft.com/office/drawing/2014/main" id="{66340128-D487-809E-52DC-4AFE0AD2D7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91175" y="3357563"/>
          <a:ext cx="2298700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6" r:id="rId9" imgW="24866600" imgH="9359900" progId="Equation.3">
                  <p:embed/>
                </p:oleObj>
              </mc:Choice>
              <mc:Fallback>
                <p:oleObj r:id="rId9" imgW="24866600" imgH="9359900" progId="Equation.3">
                  <p:embed/>
                  <p:pic>
                    <p:nvPicPr>
                      <p:cNvPr id="226317" name="Object 13">
                        <a:extLst>
                          <a:ext uri="{FF2B5EF4-FFF2-40B4-BE49-F238E27FC236}">
                            <a16:creationId xmlns:a16="http://schemas.microsoft.com/office/drawing/2014/main" id="{66340128-D487-809E-52DC-4AFE0AD2D7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1175" y="3357563"/>
                        <a:ext cx="2298700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6318" name="Object 14">
            <a:extLst>
              <a:ext uri="{FF2B5EF4-FFF2-40B4-BE49-F238E27FC236}">
                <a16:creationId xmlns:a16="http://schemas.microsoft.com/office/drawing/2014/main" id="{240ADA27-A6B5-6687-A885-1F83CC91A8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0014" y="4292600"/>
          <a:ext cx="4141787" cy="145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7" r:id="rId11" imgW="42710100" imgH="14922500" progId="Equation.3">
                  <p:embed/>
                </p:oleObj>
              </mc:Choice>
              <mc:Fallback>
                <p:oleObj r:id="rId11" imgW="42710100" imgH="14922500" progId="Equation.3">
                  <p:embed/>
                  <p:pic>
                    <p:nvPicPr>
                      <p:cNvPr id="226318" name="Object 14">
                        <a:extLst>
                          <a:ext uri="{FF2B5EF4-FFF2-40B4-BE49-F238E27FC236}">
                            <a16:creationId xmlns:a16="http://schemas.microsoft.com/office/drawing/2014/main" id="{240ADA27-A6B5-6687-A885-1F83CC91A8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4" y="4292600"/>
                        <a:ext cx="4141787" cy="145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26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26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26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26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226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6" dur="1000"/>
                                        <p:tgtEl>
                                          <p:spTgt spid="226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1" dur="1000"/>
                                        <p:tgtEl>
                                          <p:spTgt spid="226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1000"/>
                                        <p:tgtEl>
                                          <p:spTgt spid="226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306" grpId="0" autoUpdateAnimBg="0"/>
      <p:bldP spid="226315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7330" name="Object 2">
            <a:extLst>
              <a:ext uri="{FF2B5EF4-FFF2-40B4-BE49-F238E27FC236}">
                <a16:creationId xmlns:a16="http://schemas.microsoft.com/office/drawing/2014/main" id="{BB7DC521-68F5-FC26-536F-CF530B83AF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5189" y="188913"/>
          <a:ext cx="4467225" cy="162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7" r:id="rId3" imgW="41249600" imgH="14922500" progId="Equation.3">
                  <p:embed/>
                </p:oleObj>
              </mc:Choice>
              <mc:Fallback>
                <p:oleObj r:id="rId3" imgW="41249600" imgH="14922500" progId="Equation.3">
                  <p:embed/>
                  <p:pic>
                    <p:nvPicPr>
                      <p:cNvPr id="227330" name="Object 2">
                        <a:extLst>
                          <a:ext uri="{FF2B5EF4-FFF2-40B4-BE49-F238E27FC236}">
                            <a16:creationId xmlns:a16="http://schemas.microsoft.com/office/drawing/2014/main" id="{BB7DC521-68F5-FC26-536F-CF530B83AF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9" y="188913"/>
                        <a:ext cx="4467225" cy="162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31" name="Object 3">
            <a:extLst>
              <a:ext uri="{FF2B5EF4-FFF2-40B4-BE49-F238E27FC236}">
                <a16:creationId xmlns:a16="http://schemas.microsoft.com/office/drawing/2014/main" id="{56F70DB0-713C-DE82-DEA6-9C9044A5A5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92300" y="2060576"/>
          <a:ext cx="5741988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8" r:id="rId5" imgW="45059600" imgH="11112500" progId="Equation.3">
                  <p:embed/>
                </p:oleObj>
              </mc:Choice>
              <mc:Fallback>
                <p:oleObj r:id="rId5" imgW="45059600" imgH="11112500" progId="Equation.3">
                  <p:embed/>
                  <p:pic>
                    <p:nvPicPr>
                      <p:cNvPr id="227331" name="Object 3">
                        <a:extLst>
                          <a:ext uri="{FF2B5EF4-FFF2-40B4-BE49-F238E27FC236}">
                            <a16:creationId xmlns:a16="http://schemas.microsoft.com/office/drawing/2014/main" id="{56F70DB0-713C-DE82-DEA6-9C9044A5A5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2300" y="2060576"/>
                        <a:ext cx="5741988" cy="114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32" name="Object 4">
            <a:extLst>
              <a:ext uri="{FF2B5EF4-FFF2-40B4-BE49-F238E27FC236}">
                <a16:creationId xmlns:a16="http://schemas.microsoft.com/office/drawing/2014/main" id="{E678BE8F-BD25-186A-7BE0-86F8F4BB1B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8951" y="3644900"/>
          <a:ext cx="5362575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9" r:id="rId7" imgW="43599100" imgH="11112500" progId="Equation.3">
                  <p:embed/>
                </p:oleObj>
              </mc:Choice>
              <mc:Fallback>
                <p:oleObj r:id="rId7" imgW="43599100" imgH="11112500" progId="Equation.3">
                  <p:embed/>
                  <p:pic>
                    <p:nvPicPr>
                      <p:cNvPr id="227332" name="Object 4">
                        <a:extLst>
                          <a:ext uri="{FF2B5EF4-FFF2-40B4-BE49-F238E27FC236}">
                            <a16:creationId xmlns:a16="http://schemas.microsoft.com/office/drawing/2014/main" id="{E678BE8F-BD25-186A-7BE0-86F8F4BB1B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8951" y="3644900"/>
                        <a:ext cx="5362575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33" name="Object 5">
            <a:extLst>
              <a:ext uri="{FF2B5EF4-FFF2-40B4-BE49-F238E27FC236}">
                <a16:creationId xmlns:a16="http://schemas.microsoft.com/office/drawing/2014/main" id="{DE7A6A02-4EE2-F243-CC39-DF35D068F9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32626" y="4005264"/>
          <a:ext cx="66992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0" r:id="rId9" imgW="6438900" imgH="3797300" progId="Equation.3">
                  <p:embed/>
                </p:oleObj>
              </mc:Choice>
              <mc:Fallback>
                <p:oleObj r:id="rId9" imgW="6438900" imgH="3797300" progId="Equation.3">
                  <p:embed/>
                  <p:pic>
                    <p:nvPicPr>
                      <p:cNvPr id="227333" name="Object 5">
                        <a:extLst>
                          <a:ext uri="{FF2B5EF4-FFF2-40B4-BE49-F238E27FC236}">
                            <a16:creationId xmlns:a16="http://schemas.microsoft.com/office/drawing/2014/main" id="{DE7A6A02-4EE2-F243-CC39-DF35D068F9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2626" y="4005264"/>
                        <a:ext cx="66992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34" name="Object 6">
            <a:extLst>
              <a:ext uri="{FF2B5EF4-FFF2-40B4-BE49-F238E27FC236}">
                <a16:creationId xmlns:a16="http://schemas.microsoft.com/office/drawing/2014/main" id="{ED0C41CE-AA20-7774-8FA0-78EB223485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96226" y="4005263"/>
          <a:ext cx="1584325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1" r:id="rId11" imgW="15214600" imgH="4686300" progId="Equation.3">
                  <p:embed/>
                </p:oleObj>
              </mc:Choice>
              <mc:Fallback>
                <p:oleObj r:id="rId11" imgW="15214600" imgH="4686300" progId="Equation.3">
                  <p:embed/>
                  <p:pic>
                    <p:nvPicPr>
                      <p:cNvPr id="227334" name="Object 6">
                        <a:extLst>
                          <a:ext uri="{FF2B5EF4-FFF2-40B4-BE49-F238E27FC236}">
                            <a16:creationId xmlns:a16="http://schemas.microsoft.com/office/drawing/2014/main" id="{ED0C41CE-AA20-7774-8FA0-78EB223485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6226" y="4005263"/>
                        <a:ext cx="1584325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273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27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3" dur="1000"/>
                                        <p:tgtEl>
                                          <p:spTgt spid="227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8" dur="1000"/>
                                        <p:tgtEl>
                                          <p:spTgt spid="227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273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27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9" dur="1000"/>
                                        <p:tgtEl>
                                          <p:spTgt spid="227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402" name="Group 2">
            <a:extLst>
              <a:ext uri="{FF2B5EF4-FFF2-40B4-BE49-F238E27FC236}">
                <a16:creationId xmlns:a16="http://schemas.microsoft.com/office/drawing/2014/main" id="{44C98A10-120E-B72D-E63C-A94FEDCC82A9}"/>
              </a:ext>
            </a:extLst>
          </p:cNvPr>
          <p:cNvGrpSpPr>
            <a:grpSpLocks/>
          </p:cNvGrpSpPr>
          <p:nvPr/>
        </p:nvGrpSpPr>
        <p:grpSpPr bwMode="auto">
          <a:xfrm>
            <a:off x="1774826" y="692151"/>
            <a:ext cx="7777163" cy="1196975"/>
            <a:chOff x="0" y="0"/>
            <a:chExt cx="4899" cy="754"/>
          </a:xfrm>
        </p:grpSpPr>
        <p:sp>
          <p:nvSpPr>
            <p:cNvPr id="230403" name="Rectangle 3">
              <a:extLst>
                <a:ext uri="{FF2B5EF4-FFF2-40B4-BE49-F238E27FC236}">
                  <a16:creationId xmlns:a16="http://schemas.microsoft.com/office/drawing/2014/main" id="{32B5AF24-37CC-8BFC-DCCD-4117E3BC5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30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CN" altLang="en-US" sz="3200" b="1">
                  <a:solidFill>
                    <a:srgbClr val="FF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华文楷体" panose="02010600040101010101" pitchFamily="2" charset="-122"/>
                </a:rPr>
                <a:t>定理 1</a:t>
              </a:r>
              <a:r>
                <a:rPr lang="en-CN" altLang="en-US" sz="3200" b="1">
                  <a:solidFill>
                    <a:srgbClr val="CC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r>
                <a:rPr lang="en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设</a:t>
              </a:r>
              <a:r>
                <a:rPr lang="en-CN" altLang="en-US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CN" altLang="en-US" sz="2800" b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en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,</a:t>
              </a:r>
              <a:r>
                <a:rPr lang="en-CN" altLang="en-US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CN" altLang="en-US" sz="2800" b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en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,…,</a:t>
              </a:r>
              <a:r>
                <a:rPr lang="en-CN" altLang="en-US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CN" altLang="en-US" sz="2800" b="1" i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lang="en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是取自正态总体</a:t>
              </a:r>
              <a:endPara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230404" name="Object 4">
              <a:extLst>
                <a:ext uri="{FF2B5EF4-FFF2-40B4-BE49-F238E27FC236}">
                  <a16:creationId xmlns:a16="http://schemas.microsoft.com/office/drawing/2014/main" id="{1D6343D8-1BE9-A758-FB9B-6629A3E2FB8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83" y="45"/>
            <a:ext cx="816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76" r:id="rId3" imgW="14338300" imgH="5270500" progId="Equation.3">
                    <p:embed/>
                  </p:oleObj>
                </mc:Choice>
                <mc:Fallback>
                  <p:oleObj r:id="rId3" imgW="14338300" imgH="5270500" progId="Equation.3">
                    <p:embed/>
                    <p:pic>
                      <p:nvPicPr>
                        <p:cNvPr id="230404" name="Object 4">
                          <a:extLst>
                            <a:ext uri="{FF2B5EF4-FFF2-40B4-BE49-F238E27FC236}">
                              <a16:creationId xmlns:a16="http://schemas.microsoft.com/office/drawing/2014/main" id="{1D6343D8-1BE9-A758-FB9B-6629A3E2FB8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3" y="45"/>
                          <a:ext cx="816" cy="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0405" name="Rectangle 5">
              <a:extLst>
                <a:ext uri="{FF2B5EF4-FFF2-40B4-BE49-F238E27FC236}">
                  <a16:creationId xmlns:a16="http://schemas.microsoft.com/office/drawing/2014/main" id="{CA68C229-5A93-B2F0-7D6D-260CCB5578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" y="427"/>
              <a:ext cx="26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的样本，则有</a:t>
              </a:r>
            </a:p>
          </p:txBody>
        </p:sp>
      </p:grpSp>
      <p:graphicFrame>
        <p:nvGraphicFramePr>
          <p:cNvPr id="230406" name="Object 6">
            <a:extLst>
              <a:ext uri="{FF2B5EF4-FFF2-40B4-BE49-F238E27FC236}">
                <a16:creationId xmlns:a16="http://schemas.microsoft.com/office/drawing/2014/main" id="{BCD404F5-3C36-7D77-B43B-0A70C3D77B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56139" y="1844676"/>
          <a:ext cx="2160587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7" r:id="rId5" imgW="21653500" imgH="9652000" progId="Equation.3">
                  <p:embed/>
                </p:oleObj>
              </mc:Choice>
              <mc:Fallback>
                <p:oleObj r:id="rId5" imgW="21653500" imgH="9652000" progId="Equation.3">
                  <p:embed/>
                  <p:pic>
                    <p:nvPicPr>
                      <p:cNvPr id="230406" name="Object 6">
                        <a:extLst>
                          <a:ext uri="{FF2B5EF4-FFF2-40B4-BE49-F238E27FC236}">
                            <a16:creationId xmlns:a16="http://schemas.microsoft.com/office/drawing/2014/main" id="{BCD404F5-3C36-7D77-B43B-0A70C3D77B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6139" y="1844676"/>
                        <a:ext cx="2160587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0407" name="Rectangle 7">
            <a:extLst>
              <a:ext uri="{FF2B5EF4-FFF2-40B4-BE49-F238E27FC236}">
                <a16:creationId xmlns:a16="http://schemas.microsoft.com/office/drawing/2014/main" id="{77C1F7B2-BB7A-3662-77EB-D61229260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0725" y="2014538"/>
            <a:ext cx="256031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）样本均值</a:t>
            </a:r>
          </a:p>
        </p:txBody>
      </p:sp>
      <p:grpSp>
        <p:nvGrpSpPr>
          <p:cNvPr id="230408" name="Group 8">
            <a:extLst>
              <a:ext uri="{FF2B5EF4-FFF2-40B4-BE49-F238E27FC236}">
                <a16:creationId xmlns:a16="http://schemas.microsoft.com/office/drawing/2014/main" id="{E03A6F46-8CBA-040A-6EA9-4F566EF61AC6}"/>
              </a:ext>
            </a:extLst>
          </p:cNvPr>
          <p:cNvGrpSpPr>
            <a:grpSpLocks/>
          </p:cNvGrpSpPr>
          <p:nvPr/>
        </p:nvGrpSpPr>
        <p:grpSpPr bwMode="auto">
          <a:xfrm>
            <a:off x="1990726" y="2916237"/>
            <a:ext cx="6796088" cy="523876"/>
            <a:chOff x="45" y="-5"/>
            <a:chExt cx="4281" cy="330"/>
          </a:xfrm>
        </p:grpSpPr>
        <p:sp>
          <p:nvSpPr>
            <p:cNvPr id="230409" name="Rectangle 9">
              <a:extLst>
                <a:ext uri="{FF2B5EF4-FFF2-40B4-BE49-F238E27FC236}">
                  <a16:creationId xmlns:a16="http://schemas.microsoft.com/office/drawing/2014/main" id="{93FDCF44-579C-C451-C34F-E061FDDF73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" y="-5"/>
              <a:ext cx="428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（</a:t>
              </a:r>
              <a:r>
                <a:rPr lang="en-US" altLang="zh-CN" sz="28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2</a:t>
              </a:r>
              <a:r>
                <a:rPr lang="zh-CN" altLang="en-US" sz="28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）样本均值   与样本方差   相互独立。</a:t>
              </a:r>
            </a:p>
          </p:txBody>
        </p:sp>
        <p:graphicFrame>
          <p:nvGraphicFramePr>
            <p:cNvPr id="230410" name="Object 10">
              <a:extLst>
                <a:ext uri="{FF2B5EF4-FFF2-40B4-BE49-F238E27FC236}">
                  <a16:creationId xmlns:a16="http://schemas.microsoft.com/office/drawing/2014/main" id="{073D7048-38BF-F6B8-781C-0C3936293AD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88" y="46"/>
            <a:ext cx="233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78" r:id="rId7" imgW="4102100" imgH="4394200" progId="Equation.3">
                    <p:embed/>
                  </p:oleObj>
                </mc:Choice>
                <mc:Fallback>
                  <p:oleObj r:id="rId7" imgW="4102100" imgH="4394200" progId="Equation.3">
                    <p:embed/>
                    <p:pic>
                      <p:nvPicPr>
                        <p:cNvPr id="230410" name="Object 10">
                          <a:extLst>
                            <a:ext uri="{FF2B5EF4-FFF2-40B4-BE49-F238E27FC236}">
                              <a16:creationId xmlns:a16="http://schemas.microsoft.com/office/drawing/2014/main" id="{073D7048-38BF-F6B8-781C-0C3936293AD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8" y="46"/>
                          <a:ext cx="233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0411" name="Object 11">
              <a:extLst>
                <a:ext uri="{FF2B5EF4-FFF2-40B4-BE49-F238E27FC236}">
                  <a16:creationId xmlns:a16="http://schemas.microsoft.com/office/drawing/2014/main" id="{5AE53A6A-9059-95D7-3A3D-81F5EDC406C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94" y="46"/>
            <a:ext cx="272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79" r:id="rId9" imgW="4978400" imgH="4686300" progId="Equation.3">
                    <p:embed/>
                  </p:oleObj>
                </mc:Choice>
                <mc:Fallback>
                  <p:oleObj r:id="rId9" imgW="4978400" imgH="4686300" progId="Equation.3">
                    <p:embed/>
                    <p:pic>
                      <p:nvPicPr>
                        <p:cNvPr id="230411" name="Object 11">
                          <a:extLst>
                            <a:ext uri="{FF2B5EF4-FFF2-40B4-BE49-F238E27FC236}">
                              <a16:creationId xmlns:a16="http://schemas.microsoft.com/office/drawing/2014/main" id="{5AE53A6A-9059-95D7-3A3D-81F5EDC406C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94" y="46"/>
                          <a:ext cx="272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0412" name="Rectangle 12">
            <a:extLst>
              <a:ext uri="{FF2B5EF4-FFF2-40B4-BE49-F238E27FC236}">
                <a16:creationId xmlns:a16="http://schemas.microsoft.com/office/drawing/2014/main" id="{4E88BE13-EBB6-6282-42EB-C3F630775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4" y="3789363"/>
            <a:ext cx="28352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）随机变量</a:t>
            </a:r>
          </a:p>
        </p:txBody>
      </p:sp>
      <p:graphicFrame>
        <p:nvGraphicFramePr>
          <p:cNvPr id="230413" name="Object 13">
            <a:extLst>
              <a:ext uri="{FF2B5EF4-FFF2-40B4-BE49-F238E27FC236}">
                <a16:creationId xmlns:a16="http://schemas.microsoft.com/office/drawing/2014/main" id="{ACA62362-3C0A-581B-3D0D-B1D943BA03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11450" y="4941889"/>
          <a:ext cx="1512888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0" r:id="rId11" imgW="15506700" imgH="9652000" progId="Equation.3">
                  <p:embed/>
                </p:oleObj>
              </mc:Choice>
              <mc:Fallback>
                <p:oleObj r:id="rId11" imgW="15506700" imgH="9652000" progId="Equation.3">
                  <p:embed/>
                  <p:pic>
                    <p:nvPicPr>
                      <p:cNvPr id="230413" name="Object 13">
                        <a:extLst>
                          <a:ext uri="{FF2B5EF4-FFF2-40B4-BE49-F238E27FC236}">
                            <a16:creationId xmlns:a16="http://schemas.microsoft.com/office/drawing/2014/main" id="{ACA62362-3C0A-581B-3D0D-B1D943BA03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0" y="4941889"/>
                        <a:ext cx="1512888" cy="941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0414" name="Object 14">
            <a:extLst>
              <a:ext uri="{FF2B5EF4-FFF2-40B4-BE49-F238E27FC236}">
                <a16:creationId xmlns:a16="http://schemas.microsoft.com/office/drawing/2014/main" id="{A5581BDF-2B3A-8400-250F-0A9EFCF648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51313" y="4600576"/>
          <a:ext cx="3384550" cy="1241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1" r:id="rId13" imgW="40665400" imgH="14922500" progId="Equation.3">
                  <p:embed/>
                </p:oleObj>
              </mc:Choice>
              <mc:Fallback>
                <p:oleObj r:id="rId13" imgW="40665400" imgH="14922500" progId="Equation.3">
                  <p:embed/>
                  <p:pic>
                    <p:nvPicPr>
                      <p:cNvPr id="230414" name="Object 14">
                        <a:extLst>
                          <a:ext uri="{FF2B5EF4-FFF2-40B4-BE49-F238E27FC236}">
                            <a16:creationId xmlns:a16="http://schemas.microsoft.com/office/drawing/2014/main" id="{A5581BDF-2B3A-8400-250F-0A9EFCF648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313" y="4600576"/>
                        <a:ext cx="3384550" cy="1241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0415" name="Rectangle 15">
            <a:extLst>
              <a:ext uri="{FF2B5EF4-FFF2-40B4-BE49-F238E27FC236}">
                <a16:creationId xmlns:a16="http://schemas.microsoft.com/office/drawing/2014/main" id="{1274CC81-FD82-A539-BFB2-2F8D4AAF4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188913"/>
            <a:ext cx="409733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三、抽样分布定理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230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30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5" dur="1000"/>
                                        <p:tgtEl>
                                          <p:spTgt spid="230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30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230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30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230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33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5" dur="1000"/>
                                        <p:tgtEl>
                                          <p:spTgt spid="230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407" grpId="0" autoUpdateAnimBg="0"/>
      <p:bldP spid="230412" grpId="0" autoUpdateAnimBg="0"/>
      <p:bldP spid="230415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426" name="Group 2">
            <a:extLst>
              <a:ext uri="{FF2B5EF4-FFF2-40B4-BE49-F238E27FC236}">
                <a16:creationId xmlns:a16="http://schemas.microsoft.com/office/drawing/2014/main" id="{FA406228-8D7B-1885-22FD-3CF85E8FF086}"/>
              </a:ext>
            </a:extLst>
          </p:cNvPr>
          <p:cNvGrpSpPr>
            <a:grpSpLocks/>
          </p:cNvGrpSpPr>
          <p:nvPr/>
        </p:nvGrpSpPr>
        <p:grpSpPr bwMode="auto">
          <a:xfrm>
            <a:off x="1847850" y="792164"/>
            <a:ext cx="7632700" cy="579437"/>
            <a:chOff x="0" y="0"/>
            <a:chExt cx="4808" cy="365"/>
          </a:xfrm>
        </p:grpSpPr>
        <p:sp>
          <p:nvSpPr>
            <p:cNvPr id="231427" name="Rectangle 3">
              <a:extLst>
                <a:ext uri="{FF2B5EF4-FFF2-40B4-BE49-F238E27FC236}">
                  <a16:creationId xmlns:a16="http://schemas.microsoft.com/office/drawing/2014/main" id="{8A430ACE-84FB-E31A-A65A-F3F07163B0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26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CN" altLang="en-US" sz="3200" b="1">
                  <a:solidFill>
                    <a:srgbClr val="FF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华文楷体" panose="02010600040101010101" pitchFamily="2" charset="-122"/>
                </a:rPr>
                <a:t>定理 2</a:t>
              </a:r>
              <a:r>
                <a:rPr lang="en-CN" altLang="en-US" sz="32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CN" altLang="en-US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设</a:t>
              </a:r>
              <a:r>
                <a:rPr lang="en-CN" altLang="en-US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CN" altLang="en-US" sz="2800" b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en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,</a:t>
              </a:r>
              <a:r>
                <a:rPr lang="en-CN" altLang="en-US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CN" altLang="en-US" sz="2800" b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en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,…,</a:t>
              </a:r>
              <a:r>
                <a:rPr lang="en-CN" altLang="en-US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CN" altLang="en-US" sz="2800" b="1" i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lang="en-CN" altLang="en-US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是取自正态总体</a:t>
              </a:r>
              <a:endPara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graphicFrame>
          <p:nvGraphicFramePr>
            <p:cNvPr id="231428" name="Object 4">
              <a:extLst>
                <a:ext uri="{FF2B5EF4-FFF2-40B4-BE49-F238E27FC236}">
                  <a16:creationId xmlns:a16="http://schemas.microsoft.com/office/drawing/2014/main" id="{923A2E22-5F3C-20D5-9152-9C292A9F41E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91" y="28"/>
            <a:ext cx="817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85" r:id="rId3" imgW="14338300" imgH="5270500" progId="Equation.3">
                    <p:embed/>
                  </p:oleObj>
                </mc:Choice>
                <mc:Fallback>
                  <p:oleObj r:id="rId3" imgW="14338300" imgH="5270500" progId="Equation.3">
                    <p:embed/>
                    <p:pic>
                      <p:nvPicPr>
                        <p:cNvPr id="231428" name="Object 4">
                          <a:extLst>
                            <a:ext uri="{FF2B5EF4-FFF2-40B4-BE49-F238E27FC236}">
                              <a16:creationId xmlns:a16="http://schemas.microsoft.com/office/drawing/2014/main" id="{923A2E22-5F3C-20D5-9152-9C292A9F41E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1" y="28"/>
                          <a:ext cx="817" cy="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1429" name="Group 5">
            <a:extLst>
              <a:ext uri="{FF2B5EF4-FFF2-40B4-BE49-F238E27FC236}">
                <a16:creationId xmlns:a16="http://schemas.microsoft.com/office/drawing/2014/main" id="{6B380432-3D58-CFAF-64BD-C8E7B9DC04D5}"/>
              </a:ext>
            </a:extLst>
          </p:cNvPr>
          <p:cNvGrpSpPr>
            <a:grpSpLocks/>
          </p:cNvGrpSpPr>
          <p:nvPr/>
        </p:nvGrpSpPr>
        <p:grpSpPr bwMode="auto">
          <a:xfrm>
            <a:off x="1919288" y="1628775"/>
            <a:ext cx="7231062" cy="577850"/>
            <a:chOff x="0" y="0"/>
            <a:chExt cx="4555" cy="364"/>
          </a:xfrm>
        </p:grpSpPr>
        <p:sp>
          <p:nvSpPr>
            <p:cNvPr id="231430" name="Rectangle 6">
              <a:extLst>
                <a:ext uri="{FF2B5EF4-FFF2-40B4-BE49-F238E27FC236}">
                  <a16:creationId xmlns:a16="http://schemas.microsoft.com/office/drawing/2014/main" id="{FEC8D721-9978-7D46-B47A-26B130ABDD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9"/>
              <a:ext cx="17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的样本</a:t>
              </a:r>
              <a:r>
                <a:rPr lang="en-US" altLang="zh-CN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,</a:t>
              </a:r>
            </a:p>
          </p:txBody>
        </p:sp>
        <p:graphicFrame>
          <p:nvGraphicFramePr>
            <p:cNvPr id="231431" name="Object 7">
              <a:extLst>
                <a:ext uri="{FF2B5EF4-FFF2-40B4-BE49-F238E27FC236}">
                  <a16:creationId xmlns:a16="http://schemas.microsoft.com/office/drawing/2014/main" id="{86FDC688-1234-8822-9D43-29F0F8A71F4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70" y="36"/>
            <a:ext cx="755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86" r:id="rId5" imgW="12001500" imgH="5270500" progId="Equation.3">
                    <p:embed/>
                  </p:oleObj>
                </mc:Choice>
                <mc:Fallback>
                  <p:oleObj r:id="rId5" imgW="12001500" imgH="5270500" progId="Equation.3">
                    <p:embed/>
                    <p:pic>
                      <p:nvPicPr>
                        <p:cNvPr id="231431" name="Object 7">
                          <a:extLst>
                            <a:ext uri="{FF2B5EF4-FFF2-40B4-BE49-F238E27FC236}">
                              <a16:creationId xmlns:a16="http://schemas.microsoft.com/office/drawing/2014/main" id="{86FDC688-1234-8822-9D43-29F0F8A71F4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0" y="36"/>
                          <a:ext cx="755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1432" name="Rectangle 8">
              <a:extLst>
                <a:ext uri="{FF2B5EF4-FFF2-40B4-BE49-F238E27FC236}">
                  <a16:creationId xmlns:a16="http://schemas.microsoft.com/office/drawing/2014/main" id="{2F4C9786-6F14-7551-A8F3-202750AB7F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9" y="0"/>
              <a:ext cx="29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分别为样本均值和样本方差</a:t>
              </a:r>
              <a:r>
                <a:rPr lang="en-US" altLang="zh-CN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,</a:t>
              </a:r>
            </a:p>
          </p:txBody>
        </p:sp>
      </p:grpSp>
      <p:sp>
        <p:nvSpPr>
          <p:cNvPr id="231433" name="Rectangle 9">
            <a:extLst>
              <a:ext uri="{FF2B5EF4-FFF2-40B4-BE49-F238E27FC236}">
                <a16:creationId xmlns:a16="http://schemas.microsoft.com/office/drawing/2014/main" id="{42C1E6E5-1818-C4C0-8025-2383E71BF3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8" y="2492376"/>
            <a:ext cx="121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则有</a:t>
            </a:r>
          </a:p>
        </p:txBody>
      </p:sp>
      <p:graphicFrame>
        <p:nvGraphicFramePr>
          <p:cNvPr id="231434" name="Object 10">
            <a:extLst>
              <a:ext uri="{FF2B5EF4-FFF2-40B4-BE49-F238E27FC236}">
                <a16:creationId xmlns:a16="http://schemas.microsoft.com/office/drawing/2014/main" id="{8F34783C-5B24-B334-4582-88FB9FA1F2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79875" y="2708276"/>
          <a:ext cx="2992438" cy="1255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7" r:id="rId7" imgW="24282400" imgH="10236200" progId="Equation.3">
                  <p:embed/>
                </p:oleObj>
              </mc:Choice>
              <mc:Fallback>
                <p:oleObj r:id="rId7" imgW="24282400" imgH="10236200" progId="Equation.3">
                  <p:embed/>
                  <p:pic>
                    <p:nvPicPr>
                      <p:cNvPr id="231434" name="Object 10">
                        <a:extLst>
                          <a:ext uri="{FF2B5EF4-FFF2-40B4-BE49-F238E27FC236}">
                            <a16:creationId xmlns:a16="http://schemas.microsoft.com/office/drawing/2014/main" id="{8F34783C-5B24-B334-4582-88FB9FA1F2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875" y="2708276"/>
                        <a:ext cx="2992438" cy="1255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31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31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31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1000"/>
                                        <p:tgtEl>
                                          <p:spTgt spid="231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433" grpId="0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Text Box 2">
            <a:extLst>
              <a:ext uri="{FF2B5EF4-FFF2-40B4-BE49-F238E27FC236}">
                <a16:creationId xmlns:a16="http://schemas.microsoft.com/office/drawing/2014/main" id="{B8DA66A7-4757-C20D-A09F-7B03BCEDA8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60350"/>
            <a:ext cx="6781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zh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定理 </a:t>
            </a:r>
            <a:r>
              <a:rPr lang="en-US" altLang="zh-CN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3</a:t>
            </a:r>
            <a:r>
              <a:rPr lang="en-US" altLang="zh-CN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zh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两个总体样本均值差的分布</a:t>
            </a:r>
            <a:r>
              <a:rPr lang="en-US" altLang="zh-CN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)  </a:t>
            </a:r>
          </a:p>
        </p:txBody>
      </p:sp>
      <p:graphicFrame>
        <p:nvGraphicFramePr>
          <p:cNvPr id="232451" name="Object 3">
            <a:extLst>
              <a:ext uri="{FF2B5EF4-FFF2-40B4-BE49-F238E27FC236}">
                <a16:creationId xmlns:a16="http://schemas.microsoft.com/office/drawing/2014/main" id="{B43BBBE9-D7FE-6B26-CBB2-02BCC7A160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0800" y="3962401"/>
          <a:ext cx="7118350" cy="159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4" r:id="rId3" imgW="70218300" imgH="15798800" progId="Equation.3">
                  <p:embed/>
                </p:oleObj>
              </mc:Choice>
              <mc:Fallback>
                <p:oleObj r:id="rId3" imgW="70218300" imgH="15798800" progId="Equation.3">
                  <p:embed/>
                  <p:pic>
                    <p:nvPicPr>
                      <p:cNvPr id="232451" name="Object 3">
                        <a:extLst>
                          <a:ext uri="{FF2B5EF4-FFF2-40B4-BE49-F238E27FC236}">
                            <a16:creationId xmlns:a16="http://schemas.microsoft.com/office/drawing/2014/main" id="{B43BBBE9-D7FE-6B26-CBB2-02BCC7A160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962401"/>
                        <a:ext cx="7118350" cy="1598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2452" name="Group 4">
            <a:extLst>
              <a:ext uri="{FF2B5EF4-FFF2-40B4-BE49-F238E27FC236}">
                <a16:creationId xmlns:a16="http://schemas.microsoft.com/office/drawing/2014/main" id="{06FA6233-EE1B-6FDD-3A7C-432228212D60}"/>
              </a:ext>
            </a:extLst>
          </p:cNvPr>
          <p:cNvGrpSpPr>
            <a:grpSpLocks/>
          </p:cNvGrpSpPr>
          <p:nvPr/>
        </p:nvGrpSpPr>
        <p:grpSpPr bwMode="auto">
          <a:xfrm>
            <a:off x="2640013" y="981076"/>
            <a:ext cx="7497762" cy="519113"/>
            <a:chOff x="0" y="0"/>
            <a:chExt cx="4723" cy="327"/>
          </a:xfrm>
        </p:grpSpPr>
        <p:graphicFrame>
          <p:nvGraphicFramePr>
            <p:cNvPr id="232453" name="Object 5">
              <a:extLst>
                <a:ext uri="{FF2B5EF4-FFF2-40B4-BE49-F238E27FC236}">
                  <a16:creationId xmlns:a16="http://schemas.microsoft.com/office/drawing/2014/main" id="{ACBBA5E0-EE6B-0350-E6CE-30ACDAB3087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0"/>
            <a:ext cx="3054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25" r:id="rId5" imgW="50901600" imgH="5270500" progId="Equation.3">
                    <p:embed/>
                  </p:oleObj>
                </mc:Choice>
                <mc:Fallback>
                  <p:oleObj r:id="rId5" imgW="50901600" imgH="5270500" progId="Equation.3">
                    <p:embed/>
                    <p:pic>
                      <p:nvPicPr>
                        <p:cNvPr id="232453" name="Object 5">
                          <a:extLst>
                            <a:ext uri="{FF2B5EF4-FFF2-40B4-BE49-F238E27FC236}">
                              <a16:creationId xmlns:a16="http://schemas.microsoft.com/office/drawing/2014/main" id="{ACBBA5E0-EE6B-0350-E6CE-30ACDAB3087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3054" cy="3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2454" name="Rectangle 6">
              <a:extLst>
                <a:ext uri="{FF2B5EF4-FFF2-40B4-BE49-F238E27FC236}">
                  <a16:creationId xmlns:a16="http://schemas.microsoft.com/office/drawing/2014/main" id="{2FCE71E6-B4CF-6928-3D25-90527750E8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0" y="0"/>
              <a:ext cx="159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且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与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独立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,</a:t>
              </a:r>
            </a:p>
          </p:txBody>
        </p:sp>
      </p:grpSp>
      <p:grpSp>
        <p:nvGrpSpPr>
          <p:cNvPr id="232455" name="Group 7">
            <a:extLst>
              <a:ext uri="{FF2B5EF4-FFF2-40B4-BE49-F238E27FC236}">
                <a16:creationId xmlns:a16="http://schemas.microsoft.com/office/drawing/2014/main" id="{AF3F1370-444D-6568-BC49-2F6C28DBD105}"/>
              </a:ext>
            </a:extLst>
          </p:cNvPr>
          <p:cNvGrpSpPr>
            <a:grpSpLocks/>
          </p:cNvGrpSpPr>
          <p:nvPr/>
        </p:nvGrpSpPr>
        <p:grpSpPr bwMode="auto">
          <a:xfrm>
            <a:off x="1774825" y="2336801"/>
            <a:ext cx="8281988" cy="531813"/>
            <a:chOff x="0" y="0"/>
            <a:chExt cx="5217" cy="335"/>
          </a:xfrm>
        </p:grpSpPr>
        <p:graphicFrame>
          <p:nvGraphicFramePr>
            <p:cNvPr id="232456" name="Object 8">
              <a:extLst>
                <a:ext uri="{FF2B5EF4-FFF2-40B4-BE49-F238E27FC236}">
                  <a16:creationId xmlns:a16="http://schemas.microsoft.com/office/drawing/2014/main" id="{95FA1B0D-2FF2-7A3D-7F88-6799724BB05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63" y="0"/>
            <a:ext cx="643" cy="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26" r:id="rId7" imgW="10820400" imgH="5270500" progId="Equation.3">
                    <p:embed/>
                  </p:oleObj>
                </mc:Choice>
                <mc:Fallback>
                  <p:oleObj r:id="rId7" imgW="10820400" imgH="5270500" progId="Equation.3">
                    <p:embed/>
                    <p:pic>
                      <p:nvPicPr>
                        <p:cNvPr id="232456" name="Object 8">
                          <a:extLst>
                            <a:ext uri="{FF2B5EF4-FFF2-40B4-BE49-F238E27FC236}">
                              <a16:creationId xmlns:a16="http://schemas.microsoft.com/office/drawing/2014/main" id="{95FA1B0D-2FF2-7A3D-7F88-6799724BB05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3" y="0"/>
                          <a:ext cx="643" cy="3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2457" name="Rectangle 9">
              <a:extLst>
                <a:ext uri="{FF2B5EF4-FFF2-40B4-BE49-F238E27FC236}">
                  <a16:creationId xmlns:a16="http://schemas.microsoft.com/office/drawing/2014/main" id="{D959D10E-C89A-8101-02F3-A7CEE34EE0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4" y="8"/>
              <a:ext cx="349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分别是这两个样本的样本均值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,</a:t>
              </a:r>
            </a:p>
          </p:txBody>
        </p:sp>
        <p:sp>
          <p:nvSpPr>
            <p:cNvPr id="232458" name="Rectangle 10">
              <a:extLst>
                <a:ext uri="{FF2B5EF4-FFF2-40B4-BE49-F238E27FC236}">
                  <a16:creationId xmlns:a16="http://schemas.microsoft.com/office/drawing/2014/main" id="{7A37B3A9-B67E-01C0-895E-B56F295E09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8"/>
              <a:ext cx="120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自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的样本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,</a:t>
              </a:r>
            </a:p>
          </p:txBody>
        </p:sp>
      </p:grpSp>
      <p:grpSp>
        <p:nvGrpSpPr>
          <p:cNvPr id="232459" name="Group 11">
            <a:extLst>
              <a:ext uri="{FF2B5EF4-FFF2-40B4-BE49-F238E27FC236}">
                <a16:creationId xmlns:a16="http://schemas.microsoft.com/office/drawing/2014/main" id="{44A18827-B71A-4FB5-590B-77DF4E848DC5}"/>
              </a:ext>
            </a:extLst>
          </p:cNvPr>
          <p:cNvGrpSpPr>
            <a:grpSpLocks/>
          </p:cNvGrpSpPr>
          <p:nvPr/>
        </p:nvGrpSpPr>
        <p:grpSpPr bwMode="auto">
          <a:xfrm>
            <a:off x="1847851" y="3068639"/>
            <a:ext cx="7172325" cy="523875"/>
            <a:chOff x="0" y="0"/>
            <a:chExt cx="4518" cy="330"/>
          </a:xfrm>
        </p:grpSpPr>
        <p:sp>
          <p:nvSpPr>
            <p:cNvPr id="232460" name="Rectangle 12">
              <a:extLst>
                <a:ext uri="{FF2B5EF4-FFF2-40B4-BE49-F238E27FC236}">
                  <a16:creationId xmlns:a16="http://schemas.microsoft.com/office/drawing/2014/main" id="{D91743C6-5664-17CC-ED9E-546065384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6" y="0"/>
              <a:ext cx="37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分别是这两个样本的样本方差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,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则有</a:t>
              </a:r>
            </a:p>
          </p:txBody>
        </p:sp>
        <p:graphicFrame>
          <p:nvGraphicFramePr>
            <p:cNvPr id="232461" name="Object 13">
              <a:extLst>
                <a:ext uri="{FF2B5EF4-FFF2-40B4-BE49-F238E27FC236}">
                  <a16:creationId xmlns:a16="http://schemas.microsoft.com/office/drawing/2014/main" id="{6C5DBF7B-E690-C763-3223-17D9FBD2AE1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0"/>
            <a:ext cx="751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27" r:id="rId9" imgW="12001500" imgH="5270500" progId="Equation.3">
                    <p:embed/>
                  </p:oleObj>
                </mc:Choice>
                <mc:Fallback>
                  <p:oleObj r:id="rId9" imgW="12001500" imgH="5270500" progId="Equation.3">
                    <p:embed/>
                    <p:pic>
                      <p:nvPicPr>
                        <p:cNvPr id="232461" name="Object 13">
                          <a:extLst>
                            <a:ext uri="{FF2B5EF4-FFF2-40B4-BE49-F238E27FC236}">
                              <a16:creationId xmlns:a16="http://schemas.microsoft.com/office/drawing/2014/main" id="{6C5DBF7B-E690-C763-3223-17D9FBD2AE1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751" cy="3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2462" name="Group 14">
            <a:extLst>
              <a:ext uri="{FF2B5EF4-FFF2-40B4-BE49-F238E27FC236}">
                <a16:creationId xmlns:a16="http://schemas.microsoft.com/office/drawing/2014/main" id="{357F4F98-73B6-BE7C-BB29-1F7ABAD3EA6E}"/>
              </a:ext>
            </a:extLst>
          </p:cNvPr>
          <p:cNvGrpSpPr>
            <a:grpSpLocks/>
          </p:cNvGrpSpPr>
          <p:nvPr/>
        </p:nvGrpSpPr>
        <p:grpSpPr bwMode="auto">
          <a:xfrm>
            <a:off x="1919288" y="1628775"/>
            <a:ext cx="8064500" cy="585788"/>
            <a:chOff x="0" y="0"/>
            <a:chExt cx="5080" cy="369"/>
          </a:xfrm>
        </p:grpSpPr>
        <p:sp>
          <p:nvSpPr>
            <p:cNvPr id="232463" name="Rectangle 15">
              <a:extLst>
                <a:ext uri="{FF2B5EF4-FFF2-40B4-BE49-F238E27FC236}">
                  <a16:creationId xmlns:a16="http://schemas.microsoft.com/office/drawing/2014/main" id="{81470CA9-CA28-85DA-B096-95BABE5C0F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7" y="0"/>
              <a:ext cx="166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是取自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的样本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,</a:t>
              </a:r>
            </a:p>
          </p:txBody>
        </p:sp>
        <p:grpSp>
          <p:nvGrpSpPr>
            <p:cNvPr id="232464" name="Group 16">
              <a:extLst>
                <a:ext uri="{FF2B5EF4-FFF2-40B4-BE49-F238E27FC236}">
                  <a16:creationId xmlns:a16="http://schemas.microsoft.com/office/drawing/2014/main" id="{1E36CAE6-AC1E-249A-1AA9-FB83C4FFDD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080" cy="369"/>
              <a:chOff x="0" y="0"/>
              <a:chExt cx="5080" cy="369"/>
            </a:xfrm>
          </p:grpSpPr>
          <p:sp>
            <p:nvSpPr>
              <p:cNvPr id="232465" name="Rectangle 17">
                <a:extLst>
                  <a:ext uri="{FF2B5EF4-FFF2-40B4-BE49-F238E27FC236}">
                    <a16:creationId xmlns:a16="http://schemas.microsoft.com/office/drawing/2014/main" id="{9C92818A-1054-BA0A-DB79-EFFE0C833B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2945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800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X</a:t>
                </a:r>
                <a:r>
                  <a:rPr lang="en-US" altLang="zh-CN" sz="2800" b="1" baseline="-2500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 </a:t>
                </a:r>
                <a:r>
                  <a:rPr lang="en-US" altLang="zh-CN"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, </a:t>
                </a:r>
                <a:r>
                  <a:rPr lang="en-US" altLang="zh-CN" sz="2800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X</a:t>
                </a:r>
                <a:r>
                  <a:rPr lang="en-US" altLang="zh-CN" sz="2800" b="1" baseline="-2500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2 </a:t>
                </a:r>
                <a:r>
                  <a:rPr lang="en-US" altLang="zh-CN"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, … ,</a:t>
                </a:r>
                <a:endParaRPr lang="en-US" altLang="zh-CN" sz="2800" b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graphicFrame>
            <p:nvGraphicFramePr>
              <p:cNvPr id="232466" name="Object 18">
                <a:extLst>
                  <a:ext uri="{FF2B5EF4-FFF2-40B4-BE49-F238E27FC236}">
                    <a16:creationId xmlns:a16="http://schemas.microsoft.com/office/drawing/2014/main" id="{2C82ADC2-8AED-571F-488D-E2F82AD1987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134" y="0"/>
              <a:ext cx="366" cy="3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828" r:id="rId11" imgW="6146800" imgH="5562600" progId="Equation.3">
                      <p:embed/>
                    </p:oleObj>
                  </mc:Choice>
                  <mc:Fallback>
                    <p:oleObj r:id="rId11" imgW="6146800" imgH="5562600" progId="Equation.3">
                      <p:embed/>
                      <p:pic>
                        <p:nvPicPr>
                          <p:cNvPr id="232466" name="Object 18">
                            <a:extLst>
                              <a:ext uri="{FF2B5EF4-FFF2-40B4-BE49-F238E27FC236}">
                                <a16:creationId xmlns:a16="http://schemas.microsoft.com/office/drawing/2014/main" id="{2C82ADC2-8AED-571F-488D-E2F82AD1987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34" y="0"/>
                            <a:ext cx="366" cy="33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32467" name="Rectangle 19">
                <a:extLst>
                  <a:ext uri="{FF2B5EF4-FFF2-40B4-BE49-F238E27FC236}">
                    <a16:creationId xmlns:a16="http://schemas.microsoft.com/office/drawing/2014/main" id="{72B83447-FA28-F9A5-A3AE-83507971F6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74" y="0"/>
                <a:ext cx="102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800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Y</a:t>
                </a:r>
                <a:r>
                  <a:rPr lang="en-US" altLang="zh-CN" sz="2800" b="1" baseline="-2500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 </a:t>
                </a:r>
                <a:r>
                  <a:rPr lang="en-US" altLang="zh-CN"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,</a:t>
                </a:r>
                <a:r>
                  <a:rPr lang="en-US" altLang="zh-CN" sz="2800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Y </a:t>
                </a:r>
                <a:r>
                  <a:rPr lang="en-US" altLang="zh-CN" sz="2800" b="1" baseline="-2500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2</a:t>
                </a:r>
                <a:r>
                  <a:rPr lang="en-US" altLang="zh-CN"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,…,</a:t>
                </a:r>
              </a:p>
            </p:txBody>
          </p:sp>
          <p:graphicFrame>
            <p:nvGraphicFramePr>
              <p:cNvPr id="232468" name="Object 20">
                <a:extLst>
                  <a:ext uri="{FF2B5EF4-FFF2-40B4-BE49-F238E27FC236}">
                    <a16:creationId xmlns:a16="http://schemas.microsoft.com/office/drawing/2014/main" id="{4DD16ABD-630B-1E70-B700-925FE49D757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173" y="0"/>
              <a:ext cx="331" cy="3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829" r:id="rId13" imgW="4978400" imgH="5562600" progId="Equation.3">
                      <p:embed/>
                    </p:oleObj>
                  </mc:Choice>
                  <mc:Fallback>
                    <p:oleObj r:id="rId13" imgW="4978400" imgH="5562600" progId="Equation.3">
                      <p:embed/>
                      <p:pic>
                        <p:nvPicPr>
                          <p:cNvPr id="232468" name="Object 20">
                            <a:extLst>
                              <a:ext uri="{FF2B5EF4-FFF2-40B4-BE49-F238E27FC236}">
                                <a16:creationId xmlns:a16="http://schemas.microsoft.com/office/drawing/2014/main" id="{4DD16ABD-630B-1E70-B700-925FE49D757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73" y="0"/>
                            <a:ext cx="331" cy="36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32469" name="Rectangle 21">
                <a:extLst>
                  <a:ext uri="{FF2B5EF4-FFF2-40B4-BE49-F238E27FC236}">
                    <a16:creationId xmlns:a16="http://schemas.microsoft.com/office/drawing/2014/main" id="{66A2E288-192E-B905-27AC-E3902F718A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5" y="0"/>
                <a:ext cx="635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是取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000"/>
                                        <p:tgtEl>
                                          <p:spTgt spid="232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32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32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32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232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1000"/>
                                        <p:tgtEl>
                                          <p:spTgt spid="232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450" grpId="0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Text Box 2">
            <a:extLst>
              <a:ext uri="{FF2B5EF4-FFF2-40B4-BE49-F238E27FC236}">
                <a16:creationId xmlns:a16="http://schemas.microsoft.com/office/drawing/2014/main" id="{16D32F9A-9568-3A3B-2860-5E91AE4435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388" y="260350"/>
            <a:ext cx="6781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36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定理 </a:t>
            </a:r>
            <a:r>
              <a:rPr lang="en-US" altLang="zh-CN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4 (</a:t>
            </a:r>
            <a:r>
              <a:rPr lang="zh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两个总体样本方差比的分布</a:t>
            </a:r>
            <a:r>
              <a:rPr lang="en-US" altLang="zh-CN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)  </a:t>
            </a:r>
          </a:p>
        </p:txBody>
      </p:sp>
      <p:graphicFrame>
        <p:nvGraphicFramePr>
          <p:cNvPr id="233475" name="Object 3">
            <a:extLst>
              <a:ext uri="{FF2B5EF4-FFF2-40B4-BE49-F238E27FC236}">
                <a16:creationId xmlns:a16="http://schemas.microsoft.com/office/drawing/2014/main" id="{E2CB0B14-724D-342E-F257-2E4CE29296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08439" y="3933825"/>
          <a:ext cx="4289425" cy="1252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48" r:id="rId3" imgW="35991800" imgH="10528300" progId="Equation.3">
                  <p:embed/>
                </p:oleObj>
              </mc:Choice>
              <mc:Fallback>
                <p:oleObj r:id="rId3" imgW="35991800" imgH="10528300" progId="Equation.3">
                  <p:embed/>
                  <p:pic>
                    <p:nvPicPr>
                      <p:cNvPr id="233475" name="Object 3">
                        <a:extLst>
                          <a:ext uri="{FF2B5EF4-FFF2-40B4-BE49-F238E27FC236}">
                            <a16:creationId xmlns:a16="http://schemas.microsoft.com/office/drawing/2014/main" id="{E2CB0B14-724D-342E-F257-2E4CE29296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8439" y="3933825"/>
                        <a:ext cx="4289425" cy="1252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3476" name="Group 4">
            <a:extLst>
              <a:ext uri="{FF2B5EF4-FFF2-40B4-BE49-F238E27FC236}">
                <a16:creationId xmlns:a16="http://schemas.microsoft.com/office/drawing/2014/main" id="{D10D08C5-CFED-3129-C514-F5265D264320}"/>
              </a:ext>
            </a:extLst>
          </p:cNvPr>
          <p:cNvGrpSpPr>
            <a:grpSpLocks/>
          </p:cNvGrpSpPr>
          <p:nvPr/>
        </p:nvGrpSpPr>
        <p:grpSpPr bwMode="auto">
          <a:xfrm>
            <a:off x="2640014" y="1060450"/>
            <a:ext cx="7424737" cy="584200"/>
            <a:chOff x="0" y="0"/>
            <a:chExt cx="4677" cy="368"/>
          </a:xfrm>
        </p:grpSpPr>
        <p:graphicFrame>
          <p:nvGraphicFramePr>
            <p:cNvPr id="233477" name="Object 5">
              <a:extLst>
                <a:ext uri="{FF2B5EF4-FFF2-40B4-BE49-F238E27FC236}">
                  <a16:creationId xmlns:a16="http://schemas.microsoft.com/office/drawing/2014/main" id="{CE360ACB-2BA3-2595-2302-14252174F19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0"/>
            <a:ext cx="313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49" r:id="rId5" imgW="48856900" imgH="5270500" progId="Equation.3">
                    <p:embed/>
                  </p:oleObj>
                </mc:Choice>
                <mc:Fallback>
                  <p:oleObj r:id="rId5" imgW="48856900" imgH="5270500" progId="Equation.3">
                    <p:embed/>
                    <p:pic>
                      <p:nvPicPr>
                        <p:cNvPr id="233477" name="Object 5">
                          <a:extLst>
                            <a:ext uri="{FF2B5EF4-FFF2-40B4-BE49-F238E27FC236}">
                              <a16:creationId xmlns:a16="http://schemas.microsoft.com/office/drawing/2014/main" id="{CE360ACB-2BA3-2595-2302-14252174F19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3130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3478" name="Rectangle 6">
              <a:extLst>
                <a:ext uri="{FF2B5EF4-FFF2-40B4-BE49-F238E27FC236}">
                  <a16:creationId xmlns:a16="http://schemas.microsoft.com/office/drawing/2014/main" id="{1B2994E7-7173-910C-CB32-328DADFE5C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4" y="41"/>
              <a:ext cx="159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且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与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独立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,</a:t>
              </a:r>
            </a:p>
          </p:txBody>
        </p:sp>
      </p:grpSp>
      <p:grpSp>
        <p:nvGrpSpPr>
          <p:cNvPr id="233479" name="Group 7">
            <a:extLst>
              <a:ext uri="{FF2B5EF4-FFF2-40B4-BE49-F238E27FC236}">
                <a16:creationId xmlns:a16="http://schemas.microsoft.com/office/drawing/2014/main" id="{233A79E4-3600-FF2E-5023-6D9E8FDC19E4}"/>
              </a:ext>
            </a:extLst>
          </p:cNvPr>
          <p:cNvGrpSpPr>
            <a:grpSpLocks/>
          </p:cNvGrpSpPr>
          <p:nvPr/>
        </p:nvGrpSpPr>
        <p:grpSpPr bwMode="auto">
          <a:xfrm>
            <a:off x="1847850" y="2420938"/>
            <a:ext cx="8135938" cy="590550"/>
            <a:chOff x="0" y="0"/>
            <a:chExt cx="5125" cy="372"/>
          </a:xfrm>
        </p:grpSpPr>
        <p:graphicFrame>
          <p:nvGraphicFramePr>
            <p:cNvPr id="233480" name="Object 8">
              <a:extLst>
                <a:ext uri="{FF2B5EF4-FFF2-40B4-BE49-F238E27FC236}">
                  <a16:creationId xmlns:a16="http://schemas.microsoft.com/office/drawing/2014/main" id="{7E91429C-EAB3-9685-1976-F4C1C4C71EC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98" y="45"/>
            <a:ext cx="635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50" r:id="rId7" imgW="10236200" imgH="4978400" progId="Equation.3">
                    <p:embed/>
                  </p:oleObj>
                </mc:Choice>
                <mc:Fallback>
                  <p:oleObj r:id="rId7" imgW="10236200" imgH="4978400" progId="Equation.3">
                    <p:embed/>
                    <p:pic>
                      <p:nvPicPr>
                        <p:cNvPr id="233480" name="Object 8">
                          <a:extLst>
                            <a:ext uri="{FF2B5EF4-FFF2-40B4-BE49-F238E27FC236}">
                              <a16:creationId xmlns:a16="http://schemas.microsoft.com/office/drawing/2014/main" id="{7E91429C-EAB3-9685-1976-F4C1C4C71EC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8" y="45"/>
                          <a:ext cx="635" cy="3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3481" name="Rectangle 9">
              <a:extLst>
                <a:ext uri="{FF2B5EF4-FFF2-40B4-BE49-F238E27FC236}">
                  <a16:creationId xmlns:a16="http://schemas.microsoft.com/office/drawing/2014/main" id="{8CC3E838-3C91-DBBE-58AE-6ED816BBB0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" y="0"/>
              <a:ext cx="34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分别是这两个样本的样本均值，</a:t>
              </a:r>
            </a:p>
          </p:txBody>
        </p:sp>
        <p:sp>
          <p:nvSpPr>
            <p:cNvPr id="233482" name="Rectangle 10">
              <a:extLst>
                <a:ext uri="{FF2B5EF4-FFF2-40B4-BE49-F238E27FC236}">
                  <a16:creationId xmlns:a16="http://schemas.microsoft.com/office/drawing/2014/main" id="{A8644073-91E8-29E9-7AAD-D68952CD35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"/>
              <a:ext cx="98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的样本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,</a:t>
              </a:r>
            </a:p>
          </p:txBody>
        </p:sp>
      </p:grpSp>
      <p:grpSp>
        <p:nvGrpSpPr>
          <p:cNvPr id="233483" name="Group 11">
            <a:extLst>
              <a:ext uri="{FF2B5EF4-FFF2-40B4-BE49-F238E27FC236}">
                <a16:creationId xmlns:a16="http://schemas.microsoft.com/office/drawing/2014/main" id="{F8EE3F68-75F9-8BC0-6EC6-FFEB9B79945D}"/>
              </a:ext>
            </a:extLst>
          </p:cNvPr>
          <p:cNvGrpSpPr>
            <a:grpSpLocks/>
          </p:cNvGrpSpPr>
          <p:nvPr/>
        </p:nvGrpSpPr>
        <p:grpSpPr bwMode="auto">
          <a:xfrm>
            <a:off x="1868489" y="3213101"/>
            <a:ext cx="7151687" cy="519113"/>
            <a:chOff x="0" y="0"/>
            <a:chExt cx="4505" cy="327"/>
          </a:xfrm>
        </p:grpSpPr>
        <p:sp>
          <p:nvSpPr>
            <p:cNvPr id="233484" name="Rectangle 12">
              <a:extLst>
                <a:ext uri="{FF2B5EF4-FFF2-40B4-BE49-F238E27FC236}">
                  <a16:creationId xmlns:a16="http://schemas.microsoft.com/office/drawing/2014/main" id="{EA7EF0E7-941D-3C1F-41B9-C29B16F0DE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" y="0"/>
              <a:ext cx="37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分别是这两个样本的样本方差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,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则有</a:t>
              </a:r>
            </a:p>
          </p:txBody>
        </p:sp>
        <p:graphicFrame>
          <p:nvGraphicFramePr>
            <p:cNvPr id="233485" name="Object 13">
              <a:extLst>
                <a:ext uri="{FF2B5EF4-FFF2-40B4-BE49-F238E27FC236}">
                  <a16:creationId xmlns:a16="http://schemas.microsoft.com/office/drawing/2014/main" id="{2DB65AC9-163D-D01C-AE0B-1D560A64223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0"/>
            <a:ext cx="722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51" r:id="rId9" imgW="13169900" imgH="5270500" progId="Equation.3">
                    <p:embed/>
                  </p:oleObj>
                </mc:Choice>
                <mc:Fallback>
                  <p:oleObj r:id="rId9" imgW="13169900" imgH="5270500" progId="Equation.3">
                    <p:embed/>
                    <p:pic>
                      <p:nvPicPr>
                        <p:cNvPr id="233485" name="Object 13">
                          <a:extLst>
                            <a:ext uri="{FF2B5EF4-FFF2-40B4-BE49-F238E27FC236}">
                              <a16:creationId xmlns:a16="http://schemas.microsoft.com/office/drawing/2014/main" id="{2DB65AC9-163D-D01C-AE0B-1D560A64223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722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3486" name="Group 14">
            <a:extLst>
              <a:ext uri="{FF2B5EF4-FFF2-40B4-BE49-F238E27FC236}">
                <a16:creationId xmlns:a16="http://schemas.microsoft.com/office/drawing/2014/main" id="{167BD9B4-15DA-14F9-3BAA-3710FA3F6DF5}"/>
              </a:ext>
            </a:extLst>
          </p:cNvPr>
          <p:cNvGrpSpPr>
            <a:grpSpLocks/>
          </p:cNvGrpSpPr>
          <p:nvPr/>
        </p:nvGrpSpPr>
        <p:grpSpPr bwMode="auto">
          <a:xfrm>
            <a:off x="1774825" y="1700214"/>
            <a:ext cx="8420100" cy="619125"/>
            <a:chOff x="0" y="0"/>
            <a:chExt cx="5304" cy="390"/>
          </a:xfrm>
        </p:grpSpPr>
        <p:graphicFrame>
          <p:nvGraphicFramePr>
            <p:cNvPr id="233487" name="Object 15">
              <a:extLst>
                <a:ext uri="{FF2B5EF4-FFF2-40B4-BE49-F238E27FC236}">
                  <a16:creationId xmlns:a16="http://schemas.microsoft.com/office/drawing/2014/main" id="{3C51919E-9CA8-B5D7-C602-C6F405935D5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98" y="46"/>
            <a:ext cx="364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52" r:id="rId11" imgW="5854700" imgH="5562600" progId="Equation.3">
                    <p:embed/>
                  </p:oleObj>
                </mc:Choice>
                <mc:Fallback>
                  <p:oleObj r:id="rId11" imgW="5854700" imgH="5562600" progId="Equation.3">
                    <p:embed/>
                    <p:pic>
                      <p:nvPicPr>
                        <p:cNvPr id="233487" name="Object 15">
                          <a:extLst>
                            <a:ext uri="{FF2B5EF4-FFF2-40B4-BE49-F238E27FC236}">
                              <a16:creationId xmlns:a16="http://schemas.microsoft.com/office/drawing/2014/main" id="{3C51919E-9CA8-B5D7-C602-C6F405935D5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8" y="46"/>
                          <a:ext cx="364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33488" name="Group 16">
              <a:extLst>
                <a:ext uri="{FF2B5EF4-FFF2-40B4-BE49-F238E27FC236}">
                  <a16:creationId xmlns:a16="http://schemas.microsoft.com/office/drawing/2014/main" id="{AE81C1A8-DF0B-4DE2-84A1-E8D515351F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304" cy="373"/>
              <a:chOff x="0" y="0"/>
              <a:chExt cx="5304" cy="373"/>
            </a:xfrm>
          </p:grpSpPr>
          <p:sp>
            <p:nvSpPr>
              <p:cNvPr id="233489" name="Rectangle 17">
                <a:extLst>
                  <a:ext uri="{FF2B5EF4-FFF2-40B4-BE49-F238E27FC236}">
                    <a16:creationId xmlns:a16="http://schemas.microsoft.com/office/drawing/2014/main" id="{2ED2DF75-7219-D9B1-055C-57C978FA47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331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800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X</a:t>
                </a:r>
                <a:r>
                  <a:rPr lang="en-US" altLang="zh-CN" sz="2800" b="1" baseline="-2500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r>
                  <a:rPr lang="en-US" altLang="zh-CN"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, </a:t>
                </a:r>
                <a:r>
                  <a:rPr lang="en-US" altLang="zh-CN" sz="2800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X</a:t>
                </a:r>
                <a:r>
                  <a:rPr lang="en-US" altLang="zh-CN" sz="2800" b="1" baseline="-2500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2</a:t>
                </a:r>
                <a:r>
                  <a:rPr lang="en-US" altLang="zh-CN"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,…,</a:t>
                </a:r>
                <a:endParaRPr lang="en-US" altLang="zh-CN" sz="2800" b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3490" name="Rectangle 18">
                <a:extLst>
                  <a:ext uri="{FF2B5EF4-FFF2-40B4-BE49-F238E27FC236}">
                    <a16:creationId xmlns:a16="http://schemas.microsoft.com/office/drawing/2014/main" id="{0176E525-4105-C596-B5CE-60DC1AF8D6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4" y="46"/>
                <a:ext cx="1665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是取自</a:t>
                </a:r>
                <a:r>
                  <a:rPr lang="en-US" altLang="zh-CN" sz="2800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X</a:t>
                </a:r>
                <a:r>
                  <a:rPr lang="zh-CN" altLang="en-US"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的样本</a:t>
                </a:r>
                <a:r>
                  <a:rPr lang="en-US" altLang="zh-CN"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,</a:t>
                </a:r>
              </a:p>
            </p:txBody>
          </p:sp>
          <p:sp>
            <p:nvSpPr>
              <p:cNvPr id="233491" name="Rectangle 19">
                <a:extLst>
                  <a:ext uri="{FF2B5EF4-FFF2-40B4-BE49-F238E27FC236}">
                    <a16:creationId xmlns:a16="http://schemas.microsoft.com/office/drawing/2014/main" id="{5157C0BF-84BB-065C-312C-16B78130D7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5" y="0"/>
                <a:ext cx="93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800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Y</a:t>
                </a:r>
                <a:r>
                  <a:rPr lang="en-US" altLang="zh-CN" sz="2800" b="1" baseline="-2500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r>
                  <a:rPr lang="en-US" altLang="zh-CN"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,</a:t>
                </a:r>
                <a:r>
                  <a:rPr lang="en-US" altLang="zh-CN" sz="2800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Y</a:t>
                </a:r>
                <a:r>
                  <a:rPr lang="en-US" altLang="zh-CN" sz="2800" b="1" baseline="-2500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2</a:t>
                </a:r>
                <a:r>
                  <a:rPr lang="en-US" altLang="zh-CN"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,…,</a:t>
                </a:r>
              </a:p>
            </p:txBody>
          </p:sp>
          <p:graphicFrame>
            <p:nvGraphicFramePr>
              <p:cNvPr id="233492" name="Object 20">
                <a:extLst>
                  <a:ext uri="{FF2B5EF4-FFF2-40B4-BE49-F238E27FC236}">
                    <a16:creationId xmlns:a16="http://schemas.microsoft.com/office/drawing/2014/main" id="{EB24F21D-5FC4-5A79-5D20-42D6D5F5CBD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992" y="0"/>
              <a:ext cx="324" cy="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853" r:id="rId13" imgW="4978400" imgH="5562600" progId="Equation.3">
                      <p:embed/>
                    </p:oleObj>
                  </mc:Choice>
                  <mc:Fallback>
                    <p:oleObj r:id="rId13" imgW="4978400" imgH="5562600" progId="Equation.3">
                      <p:embed/>
                      <p:pic>
                        <p:nvPicPr>
                          <p:cNvPr id="233492" name="Object 20">
                            <a:extLst>
                              <a:ext uri="{FF2B5EF4-FFF2-40B4-BE49-F238E27FC236}">
                                <a16:creationId xmlns:a16="http://schemas.microsoft.com/office/drawing/2014/main" id="{EB24F21D-5FC4-5A79-5D20-42D6D5F5CBD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92" y="0"/>
                            <a:ext cx="324" cy="3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33493" name="Rectangle 21">
                <a:extLst>
                  <a:ext uri="{FF2B5EF4-FFF2-40B4-BE49-F238E27FC236}">
                    <a16:creationId xmlns:a16="http://schemas.microsoft.com/office/drawing/2014/main" id="{DD8BAD46-3AC2-A86D-ACCC-0DDF53680C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9" y="0"/>
                <a:ext cx="1085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是取自</a:t>
                </a:r>
              </a:p>
            </p:txBody>
          </p:sp>
        </p:grpSp>
      </p:grpSp>
      <p:sp>
        <p:nvSpPr>
          <p:cNvPr id="233494" name="Text Box 22">
            <a:extLst>
              <a:ext uri="{FF2B5EF4-FFF2-40B4-BE49-F238E27FC236}">
                <a16:creationId xmlns:a16="http://schemas.microsoft.com/office/drawing/2014/main" id="{21E62067-80B6-7534-30DF-EEF24561AA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8" y="5373688"/>
            <a:ext cx="77771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上述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个抽样分布定理很重要，要牢固掌握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endParaRPr lang="en-US" altLang="zh-CN" sz="280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000"/>
                                        <p:tgtEl>
                                          <p:spTgt spid="233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33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33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33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233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1000"/>
                                        <p:tgtEl>
                                          <p:spTgt spid="233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3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474" grpId="0" autoUpdateAnimBg="0"/>
      <p:bldP spid="233494" grpId="0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>
            <a:hlinkClick r:id="" action="ppaction://hlinkshowjump?jump=endshow"/>
            <a:extLst>
              <a:ext uri="{FF2B5EF4-FFF2-40B4-BE49-F238E27FC236}">
                <a16:creationId xmlns:a16="http://schemas.microsoft.com/office/drawing/2014/main" id="{7EFC2FB0-3967-9709-22FB-99E5C9D65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1200" y="6019800"/>
            <a:ext cx="60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4499" name="Rectangle 3">
            <a:extLst>
              <a:ext uri="{FF2B5EF4-FFF2-40B4-BE49-F238E27FC236}">
                <a16:creationId xmlns:a16="http://schemas.microsoft.com/office/drawing/2014/main" id="{97028C3A-D50B-97F8-0EB3-AD2B7FA4C7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1200" y="6019800"/>
            <a:ext cx="60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4500" name="Rectangle 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1CE70734-3083-C0C4-FE6D-6253E4CD09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5400" y="6019800"/>
            <a:ext cx="60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4501" name="Text Box 5">
            <a:extLst>
              <a:ext uri="{FF2B5EF4-FFF2-40B4-BE49-F238E27FC236}">
                <a16:creationId xmlns:a16="http://schemas.microsoft.com/office/drawing/2014/main" id="{7660D3C3-A39A-2019-E4B2-32530360AC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1700213"/>
            <a:ext cx="697979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的概率不小于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90%,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则样本容量至少取多少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?</a:t>
            </a:r>
          </a:p>
        </p:txBody>
      </p:sp>
      <p:grpSp>
        <p:nvGrpSpPr>
          <p:cNvPr id="234502" name="Group 6">
            <a:extLst>
              <a:ext uri="{FF2B5EF4-FFF2-40B4-BE49-F238E27FC236}">
                <a16:creationId xmlns:a16="http://schemas.microsoft.com/office/drawing/2014/main" id="{77845013-F2B3-3737-EDE6-FEE79D2D5FD7}"/>
              </a:ext>
            </a:extLst>
          </p:cNvPr>
          <p:cNvGrpSpPr>
            <a:grpSpLocks/>
          </p:cNvGrpSpPr>
          <p:nvPr/>
        </p:nvGrpSpPr>
        <p:grpSpPr bwMode="auto">
          <a:xfrm>
            <a:off x="1774825" y="908050"/>
            <a:ext cx="8147050" cy="579438"/>
            <a:chOff x="0" y="0"/>
            <a:chExt cx="5132" cy="365"/>
          </a:xfrm>
        </p:grpSpPr>
        <p:sp>
          <p:nvSpPr>
            <p:cNvPr id="234503" name="Text Box 7">
              <a:extLst>
                <a:ext uri="{FF2B5EF4-FFF2-40B4-BE49-F238E27FC236}">
                  <a16:creationId xmlns:a16="http://schemas.microsoft.com/office/drawing/2014/main" id="{5C5943DD-1741-168B-D744-4B93B85202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78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200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例</a:t>
              </a:r>
              <a:r>
                <a:rPr lang="en-US" altLang="zh-CN" sz="3200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6.</a:t>
              </a:r>
              <a:r>
                <a:rPr lang="zh-CN" altLang="en-US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设</a:t>
              </a:r>
            </a:p>
          </p:txBody>
        </p:sp>
        <p:graphicFrame>
          <p:nvGraphicFramePr>
            <p:cNvPr id="234504" name="Object 8">
              <a:extLst>
                <a:ext uri="{FF2B5EF4-FFF2-40B4-BE49-F238E27FC236}">
                  <a16:creationId xmlns:a16="http://schemas.microsoft.com/office/drawing/2014/main" id="{AC0EE14D-F0F0-14F3-DA73-5D0DBEE7DEE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17" y="46"/>
            <a:ext cx="1361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872" r:id="rId3" imgW="24282400" imgH="4686300" progId="Equation.DSMT4">
                    <p:embed/>
                  </p:oleObj>
                </mc:Choice>
                <mc:Fallback>
                  <p:oleObj r:id="rId3" imgW="24282400" imgH="4686300" progId="Equation.DSMT4">
                    <p:embed/>
                    <p:pic>
                      <p:nvPicPr>
                        <p:cNvPr id="234504" name="Object 8">
                          <a:extLst>
                            <a:ext uri="{FF2B5EF4-FFF2-40B4-BE49-F238E27FC236}">
                              <a16:creationId xmlns:a16="http://schemas.microsoft.com/office/drawing/2014/main" id="{AC0EE14D-F0F0-14F3-DA73-5D0DBEE7DEE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7" y="46"/>
                          <a:ext cx="1361" cy="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4505" name="Text Box 9">
              <a:extLst>
                <a:ext uri="{FF2B5EF4-FFF2-40B4-BE49-F238E27FC236}">
                  <a16:creationId xmlns:a16="http://schemas.microsoft.com/office/drawing/2014/main" id="{637F1B12-DEFE-835D-F50F-BE3DB218DA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2" y="0"/>
              <a:ext cx="300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,</a:t>
              </a:r>
              <a:r>
                <a:rPr lang="zh-CN" altLang="en-US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为使样本均值大于</a:t>
              </a:r>
              <a:r>
                <a:rPr lang="en-US" altLang="zh-CN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70</a:t>
              </a:r>
              <a:r>
                <a:rPr lang="zh-CN" altLang="en-US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的概率</a:t>
              </a:r>
            </a:p>
          </p:txBody>
        </p:sp>
      </p:grpSp>
      <p:sp>
        <p:nvSpPr>
          <p:cNvPr id="234506" name="Text Box 10">
            <a:extLst>
              <a:ext uri="{FF2B5EF4-FFF2-40B4-BE49-F238E27FC236}">
                <a16:creationId xmlns:a16="http://schemas.microsoft.com/office/drawing/2014/main" id="{1C4B1E7D-2E8B-2C64-6B3B-DEB5107F65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9" y="2565400"/>
            <a:ext cx="40401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解：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设样本容量为 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,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则</a:t>
            </a:r>
          </a:p>
        </p:txBody>
      </p:sp>
      <p:graphicFrame>
        <p:nvGraphicFramePr>
          <p:cNvPr id="234507" name="Object 11">
            <a:extLst>
              <a:ext uri="{FF2B5EF4-FFF2-40B4-BE49-F238E27FC236}">
                <a16:creationId xmlns:a16="http://schemas.microsoft.com/office/drawing/2014/main" id="{62C34C2F-B73E-0F50-1BD3-A9AC2BE984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0" y="2492376"/>
          <a:ext cx="2305050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73" r:id="rId5" imgW="58508900" imgH="21653500" progId="Equation.DSMT4">
                  <p:embed/>
                </p:oleObj>
              </mc:Choice>
              <mc:Fallback>
                <p:oleObj r:id="rId5" imgW="58508900" imgH="21653500" progId="Equation.DSMT4">
                  <p:embed/>
                  <p:pic>
                    <p:nvPicPr>
                      <p:cNvPr id="234507" name="Object 11">
                        <a:extLst>
                          <a:ext uri="{FF2B5EF4-FFF2-40B4-BE49-F238E27FC236}">
                            <a16:creationId xmlns:a16="http://schemas.microsoft.com/office/drawing/2014/main" id="{62C34C2F-B73E-0F50-1BD3-A9AC2BE984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2492376"/>
                        <a:ext cx="2305050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08" name="Object 12">
            <a:extLst>
              <a:ext uri="{FF2B5EF4-FFF2-40B4-BE49-F238E27FC236}">
                <a16:creationId xmlns:a16="http://schemas.microsoft.com/office/drawing/2014/main" id="{1BEDB893-C8C7-6E3D-ABD5-AC590A30AA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4114" y="3500439"/>
          <a:ext cx="1552575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74" r:id="rId7" imgW="16675100" imgH="5562600" progId="Equation.3">
                  <p:embed/>
                </p:oleObj>
              </mc:Choice>
              <mc:Fallback>
                <p:oleObj r:id="rId7" imgW="16675100" imgH="5562600" progId="Equation.3">
                  <p:embed/>
                  <p:pic>
                    <p:nvPicPr>
                      <p:cNvPr id="234508" name="Object 12">
                        <a:extLst>
                          <a:ext uri="{FF2B5EF4-FFF2-40B4-BE49-F238E27FC236}">
                            <a16:creationId xmlns:a16="http://schemas.microsoft.com/office/drawing/2014/main" id="{1BEDB893-C8C7-6E3D-ABD5-AC590A30AA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4" y="3500439"/>
                        <a:ext cx="1552575" cy="56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09" name="Object 13">
            <a:extLst>
              <a:ext uri="{FF2B5EF4-FFF2-40B4-BE49-F238E27FC236}">
                <a16:creationId xmlns:a16="http://schemas.microsoft.com/office/drawing/2014/main" id="{DA3E9921-073D-1A0B-C114-B902615E21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4114" y="4221164"/>
          <a:ext cx="2232025" cy="170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75" r:id="rId9" imgW="26035000" imgH="19900900" progId="Equation.3">
                  <p:embed/>
                </p:oleObj>
              </mc:Choice>
              <mc:Fallback>
                <p:oleObj r:id="rId9" imgW="26035000" imgH="19900900" progId="Equation.3">
                  <p:embed/>
                  <p:pic>
                    <p:nvPicPr>
                      <p:cNvPr id="234509" name="Object 13">
                        <a:extLst>
                          <a:ext uri="{FF2B5EF4-FFF2-40B4-BE49-F238E27FC236}">
                            <a16:creationId xmlns:a16="http://schemas.microsoft.com/office/drawing/2014/main" id="{DA3E9921-073D-1A0B-C114-B902615E21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4" y="4221164"/>
                        <a:ext cx="2232025" cy="170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10" name="Object 14">
            <a:extLst>
              <a:ext uri="{FF2B5EF4-FFF2-40B4-BE49-F238E27FC236}">
                <a16:creationId xmlns:a16="http://schemas.microsoft.com/office/drawing/2014/main" id="{0F0194F9-E0F6-5532-D3B1-2F5A360D40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08438" y="3500438"/>
          <a:ext cx="230505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76" r:id="rId11" imgW="24282400" imgH="5562600" progId="Equation.3">
                  <p:embed/>
                </p:oleObj>
              </mc:Choice>
              <mc:Fallback>
                <p:oleObj r:id="rId11" imgW="24282400" imgH="5562600" progId="Equation.3">
                  <p:embed/>
                  <p:pic>
                    <p:nvPicPr>
                      <p:cNvPr id="234510" name="Object 14">
                        <a:extLst>
                          <a:ext uri="{FF2B5EF4-FFF2-40B4-BE49-F238E27FC236}">
                            <a16:creationId xmlns:a16="http://schemas.microsoft.com/office/drawing/2014/main" id="{0F0194F9-E0F6-5532-D3B1-2F5A360D40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8438" y="3500438"/>
                        <a:ext cx="2305050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11" name="Object 15">
            <a:extLst>
              <a:ext uri="{FF2B5EF4-FFF2-40B4-BE49-F238E27FC236}">
                <a16:creationId xmlns:a16="http://schemas.microsoft.com/office/drawing/2014/main" id="{F9532BA9-2152-082A-BFB6-C9A6073A7B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7576" y="4797425"/>
          <a:ext cx="18002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77" r:id="rId13" imgW="17843500" imgH="5562600" progId="Equation.3">
                  <p:embed/>
                </p:oleObj>
              </mc:Choice>
              <mc:Fallback>
                <p:oleObj r:id="rId13" imgW="17843500" imgH="5562600" progId="Equation.3">
                  <p:embed/>
                  <p:pic>
                    <p:nvPicPr>
                      <p:cNvPr id="234511" name="Object 15">
                        <a:extLst>
                          <a:ext uri="{FF2B5EF4-FFF2-40B4-BE49-F238E27FC236}">
                            <a16:creationId xmlns:a16="http://schemas.microsoft.com/office/drawing/2014/main" id="{F9532BA9-2152-082A-BFB6-C9A6073A7B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7576" y="4797425"/>
                        <a:ext cx="1800225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34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34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34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1" dur="1000"/>
                                        <p:tgtEl>
                                          <p:spTgt spid="234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34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1" dur="1000"/>
                                        <p:tgtEl>
                                          <p:spTgt spid="234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234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1000"/>
                                        <p:tgtEl>
                                          <p:spTgt spid="234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501" grpId="0" autoUpdateAnimBg="0"/>
      <p:bldP spid="234506" grpId="0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22" name="Group 2">
            <a:extLst>
              <a:ext uri="{FF2B5EF4-FFF2-40B4-BE49-F238E27FC236}">
                <a16:creationId xmlns:a16="http://schemas.microsoft.com/office/drawing/2014/main" id="{C5284DA5-0228-F70A-3902-CE812E47F3DC}"/>
              </a:ext>
            </a:extLst>
          </p:cNvPr>
          <p:cNvGrpSpPr>
            <a:grpSpLocks/>
          </p:cNvGrpSpPr>
          <p:nvPr/>
        </p:nvGrpSpPr>
        <p:grpSpPr bwMode="auto">
          <a:xfrm>
            <a:off x="2351089" y="1125539"/>
            <a:ext cx="3311525" cy="606425"/>
            <a:chOff x="0" y="0"/>
            <a:chExt cx="2086" cy="382"/>
          </a:xfrm>
        </p:grpSpPr>
        <p:sp>
          <p:nvSpPr>
            <p:cNvPr id="235523" name="Text Box 3">
              <a:extLst>
                <a:ext uri="{FF2B5EF4-FFF2-40B4-BE49-F238E27FC236}">
                  <a16:creationId xmlns:a16="http://schemas.microsoft.com/office/drawing/2014/main" id="{EC6CDC4D-82C2-1A1F-A6B5-656840F258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0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令</a:t>
              </a:r>
            </a:p>
          </p:txBody>
        </p:sp>
        <p:graphicFrame>
          <p:nvGraphicFramePr>
            <p:cNvPr id="235524" name="Object 4">
              <a:extLst>
                <a:ext uri="{FF2B5EF4-FFF2-40B4-BE49-F238E27FC236}">
                  <a16:creationId xmlns:a16="http://schemas.microsoft.com/office/drawing/2014/main" id="{5013F548-1B2B-3A04-547B-7F28B9469C8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9" y="0"/>
            <a:ext cx="1587" cy="3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886" r:id="rId3" imgW="23114000" imgH="5562600" progId="Equation.3">
                    <p:embed/>
                  </p:oleObj>
                </mc:Choice>
                <mc:Fallback>
                  <p:oleObj r:id="rId3" imgW="23114000" imgH="5562600" progId="Equation.3">
                    <p:embed/>
                    <p:pic>
                      <p:nvPicPr>
                        <p:cNvPr id="235524" name="Object 4">
                          <a:extLst>
                            <a:ext uri="{FF2B5EF4-FFF2-40B4-BE49-F238E27FC236}">
                              <a16:creationId xmlns:a16="http://schemas.microsoft.com/office/drawing/2014/main" id="{5013F548-1B2B-3A04-547B-7F28B9469C8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" y="0"/>
                          <a:ext cx="1587" cy="3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5525" name="Text Box 5">
            <a:extLst>
              <a:ext uri="{FF2B5EF4-FFF2-40B4-BE49-F238E27FC236}">
                <a16:creationId xmlns:a16="http://schemas.microsoft.com/office/drawing/2014/main" id="{536A2D23-FF84-4684-2D02-A7F30E2FFD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4114" y="2309813"/>
            <a:ext cx="5413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得</a:t>
            </a:r>
          </a:p>
        </p:txBody>
      </p:sp>
      <p:graphicFrame>
        <p:nvGraphicFramePr>
          <p:cNvPr id="235526" name="Object 6">
            <a:extLst>
              <a:ext uri="{FF2B5EF4-FFF2-40B4-BE49-F238E27FC236}">
                <a16:creationId xmlns:a16="http://schemas.microsoft.com/office/drawing/2014/main" id="{0279A2E4-EF1D-284B-1911-8A4906F118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87714" y="2273301"/>
          <a:ext cx="2232025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7" r:id="rId5" imgW="19900900" imgH="5270500" progId="Equation.3">
                  <p:embed/>
                </p:oleObj>
              </mc:Choice>
              <mc:Fallback>
                <p:oleObj r:id="rId5" imgW="19900900" imgH="5270500" progId="Equation.3">
                  <p:embed/>
                  <p:pic>
                    <p:nvPicPr>
                      <p:cNvPr id="235526" name="Object 6">
                        <a:extLst>
                          <a:ext uri="{FF2B5EF4-FFF2-40B4-BE49-F238E27FC236}">
                            <a16:creationId xmlns:a16="http://schemas.microsoft.com/office/drawing/2014/main" id="{0279A2E4-EF1D-284B-1911-8A4906F118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714" y="2273301"/>
                        <a:ext cx="2232025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27" name="Text Box 7">
            <a:extLst>
              <a:ext uri="{FF2B5EF4-FFF2-40B4-BE49-F238E27FC236}">
                <a16:creationId xmlns:a16="http://schemas.microsoft.com/office/drawing/2014/main" id="{CA5FB3B1-2747-FF97-99CA-9701CB2435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5550" y="3533776"/>
            <a:ext cx="541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即</a:t>
            </a:r>
          </a:p>
        </p:txBody>
      </p:sp>
      <p:graphicFrame>
        <p:nvGraphicFramePr>
          <p:cNvPr id="235528" name="Object 8">
            <a:extLst>
              <a:ext uri="{FF2B5EF4-FFF2-40B4-BE49-F238E27FC236}">
                <a16:creationId xmlns:a16="http://schemas.microsoft.com/office/drawing/2014/main" id="{7F426B67-5E17-F1B5-2031-855DD157D4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9151" y="3500438"/>
          <a:ext cx="223202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8" r:id="rId7" imgW="18135600" imgH="4102100" progId="Equation.3">
                  <p:embed/>
                </p:oleObj>
              </mc:Choice>
              <mc:Fallback>
                <p:oleObj r:id="rId7" imgW="18135600" imgH="4102100" progId="Equation.3">
                  <p:embed/>
                  <p:pic>
                    <p:nvPicPr>
                      <p:cNvPr id="235528" name="Object 8">
                        <a:extLst>
                          <a:ext uri="{FF2B5EF4-FFF2-40B4-BE49-F238E27FC236}">
                            <a16:creationId xmlns:a16="http://schemas.microsoft.com/office/drawing/2014/main" id="{7F426B67-5E17-F1B5-2031-855DD157D4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1" y="3500438"/>
                        <a:ext cx="2232025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29" name="Text Box 9">
            <a:extLst>
              <a:ext uri="{FF2B5EF4-FFF2-40B4-BE49-F238E27FC236}">
                <a16:creationId xmlns:a16="http://schemas.microsoft.com/office/drawing/2014/main" id="{50805E74-3A88-D856-7FBD-1218541611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6989" y="4652963"/>
            <a:ext cx="19700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所以至少取</a:t>
            </a:r>
          </a:p>
        </p:txBody>
      </p:sp>
      <p:graphicFrame>
        <p:nvGraphicFramePr>
          <p:cNvPr id="235530" name="Object 10">
            <a:extLst>
              <a:ext uri="{FF2B5EF4-FFF2-40B4-BE49-F238E27FC236}">
                <a16:creationId xmlns:a16="http://schemas.microsoft.com/office/drawing/2014/main" id="{6A13146E-8F58-048D-64B1-C183DCAA12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7575" y="4638676"/>
          <a:ext cx="1296988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9" r:id="rId9" imgW="10236200" imgH="4102100" progId="Equation.3">
                  <p:embed/>
                </p:oleObj>
              </mc:Choice>
              <mc:Fallback>
                <p:oleObj r:id="rId9" imgW="10236200" imgH="4102100" progId="Equation.3">
                  <p:embed/>
                  <p:pic>
                    <p:nvPicPr>
                      <p:cNvPr id="235530" name="Object 10">
                        <a:extLst>
                          <a:ext uri="{FF2B5EF4-FFF2-40B4-BE49-F238E27FC236}">
                            <a16:creationId xmlns:a16="http://schemas.microsoft.com/office/drawing/2014/main" id="{6A13146E-8F58-048D-64B1-C183DCAA12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7575" y="4638676"/>
                        <a:ext cx="1296988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55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55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5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" dur="500"/>
                                        <p:tgtEl>
                                          <p:spTgt spid="235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235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235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235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35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25" grpId="0" autoUpdateAnimBg="0"/>
      <p:bldP spid="235527" grpId="0" autoUpdateAnimBg="0"/>
      <p:bldP spid="235529" grpId="0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546" name="Group 2">
            <a:extLst>
              <a:ext uri="{FF2B5EF4-FFF2-40B4-BE49-F238E27FC236}">
                <a16:creationId xmlns:a16="http://schemas.microsoft.com/office/drawing/2014/main" id="{DD100861-DA7E-C722-65D4-2BCA5E720F5A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188913"/>
            <a:ext cx="7551738" cy="590550"/>
            <a:chOff x="0" y="0"/>
            <a:chExt cx="4757" cy="372"/>
          </a:xfrm>
        </p:grpSpPr>
        <p:sp>
          <p:nvSpPr>
            <p:cNvPr id="236547" name="Text Box 3">
              <a:extLst>
                <a:ext uri="{FF2B5EF4-FFF2-40B4-BE49-F238E27FC236}">
                  <a16:creationId xmlns:a16="http://schemas.microsoft.com/office/drawing/2014/main" id="{E17BD2C2-A64F-214F-F658-63E01BAF6E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174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200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例</a:t>
              </a:r>
              <a:r>
                <a:rPr lang="en-US" altLang="zh-CN" sz="3200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7.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从正态总体</a:t>
              </a:r>
            </a:p>
          </p:txBody>
        </p:sp>
        <p:graphicFrame>
          <p:nvGraphicFramePr>
            <p:cNvPr id="236548" name="Object 4">
              <a:extLst>
                <a:ext uri="{FF2B5EF4-FFF2-40B4-BE49-F238E27FC236}">
                  <a16:creationId xmlns:a16="http://schemas.microsoft.com/office/drawing/2014/main" id="{BA3C835F-FE01-5A58-0283-7DCA5137DA2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46" y="45"/>
            <a:ext cx="1315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20" r:id="rId3" imgW="21361400" imgH="5270500" progId="Equation.3">
                    <p:embed/>
                  </p:oleObj>
                </mc:Choice>
                <mc:Fallback>
                  <p:oleObj r:id="rId3" imgW="21361400" imgH="5270500" progId="Equation.3">
                    <p:embed/>
                    <p:pic>
                      <p:nvPicPr>
                        <p:cNvPr id="236548" name="Object 4">
                          <a:extLst>
                            <a:ext uri="{FF2B5EF4-FFF2-40B4-BE49-F238E27FC236}">
                              <a16:creationId xmlns:a16="http://schemas.microsoft.com/office/drawing/2014/main" id="{BA3C835F-FE01-5A58-0283-7DCA5137DA2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6" y="45"/>
                          <a:ext cx="1315" cy="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6549" name="Text Box 5">
              <a:extLst>
                <a:ext uri="{FF2B5EF4-FFF2-40B4-BE49-F238E27FC236}">
                  <a16:creationId xmlns:a16="http://schemas.microsoft.com/office/drawing/2014/main" id="{0C75406F-ED9B-B74F-4C8A-47460E9A8C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6" y="45"/>
              <a:ext cx="17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中，抽取了 </a:t>
              </a:r>
            </a:p>
          </p:txBody>
        </p:sp>
      </p:grpSp>
      <p:grpSp>
        <p:nvGrpSpPr>
          <p:cNvPr id="236550" name="Group 6">
            <a:extLst>
              <a:ext uri="{FF2B5EF4-FFF2-40B4-BE49-F238E27FC236}">
                <a16:creationId xmlns:a16="http://schemas.microsoft.com/office/drawing/2014/main" id="{13B0EC55-2CD1-2D27-BD25-3EF08F2E3308}"/>
              </a:ext>
            </a:extLst>
          </p:cNvPr>
          <p:cNvGrpSpPr>
            <a:grpSpLocks/>
          </p:cNvGrpSpPr>
          <p:nvPr/>
        </p:nvGrpSpPr>
        <p:grpSpPr bwMode="auto">
          <a:xfrm>
            <a:off x="1774826" y="981076"/>
            <a:ext cx="4105275" cy="525463"/>
            <a:chOff x="0" y="0"/>
            <a:chExt cx="2586" cy="331"/>
          </a:xfrm>
        </p:grpSpPr>
        <p:sp>
          <p:nvSpPr>
            <p:cNvPr id="236551" name="Text Box 7">
              <a:extLst>
                <a:ext uri="{FF2B5EF4-FFF2-40B4-BE49-F238E27FC236}">
                  <a16:creationId xmlns:a16="http://schemas.microsoft.com/office/drawing/2014/main" id="{8299C2B0-DFC2-509E-A024-C821C2A40C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172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 = 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20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的样本</a:t>
              </a:r>
            </a:p>
          </p:txBody>
        </p:sp>
        <p:graphicFrame>
          <p:nvGraphicFramePr>
            <p:cNvPr id="236552" name="Object 8">
              <a:extLst>
                <a:ext uri="{FF2B5EF4-FFF2-40B4-BE49-F238E27FC236}">
                  <a16:creationId xmlns:a16="http://schemas.microsoft.com/office/drawing/2014/main" id="{C4194F13-187F-2519-6666-9118D381ECA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61" y="45"/>
            <a:ext cx="1225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21" r:id="rId5" imgW="22821900" imgH="5270500" progId="Equation.DSMT4">
                    <p:embed/>
                  </p:oleObj>
                </mc:Choice>
                <mc:Fallback>
                  <p:oleObj r:id="rId5" imgW="22821900" imgH="5270500" progId="Equation.DSMT4">
                    <p:embed/>
                    <p:pic>
                      <p:nvPicPr>
                        <p:cNvPr id="236552" name="Object 8">
                          <a:extLst>
                            <a:ext uri="{FF2B5EF4-FFF2-40B4-BE49-F238E27FC236}">
                              <a16:creationId xmlns:a16="http://schemas.microsoft.com/office/drawing/2014/main" id="{C4194F13-187F-2519-6666-9118D381ECA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1" y="45"/>
                          <a:ext cx="1225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6553" name="Text Box 9">
            <a:extLst>
              <a:ext uri="{FF2B5EF4-FFF2-40B4-BE49-F238E27FC236}">
                <a16:creationId xmlns:a16="http://schemas.microsoft.com/office/drawing/2014/main" id="{0F7B798B-0A2C-966C-C73F-62F2E64B3C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1" y="3573464"/>
            <a:ext cx="165301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解：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</a:p>
        </p:txBody>
      </p:sp>
      <p:graphicFrame>
        <p:nvGraphicFramePr>
          <p:cNvPr id="236554" name="Object 10">
            <a:extLst>
              <a:ext uri="{FF2B5EF4-FFF2-40B4-BE49-F238E27FC236}">
                <a16:creationId xmlns:a16="http://schemas.microsoft.com/office/drawing/2014/main" id="{CB5D52BB-2657-847E-7068-9139B31E0A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00376" y="4652963"/>
          <a:ext cx="5616575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22" r:id="rId7" imgW="49733200" imgH="10236200" progId="Equation.3">
                  <p:embed/>
                </p:oleObj>
              </mc:Choice>
              <mc:Fallback>
                <p:oleObj r:id="rId7" imgW="49733200" imgH="10236200" progId="Equation.3">
                  <p:embed/>
                  <p:pic>
                    <p:nvPicPr>
                      <p:cNvPr id="236554" name="Object 10">
                        <a:extLst>
                          <a:ext uri="{FF2B5EF4-FFF2-40B4-BE49-F238E27FC236}">
                            <a16:creationId xmlns:a16="http://schemas.microsoft.com/office/drawing/2014/main" id="{CB5D52BB-2657-847E-7068-9139B31E0A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6" y="4652963"/>
                        <a:ext cx="5616575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555" name="Text Box 11">
            <a:extLst>
              <a:ext uri="{FF2B5EF4-FFF2-40B4-BE49-F238E27FC236}">
                <a16:creationId xmlns:a16="http://schemas.microsoft.com/office/drawing/2014/main" id="{41B3F960-4D0C-EB42-C711-D033F1BB0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5500" y="3573463"/>
            <a:ext cx="5413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即</a:t>
            </a:r>
          </a:p>
        </p:txBody>
      </p:sp>
      <p:graphicFrame>
        <p:nvGraphicFramePr>
          <p:cNvPr id="236556" name="Object 12">
            <a:extLst>
              <a:ext uri="{FF2B5EF4-FFF2-40B4-BE49-F238E27FC236}">
                <a16:creationId xmlns:a16="http://schemas.microsoft.com/office/drawing/2014/main" id="{FC602861-25A5-5BD2-05F8-A7E4701D9D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9151" y="3429001"/>
          <a:ext cx="3133725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23" r:id="rId9" imgW="32181800" imgH="9652000" progId="Equation.3">
                  <p:embed/>
                </p:oleObj>
              </mc:Choice>
              <mc:Fallback>
                <p:oleObj r:id="rId9" imgW="32181800" imgH="9652000" progId="Equation.3">
                  <p:embed/>
                  <p:pic>
                    <p:nvPicPr>
                      <p:cNvPr id="236556" name="Object 12">
                        <a:extLst>
                          <a:ext uri="{FF2B5EF4-FFF2-40B4-BE49-F238E27FC236}">
                            <a16:creationId xmlns:a16="http://schemas.microsoft.com/office/drawing/2014/main" id="{FC602861-25A5-5BD2-05F8-A7E4701D9D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1" y="3429001"/>
                        <a:ext cx="3133725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557" name="Object 13">
            <a:extLst>
              <a:ext uri="{FF2B5EF4-FFF2-40B4-BE49-F238E27FC236}">
                <a16:creationId xmlns:a16="http://schemas.microsoft.com/office/drawing/2014/main" id="{6CAC8D16-9ACC-7AE7-FAA3-CDC661708A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2313" y="1628775"/>
          <a:ext cx="6894512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24" r:id="rId11" imgW="74307700" imgH="10528300" progId="Equation.DSMT4">
                  <p:embed/>
                </p:oleObj>
              </mc:Choice>
              <mc:Fallback>
                <p:oleObj r:id="rId11" imgW="74307700" imgH="10528300" progId="Equation.DSMT4">
                  <p:embed/>
                  <p:pic>
                    <p:nvPicPr>
                      <p:cNvPr id="236557" name="Object 13">
                        <a:extLst>
                          <a:ext uri="{FF2B5EF4-FFF2-40B4-BE49-F238E27FC236}">
                            <a16:creationId xmlns:a16="http://schemas.microsoft.com/office/drawing/2014/main" id="{6CAC8D16-9ACC-7AE7-FAA3-CDC661708A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1628775"/>
                        <a:ext cx="6894512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558" name="Object 14">
            <a:extLst>
              <a:ext uri="{FF2B5EF4-FFF2-40B4-BE49-F238E27FC236}">
                <a16:creationId xmlns:a16="http://schemas.microsoft.com/office/drawing/2014/main" id="{4ABD8468-BE38-D993-A717-7F6983BC99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2314" y="2565401"/>
          <a:ext cx="5921375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25" r:id="rId13" imgW="71094600" imgH="10528300" progId="Equation.DSMT4">
                  <p:embed/>
                </p:oleObj>
              </mc:Choice>
              <mc:Fallback>
                <p:oleObj r:id="rId13" imgW="71094600" imgH="10528300" progId="Equation.DSMT4">
                  <p:embed/>
                  <p:pic>
                    <p:nvPicPr>
                      <p:cNvPr id="236558" name="Object 14">
                        <a:extLst>
                          <a:ext uri="{FF2B5EF4-FFF2-40B4-BE49-F238E27FC236}">
                            <a16:creationId xmlns:a16="http://schemas.microsoft.com/office/drawing/2014/main" id="{4ABD8468-BE38-D993-A717-7F6983BC99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4" y="2565401"/>
                        <a:ext cx="5921375" cy="93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36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36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365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2365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2" dur="1000"/>
                                        <p:tgtEl>
                                          <p:spTgt spid="236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6" dur="1000"/>
                                        <p:tgtEl>
                                          <p:spTgt spid="236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1000"/>
                                        <p:tgtEl>
                                          <p:spTgt spid="236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236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236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553" grpId="0" autoUpdateAnimBg="0"/>
      <p:bldP spid="236555" grpId="0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Text Box 2">
            <a:extLst>
              <a:ext uri="{FF2B5EF4-FFF2-40B4-BE49-F238E27FC236}">
                <a16:creationId xmlns:a16="http://schemas.microsoft.com/office/drawing/2014/main" id="{9E0EF859-6F58-6C19-0998-4B2B69D0C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385763"/>
            <a:ext cx="5413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故</a:t>
            </a:r>
          </a:p>
        </p:txBody>
      </p:sp>
      <p:graphicFrame>
        <p:nvGraphicFramePr>
          <p:cNvPr id="237571" name="Object 3">
            <a:extLst>
              <a:ext uri="{FF2B5EF4-FFF2-40B4-BE49-F238E27FC236}">
                <a16:creationId xmlns:a16="http://schemas.microsoft.com/office/drawing/2014/main" id="{0BF571D2-B37B-DA0F-2DE2-FF3ED0897A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5188" y="2276476"/>
          <a:ext cx="6227762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34" r:id="rId3" imgW="58801000" imgH="10528300" progId="Equation.3">
                  <p:embed/>
                </p:oleObj>
              </mc:Choice>
              <mc:Fallback>
                <p:oleObj r:id="rId3" imgW="58801000" imgH="10528300" progId="Equation.3">
                  <p:embed/>
                  <p:pic>
                    <p:nvPicPr>
                      <p:cNvPr id="237571" name="Object 3">
                        <a:extLst>
                          <a:ext uri="{FF2B5EF4-FFF2-40B4-BE49-F238E27FC236}">
                            <a16:creationId xmlns:a16="http://schemas.microsoft.com/office/drawing/2014/main" id="{0BF571D2-B37B-DA0F-2DE2-FF3ED0897A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2276476"/>
                        <a:ext cx="6227762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572" name="Object 4">
            <a:extLst>
              <a:ext uri="{FF2B5EF4-FFF2-40B4-BE49-F238E27FC236}">
                <a16:creationId xmlns:a16="http://schemas.microsoft.com/office/drawing/2014/main" id="{EE368D7B-A028-A9C6-CE42-CF72292B52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19288" y="3716339"/>
          <a:ext cx="7893050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35" r:id="rId5" imgW="91871800" imgH="10528300" progId="Equation.3">
                  <p:embed/>
                </p:oleObj>
              </mc:Choice>
              <mc:Fallback>
                <p:oleObj r:id="rId5" imgW="91871800" imgH="10528300" progId="Equation.3">
                  <p:embed/>
                  <p:pic>
                    <p:nvPicPr>
                      <p:cNvPr id="237572" name="Object 4">
                        <a:extLst>
                          <a:ext uri="{FF2B5EF4-FFF2-40B4-BE49-F238E27FC236}">
                            <a16:creationId xmlns:a16="http://schemas.microsoft.com/office/drawing/2014/main" id="{EE368D7B-A028-A9C6-CE42-CF72292B52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8" y="3716339"/>
                        <a:ext cx="7893050" cy="1004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573" name="Object 5">
            <a:extLst>
              <a:ext uri="{FF2B5EF4-FFF2-40B4-BE49-F238E27FC236}">
                <a16:creationId xmlns:a16="http://schemas.microsoft.com/office/drawing/2014/main" id="{C2C97B84-F991-8201-B11F-4A65D8E52B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5189" y="5084763"/>
          <a:ext cx="3455987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36" r:id="rId7" imgW="31013400" imgH="6438900" progId="Equation.3">
                  <p:embed/>
                </p:oleObj>
              </mc:Choice>
              <mc:Fallback>
                <p:oleObj r:id="rId7" imgW="31013400" imgH="6438900" progId="Equation.3">
                  <p:embed/>
                  <p:pic>
                    <p:nvPicPr>
                      <p:cNvPr id="237573" name="Object 5">
                        <a:extLst>
                          <a:ext uri="{FF2B5EF4-FFF2-40B4-BE49-F238E27FC236}">
                            <a16:creationId xmlns:a16="http://schemas.microsoft.com/office/drawing/2014/main" id="{C2C97B84-F991-8201-B11F-4A65D8E52B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9" y="5084763"/>
                        <a:ext cx="3455987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574" name="Object 6">
            <a:extLst>
              <a:ext uri="{FF2B5EF4-FFF2-40B4-BE49-F238E27FC236}">
                <a16:creationId xmlns:a16="http://schemas.microsoft.com/office/drawing/2014/main" id="{C2784E3B-768C-F1EC-239D-3A565768F2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5188" y="981075"/>
          <a:ext cx="6894512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37" r:id="rId9" imgW="74307700" imgH="10528300" progId="Equation.DSMT4">
                  <p:embed/>
                </p:oleObj>
              </mc:Choice>
              <mc:Fallback>
                <p:oleObj r:id="rId9" imgW="74307700" imgH="10528300" progId="Equation.DSMT4">
                  <p:embed/>
                  <p:pic>
                    <p:nvPicPr>
                      <p:cNvPr id="237574" name="Object 6">
                        <a:extLst>
                          <a:ext uri="{FF2B5EF4-FFF2-40B4-BE49-F238E27FC236}">
                            <a16:creationId xmlns:a16="http://schemas.microsoft.com/office/drawing/2014/main" id="{C2784E3B-768C-F1EC-239D-3A565768F2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981075"/>
                        <a:ext cx="6894512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37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37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37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37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37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570" grpId="0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Text Box 2">
            <a:extLst>
              <a:ext uri="{FF2B5EF4-FFF2-40B4-BE49-F238E27FC236}">
                <a16:creationId xmlns:a16="http://schemas.microsoft.com/office/drawing/2014/main" id="{E2C26D3E-6DDB-2172-0CE7-D792FCE9B0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1" y="593725"/>
            <a:ext cx="83708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(2)</a:t>
            </a:r>
            <a:r>
              <a:rPr lang="en-US" altLang="zh-CN" sz="4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graphicFrame>
        <p:nvGraphicFramePr>
          <p:cNvPr id="238595" name="Object 3">
            <a:extLst>
              <a:ext uri="{FF2B5EF4-FFF2-40B4-BE49-F238E27FC236}">
                <a16:creationId xmlns:a16="http://schemas.microsoft.com/office/drawing/2014/main" id="{E3C96B5E-12B4-ED68-5BC9-FAA75F63DC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43251" y="333375"/>
          <a:ext cx="3535363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63" r:id="rId3" imgW="34518600" imgH="11112500" progId="Equation.3">
                  <p:embed/>
                </p:oleObj>
              </mc:Choice>
              <mc:Fallback>
                <p:oleObj r:id="rId3" imgW="34518600" imgH="11112500" progId="Equation.3">
                  <p:embed/>
                  <p:pic>
                    <p:nvPicPr>
                      <p:cNvPr id="238595" name="Object 3">
                        <a:extLst>
                          <a:ext uri="{FF2B5EF4-FFF2-40B4-BE49-F238E27FC236}">
                            <a16:creationId xmlns:a16="http://schemas.microsoft.com/office/drawing/2014/main" id="{E3C96B5E-12B4-ED68-5BC9-FAA75F63DC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1" y="333375"/>
                        <a:ext cx="3535363" cy="116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8596" name="Text Box 4">
            <a:extLst>
              <a:ext uri="{FF2B5EF4-FFF2-40B4-BE49-F238E27FC236}">
                <a16:creationId xmlns:a16="http://schemas.microsoft.com/office/drawing/2014/main" id="{EF4B1190-01A4-3D93-BB8A-517EBB3872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4" y="1681163"/>
            <a:ext cx="5413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故</a:t>
            </a:r>
          </a:p>
        </p:txBody>
      </p:sp>
      <p:graphicFrame>
        <p:nvGraphicFramePr>
          <p:cNvPr id="238597" name="Object 5">
            <a:extLst>
              <a:ext uri="{FF2B5EF4-FFF2-40B4-BE49-F238E27FC236}">
                <a16:creationId xmlns:a16="http://schemas.microsoft.com/office/drawing/2014/main" id="{F4D3E8D2-4E1B-9836-1FC5-A372D9C008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66988" y="2852738"/>
          <a:ext cx="5035550" cy="1211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64" r:id="rId5" imgW="53543200" imgH="12293600" progId="Equation.3">
                  <p:embed/>
                </p:oleObj>
              </mc:Choice>
              <mc:Fallback>
                <p:oleObj r:id="rId5" imgW="53543200" imgH="12293600" progId="Equation.3">
                  <p:embed/>
                  <p:pic>
                    <p:nvPicPr>
                      <p:cNvPr id="238597" name="Object 5">
                        <a:extLst>
                          <a:ext uri="{FF2B5EF4-FFF2-40B4-BE49-F238E27FC236}">
                            <a16:creationId xmlns:a16="http://schemas.microsoft.com/office/drawing/2014/main" id="{F4D3E8D2-4E1B-9836-1FC5-A372D9C008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2852738"/>
                        <a:ext cx="5035550" cy="1211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8598" name="Object 6">
            <a:extLst>
              <a:ext uri="{FF2B5EF4-FFF2-40B4-BE49-F238E27FC236}">
                <a16:creationId xmlns:a16="http://schemas.microsoft.com/office/drawing/2014/main" id="{A02DEDC4-D7EE-EC74-0786-BDDCD25F1C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4113" y="4292601"/>
          <a:ext cx="7302500" cy="120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65" r:id="rId7" imgW="83096100" imgH="12293600" progId="Equation.3">
                  <p:embed/>
                </p:oleObj>
              </mc:Choice>
              <mc:Fallback>
                <p:oleObj r:id="rId7" imgW="83096100" imgH="12293600" progId="Equation.3">
                  <p:embed/>
                  <p:pic>
                    <p:nvPicPr>
                      <p:cNvPr id="238598" name="Object 6">
                        <a:extLst>
                          <a:ext uri="{FF2B5EF4-FFF2-40B4-BE49-F238E27FC236}">
                            <a16:creationId xmlns:a16="http://schemas.microsoft.com/office/drawing/2014/main" id="{A02DEDC4-D7EE-EC74-0786-BDDCD25F1C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4292601"/>
                        <a:ext cx="7302500" cy="1203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8599" name="Object 7">
            <a:extLst>
              <a:ext uri="{FF2B5EF4-FFF2-40B4-BE49-F238E27FC236}">
                <a16:creationId xmlns:a16="http://schemas.microsoft.com/office/drawing/2014/main" id="{CFA5DA6D-8D91-89D0-875B-A19A329D5C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0013" y="5805488"/>
          <a:ext cx="3816350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66" r:id="rId9" imgW="33058100" imgH="4102100" progId="Equation.3">
                  <p:embed/>
                </p:oleObj>
              </mc:Choice>
              <mc:Fallback>
                <p:oleObj r:id="rId9" imgW="33058100" imgH="4102100" progId="Equation.3">
                  <p:embed/>
                  <p:pic>
                    <p:nvPicPr>
                      <p:cNvPr id="238599" name="Object 7">
                        <a:extLst>
                          <a:ext uri="{FF2B5EF4-FFF2-40B4-BE49-F238E27FC236}">
                            <a16:creationId xmlns:a16="http://schemas.microsoft.com/office/drawing/2014/main" id="{CFA5DA6D-8D91-89D0-875B-A19A329D5C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5805488"/>
                        <a:ext cx="3816350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8600" name="Object 8">
            <a:extLst>
              <a:ext uri="{FF2B5EF4-FFF2-40B4-BE49-F238E27FC236}">
                <a16:creationId xmlns:a16="http://schemas.microsoft.com/office/drawing/2014/main" id="{02498F5E-92B3-8338-8833-8E8AE68650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5914" y="1628776"/>
          <a:ext cx="5921375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67" r:id="rId11" imgW="71094600" imgH="10528300" progId="Equation.DSMT4">
                  <p:embed/>
                </p:oleObj>
              </mc:Choice>
              <mc:Fallback>
                <p:oleObj r:id="rId11" imgW="71094600" imgH="10528300" progId="Equation.DSMT4">
                  <p:embed/>
                  <p:pic>
                    <p:nvPicPr>
                      <p:cNvPr id="238600" name="Object 8">
                        <a:extLst>
                          <a:ext uri="{FF2B5EF4-FFF2-40B4-BE49-F238E27FC236}">
                            <a16:creationId xmlns:a16="http://schemas.microsoft.com/office/drawing/2014/main" id="{02498F5E-92B3-8338-8833-8E8AE68650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4" y="1628776"/>
                        <a:ext cx="5921375" cy="93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85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85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385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385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38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238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238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238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238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594" grpId="0" autoUpdateAnimBg="0"/>
      <p:bldP spid="238596" grpId="0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666" name="Picture 2">
            <a:extLst>
              <a:ext uri="{FF2B5EF4-FFF2-40B4-BE49-F238E27FC236}">
                <a16:creationId xmlns:a16="http://schemas.microsoft.com/office/drawing/2014/main" id="{2C7391D1-E681-34FB-D1EB-0E49FEC41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88" y="2205038"/>
            <a:ext cx="457200" cy="23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1667" name="Picture 3">
            <a:extLst>
              <a:ext uri="{FF2B5EF4-FFF2-40B4-BE49-F238E27FC236}">
                <a16:creationId xmlns:a16="http://schemas.microsoft.com/office/drawing/2014/main" id="{9D3FEFF1-5B5B-9672-D7ED-A320ACA47C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88" y="3284538"/>
            <a:ext cx="457200" cy="23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1668" name="Rectangle 4">
            <a:extLst>
              <a:ext uri="{FF2B5EF4-FFF2-40B4-BE49-F238E27FC236}">
                <a16:creationId xmlns:a16="http://schemas.microsoft.com/office/drawing/2014/main" id="{0721F1EF-2AED-A791-1EC6-973DE40CE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692150"/>
            <a:ext cx="88931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DC5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附： 几种重要随机变量的数学期望和方差</a:t>
            </a:r>
          </a:p>
        </p:txBody>
      </p:sp>
      <p:sp>
        <p:nvSpPr>
          <p:cNvPr id="241669" name="Rectangle 5">
            <a:extLst>
              <a:ext uri="{FF2B5EF4-FFF2-40B4-BE49-F238E27FC236}">
                <a16:creationId xmlns:a16="http://schemas.microsoft.com/office/drawing/2014/main" id="{3D7B739E-69FD-6720-030D-993EB7AE6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0014" y="2060575"/>
            <a:ext cx="3254375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ctr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20000"/>
              </a:spcBef>
              <a:buClr>
                <a:schemeClr val="accent2"/>
              </a:buClr>
              <a:buSzPct val="90000"/>
              <a:buFont typeface="Wingdings" pitchFamily="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rgbClr val="DC5900"/>
              </a:buClr>
            </a:pP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hlinkClick r:id="rId3" action="ppaction://hlinksldjump"/>
              </a:rPr>
              <a:t>一</a:t>
            </a:r>
            <a:r>
              <a:rPr lang="en-US" altLang="zh-CN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hlinkClick r:id="rId3" action="ppaction://hlinksldjump"/>
              </a:rPr>
              <a:t>.</a:t>
            </a: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hlinkClick r:id="rId3" action="ppaction://hlinksldjump"/>
              </a:rPr>
              <a:t>二点分布</a:t>
            </a:r>
            <a:endParaRPr lang="zh-CN" altLang="en-US" sz="3600" b="1">
              <a:solidFill>
                <a:srgbClr val="FF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</a:endParaRPr>
          </a:p>
        </p:txBody>
      </p:sp>
      <p:pic>
        <p:nvPicPr>
          <p:cNvPr id="241670" name="Picture 6">
            <a:extLst>
              <a:ext uri="{FF2B5EF4-FFF2-40B4-BE49-F238E27FC236}">
                <a16:creationId xmlns:a16="http://schemas.microsoft.com/office/drawing/2014/main" id="{3F5B97BE-2846-2E1B-C6B3-7440931BD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0" y="4437063"/>
            <a:ext cx="457200" cy="23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1671" name="Picture 7">
            <a:extLst>
              <a:ext uri="{FF2B5EF4-FFF2-40B4-BE49-F238E27FC236}">
                <a16:creationId xmlns:a16="http://schemas.microsoft.com/office/drawing/2014/main" id="{E60A25FE-8A83-CF7B-0666-97DBA87A9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4563" y="2349501"/>
            <a:ext cx="457200" cy="23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1672" name="Picture 8">
            <a:extLst>
              <a:ext uri="{FF2B5EF4-FFF2-40B4-BE49-F238E27FC236}">
                <a16:creationId xmlns:a16="http://schemas.microsoft.com/office/drawing/2014/main" id="{8946112C-6F60-68E2-D4C6-9ECB83CACC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1538" y="3357563"/>
            <a:ext cx="457200" cy="23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1673" name="Picture 9">
            <a:extLst>
              <a:ext uri="{FF2B5EF4-FFF2-40B4-BE49-F238E27FC236}">
                <a16:creationId xmlns:a16="http://schemas.microsoft.com/office/drawing/2014/main" id="{4E088591-5959-A16D-42A3-06A7362CAB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1538" y="4437063"/>
            <a:ext cx="457200" cy="23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1674" name="Rectangle 10">
            <a:extLst>
              <a:ext uri="{FF2B5EF4-FFF2-40B4-BE49-F238E27FC236}">
                <a16:creationId xmlns:a16="http://schemas.microsoft.com/office/drawing/2014/main" id="{E26D6970-C240-A2D5-B4C6-840F757890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0014" y="3068639"/>
            <a:ext cx="27815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0"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hlinkClick r:id="rId4" action="ppaction://hlinksldjump"/>
              </a:rPr>
              <a:t>二</a:t>
            </a:r>
            <a:r>
              <a:rPr kumimoji="0" lang="en-US" altLang="zh-CN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hlinkClick r:id="rId4" action="ppaction://hlinksldjump"/>
              </a:rPr>
              <a:t>.</a:t>
            </a:r>
            <a:r>
              <a:rPr kumimoji="0"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hlinkClick r:id="rId4" action="ppaction://hlinksldjump"/>
              </a:rPr>
              <a:t>二项分布</a:t>
            </a:r>
            <a:endParaRPr kumimoji="0" lang="zh-CN" altLang="en-US" sz="3600" b="1">
              <a:solidFill>
                <a:srgbClr val="FF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</a:endParaRPr>
          </a:p>
        </p:txBody>
      </p:sp>
      <p:sp>
        <p:nvSpPr>
          <p:cNvPr id="241675" name="Rectangle 11">
            <a:extLst>
              <a:ext uri="{FF2B5EF4-FFF2-40B4-BE49-F238E27FC236}">
                <a16:creationId xmlns:a16="http://schemas.microsoft.com/office/drawing/2014/main" id="{1FF7FAE4-4EF3-D693-B5FF-AE9955D65F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0014" y="4222751"/>
            <a:ext cx="27815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rId5" action="ppaction://hlinksldjump"/>
              </a:rPr>
              <a:t>三</a:t>
            </a:r>
            <a:r>
              <a:rPr lang="en-US" altLang="zh-CN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rId5" action="ppaction://hlinksldjump"/>
              </a:rPr>
              <a:t>.</a:t>
            </a: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rId5" action="ppaction://hlinksldjump"/>
              </a:rPr>
              <a:t>泊松分布</a:t>
            </a:r>
            <a:endParaRPr lang="zh-CN" altLang="en-US" sz="3600" b="1">
              <a:solidFill>
                <a:srgbClr val="FF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1676" name="Rectangle 12">
            <a:extLst>
              <a:ext uri="{FF2B5EF4-FFF2-40B4-BE49-F238E27FC236}">
                <a16:creationId xmlns:a16="http://schemas.microsoft.com/office/drawing/2014/main" id="{DD4B4CEA-C4DE-893E-990F-E3F1DB09A8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0826" y="2133601"/>
            <a:ext cx="27815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rId6" action="ppaction://hlinksldjump"/>
              </a:rPr>
              <a:t>四</a:t>
            </a:r>
            <a:r>
              <a:rPr lang="en-US" altLang="zh-CN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rId6" action="ppaction://hlinksldjump"/>
              </a:rPr>
              <a:t>.</a:t>
            </a: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rId6" action="ppaction://hlinksldjump"/>
              </a:rPr>
              <a:t>均匀分布</a:t>
            </a:r>
            <a:endParaRPr lang="zh-CN" altLang="en-US" sz="3600" b="1">
              <a:solidFill>
                <a:srgbClr val="FF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1677" name="Rectangle 13">
            <a:extLst>
              <a:ext uri="{FF2B5EF4-FFF2-40B4-BE49-F238E27FC236}">
                <a16:creationId xmlns:a16="http://schemas.microsoft.com/office/drawing/2014/main" id="{23F08A28-12E0-A234-93CE-0A4E97B6E9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0676" y="3141664"/>
            <a:ext cx="27815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rId7" action="ppaction://hlinksldjump"/>
              </a:rPr>
              <a:t>五</a:t>
            </a:r>
            <a:r>
              <a:rPr lang="en-US" altLang="zh-CN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rId7" action="ppaction://hlinksldjump"/>
              </a:rPr>
              <a:t>.</a:t>
            </a: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rId7" action="ppaction://hlinksldjump"/>
              </a:rPr>
              <a:t>正态分布</a:t>
            </a:r>
            <a:endParaRPr lang="zh-CN" altLang="en-US" sz="3600" b="1">
              <a:solidFill>
                <a:srgbClr val="FF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1678" name="Rectangle 14">
            <a:extLst>
              <a:ext uri="{FF2B5EF4-FFF2-40B4-BE49-F238E27FC236}">
                <a16:creationId xmlns:a16="http://schemas.microsoft.com/office/drawing/2014/main" id="{BE3B3C57-AB3F-982F-2098-0C4511548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3701" y="4221164"/>
            <a:ext cx="27815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rId8" action="ppaction://hlinksldjump"/>
              </a:rPr>
              <a:t>六</a:t>
            </a:r>
            <a:r>
              <a:rPr lang="en-US" altLang="zh-CN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rId8" action="ppaction://hlinksldjump"/>
              </a:rPr>
              <a:t>.</a:t>
            </a: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rId8" action="ppaction://hlinksldjump"/>
              </a:rPr>
              <a:t>指数分布</a:t>
            </a:r>
            <a:endParaRPr lang="zh-CN" altLang="en-US" sz="3600" b="1">
              <a:solidFill>
                <a:srgbClr val="FF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>
            <a:extLst>
              <a:ext uri="{FF2B5EF4-FFF2-40B4-BE49-F238E27FC236}">
                <a16:creationId xmlns:a16="http://schemas.microsoft.com/office/drawing/2014/main" id="{DD55973E-6C26-F2DD-58B9-951E76437EB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063751" y="549275"/>
            <a:ext cx="3254375" cy="685800"/>
          </a:xfrm>
          <a:noFill/>
          <a:ln/>
        </p:spPr>
        <p:txBody>
          <a:bodyPr/>
          <a:lstStyle/>
          <a:p>
            <a:pPr marL="342900" indent="-342900" algn="l">
              <a:spcBef>
                <a:spcPct val="50000"/>
              </a:spcBef>
            </a:pP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一</a:t>
            </a:r>
            <a:r>
              <a:rPr lang="en-US" altLang="zh-CN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.</a:t>
            </a: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二点分布</a:t>
            </a:r>
          </a:p>
        </p:txBody>
      </p:sp>
      <p:graphicFrame>
        <p:nvGraphicFramePr>
          <p:cNvPr id="242691" name="Group 3">
            <a:extLst>
              <a:ext uri="{FF2B5EF4-FFF2-40B4-BE49-F238E27FC236}">
                <a16:creationId xmlns:a16="http://schemas.microsoft.com/office/drawing/2014/main" id="{E6BF8BE9-7DE1-ED13-BEB0-57F9BA123ABC}"/>
              </a:ext>
            </a:extLst>
          </p:cNvPr>
          <p:cNvGraphicFramePr>
            <a:graphicFrameLocks noGrp="1"/>
          </p:cNvGraphicFramePr>
          <p:nvPr/>
        </p:nvGraphicFramePr>
        <p:xfrm>
          <a:off x="3503614" y="2492376"/>
          <a:ext cx="2871787" cy="1092835"/>
        </p:xfrm>
        <a:graphic>
          <a:graphicData uri="http://schemas.openxmlformats.org/drawingml/2006/table">
            <a:tbl>
              <a:tblPr/>
              <a:tblGrid>
                <a:gridCol w="612775">
                  <a:extLst>
                    <a:ext uri="{9D8B030D-6E8A-4147-A177-3AD203B41FA5}">
                      <a16:colId xmlns:a16="http://schemas.microsoft.com/office/drawing/2014/main" val="2316531909"/>
                    </a:ext>
                  </a:extLst>
                </a:gridCol>
                <a:gridCol w="2259012">
                  <a:extLst>
                    <a:ext uri="{9D8B030D-6E8A-4147-A177-3AD203B41FA5}">
                      <a16:colId xmlns:a16="http://schemas.microsoft.com/office/drawing/2014/main" val="564702888"/>
                    </a:ext>
                  </a:extLst>
                </a:gridCol>
              </a:tblGrid>
              <a:tr h="574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 0          1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471559"/>
                  </a:ext>
                </a:extLst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0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1-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 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  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4364124"/>
                  </a:ext>
                </a:extLst>
              </a:tr>
            </a:tbl>
          </a:graphicData>
        </a:graphic>
      </p:graphicFrame>
      <p:graphicFrame>
        <p:nvGraphicFramePr>
          <p:cNvPr id="242706" name="Object 18">
            <a:extLst>
              <a:ext uri="{FF2B5EF4-FFF2-40B4-BE49-F238E27FC236}">
                <a16:creationId xmlns:a16="http://schemas.microsoft.com/office/drawing/2014/main" id="{D5A69D5D-2F96-DBBD-3472-FD6FDEE7B0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19289" y="4221163"/>
          <a:ext cx="1233487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7" r:id="rId3" imgW="15506700" imgH="4686300" progId="Equation.3">
                  <p:embed/>
                </p:oleObj>
              </mc:Choice>
              <mc:Fallback>
                <p:oleObj r:id="rId3" imgW="15506700" imgH="4686300" progId="Equation.3">
                  <p:embed/>
                  <p:pic>
                    <p:nvPicPr>
                      <p:cNvPr id="242706" name="Object 18">
                        <a:extLst>
                          <a:ext uri="{FF2B5EF4-FFF2-40B4-BE49-F238E27FC236}">
                            <a16:creationId xmlns:a16="http://schemas.microsoft.com/office/drawing/2014/main" id="{D5A69D5D-2F96-DBBD-3472-FD6FDEE7B0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9" y="4221163"/>
                        <a:ext cx="1233487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2707" name="Object 19">
            <a:extLst>
              <a:ext uri="{FF2B5EF4-FFF2-40B4-BE49-F238E27FC236}">
                <a16:creationId xmlns:a16="http://schemas.microsoft.com/office/drawing/2014/main" id="{2E109455-6B2C-893E-AA83-B3E1F32FB2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92525" y="4221164"/>
          <a:ext cx="1373188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8" r:id="rId5" imgW="17259300" imgH="5270500" progId="Equation.3">
                  <p:embed/>
                </p:oleObj>
              </mc:Choice>
              <mc:Fallback>
                <p:oleObj r:id="rId5" imgW="17259300" imgH="5270500" progId="Equation.3">
                  <p:embed/>
                  <p:pic>
                    <p:nvPicPr>
                      <p:cNvPr id="242707" name="Object 19">
                        <a:extLst>
                          <a:ext uri="{FF2B5EF4-FFF2-40B4-BE49-F238E27FC236}">
                            <a16:creationId xmlns:a16="http://schemas.microsoft.com/office/drawing/2014/main" id="{2E109455-6B2C-893E-AA83-B3E1F32FB2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2525" y="4221164"/>
                        <a:ext cx="1373188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2708" name="Object 20">
            <a:extLst>
              <a:ext uri="{FF2B5EF4-FFF2-40B4-BE49-F238E27FC236}">
                <a16:creationId xmlns:a16="http://schemas.microsoft.com/office/drawing/2014/main" id="{9145B818-47F5-0B48-973B-16C66F654D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5914" y="4292600"/>
          <a:ext cx="2001837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9" r:id="rId7" imgW="25158700" imgH="4686300" progId="Equation.3">
                  <p:embed/>
                </p:oleObj>
              </mc:Choice>
              <mc:Fallback>
                <p:oleObj r:id="rId7" imgW="25158700" imgH="4686300" progId="Equation.3">
                  <p:embed/>
                  <p:pic>
                    <p:nvPicPr>
                      <p:cNvPr id="242708" name="Object 20">
                        <a:extLst>
                          <a:ext uri="{FF2B5EF4-FFF2-40B4-BE49-F238E27FC236}">
                            <a16:creationId xmlns:a16="http://schemas.microsoft.com/office/drawing/2014/main" id="{9145B818-47F5-0B48-973B-16C66F654D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914" y="4292600"/>
                        <a:ext cx="2001837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2709" name="Rectangle 21">
            <a:extLst>
              <a:ext uri="{FF2B5EF4-FFF2-40B4-BE49-F238E27FC236}">
                <a16:creationId xmlns:a16="http://schemas.microsoft.com/office/drawing/2014/main" id="{A5427AEE-F88B-E231-2AFC-A1E300367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1557338"/>
            <a:ext cx="68707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若随机变量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服从二点分布，其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分布律为：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000"/>
                                        <p:tgtEl>
                                          <p:spTgt spid="2426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4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42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4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4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24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690" grpId="0" build="p" autoUpdateAnimBg="0"/>
      <p:bldP spid="242709" grpId="0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>
            <a:extLst>
              <a:ext uri="{FF2B5EF4-FFF2-40B4-BE49-F238E27FC236}">
                <a16:creationId xmlns:a16="http://schemas.microsoft.com/office/drawing/2014/main" id="{7C39B7CC-22A0-468E-FF14-25C6A70A0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01600"/>
            <a:ext cx="3479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0"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二</a:t>
            </a:r>
            <a:r>
              <a:rPr kumimoji="0" lang="en-US" altLang="zh-CN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.</a:t>
            </a:r>
            <a:r>
              <a:rPr kumimoji="0"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二项分布</a:t>
            </a:r>
          </a:p>
        </p:txBody>
      </p:sp>
      <p:sp>
        <p:nvSpPr>
          <p:cNvPr id="243715" name="Rectangle 3">
            <a:extLst>
              <a:ext uri="{FF2B5EF4-FFF2-40B4-BE49-F238E27FC236}">
                <a16:creationId xmlns:a16="http://schemas.microsoft.com/office/drawing/2014/main" id="{0CC88707-ABCA-B1B0-9BB5-6E94F1679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1" y="908051"/>
            <a:ext cx="52101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随机变量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X~B(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),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其分布律为：</a:t>
            </a:r>
          </a:p>
        </p:txBody>
      </p:sp>
      <p:graphicFrame>
        <p:nvGraphicFramePr>
          <p:cNvPr id="243716" name="Object 4">
            <a:extLst>
              <a:ext uri="{FF2B5EF4-FFF2-40B4-BE49-F238E27FC236}">
                <a16:creationId xmlns:a16="http://schemas.microsoft.com/office/drawing/2014/main" id="{8945CABB-0719-7DEB-F3E0-33851AA02B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43251" y="1557338"/>
          <a:ext cx="648176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6" r:id="rId3" imgW="69049900" imgH="5562600" progId="Equation.3">
                  <p:embed/>
                </p:oleObj>
              </mc:Choice>
              <mc:Fallback>
                <p:oleObj r:id="rId3" imgW="69049900" imgH="5562600" progId="Equation.3">
                  <p:embed/>
                  <p:pic>
                    <p:nvPicPr>
                      <p:cNvPr id="243716" name="Object 4">
                        <a:extLst>
                          <a:ext uri="{FF2B5EF4-FFF2-40B4-BE49-F238E27FC236}">
                            <a16:creationId xmlns:a16="http://schemas.microsoft.com/office/drawing/2014/main" id="{8945CABB-0719-7DEB-F3E0-33851AA02B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1" y="1557338"/>
                        <a:ext cx="648176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3717" name="Text Box 5">
            <a:extLst>
              <a:ext uri="{FF2B5EF4-FFF2-40B4-BE49-F238E27FC236}">
                <a16:creationId xmlns:a16="http://schemas.microsoft.com/office/drawing/2014/main" id="{F4A57532-D8CD-AE4F-968E-9D0244312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2060575"/>
            <a:ext cx="8686800" cy="1308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由二项分布定义可知，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是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重贝努利试验中事件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发生的次数，且在每次试验中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发生的概率为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，设</a:t>
            </a:r>
          </a:p>
        </p:txBody>
      </p:sp>
      <p:graphicFrame>
        <p:nvGraphicFramePr>
          <p:cNvPr id="243718" name="Object 6">
            <a:extLst>
              <a:ext uri="{FF2B5EF4-FFF2-40B4-BE49-F238E27FC236}">
                <a16:creationId xmlns:a16="http://schemas.microsoft.com/office/drawing/2014/main" id="{A3839C1D-8D4A-E26B-3163-F3C1D2C0EC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5188" y="3500438"/>
          <a:ext cx="7334250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7" r:id="rId5" imgW="69049900" imgH="10820400" progId="Equation.3">
                  <p:embed/>
                </p:oleObj>
              </mc:Choice>
              <mc:Fallback>
                <p:oleObj r:id="rId5" imgW="69049900" imgH="10820400" progId="Equation.3">
                  <p:embed/>
                  <p:pic>
                    <p:nvPicPr>
                      <p:cNvPr id="243718" name="Object 6">
                        <a:extLst>
                          <a:ext uri="{FF2B5EF4-FFF2-40B4-BE49-F238E27FC236}">
                            <a16:creationId xmlns:a16="http://schemas.microsoft.com/office/drawing/2014/main" id="{A3839C1D-8D4A-E26B-3163-F3C1D2C0EC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3500438"/>
                        <a:ext cx="7334250" cy="103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3719" name="Rectangle 7">
            <a:extLst>
              <a:ext uri="{FF2B5EF4-FFF2-40B4-BE49-F238E27FC236}">
                <a16:creationId xmlns:a16="http://schemas.microsoft.com/office/drawing/2014/main" id="{6EF1BD54-4BA2-5F5B-B590-80C556AE7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4797426"/>
            <a:ext cx="5651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则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i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服从二点分布，其分布律为：</a:t>
            </a:r>
          </a:p>
        </p:txBody>
      </p:sp>
      <p:graphicFrame>
        <p:nvGraphicFramePr>
          <p:cNvPr id="243737" name="Group 25">
            <a:extLst>
              <a:ext uri="{FF2B5EF4-FFF2-40B4-BE49-F238E27FC236}">
                <a16:creationId xmlns:a16="http://schemas.microsoft.com/office/drawing/2014/main" id="{9967DFED-EBEE-9422-A440-072B19A24E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7835933"/>
              </p:ext>
            </p:extLst>
          </p:nvPr>
        </p:nvGraphicFramePr>
        <p:xfrm>
          <a:off x="7319963" y="4508500"/>
          <a:ext cx="2743200" cy="1140460"/>
        </p:xfrm>
        <a:graphic>
          <a:graphicData uri="http://schemas.openxmlformats.org/drawingml/2006/table">
            <a:tbl>
              <a:tblPr/>
              <a:tblGrid>
                <a:gridCol w="576262">
                  <a:extLst>
                    <a:ext uri="{9D8B030D-6E8A-4147-A177-3AD203B41FA5}">
                      <a16:colId xmlns:a16="http://schemas.microsoft.com/office/drawing/2014/main" val="3504358464"/>
                    </a:ext>
                  </a:extLst>
                </a:gridCol>
                <a:gridCol w="2166938">
                  <a:extLst>
                    <a:ext uri="{9D8B030D-6E8A-4147-A177-3AD203B41FA5}">
                      <a16:colId xmlns:a16="http://schemas.microsoft.com/office/drawing/2014/main" val="3889687479"/>
                    </a:ext>
                  </a:extLst>
                </a:gridCol>
              </a:tblGrid>
              <a:tr h="622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 0          1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0493987"/>
                  </a:ext>
                </a:extLst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0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</a:t>
                      </a:r>
                      <a:r>
                        <a:rPr kumimoji="0" lang="en-US" altLang="zh-CN" sz="2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1-p       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5169795"/>
                  </a:ext>
                </a:extLst>
              </a:tr>
            </a:tbl>
          </a:graphicData>
        </a:graphic>
      </p:graphicFrame>
      <p:graphicFrame>
        <p:nvGraphicFramePr>
          <p:cNvPr id="243735" name="Object 23">
            <a:extLst>
              <a:ext uri="{FF2B5EF4-FFF2-40B4-BE49-F238E27FC236}">
                <a16:creationId xmlns:a16="http://schemas.microsoft.com/office/drawing/2014/main" id="{0ED9B900-959E-1664-BEFB-82510AB044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11451" y="5734051"/>
          <a:ext cx="180022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8" r:id="rId7" imgW="18719800" imgH="5270500" progId="Equation.3">
                  <p:embed/>
                </p:oleObj>
              </mc:Choice>
              <mc:Fallback>
                <p:oleObj r:id="rId7" imgW="18719800" imgH="5270500" progId="Equation.3">
                  <p:embed/>
                  <p:pic>
                    <p:nvPicPr>
                      <p:cNvPr id="243735" name="Object 23">
                        <a:extLst>
                          <a:ext uri="{FF2B5EF4-FFF2-40B4-BE49-F238E27FC236}">
                            <a16:creationId xmlns:a16="http://schemas.microsoft.com/office/drawing/2014/main" id="{0ED9B900-959E-1664-BEFB-82510AB044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1" y="5734051"/>
                        <a:ext cx="1800225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3736" name="Object 24">
            <a:extLst>
              <a:ext uri="{FF2B5EF4-FFF2-40B4-BE49-F238E27FC236}">
                <a16:creationId xmlns:a16="http://schemas.microsoft.com/office/drawing/2014/main" id="{23A15D8D-781B-C386-312D-A11F14CC0A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00601" y="5805488"/>
          <a:ext cx="2519363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9" r:id="rId9" imgW="27495500" imgH="5270500" progId="Equation.3">
                  <p:embed/>
                </p:oleObj>
              </mc:Choice>
              <mc:Fallback>
                <p:oleObj r:id="rId9" imgW="27495500" imgH="5270500" progId="Equation.3">
                  <p:embed/>
                  <p:pic>
                    <p:nvPicPr>
                      <p:cNvPr id="243736" name="Object 24">
                        <a:extLst>
                          <a:ext uri="{FF2B5EF4-FFF2-40B4-BE49-F238E27FC236}">
                            <a16:creationId xmlns:a16="http://schemas.microsoft.com/office/drawing/2014/main" id="{23A15D8D-781B-C386-312D-A11F14CC0A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1" y="5805488"/>
                        <a:ext cx="2519363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000"/>
                                        <p:tgtEl>
                                          <p:spTgt spid="243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43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43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243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43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243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243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243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243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714" grpId="0" autoUpdateAnimBg="0"/>
      <p:bldP spid="243715" grpId="0" autoUpdateAnimBg="0"/>
      <p:bldP spid="243717" grpId="0" autoUpdateAnimBg="0"/>
      <p:bldP spid="243719" grpId="0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4738" name="Object 2">
            <a:extLst>
              <a:ext uri="{FF2B5EF4-FFF2-40B4-BE49-F238E27FC236}">
                <a16:creationId xmlns:a16="http://schemas.microsoft.com/office/drawing/2014/main" id="{8699E1C9-338E-811B-AC4B-B6735CDF87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19289" y="404813"/>
          <a:ext cx="3311525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50" r:id="rId3" imgW="34810700" imgH="5270500" progId="Equation.3">
                  <p:embed/>
                </p:oleObj>
              </mc:Choice>
              <mc:Fallback>
                <p:oleObj r:id="rId3" imgW="34810700" imgH="5270500" progId="Equation.3">
                  <p:embed/>
                  <p:pic>
                    <p:nvPicPr>
                      <p:cNvPr id="244738" name="Object 2">
                        <a:extLst>
                          <a:ext uri="{FF2B5EF4-FFF2-40B4-BE49-F238E27FC236}">
                            <a16:creationId xmlns:a16="http://schemas.microsoft.com/office/drawing/2014/main" id="{8699E1C9-338E-811B-AC4B-B6735CDF87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9" y="404813"/>
                        <a:ext cx="3311525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739" name="Object 3">
            <a:extLst>
              <a:ext uri="{FF2B5EF4-FFF2-40B4-BE49-F238E27FC236}">
                <a16:creationId xmlns:a16="http://schemas.microsoft.com/office/drawing/2014/main" id="{3D518AF1-9BF8-844D-25F6-5B85E13EAB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7851" y="1268414"/>
          <a:ext cx="874713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51" r:id="rId5" imgW="9359900" imgH="4686300" progId="Equation.3">
                  <p:embed/>
                </p:oleObj>
              </mc:Choice>
              <mc:Fallback>
                <p:oleObj r:id="rId5" imgW="9359900" imgH="4686300" progId="Equation.3">
                  <p:embed/>
                  <p:pic>
                    <p:nvPicPr>
                      <p:cNvPr id="244739" name="Object 3">
                        <a:extLst>
                          <a:ext uri="{FF2B5EF4-FFF2-40B4-BE49-F238E27FC236}">
                            <a16:creationId xmlns:a16="http://schemas.microsoft.com/office/drawing/2014/main" id="{3D518AF1-9BF8-844D-25F6-5B85E13EAB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1" y="1268414"/>
                        <a:ext cx="874713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740" name="Object 4">
            <a:extLst>
              <a:ext uri="{FF2B5EF4-FFF2-40B4-BE49-F238E27FC236}">
                <a16:creationId xmlns:a16="http://schemas.microsoft.com/office/drawing/2014/main" id="{9A5BE95C-B1E2-15AA-4FAC-4EA8113E2E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7850" y="2349501"/>
          <a:ext cx="86360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52" r:id="rId7" imgW="9359900" imgH="4686300" progId="Equation.3">
                  <p:embed/>
                </p:oleObj>
              </mc:Choice>
              <mc:Fallback>
                <p:oleObj r:id="rId7" imgW="9359900" imgH="4686300" progId="Equation.3">
                  <p:embed/>
                  <p:pic>
                    <p:nvPicPr>
                      <p:cNvPr id="244740" name="Object 4">
                        <a:extLst>
                          <a:ext uri="{FF2B5EF4-FFF2-40B4-BE49-F238E27FC236}">
                            <a16:creationId xmlns:a16="http://schemas.microsoft.com/office/drawing/2014/main" id="{9A5BE95C-B1E2-15AA-4FAC-4EA8113E2E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0" y="2349501"/>
                        <a:ext cx="863600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741" name="Object 5">
            <a:extLst>
              <a:ext uri="{FF2B5EF4-FFF2-40B4-BE49-F238E27FC236}">
                <a16:creationId xmlns:a16="http://schemas.microsoft.com/office/drawing/2014/main" id="{7684AF76-4ADC-6AE9-40F7-BCD480198E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11451" y="1268413"/>
          <a:ext cx="4479925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53" r:id="rId9" imgW="47104300" imgH="5270500" progId="Equation.3">
                  <p:embed/>
                </p:oleObj>
              </mc:Choice>
              <mc:Fallback>
                <p:oleObj r:id="rId9" imgW="47104300" imgH="5270500" progId="Equation.3">
                  <p:embed/>
                  <p:pic>
                    <p:nvPicPr>
                      <p:cNvPr id="244741" name="Object 5">
                        <a:extLst>
                          <a:ext uri="{FF2B5EF4-FFF2-40B4-BE49-F238E27FC236}">
                            <a16:creationId xmlns:a16="http://schemas.microsoft.com/office/drawing/2014/main" id="{7684AF76-4ADC-6AE9-40F7-BCD480198E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1" y="1268413"/>
                        <a:ext cx="4479925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742" name="Object 6">
            <a:extLst>
              <a:ext uri="{FF2B5EF4-FFF2-40B4-BE49-F238E27FC236}">
                <a16:creationId xmlns:a16="http://schemas.microsoft.com/office/drawing/2014/main" id="{9CDBFB72-9D1C-E62A-3567-44C834CF57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46938" y="1341439"/>
          <a:ext cx="863600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54" r:id="rId11" imgW="7899400" imgH="3797300" progId="Equation.3">
                  <p:embed/>
                </p:oleObj>
              </mc:Choice>
              <mc:Fallback>
                <p:oleObj r:id="rId11" imgW="7899400" imgH="3797300" progId="Equation.3">
                  <p:embed/>
                  <p:pic>
                    <p:nvPicPr>
                      <p:cNvPr id="244742" name="Object 6">
                        <a:extLst>
                          <a:ext uri="{FF2B5EF4-FFF2-40B4-BE49-F238E27FC236}">
                            <a16:creationId xmlns:a16="http://schemas.microsoft.com/office/drawing/2014/main" id="{9CDBFB72-9D1C-E62A-3567-44C834CF57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6938" y="1341439"/>
                        <a:ext cx="863600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743" name="Object 7">
            <a:extLst>
              <a:ext uri="{FF2B5EF4-FFF2-40B4-BE49-F238E27FC236}">
                <a16:creationId xmlns:a16="http://schemas.microsoft.com/office/drawing/2014/main" id="{05FBC825-C22A-174C-DF6A-4C0DC0601E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64426" y="2349500"/>
          <a:ext cx="180022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55" r:id="rId13" imgW="18135600" imgH="4686300" progId="Equation.3">
                  <p:embed/>
                </p:oleObj>
              </mc:Choice>
              <mc:Fallback>
                <p:oleObj r:id="rId13" imgW="18135600" imgH="4686300" progId="Equation.3">
                  <p:embed/>
                  <p:pic>
                    <p:nvPicPr>
                      <p:cNvPr id="244743" name="Object 7">
                        <a:extLst>
                          <a:ext uri="{FF2B5EF4-FFF2-40B4-BE49-F238E27FC236}">
                            <a16:creationId xmlns:a16="http://schemas.microsoft.com/office/drawing/2014/main" id="{05FBC825-C22A-174C-DF6A-4C0DC0601E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4426" y="2349500"/>
                        <a:ext cx="180022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744" name="Object 8">
            <a:extLst>
              <a:ext uri="{FF2B5EF4-FFF2-40B4-BE49-F238E27FC236}">
                <a16:creationId xmlns:a16="http://schemas.microsoft.com/office/drawing/2014/main" id="{A0062F7A-86A8-85C6-7406-1E1686B3AC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5914" y="2349501"/>
          <a:ext cx="4479925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56" r:id="rId15" imgW="47104300" imgH="5270500" progId="Equation.3">
                  <p:embed/>
                </p:oleObj>
              </mc:Choice>
              <mc:Fallback>
                <p:oleObj r:id="rId15" imgW="47104300" imgH="5270500" progId="Equation.3">
                  <p:embed/>
                  <p:pic>
                    <p:nvPicPr>
                      <p:cNvPr id="244744" name="Object 8">
                        <a:extLst>
                          <a:ext uri="{FF2B5EF4-FFF2-40B4-BE49-F238E27FC236}">
                            <a16:creationId xmlns:a16="http://schemas.microsoft.com/office/drawing/2014/main" id="{A0062F7A-86A8-85C6-7406-1E1686B3AC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4" y="2349501"/>
                        <a:ext cx="4479925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745" name="Object 9">
            <a:extLst>
              <a:ext uri="{FF2B5EF4-FFF2-40B4-BE49-F238E27FC236}">
                <a16:creationId xmlns:a16="http://schemas.microsoft.com/office/drawing/2014/main" id="{A9BB848C-D542-9DEE-626C-6DE4843E20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6275" y="4797425"/>
          <a:ext cx="47244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57" r:id="rId17" imgW="46520100" imgH="4686300" progId="Equation.3">
                  <p:embed/>
                </p:oleObj>
              </mc:Choice>
              <mc:Fallback>
                <p:oleObj r:id="rId17" imgW="46520100" imgH="4686300" progId="Equation.3">
                  <p:embed/>
                  <p:pic>
                    <p:nvPicPr>
                      <p:cNvPr id="244745" name="Object 9">
                        <a:extLst>
                          <a:ext uri="{FF2B5EF4-FFF2-40B4-BE49-F238E27FC236}">
                            <a16:creationId xmlns:a16="http://schemas.microsoft.com/office/drawing/2014/main" id="{A9BB848C-D542-9DEE-626C-6DE4843E20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5" y="4797425"/>
                        <a:ext cx="4724400" cy="488950"/>
                      </a:xfrm>
                      <a:prstGeom prst="rect">
                        <a:avLst/>
                      </a:prstGeom>
                      <a:solidFill>
                        <a:srgbClr val="FFFF99">
                          <a:alpha val="34999"/>
                        </a:srgbClr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4746" name="Rectangle 10">
            <a:extLst>
              <a:ext uri="{FF2B5EF4-FFF2-40B4-BE49-F238E27FC236}">
                <a16:creationId xmlns:a16="http://schemas.microsoft.com/office/drawing/2014/main" id="{08E2F482-A34B-DCCC-9793-230E150895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1" y="3644900"/>
            <a:ext cx="4162425" cy="528638"/>
          </a:xfrm>
          <a:prstGeom prst="rect">
            <a:avLst/>
          </a:prstGeom>
          <a:solidFill>
            <a:srgbClr val="FFFF99">
              <a:alpha val="34999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若随机变量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X~B(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n 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p 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),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则</a:t>
            </a:r>
          </a:p>
        </p:txBody>
      </p:sp>
      <p:sp>
        <p:nvSpPr>
          <p:cNvPr id="244747" name="Rectangle 11">
            <a:extLst>
              <a:ext uri="{FF2B5EF4-FFF2-40B4-BE49-F238E27FC236}">
                <a16:creationId xmlns:a16="http://schemas.microsoft.com/office/drawing/2014/main" id="{1B2533A3-BAE2-9B12-A252-18D7ADFB6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9439" y="3141663"/>
            <a:ext cx="898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即：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44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447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447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1000"/>
                                        <p:tgtEl>
                                          <p:spTgt spid="244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2" dur="1000"/>
                                        <p:tgtEl>
                                          <p:spTgt spid="244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447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447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2" dur="1000"/>
                                        <p:tgtEl>
                                          <p:spTgt spid="244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7" dur="1000"/>
                                        <p:tgtEl>
                                          <p:spTgt spid="244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44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244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244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746" grpId="0" animBg="1" autoUpdateAnimBg="0"/>
      <p:bldP spid="244747" grpId="0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>
            <a:extLst>
              <a:ext uri="{FF2B5EF4-FFF2-40B4-BE49-F238E27FC236}">
                <a16:creationId xmlns:a16="http://schemas.microsoft.com/office/drawing/2014/main" id="{FE29E6E1-9C40-523A-20F5-357F4EF41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404813"/>
            <a:ext cx="316706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三</a:t>
            </a:r>
            <a:r>
              <a:rPr lang="en-US" altLang="zh-CN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泊松分布</a:t>
            </a:r>
          </a:p>
        </p:txBody>
      </p:sp>
      <p:grpSp>
        <p:nvGrpSpPr>
          <p:cNvPr id="245763" name="Group 3">
            <a:extLst>
              <a:ext uri="{FF2B5EF4-FFF2-40B4-BE49-F238E27FC236}">
                <a16:creationId xmlns:a16="http://schemas.microsoft.com/office/drawing/2014/main" id="{0CF481F1-F38A-CD8F-AB52-6F801FA7238B}"/>
              </a:ext>
            </a:extLst>
          </p:cNvPr>
          <p:cNvGrpSpPr>
            <a:grpSpLocks/>
          </p:cNvGrpSpPr>
          <p:nvPr/>
        </p:nvGrpSpPr>
        <p:grpSpPr bwMode="auto">
          <a:xfrm>
            <a:off x="1847851" y="1268413"/>
            <a:ext cx="4994275" cy="525462"/>
            <a:chOff x="0" y="0"/>
            <a:chExt cx="3146" cy="331"/>
          </a:xfrm>
        </p:grpSpPr>
        <p:sp>
          <p:nvSpPr>
            <p:cNvPr id="245764" name="Rectangle 4">
              <a:extLst>
                <a:ext uri="{FF2B5EF4-FFF2-40B4-BE49-F238E27FC236}">
                  <a16:creationId xmlns:a16="http://schemas.microsoft.com/office/drawing/2014/main" id="{BD17E049-0435-38D2-29E0-34864C1D94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14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随机变量        ，其分布律为：</a:t>
              </a:r>
            </a:p>
          </p:txBody>
        </p:sp>
        <p:graphicFrame>
          <p:nvGraphicFramePr>
            <p:cNvPr id="245765" name="Object 5">
              <a:extLst>
                <a:ext uri="{FF2B5EF4-FFF2-40B4-BE49-F238E27FC236}">
                  <a16:creationId xmlns:a16="http://schemas.microsoft.com/office/drawing/2014/main" id="{A4B8EDE2-FF43-4D38-7F0D-785C47C41A7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88" y="91"/>
            <a:ext cx="76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064" r:id="rId3" imgW="15214600" imgH="4686300" progId="Equation.3">
                    <p:embed/>
                  </p:oleObj>
                </mc:Choice>
                <mc:Fallback>
                  <p:oleObj r:id="rId3" imgW="15214600" imgH="4686300" progId="Equation.3">
                    <p:embed/>
                    <p:pic>
                      <p:nvPicPr>
                        <p:cNvPr id="245765" name="Object 5">
                          <a:extLst>
                            <a:ext uri="{FF2B5EF4-FFF2-40B4-BE49-F238E27FC236}">
                              <a16:creationId xmlns:a16="http://schemas.microsoft.com/office/drawing/2014/main" id="{A4B8EDE2-FF43-4D38-7F0D-785C47C41A7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88" y="91"/>
                          <a:ext cx="762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5766" name="Object 6">
            <a:extLst>
              <a:ext uri="{FF2B5EF4-FFF2-40B4-BE49-F238E27FC236}">
                <a16:creationId xmlns:a16="http://schemas.microsoft.com/office/drawing/2014/main" id="{04CEF2FF-A826-623B-F069-5082663282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7251" y="2205038"/>
          <a:ext cx="4397375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65" r:id="rId5" imgW="55295800" imgH="9652000" progId="Equation.3">
                  <p:embed/>
                </p:oleObj>
              </mc:Choice>
              <mc:Fallback>
                <p:oleObj r:id="rId5" imgW="55295800" imgH="9652000" progId="Equation.3">
                  <p:embed/>
                  <p:pic>
                    <p:nvPicPr>
                      <p:cNvPr id="245766" name="Object 6">
                        <a:extLst>
                          <a:ext uri="{FF2B5EF4-FFF2-40B4-BE49-F238E27FC236}">
                            <a16:creationId xmlns:a16="http://schemas.microsoft.com/office/drawing/2014/main" id="{04CEF2FF-A826-623B-F069-5082663282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1" y="2205038"/>
                        <a:ext cx="4397375" cy="785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67" name="Object 7">
            <a:extLst>
              <a:ext uri="{FF2B5EF4-FFF2-40B4-BE49-F238E27FC236}">
                <a16:creationId xmlns:a16="http://schemas.microsoft.com/office/drawing/2014/main" id="{BA8FF0EC-8465-1EB3-A1AF-6298647F93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5188" y="3573464"/>
          <a:ext cx="2349500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66" r:id="rId7" imgW="29552900" imgH="10236200" progId="Equation.3">
                  <p:embed/>
                </p:oleObj>
              </mc:Choice>
              <mc:Fallback>
                <p:oleObj r:id="rId7" imgW="29552900" imgH="10236200" progId="Equation.3">
                  <p:embed/>
                  <p:pic>
                    <p:nvPicPr>
                      <p:cNvPr id="245767" name="Object 7">
                        <a:extLst>
                          <a:ext uri="{FF2B5EF4-FFF2-40B4-BE49-F238E27FC236}">
                            <a16:creationId xmlns:a16="http://schemas.microsoft.com/office/drawing/2014/main" id="{BA8FF0EC-8465-1EB3-A1AF-6298647F93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3573464"/>
                        <a:ext cx="2349500" cy="83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68" name="Object 8">
            <a:extLst>
              <a:ext uri="{FF2B5EF4-FFF2-40B4-BE49-F238E27FC236}">
                <a16:creationId xmlns:a16="http://schemas.microsoft.com/office/drawing/2014/main" id="{F69835D6-6D89-DE86-26BB-D1012589ED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1675" y="3573464"/>
          <a:ext cx="2116138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67" r:id="rId9" imgW="26619200" imgH="10236200" progId="Equation.3">
                  <p:embed/>
                </p:oleObj>
              </mc:Choice>
              <mc:Fallback>
                <p:oleObj r:id="rId9" imgW="26619200" imgH="10236200" progId="Equation.3">
                  <p:embed/>
                  <p:pic>
                    <p:nvPicPr>
                      <p:cNvPr id="245768" name="Object 8">
                        <a:extLst>
                          <a:ext uri="{FF2B5EF4-FFF2-40B4-BE49-F238E27FC236}">
                            <a16:creationId xmlns:a16="http://schemas.microsoft.com/office/drawing/2014/main" id="{F69835D6-6D89-DE86-26BB-D1012589ED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675" y="3573464"/>
                        <a:ext cx="2116138" cy="83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69" name="Object 9">
            <a:extLst>
              <a:ext uri="{FF2B5EF4-FFF2-40B4-BE49-F238E27FC236}">
                <a16:creationId xmlns:a16="http://schemas.microsoft.com/office/drawing/2014/main" id="{7ECBCDC9-986D-2971-6B77-588F92336D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5913" y="5013325"/>
          <a:ext cx="111601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68" r:id="rId11" imgW="14046200" imgH="4686300" progId="Equation.3">
                  <p:embed/>
                </p:oleObj>
              </mc:Choice>
              <mc:Fallback>
                <p:oleObj r:id="rId11" imgW="14046200" imgH="4686300" progId="Equation.3">
                  <p:embed/>
                  <p:pic>
                    <p:nvPicPr>
                      <p:cNvPr id="245769" name="Object 9">
                        <a:extLst>
                          <a:ext uri="{FF2B5EF4-FFF2-40B4-BE49-F238E27FC236}">
                            <a16:creationId xmlns:a16="http://schemas.microsoft.com/office/drawing/2014/main" id="{7ECBCDC9-986D-2971-6B77-588F92336D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3" y="5013325"/>
                        <a:ext cx="1116012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70" name="Object 10">
            <a:extLst>
              <a:ext uri="{FF2B5EF4-FFF2-40B4-BE49-F238E27FC236}">
                <a16:creationId xmlns:a16="http://schemas.microsoft.com/office/drawing/2014/main" id="{88C46B41-7665-0550-62FD-9F25A727EF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51314" y="5084764"/>
          <a:ext cx="51117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69" r:id="rId13" imgW="6438900" imgH="4102100" progId="Equation.3">
                  <p:embed/>
                </p:oleObj>
              </mc:Choice>
              <mc:Fallback>
                <p:oleObj r:id="rId13" imgW="6438900" imgH="4102100" progId="Equation.3">
                  <p:embed/>
                  <p:pic>
                    <p:nvPicPr>
                      <p:cNvPr id="245770" name="Object 10">
                        <a:extLst>
                          <a:ext uri="{FF2B5EF4-FFF2-40B4-BE49-F238E27FC236}">
                            <a16:creationId xmlns:a16="http://schemas.microsoft.com/office/drawing/2014/main" id="{88C46B41-7665-0550-62FD-9F25A727EF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314" y="5084764"/>
                        <a:ext cx="511175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000"/>
                                        <p:tgtEl>
                                          <p:spTgt spid="245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45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45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1" dur="1000"/>
                                        <p:tgtEl>
                                          <p:spTgt spid="245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6" dur="1000"/>
                                        <p:tgtEl>
                                          <p:spTgt spid="245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245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245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62" grpId="0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6786" name="Object 2">
            <a:extLst>
              <a:ext uri="{FF2B5EF4-FFF2-40B4-BE49-F238E27FC236}">
                <a16:creationId xmlns:a16="http://schemas.microsoft.com/office/drawing/2014/main" id="{71332B6E-0D32-F205-0127-39C8DB3000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2889" y="3789364"/>
          <a:ext cx="314007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08" r:id="rId3" imgW="38620700" imgH="5270500" progId="Equation.3">
                  <p:embed/>
                </p:oleObj>
              </mc:Choice>
              <mc:Fallback>
                <p:oleObj r:id="rId3" imgW="38620700" imgH="5270500" progId="Equation.3">
                  <p:embed/>
                  <p:pic>
                    <p:nvPicPr>
                      <p:cNvPr id="246786" name="Object 2">
                        <a:extLst>
                          <a:ext uri="{FF2B5EF4-FFF2-40B4-BE49-F238E27FC236}">
                            <a16:creationId xmlns:a16="http://schemas.microsoft.com/office/drawing/2014/main" id="{71332B6E-0D32-F205-0127-39C8DB3000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9" y="3789364"/>
                        <a:ext cx="314007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787" name="Object 3">
            <a:extLst>
              <a:ext uri="{FF2B5EF4-FFF2-40B4-BE49-F238E27FC236}">
                <a16:creationId xmlns:a16="http://schemas.microsoft.com/office/drawing/2014/main" id="{1143CA89-E94E-9EE4-5F38-BE32ECE9B4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24564" y="3860801"/>
          <a:ext cx="51117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09" r:id="rId5" imgW="6438900" imgH="4102100" progId="Equation.3">
                  <p:embed/>
                </p:oleObj>
              </mc:Choice>
              <mc:Fallback>
                <p:oleObj r:id="rId5" imgW="6438900" imgH="4102100" progId="Equation.3">
                  <p:embed/>
                  <p:pic>
                    <p:nvPicPr>
                      <p:cNvPr id="246787" name="Object 3">
                        <a:extLst>
                          <a:ext uri="{FF2B5EF4-FFF2-40B4-BE49-F238E27FC236}">
                            <a16:creationId xmlns:a16="http://schemas.microsoft.com/office/drawing/2014/main" id="{1143CA89-E94E-9EE4-5F38-BE32ECE9B4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4564" y="3860801"/>
                        <a:ext cx="511175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788" name="Text Box 4">
            <a:extLst>
              <a:ext uri="{FF2B5EF4-FFF2-40B4-BE49-F238E27FC236}">
                <a16:creationId xmlns:a16="http://schemas.microsoft.com/office/drawing/2014/main" id="{DC5C0100-2178-211D-698E-9C2BEAED6F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9" y="4581526"/>
            <a:ext cx="9350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即：</a:t>
            </a:r>
          </a:p>
        </p:txBody>
      </p:sp>
      <p:graphicFrame>
        <p:nvGraphicFramePr>
          <p:cNvPr id="246789" name="Object 5">
            <a:extLst>
              <a:ext uri="{FF2B5EF4-FFF2-40B4-BE49-F238E27FC236}">
                <a16:creationId xmlns:a16="http://schemas.microsoft.com/office/drawing/2014/main" id="{6483FD5F-9514-5B7B-21FD-7B3E46F2C9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32176" y="5516564"/>
          <a:ext cx="3095625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10" r:id="rId7" imgW="31013400" imgH="4686300" progId="Equation.3">
                  <p:embed/>
                </p:oleObj>
              </mc:Choice>
              <mc:Fallback>
                <p:oleObj r:id="rId7" imgW="31013400" imgH="4686300" progId="Equation.3">
                  <p:embed/>
                  <p:pic>
                    <p:nvPicPr>
                      <p:cNvPr id="246789" name="Object 5">
                        <a:extLst>
                          <a:ext uri="{FF2B5EF4-FFF2-40B4-BE49-F238E27FC236}">
                            <a16:creationId xmlns:a16="http://schemas.microsoft.com/office/drawing/2014/main" id="{6483FD5F-9514-5B7B-21FD-7B3E46F2C9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176" y="5516564"/>
                        <a:ext cx="3095625" cy="477837"/>
                      </a:xfrm>
                      <a:prstGeom prst="rect">
                        <a:avLst/>
                      </a:prstGeom>
                      <a:solidFill>
                        <a:srgbClr val="FFFF99">
                          <a:alpha val="34999"/>
                        </a:srgbClr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790" name="Object 6">
            <a:extLst>
              <a:ext uri="{FF2B5EF4-FFF2-40B4-BE49-F238E27FC236}">
                <a16:creationId xmlns:a16="http://schemas.microsoft.com/office/drawing/2014/main" id="{C59164FA-8CE6-6FEB-F1EF-20573F1656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8214" y="549276"/>
          <a:ext cx="884237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11" r:id="rId9" imgW="11112500" imgH="5270500" progId="Equation.3">
                  <p:embed/>
                </p:oleObj>
              </mc:Choice>
              <mc:Fallback>
                <p:oleObj r:id="rId9" imgW="11112500" imgH="5270500" progId="Equation.3">
                  <p:embed/>
                  <p:pic>
                    <p:nvPicPr>
                      <p:cNvPr id="246790" name="Object 6">
                        <a:extLst>
                          <a:ext uri="{FF2B5EF4-FFF2-40B4-BE49-F238E27FC236}">
                            <a16:creationId xmlns:a16="http://schemas.microsoft.com/office/drawing/2014/main" id="{C59164FA-8CE6-6FEB-F1EF-20573F1656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4" y="549276"/>
                        <a:ext cx="884237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791" name="Object 7">
            <a:extLst>
              <a:ext uri="{FF2B5EF4-FFF2-40B4-BE49-F238E27FC236}">
                <a16:creationId xmlns:a16="http://schemas.microsoft.com/office/drawing/2014/main" id="{43D5A58A-FAA0-0172-4E17-8080208754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43251" y="549275"/>
          <a:ext cx="230346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12" r:id="rId11" imgW="28968700" imgH="4686300" progId="Equation.3">
                  <p:embed/>
                </p:oleObj>
              </mc:Choice>
              <mc:Fallback>
                <p:oleObj r:id="rId11" imgW="28968700" imgH="4686300" progId="Equation.3">
                  <p:embed/>
                  <p:pic>
                    <p:nvPicPr>
                      <p:cNvPr id="246791" name="Object 7">
                        <a:extLst>
                          <a:ext uri="{FF2B5EF4-FFF2-40B4-BE49-F238E27FC236}">
                            <a16:creationId xmlns:a16="http://schemas.microsoft.com/office/drawing/2014/main" id="{43D5A58A-FAA0-0172-4E17-8080208754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1" y="549275"/>
                        <a:ext cx="230346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792" name="Object 8">
            <a:extLst>
              <a:ext uri="{FF2B5EF4-FFF2-40B4-BE49-F238E27FC236}">
                <a16:creationId xmlns:a16="http://schemas.microsoft.com/office/drawing/2014/main" id="{20083F78-0E17-FFE1-BC88-D8C0651137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19738" y="549275"/>
          <a:ext cx="272256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13" r:id="rId13" imgW="34226500" imgH="4686300" progId="Equation.3">
                  <p:embed/>
                </p:oleObj>
              </mc:Choice>
              <mc:Fallback>
                <p:oleObj r:id="rId13" imgW="34226500" imgH="4686300" progId="Equation.3">
                  <p:embed/>
                  <p:pic>
                    <p:nvPicPr>
                      <p:cNvPr id="246792" name="Object 8">
                        <a:extLst>
                          <a:ext uri="{FF2B5EF4-FFF2-40B4-BE49-F238E27FC236}">
                            <a16:creationId xmlns:a16="http://schemas.microsoft.com/office/drawing/2014/main" id="{20083F78-0E17-FFE1-BC88-D8C0651137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9738" y="549275"/>
                        <a:ext cx="2722562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793" name="Object 9">
            <a:extLst>
              <a:ext uri="{FF2B5EF4-FFF2-40B4-BE49-F238E27FC236}">
                <a16:creationId xmlns:a16="http://schemas.microsoft.com/office/drawing/2014/main" id="{6DB217CE-2710-0299-618A-5CF06A6609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2889" y="1484314"/>
          <a:ext cx="2744787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14" r:id="rId15" imgW="34518600" imgH="10236200" progId="Equation.3">
                  <p:embed/>
                </p:oleObj>
              </mc:Choice>
              <mc:Fallback>
                <p:oleObj r:id="rId15" imgW="34518600" imgH="10236200" progId="Equation.3">
                  <p:embed/>
                  <p:pic>
                    <p:nvPicPr>
                      <p:cNvPr id="246793" name="Object 9">
                        <a:extLst>
                          <a:ext uri="{FF2B5EF4-FFF2-40B4-BE49-F238E27FC236}">
                            <a16:creationId xmlns:a16="http://schemas.microsoft.com/office/drawing/2014/main" id="{6DB217CE-2710-0299-618A-5CF06A6609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9" y="1484314"/>
                        <a:ext cx="2744787" cy="83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794" name="Object 10">
            <a:extLst>
              <a:ext uri="{FF2B5EF4-FFF2-40B4-BE49-F238E27FC236}">
                <a16:creationId xmlns:a16="http://schemas.microsoft.com/office/drawing/2014/main" id="{EEDB4F06-6425-956F-E701-157E069280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64201" y="1484314"/>
          <a:ext cx="2627313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15" r:id="rId17" imgW="33058100" imgH="10236200" progId="Equation.3">
                  <p:embed/>
                </p:oleObj>
              </mc:Choice>
              <mc:Fallback>
                <p:oleObj r:id="rId17" imgW="33058100" imgH="10236200" progId="Equation.3">
                  <p:embed/>
                  <p:pic>
                    <p:nvPicPr>
                      <p:cNvPr id="246794" name="Object 10">
                        <a:extLst>
                          <a:ext uri="{FF2B5EF4-FFF2-40B4-BE49-F238E27FC236}">
                            <a16:creationId xmlns:a16="http://schemas.microsoft.com/office/drawing/2014/main" id="{EEDB4F06-6425-956F-E701-157E069280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4201" y="1484314"/>
                        <a:ext cx="2627313" cy="83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795" name="Object 11">
            <a:extLst>
              <a:ext uri="{FF2B5EF4-FFF2-40B4-BE49-F238E27FC236}">
                <a16:creationId xmlns:a16="http://schemas.microsoft.com/office/drawing/2014/main" id="{DDBA4E2E-F0FD-9F60-897A-EA9BE4BCDB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27351" y="2781301"/>
          <a:ext cx="1674813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16" r:id="rId19" imgW="21069300" imgH="5270500" progId="Equation.3">
                  <p:embed/>
                </p:oleObj>
              </mc:Choice>
              <mc:Fallback>
                <p:oleObj r:id="rId19" imgW="21069300" imgH="5270500" progId="Equation.3">
                  <p:embed/>
                  <p:pic>
                    <p:nvPicPr>
                      <p:cNvPr id="246795" name="Object 11">
                        <a:extLst>
                          <a:ext uri="{FF2B5EF4-FFF2-40B4-BE49-F238E27FC236}">
                            <a16:creationId xmlns:a16="http://schemas.microsoft.com/office/drawing/2014/main" id="{DDBA4E2E-F0FD-9F60-897A-EA9BE4BCDB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351" y="2781301"/>
                        <a:ext cx="1674813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796" name="Object 12">
            <a:extLst>
              <a:ext uri="{FF2B5EF4-FFF2-40B4-BE49-F238E27FC236}">
                <a16:creationId xmlns:a16="http://schemas.microsoft.com/office/drawing/2014/main" id="{122BC276-6B6E-8FA6-6F12-7B8819419F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7575" y="2781301"/>
          <a:ext cx="1023938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17" r:id="rId21" imgW="12877800" imgH="5270500" progId="Equation.3">
                  <p:embed/>
                </p:oleObj>
              </mc:Choice>
              <mc:Fallback>
                <p:oleObj r:id="rId21" imgW="12877800" imgH="5270500" progId="Equation.3">
                  <p:embed/>
                  <p:pic>
                    <p:nvPicPr>
                      <p:cNvPr id="246796" name="Object 12">
                        <a:extLst>
                          <a:ext uri="{FF2B5EF4-FFF2-40B4-BE49-F238E27FC236}">
                            <a16:creationId xmlns:a16="http://schemas.microsoft.com/office/drawing/2014/main" id="{122BC276-6B6E-8FA6-6F12-7B8819419F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7575" y="2781301"/>
                        <a:ext cx="1023938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797" name="Rectangle 13">
            <a:extLst>
              <a:ext uri="{FF2B5EF4-FFF2-40B4-BE49-F238E27FC236}">
                <a16:creationId xmlns:a16="http://schemas.microsoft.com/office/drawing/2014/main" id="{E2100384-40AD-8291-B36A-E885AF19E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75" y="4652963"/>
            <a:ext cx="3470822" cy="523220"/>
          </a:xfrm>
          <a:prstGeom prst="rect">
            <a:avLst/>
          </a:prstGeom>
          <a:solidFill>
            <a:srgbClr val="FFFF99">
              <a:alpha val="34999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若随机变量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X~</a:t>
            </a:r>
            <a:r>
              <a:rPr lang="el-GR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π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l-GR" altLang="en-US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λ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),</a:t>
            </a: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467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467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3" dur="1000"/>
                                        <p:tgtEl>
                                          <p:spTgt spid="246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467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467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246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9" dur="1000"/>
                                        <p:tgtEl>
                                          <p:spTgt spid="246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246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246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3" dur="1000"/>
                                        <p:tgtEl>
                                          <p:spTgt spid="246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2467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246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246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1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246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788" grpId="0" autoUpdateAnimBg="0"/>
      <p:bldP spid="246797" grpId="0" animBg="1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>
            <a:extLst>
              <a:ext uri="{FF2B5EF4-FFF2-40B4-BE49-F238E27FC236}">
                <a16:creationId xmlns:a16="http://schemas.microsoft.com/office/drawing/2014/main" id="{19A60673-F4B5-5916-4795-782F417A96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1" y="101600"/>
            <a:ext cx="36226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四</a:t>
            </a:r>
            <a:r>
              <a:rPr lang="en-US" altLang="zh-CN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均匀分布</a:t>
            </a:r>
          </a:p>
        </p:txBody>
      </p:sp>
      <p:sp>
        <p:nvSpPr>
          <p:cNvPr id="247811" name="Text Box 3">
            <a:extLst>
              <a:ext uri="{FF2B5EF4-FFF2-40B4-BE49-F238E27FC236}">
                <a16:creationId xmlns:a16="http://schemas.microsoft.com/office/drawing/2014/main" id="{37285F43-C2D5-84C4-3867-AAC5274BB3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1" y="836614"/>
            <a:ext cx="7993063" cy="120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设随机变量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在区间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上服从均匀分布，其概率密度为</a:t>
            </a:r>
          </a:p>
        </p:txBody>
      </p:sp>
      <p:graphicFrame>
        <p:nvGraphicFramePr>
          <p:cNvPr id="247812" name="Object 4">
            <a:extLst>
              <a:ext uri="{FF2B5EF4-FFF2-40B4-BE49-F238E27FC236}">
                <a16:creationId xmlns:a16="http://schemas.microsoft.com/office/drawing/2014/main" id="{72700949-551C-9250-61DA-34FDF69244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35414" y="1844675"/>
          <a:ext cx="3311525" cy="1208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07" r:id="rId3" imgW="41833800" imgH="15214600" progId="Equation.3">
                  <p:embed/>
                </p:oleObj>
              </mc:Choice>
              <mc:Fallback>
                <p:oleObj r:id="rId3" imgW="41833800" imgH="15214600" progId="Equation.3">
                  <p:embed/>
                  <p:pic>
                    <p:nvPicPr>
                      <p:cNvPr id="247812" name="Object 4">
                        <a:extLst>
                          <a:ext uri="{FF2B5EF4-FFF2-40B4-BE49-F238E27FC236}">
                            <a16:creationId xmlns:a16="http://schemas.microsoft.com/office/drawing/2014/main" id="{72700949-551C-9250-61DA-34FDF69244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5414" y="1844675"/>
                        <a:ext cx="3311525" cy="1208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7813" name="Object 5">
            <a:extLst>
              <a:ext uri="{FF2B5EF4-FFF2-40B4-BE49-F238E27FC236}">
                <a16:creationId xmlns:a16="http://schemas.microsoft.com/office/drawing/2014/main" id="{19192F67-D195-9F52-58E4-98CF16C58E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66988" y="3429001"/>
          <a:ext cx="2881312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08" r:id="rId5" imgW="30137100" imgH="7607300" progId="Equation.3">
                  <p:embed/>
                </p:oleObj>
              </mc:Choice>
              <mc:Fallback>
                <p:oleObj r:id="rId5" imgW="30137100" imgH="7607300" progId="Equation.3">
                  <p:embed/>
                  <p:pic>
                    <p:nvPicPr>
                      <p:cNvPr id="247813" name="Object 5">
                        <a:extLst>
                          <a:ext uri="{FF2B5EF4-FFF2-40B4-BE49-F238E27FC236}">
                            <a16:creationId xmlns:a16="http://schemas.microsoft.com/office/drawing/2014/main" id="{19192F67-D195-9F52-58E4-98CF16C58E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3429001"/>
                        <a:ext cx="2881312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7814" name="Object 6">
            <a:extLst>
              <a:ext uri="{FF2B5EF4-FFF2-40B4-BE49-F238E27FC236}">
                <a16:creationId xmlns:a16="http://schemas.microsoft.com/office/drawing/2014/main" id="{D10A3545-73D8-16E6-3E71-8C13429234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19739" y="3336925"/>
          <a:ext cx="223202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09" r:id="rId7" imgW="21653500" imgH="9359900" progId="Equation.3">
                  <p:embed/>
                </p:oleObj>
              </mc:Choice>
              <mc:Fallback>
                <p:oleObj r:id="rId7" imgW="21653500" imgH="9359900" progId="Equation.3">
                  <p:embed/>
                  <p:pic>
                    <p:nvPicPr>
                      <p:cNvPr id="247814" name="Object 6">
                        <a:extLst>
                          <a:ext uri="{FF2B5EF4-FFF2-40B4-BE49-F238E27FC236}">
                            <a16:creationId xmlns:a16="http://schemas.microsoft.com/office/drawing/2014/main" id="{D10A3545-73D8-16E6-3E71-8C13429234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9739" y="3336925"/>
                        <a:ext cx="2232025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7815" name="Object 7">
            <a:extLst>
              <a:ext uri="{FF2B5EF4-FFF2-40B4-BE49-F238E27FC236}">
                <a16:creationId xmlns:a16="http://schemas.microsoft.com/office/drawing/2014/main" id="{180D5827-ECFA-E0A6-BA06-4715CA93C0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43476" y="4797425"/>
          <a:ext cx="976313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10" r:id="rId9" imgW="11696700" imgH="9359900" progId="Equation.3">
                  <p:embed/>
                </p:oleObj>
              </mc:Choice>
              <mc:Fallback>
                <p:oleObj r:id="rId9" imgW="11696700" imgH="9359900" progId="Equation.3">
                  <p:embed/>
                  <p:pic>
                    <p:nvPicPr>
                      <p:cNvPr id="247815" name="Object 7">
                        <a:extLst>
                          <a:ext uri="{FF2B5EF4-FFF2-40B4-BE49-F238E27FC236}">
                            <a16:creationId xmlns:a16="http://schemas.microsoft.com/office/drawing/2014/main" id="{180D5827-ECFA-E0A6-BA06-4715CA93C0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3476" y="4797425"/>
                        <a:ext cx="976313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7816" name="Object 8">
            <a:extLst>
              <a:ext uri="{FF2B5EF4-FFF2-40B4-BE49-F238E27FC236}">
                <a16:creationId xmlns:a16="http://schemas.microsoft.com/office/drawing/2014/main" id="{193C826D-B22F-AA03-EF28-8F30D90EFA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35275" y="4652964"/>
          <a:ext cx="1785938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11" r:id="rId11" imgW="21069300" imgH="11112500" progId="Equation.3">
                  <p:embed/>
                </p:oleObj>
              </mc:Choice>
              <mc:Fallback>
                <p:oleObj r:id="rId11" imgW="21069300" imgH="11112500" progId="Equation.3">
                  <p:embed/>
                  <p:pic>
                    <p:nvPicPr>
                      <p:cNvPr id="247816" name="Object 8">
                        <a:extLst>
                          <a:ext uri="{FF2B5EF4-FFF2-40B4-BE49-F238E27FC236}">
                            <a16:creationId xmlns:a16="http://schemas.microsoft.com/office/drawing/2014/main" id="{193C826D-B22F-AA03-EF28-8F30D90EFA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5275" y="4652964"/>
                        <a:ext cx="1785938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000"/>
                                        <p:tgtEl>
                                          <p:spTgt spid="247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47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247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1" dur="1000"/>
                                        <p:tgtEl>
                                          <p:spTgt spid="247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2478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478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2" dur="1000"/>
                                        <p:tgtEl>
                                          <p:spTgt spid="247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2478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2478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7810" grpId="0" autoUpdateAnimBg="0"/>
      <p:bldP spid="247811" grpId="0" autoUpdateAnimBg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8834" name="Object 2">
            <a:extLst>
              <a:ext uri="{FF2B5EF4-FFF2-40B4-BE49-F238E27FC236}">
                <a16:creationId xmlns:a16="http://schemas.microsoft.com/office/drawing/2014/main" id="{981AB58C-61E9-152B-B9E2-150C1959A1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1089" y="979488"/>
          <a:ext cx="1081087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46" r:id="rId3" imgW="11112500" imgH="5270500" progId="Equation.3">
                  <p:embed/>
                </p:oleObj>
              </mc:Choice>
              <mc:Fallback>
                <p:oleObj r:id="rId3" imgW="11112500" imgH="5270500" progId="Equation.3">
                  <p:embed/>
                  <p:pic>
                    <p:nvPicPr>
                      <p:cNvPr id="248834" name="Object 2">
                        <a:extLst>
                          <a:ext uri="{FF2B5EF4-FFF2-40B4-BE49-F238E27FC236}">
                            <a16:creationId xmlns:a16="http://schemas.microsoft.com/office/drawing/2014/main" id="{981AB58C-61E9-152B-B9E2-150C1959A1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9" y="979488"/>
                        <a:ext cx="1081087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35" name="Object 3">
            <a:extLst>
              <a:ext uri="{FF2B5EF4-FFF2-40B4-BE49-F238E27FC236}">
                <a16:creationId xmlns:a16="http://schemas.microsoft.com/office/drawing/2014/main" id="{2CF41098-40EF-C10F-1E25-2A3605B496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75050" y="765175"/>
          <a:ext cx="2305050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47" r:id="rId5" imgW="23406100" imgH="9359900" progId="Equation.3">
                  <p:embed/>
                </p:oleObj>
              </mc:Choice>
              <mc:Fallback>
                <p:oleObj r:id="rId5" imgW="23406100" imgH="9359900" progId="Equation.3">
                  <p:embed/>
                  <p:pic>
                    <p:nvPicPr>
                      <p:cNvPr id="248835" name="Object 3">
                        <a:extLst>
                          <a:ext uri="{FF2B5EF4-FFF2-40B4-BE49-F238E27FC236}">
                            <a16:creationId xmlns:a16="http://schemas.microsoft.com/office/drawing/2014/main" id="{2CF41098-40EF-C10F-1E25-2A3605B496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050" y="765175"/>
                        <a:ext cx="2305050" cy="922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36" name="Object 4">
            <a:extLst>
              <a:ext uri="{FF2B5EF4-FFF2-40B4-BE49-F238E27FC236}">
                <a16:creationId xmlns:a16="http://schemas.microsoft.com/office/drawing/2014/main" id="{AEFFAAD8-0157-5E26-C19C-9CC725548C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24563" y="692150"/>
          <a:ext cx="1655762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48" r:id="rId7" imgW="15798800" imgH="10236200" progId="Equation.3">
                  <p:embed/>
                </p:oleObj>
              </mc:Choice>
              <mc:Fallback>
                <p:oleObj r:id="rId7" imgW="15798800" imgH="10236200" progId="Equation.3">
                  <p:embed/>
                  <p:pic>
                    <p:nvPicPr>
                      <p:cNvPr id="248836" name="Object 4">
                        <a:extLst>
                          <a:ext uri="{FF2B5EF4-FFF2-40B4-BE49-F238E27FC236}">
                            <a16:creationId xmlns:a16="http://schemas.microsoft.com/office/drawing/2014/main" id="{AEFFAAD8-0157-5E26-C19C-9CC725548C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4563" y="692150"/>
                        <a:ext cx="1655762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37" name="Object 5">
            <a:extLst>
              <a:ext uri="{FF2B5EF4-FFF2-40B4-BE49-F238E27FC236}">
                <a16:creationId xmlns:a16="http://schemas.microsoft.com/office/drawing/2014/main" id="{E7AB20BB-C4D9-17B1-9537-42A31C5643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96225" y="765176"/>
          <a:ext cx="2160588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49" r:id="rId9" imgW="22237700" imgH="9652000" progId="Equation.3">
                  <p:embed/>
                </p:oleObj>
              </mc:Choice>
              <mc:Fallback>
                <p:oleObj r:id="rId9" imgW="22237700" imgH="9652000" progId="Equation.3">
                  <p:embed/>
                  <p:pic>
                    <p:nvPicPr>
                      <p:cNvPr id="248837" name="Object 5">
                        <a:extLst>
                          <a:ext uri="{FF2B5EF4-FFF2-40B4-BE49-F238E27FC236}">
                            <a16:creationId xmlns:a16="http://schemas.microsoft.com/office/drawing/2014/main" id="{E7AB20BB-C4D9-17B1-9537-42A31C5643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6225" y="765176"/>
                        <a:ext cx="2160588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38" name="Object 6">
            <a:extLst>
              <a:ext uri="{FF2B5EF4-FFF2-40B4-BE49-F238E27FC236}">
                <a16:creationId xmlns:a16="http://schemas.microsoft.com/office/drawing/2014/main" id="{9AF0A86B-E90F-DD19-EEF0-6DD756F98C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2314" y="2420938"/>
          <a:ext cx="395922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50" r:id="rId11" imgW="38620700" imgH="5270500" progId="Equation.3">
                  <p:embed/>
                </p:oleObj>
              </mc:Choice>
              <mc:Fallback>
                <p:oleObj r:id="rId11" imgW="38620700" imgH="5270500" progId="Equation.3">
                  <p:embed/>
                  <p:pic>
                    <p:nvPicPr>
                      <p:cNvPr id="248838" name="Object 6">
                        <a:extLst>
                          <a:ext uri="{FF2B5EF4-FFF2-40B4-BE49-F238E27FC236}">
                            <a16:creationId xmlns:a16="http://schemas.microsoft.com/office/drawing/2014/main" id="{9AF0A86B-E90F-DD19-EEF0-6DD756F98C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4" y="2420938"/>
                        <a:ext cx="3959225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39" name="Object 7">
            <a:extLst>
              <a:ext uri="{FF2B5EF4-FFF2-40B4-BE49-F238E27FC236}">
                <a16:creationId xmlns:a16="http://schemas.microsoft.com/office/drawing/2014/main" id="{10AFD876-27E1-FEAE-C5C9-3217A3ABFD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24564" y="2276475"/>
          <a:ext cx="39592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51" r:id="rId13" imgW="45643800" imgH="9652000" progId="Equation.3">
                  <p:embed/>
                </p:oleObj>
              </mc:Choice>
              <mc:Fallback>
                <p:oleObj r:id="rId13" imgW="45643800" imgH="9652000" progId="Equation.3">
                  <p:embed/>
                  <p:pic>
                    <p:nvPicPr>
                      <p:cNvPr id="248839" name="Object 7">
                        <a:extLst>
                          <a:ext uri="{FF2B5EF4-FFF2-40B4-BE49-F238E27FC236}">
                            <a16:creationId xmlns:a16="http://schemas.microsoft.com/office/drawing/2014/main" id="{10AFD876-27E1-FEAE-C5C9-3217A3ABFD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4564" y="2276475"/>
                        <a:ext cx="395922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40" name="Object 8">
            <a:extLst>
              <a:ext uri="{FF2B5EF4-FFF2-40B4-BE49-F238E27FC236}">
                <a16:creationId xmlns:a16="http://schemas.microsoft.com/office/drawing/2014/main" id="{8E4803FE-B9A4-2CD4-5B26-B13E399871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8214" y="3357563"/>
          <a:ext cx="1317625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52" r:id="rId15" imgW="15798800" imgH="9652000" progId="Equation.3">
                  <p:embed/>
                </p:oleObj>
              </mc:Choice>
              <mc:Fallback>
                <p:oleObj r:id="rId15" imgW="15798800" imgH="9652000" progId="Equation.3">
                  <p:embed/>
                  <p:pic>
                    <p:nvPicPr>
                      <p:cNvPr id="248840" name="Object 8">
                        <a:extLst>
                          <a:ext uri="{FF2B5EF4-FFF2-40B4-BE49-F238E27FC236}">
                            <a16:creationId xmlns:a16="http://schemas.microsoft.com/office/drawing/2014/main" id="{8E4803FE-B9A4-2CD4-5B26-B13E399871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4" y="3357563"/>
                        <a:ext cx="1317625" cy="804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8841" name="Text Box 9">
            <a:extLst>
              <a:ext uri="{FF2B5EF4-FFF2-40B4-BE49-F238E27FC236}">
                <a16:creationId xmlns:a16="http://schemas.microsoft.com/office/drawing/2014/main" id="{1F3886A5-FE9D-402C-38EF-B920F2394B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5776" y="3357563"/>
            <a:ext cx="13684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即</a:t>
            </a:r>
          </a:p>
        </p:txBody>
      </p:sp>
      <p:graphicFrame>
        <p:nvGraphicFramePr>
          <p:cNvPr id="248842" name="Object 10">
            <a:extLst>
              <a:ext uri="{FF2B5EF4-FFF2-40B4-BE49-F238E27FC236}">
                <a16:creationId xmlns:a16="http://schemas.microsoft.com/office/drawing/2014/main" id="{EB2E1057-E728-270C-50A7-79CBD1FB8C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87713" y="5300664"/>
          <a:ext cx="4202112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53" r:id="rId17" imgW="46812200" imgH="9652000" progId="Equation.3">
                  <p:embed/>
                </p:oleObj>
              </mc:Choice>
              <mc:Fallback>
                <p:oleObj r:id="rId17" imgW="46812200" imgH="9652000" progId="Equation.3">
                  <p:embed/>
                  <p:pic>
                    <p:nvPicPr>
                      <p:cNvPr id="248842" name="Object 10">
                        <a:extLst>
                          <a:ext uri="{FF2B5EF4-FFF2-40B4-BE49-F238E27FC236}">
                            <a16:creationId xmlns:a16="http://schemas.microsoft.com/office/drawing/2014/main" id="{EB2E1057-E728-270C-50A7-79CBD1FB8C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713" y="5300664"/>
                        <a:ext cx="4202112" cy="865187"/>
                      </a:xfrm>
                      <a:prstGeom prst="rect">
                        <a:avLst/>
                      </a:prstGeom>
                      <a:solidFill>
                        <a:srgbClr val="FFFF99">
                          <a:alpha val="34999"/>
                        </a:srgbClr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8843" name="Rectangle 11">
            <a:extLst>
              <a:ext uri="{FF2B5EF4-FFF2-40B4-BE49-F238E27FC236}">
                <a16:creationId xmlns:a16="http://schemas.microsoft.com/office/drawing/2014/main" id="{CDEAA427-CAC7-AD96-738A-A1DED1F32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2176" y="4437064"/>
            <a:ext cx="4162425" cy="528637"/>
          </a:xfrm>
          <a:prstGeom prst="rect">
            <a:avLst/>
          </a:prstGeom>
          <a:solidFill>
            <a:srgbClr val="FFFF99">
              <a:alpha val="34999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若随机变量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X~U(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a 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b 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),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88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88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3" dur="1000"/>
                                        <p:tgtEl>
                                          <p:spTgt spid="248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8" dur="1000"/>
                                        <p:tgtEl>
                                          <p:spTgt spid="248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488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488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1000"/>
                                        <p:tgtEl>
                                          <p:spTgt spid="248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4" dur="1000"/>
                                        <p:tgtEl>
                                          <p:spTgt spid="248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500"/>
                                        <p:tgtEl>
                                          <p:spTgt spid="248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48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1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48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841" grpId="0" autoUpdateAnimBg="0"/>
      <p:bldP spid="248843" grpId="0" animBg="1" autoUpdateAnimBg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>
            <a:extLst>
              <a:ext uri="{FF2B5EF4-FFF2-40B4-BE49-F238E27FC236}">
                <a16:creationId xmlns:a16="http://schemas.microsoft.com/office/drawing/2014/main" id="{5E1391E3-DA0F-248F-146D-65D2B774E3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254000"/>
            <a:ext cx="3530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五</a:t>
            </a:r>
            <a:r>
              <a:rPr lang="en-US" altLang="zh-CN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正态分布</a:t>
            </a:r>
          </a:p>
        </p:txBody>
      </p:sp>
      <p:grpSp>
        <p:nvGrpSpPr>
          <p:cNvPr id="249859" name="Group 3">
            <a:extLst>
              <a:ext uri="{FF2B5EF4-FFF2-40B4-BE49-F238E27FC236}">
                <a16:creationId xmlns:a16="http://schemas.microsoft.com/office/drawing/2014/main" id="{90B70D59-FE03-4FB7-BF2F-457DD5B6BD5E}"/>
              </a:ext>
            </a:extLst>
          </p:cNvPr>
          <p:cNvGrpSpPr>
            <a:grpSpLocks/>
          </p:cNvGrpSpPr>
          <p:nvPr/>
        </p:nvGrpSpPr>
        <p:grpSpPr bwMode="auto">
          <a:xfrm>
            <a:off x="2424114" y="1196976"/>
            <a:ext cx="7343775" cy="1806575"/>
            <a:chOff x="0" y="0"/>
            <a:chExt cx="4398" cy="1138"/>
          </a:xfrm>
        </p:grpSpPr>
        <p:sp>
          <p:nvSpPr>
            <p:cNvPr id="249860" name="Rectangle 4">
              <a:extLst>
                <a:ext uri="{FF2B5EF4-FFF2-40B4-BE49-F238E27FC236}">
                  <a16:creationId xmlns:a16="http://schemas.microsoft.com/office/drawing/2014/main" id="{EC6B8F55-8AA3-A108-5373-6420349EB1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39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随机变量              ，其概率密度为：</a:t>
              </a:r>
            </a:p>
          </p:txBody>
        </p:sp>
        <p:graphicFrame>
          <p:nvGraphicFramePr>
            <p:cNvPr id="249861" name="Object 5">
              <a:extLst>
                <a:ext uri="{FF2B5EF4-FFF2-40B4-BE49-F238E27FC236}">
                  <a16:creationId xmlns:a16="http://schemas.microsoft.com/office/drawing/2014/main" id="{52B3A758-CD62-7781-272D-8D1C1E37460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56" y="19"/>
            <a:ext cx="1452" cy="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70" r:id="rId3" imgW="22821900" imgH="5270500" progId="Equation.3">
                    <p:embed/>
                  </p:oleObj>
                </mc:Choice>
                <mc:Fallback>
                  <p:oleObj r:id="rId3" imgW="22821900" imgH="5270500" progId="Equation.3">
                    <p:embed/>
                    <p:pic>
                      <p:nvPicPr>
                        <p:cNvPr id="249861" name="Object 5">
                          <a:extLst>
                            <a:ext uri="{FF2B5EF4-FFF2-40B4-BE49-F238E27FC236}">
                              <a16:creationId xmlns:a16="http://schemas.microsoft.com/office/drawing/2014/main" id="{52B3A758-CD62-7781-272D-8D1C1E37460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6" y="19"/>
                          <a:ext cx="1452" cy="3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9862" name="Object 6">
              <a:extLst>
                <a:ext uri="{FF2B5EF4-FFF2-40B4-BE49-F238E27FC236}">
                  <a16:creationId xmlns:a16="http://schemas.microsoft.com/office/drawing/2014/main" id="{A320C27D-1162-CFEB-F2F8-C7C6EF95324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4" y="465"/>
            <a:ext cx="3566" cy="6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71" r:id="rId5" imgW="60274200" imgH="11112500" progId="Equation.3">
                    <p:embed/>
                  </p:oleObj>
                </mc:Choice>
                <mc:Fallback>
                  <p:oleObj r:id="rId5" imgW="60274200" imgH="11112500" progId="Equation.3">
                    <p:embed/>
                    <p:pic>
                      <p:nvPicPr>
                        <p:cNvPr id="249862" name="Object 6">
                          <a:extLst>
                            <a:ext uri="{FF2B5EF4-FFF2-40B4-BE49-F238E27FC236}">
                              <a16:creationId xmlns:a16="http://schemas.microsoft.com/office/drawing/2014/main" id="{A320C27D-1162-CFEB-F2F8-C7C6EF95324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465"/>
                          <a:ext cx="3566" cy="6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9863" name="Object 7">
            <a:extLst>
              <a:ext uri="{FF2B5EF4-FFF2-40B4-BE49-F238E27FC236}">
                <a16:creationId xmlns:a16="http://schemas.microsoft.com/office/drawing/2014/main" id="{99028057-576D-2BF5-8F01-50A6EE6C8F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7851" y="3357563"/>
          <a:ext cx="3097213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72" r:id="rId7" imgW="30137100" imgH="7607300" progId="Equation.3">
                  <p:embed/>
                </p:oleObj>
              </mc:Choice>
              <mc:Fallback>
                <p:oleObj r:id="rId7" imgW="30137100" imgH="7607300" progId="Equation.3">
                  <p:embed/>
                  <p:pic>
                    <p:nvPicPr>
                      <p:cNvPr id="249863" name="Object 7">
                        <a:extLst>
                          <a:ext uri="{FF2B5EF4-FFF2-40B4-BE49-F238E27FC236}">
                            <a16:creationId xmlns:a16="http://schemas.microsoft.com/office/drawing/2014/main" id="{99028057-576D-2BF5-8F01-50A6EE6C8F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1" y="3357563"/>
                        <a:ext cx="3097213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9864" name="Object 8">
            <a:extLst>
              <a:ext uri="{FF2B5EF4-FFF2-40B4-BE49-F238E27FC236}">
                <a16:creationId xmlns:a16="http://schemas.microsoft.com/office/drawing/2014/main" id="{B2AF8077-AC7A-20BE-48CD-90CBBA447C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45064" y="3213101"/>
          <a:ext cx="3455987" cy="105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73" r:id="rId9" imgW="37160200" imgH="11112500" progId="Equation.3">
                  <p:embed/>
                </p:oleObj>
              </mc:Choice>
              <mc:Fallback>
                <p:oleObj r:id="rId9" imgW="37160200" imgH="11112500" progId="Equation.3">
                  <p:embed/>
                  <p:pic>
                    <p:nvPicPr>
                      <p:cNvPr id="249864" name="Object 8">
                        <a:extLst>
                          <a:ext uri="{FF2B5EF4-FFF2-40B4-BE49-F238E27FC236}">
                            <a16:creationId xmlns:a16="http://schemas.microsoft.com/office/drawing/2014/main" id="{B2AF8077-AC7A-20BE-48CD-90CBBA447C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5064" y="3213101"/>
                        <a:ext cx="3455987" cy="1058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9865" name="Group 9">
            <a:extLst>
              <a:ext uri="{FF2B5EF4-FFF2-40B4-BE49-F238E27FC236}">
                <a16:creationId xmlns:a16="http://schemas.microsoft.com/office/drawing/2014/main" id="{7806AAEA-D359-9F2A-E075-549FA41CF2A6}"/>
              </a:ext>
            </a:extLst>
          </p:cNvPr>
          <p:cNvGrpSpPr>
            <a:grpSpLocks/>
          </p:cNvGrpSpPr>
          <p:nvPr/>
        </p:nvGrpSpPr>
        <p:grpSpPr bwMode="auto">
          <a:xfrm>
            <a:off x="8329614" y="3357563"/>
            <a:ext cx="4319587" cy="762000"/>
            <a:chOff x="0" y="0"/>
            <a:chExt cx="2721" cy="480"/>
          </a:xfrm>
        </p:grpSpPr>
        <p:sp>
          <p:nvSpPr>
            <p:cNvPr id="249866" name="Text Box 10">
              <a:extLst>
                <a:ext uri="{FF2B5EF4-FFF2-40B4-BE49-F238E27FC236}">
                  <a16:creationId xmlns:a16="http://schemas.microsoft.com/office/drawing/2014/main" id="{C6C254E7-5E37-87AB-4193-E6BC1774B7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90"/>
              <a:ext cx="272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（令       ）</a:t>
              </a:r>
            </a:p>
          </p:txBody>
        </p:sp>
        <p:graphicFrame>
          <p:nvGraphicFramePr>
            <p:cNvPr id="249867" name="Object 11">
              <a:extLst>
                <a:ext uri="{FF2B5EF4-FFF2-40B4-BE49-F238E27FC236}">
                  <a16:creationId xmlns:a16="http://schemas.microsoft.com/office/drawing/2014/main" id="{6D6746C9-95C3-FA4E-FDA1-DC1B874EEB9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4" y="0"/>
            <a:ext cx="746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74" r:id="rId11" imgW="14922500" imgH="9359900" progId="Equation.3">
                    <p:embed/>
                  </p:oleObj>
                </mc:Choice>
                <mc:Fallback>
                  <p:oleObj r:id="rId11" imgW="14922500" imgH="9359900" progId="Equation.3">
                    <p:embed/>
                    <p:pic>
                      <p:nvPicPr>
                        <p:cNvPr id="249867" name="Object 11">
                          <a:extLst>
                            <a:ext uri="{FF2B5EF4-FFF2-40B4-BE49-F238E27FC236}">
                              <a16:creationId xmlns:a16="http://schemas.microsoft.com/office/drawing/2014/main" id="{6D6746C9-95C3-FA4E-FDA1-DC1B874EEB9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4" y="0"/>
                          <a:ext cx="746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9868" name="Object 12">
            <a:extLst>
              <a:ext uri="{FF2B5EF4-FFF2-40B4-BE49-F238E27FC236}">
                <a16:creationId xmlns:a16="http://schemas.microsoft.com/office/drawing/2014/main" id="{988B2F3B-B9BF-EC29-A0D7-C2500B6BA1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0426" y="4343401"/>
          <a:ext cx="4398963" cy="1071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75" r:id="rId13" imgW="43891200" imgH="11112500" progId="Equation.3">
                  <p:embed/>
                </p:oleObj>
              </mc:Choice>
              <mc:Fallback>
                <p:oleObj r:id="rId13" imgW="43891200" imgH="11112500" progId="Equation.3">
                  <p:embed/>
                  <p:pic>
                    <p:nvPicPr>
                      <p:cNvPr id="249868" name="Object 12">
                        <a:extLst>
                          <a:ext uri="{FF2B5EF4-FFF2-40B4-BE49-F238E27FC236}">
                            <a16:creationId xmlns:a16="http://schemas.microsoft.com/office/drawing/2014/main" id="{988B2F3B-B9BF-EC29-A0D7-C2500B6BA1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0426" y="4343401"/>
                        <a:ext cx="4398963" cy="1071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9869" name="Object 13">
            <a:extLst>
              <a:ext uri="{FF2B5EF4-FFF2-40B4-BE49-F238E27FC236}">
                <a16:creationId xmlns:a16="http://schemas.microsoft.com/office/drawing/2014/main" id="{58B546EA-4F41-9315-A2EF-D0A0674483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00826" y="4292600"/>
          <a:ext cx="2663825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76" r:id="rId15" imgW="26327100" imgH="11112500" progId="Equation.3">
                  <p:embed/>
                </p:oleObj>
              </mc:Choice>
              <mc:Fallback>
                <p:oleObj r:id="rId15" imgW="26327100" imgH="11112500" progId="Equation.3">
                  <p:embed/>
                  <p:pic>
                    <p:nvPicPr>
                      <p:cNvPr id="249869" name="Object 13">
                        <a:extLst>
                          <a:ext uri="{FF2B5EF4-FFF2-40B4-BE49-F238E27FC236}">
                            <a16:creationId xmlns:a16="http://schemas.microsoft.com/office/drawing/2014/main" id="{58B546EA-4F41-9315-A2EF-D0A0674483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0826" y="4292600"/>
                        <a:ext cx="2663825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9870" name="Object 14">
            <a:extLst>
              <a:ext uri="{FF2B5EF4-FFF2-40B4-BE49-F238E27FC236}">
                <a16:creationId xmlns:a16="http://schemas.microsoft.com/office/drawing/2014/main" id="{611F2B86-4374-9690-0D89-E61D75745D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11450" y="5734050"/>
          <a:ext cx="649288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77" r:id="rId17" imgW="6438900" imgH="3797300" progId="Equation.3">
                  <p:embed/>
                </p:oleObj>
              </mc:Choice>
              <mc:Fallback>
                <p:oleObj r:id="rId17" imgW="6438900" imgH="3797300" progId="Equation.3">
                  <p:embed/>
                  <p:pic>
                    <p:nvPicPr>
                      <p:cNvPr id="249870" name="Object 14">
                        <a:extLst>
                          <a:ext uri="{FF2B5EF4-FFF2-40B4-BE49-F238E27FC236}">
                            <a16:creationId xmlns:a16="http://schemas.microsoft.com/office/drawing/2014/main" id="{611F2B86-4374-9690-0D89-E61D75745D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0" y="5734050"/>
                        <a:ext cx="649288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98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98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498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498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49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249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1000"/>
                                        <p:tgtEl>
                                          <p:spTgt spid="249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2498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498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2" dur="1000"/>
                                        <p:tgtEl>
                                          <p:spTgt spid="249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7" dur="1000"/>
                                        <p:tgtEl>
                                          <p:spTgt spid="249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2498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2498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8" dur="1000"/>
                                        <p:tgtEl>
                                          <p:spTgt spid="249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858" grpId="0" autoUpdateAnimBg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0882" name="Object 2">
            <a:extLst>
              <a:ext uri="{FF2B5EF4-FFF2-40B4-BE49-F238E27FC236}">
                <a16:creationId xmlns:a16="http://schemas.microsoft.com/office/drawing/2014/main" id="{0EAE1E9A-C004-A0FA-3957-8F3F2F09E3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4825" y="981075"/>
          <a:ext cx="3887788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99" r:id="rId3" imgW="37452300" imgH="5270500" progId="Equation.3">
                  <p:embed/>
                </p:oleObj>
              </mc:Choice>
              <mc:Fallback>
                <p:oleObj r:id="rId3" imgW="37452300" imgH="5270500" progId="Equation.3">
                  <p:embed/>
                  <p:pic>
                    <p:nvPicPr>
                      <p:cNvPr id="250882" name="Object 2">
                        <a:extLst>
                          <a:ext uri="{FF2B5EF4-FFF2-40B4-BE49-F238E27FC236}">
                            <a16:creationId xmlns:a16="http://schemas.microsoft.com/office/drawing/2014/main" id="{0EAE1E9A-C004-A0FA-3957-8F3F2F09E3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825" y="981075"/>
                        <a:ext cx="3887788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883" name="Object 3">
            <a:extLst>
              <a:ext uri="{FF2B5EF4-FFF2-40B4-BE49-F238E27FC236}">
                <a16:creationId xmlns:a16="http://schemas.microsoft.com/office/drawing/2014/main" id="{637D2D5F-C772-920F-DA29-A7910E4771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19738" y="620714"/>
          <a:ext cx="4824412" cy="1157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00" r:id="rId5" imgW="47396400" imgH="11112500" progId="Equation.3">
                  <p:embed/>
                </p:oleObj>
              </mc:Choice>
              <mc:Fallback>
                <p:oleObj r:id="rId5" imgW="47396400" imgH="11112500" progId="Equation.3">
                  <p:embed/>
                  <p:pic>
                    <p:nvPicPr>
                      <p:cNvPr id="250883" name="Object 3">
                        <a:extLst>
                          <a:ext uri="{FF2B5EF4-FFF2-40B4-BE49-F238E27FC236}">
                            <a16:creationId xmlns:a16="http://schemas.microsoft.com/office/drawing/2014/main" id="{637D2D5F-C772-920F-DA29-A7910E4771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9738" y="620714"/>
                        <a:ext cx="4824412" cy="1157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0884" name="Group 4">
            <a:extLst>
              <a:ext uri="{FF2B5EF4-FFF2-40B4-BE49-F238E27FC236}">
                <a16:creationId xmlns:a16="http://schemas.microsoft.com/office/drawing/2014/main" id="{29E4EFAB-D3AB-AD72-DE5D-CB66AA3CC964}"/>
              </a:ext>
            </a:extLst>
          </p:cNvPr>
          <p:cNvGrpSpPr>
            <a:grpSpLocks/>
          </p:cNvGrpSpPr>
          <p:nvPr/>
        </p:nvGrpSpPr>
        <p:grpSpPr bwMode="auto">
          <a:xfrm>
            <a:off x="5087938" y="1844675"/>
            <a:ext cx="3816350" cy="762000"/>
            <a:chOff x="0" y="0"/>
            <a:chExt cx="2404" cy="480"/>
          </a:xfrm>
        </p:grpSpPr>
        <p:sp>
          <p:nvSpPr>
            <p:cNvPr id="250885" name="Text Box 5">
              <a:extLst>
                <a:ext uri="{FF2B5EF4-FFF2-40B4-BE49-F238E27FC236}">
                  <a16:creationId xmlns:a16="http://schemas.microsoft.com/office/drawing/2014/main" id="{93AE2F7D-2344-AAA4-E41D-9EE1917AC7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45"/>
              <a:ext cx="240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（令          ）</a:t>
              </a:r>
            </a:p>
          </p:txBody>
        </p:sp>
        <p:graphicFrame>
          <p:nvGraphicFramePr>
            <p:cNvPr id="250886" name="Object 6">
              <a:extLst>
                <a:ext uri="{FF2B5EF4-FFF2-40B4-BE49-F238E27FC236}">
                  <a16:creationId xmlns:a16="http://schemas.microsoft.com/office/drawing/2014/main" id="{A30A9FE8-010C-6AD7-BDA9-BD96BF559C4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35" y="0"/>
            <a:ext cx="746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201" r:id="rId7" imgW="14922500" imgH="9359900" progId="Equation.3">
                    <p:embed/>
                  </p:oleObj>
                </mc:Choice>
                <mc:Fallback>
                  <p:oleObj r:id="rId7" imgW="14922500" imgH="9359900" progId="Equation.3">
                    <p:embed/>
                    <p:pic>
                      <p:nvPicPr>
                        <p:cNvPr id="250886" name="Object 6">
                          <a:extLst>
                            <a:ext uri="{FF2B5EF4-FFF2-40B4-BE49-F238E27FC236}">
                              <a16:creationId xmlns:a16="http://schemas.microsoft.com/office/drawing/2014/main" id="{A30A9FE8-010C-6AD7-BDA9-BD96BF559C4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5" y="0"/>
                          <a:ext cx="746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0887" name="Object 7">
            <a:extLst>
              <a:ext uri="{FF2B5EF4-FFF2-40B4-BE49-F238E27FC236}">
                <a16:creationId xmlns:a16="http://schemas.microsoft.com/office/drawing/2014/main" id="{29A4D011-A608-637E-A6E9-E1146EA253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19288" y="1557338"/>
          <a:ext cx="3097212" cy="1154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02" r:id="rId9" imgW="28676600" imgH="11112500" progId="Equation.3">
                  <p:embed/>
                </p:oleObj>
              </mc:Choice>
              <mc:Fallback>
                <p:oleObj r:id="rId9" imgW="28676600" imgH="11112500" progId="Equation.3">
                  <p:embed/>
                  <p:pic>
                    <p:nvPicPr>
                      <p:cNvPr id="250887" name="Object 7">
                        <a:extLst>
                          <a:ext uri="{FF2B5EF4-FFF2-40B4-BE49-F238E27FC236}">
                            <a16:creationId xmlns:a16="http://schemas.microsoft.com/office/drawing/2014/main" id="{29A4D011-A608-637E-A6E9-E1146EA253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8" y="1557338"/>
                        <a:ext cx="3097212" cy="1154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888" name="Object 8">
            <a:extLst>
              <a:ext uri="{FF2B5EF4-FFF2-40B4-BE49-F238E27FC236}">
                <a16:creationId xmlns:a16="http://schemas.microsoft.com/office/drawing/2014/main" id="{F0961B9E-F27F-7F43-4A33-2A7CE7FD56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7851" y="2781301"/>
          <a:ext cx="3311525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03" r:id="rId11" imgW="31013400" imgH="11112500" progId="Equation.3">
                  <p:embed/>
                </p:oleObj>
              </mc:Choice>
              <mc:Fallback>
                <p:oleObj r:id="rId11" imgW="31013400" imgH="11112500" progId="Equation.3">
                  <p:embed/>
                  <p:pic>
                    <p:nvPicPr>
                      <p:cNvPr id="250888" name="Object 8">
                        <a:extLst>
                          <a:ext uri="{FF2B5EF4-FFF2-40B4-BE49-F238E27FC236}">
                            <a16:creationId xmlns:a16="http://schemas.microsoft.com/office/drawing/2014/main" id="{F0961B9E-F27F-7F43-4A33-2A7CE7FD56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1" y="2781301"/>
                        <a:ext cx="3311525" cy="113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889" name="Object 9">
            <a:extLst>
              <a:ext uri="{FF2B5EF4-FFF2-40B4-BE49-F238E27FC236}">
                <a16:creationId xmlns:a16="http://schemas.microsoft.com/office/drawing/2014/main" id="{97A1981F-2ACC-C22E-435D-001F710591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43476" y="2708275"/>
          <a:ext cx="4824413" cy="1265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04" r:id="rId13" imgW="48272700" imgH="13169900" progId="Equation.3">
                  <p:embed/>
                </p:oleObj>
              </mc:Choice>
              <mc:Fallback>
                <p:oleObj r:id="rId13" imgW="48272700" imgH="13169900" progId="Equation.3">
                  <p:embed/>
                  <p:pic>
                    <p:nvPicPr>
                      <p:cNvPr id="250889" name="Object 9">
                        <a:extLst>
                          <a:ext uri="{FF2B5EF4-FFF2-40B4-BE49-F238E27FC236}">
                            <a16:creationId xmlns:a16="http://schemas.microsoft.com/office/drawing/2014/main" id="{97A1981F-2ACC-C22E-435D-001F710591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3476" y="2708275"/>
                        <a:ext cx="4824413" cy="1265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890" name="Object 10">
            <a:extLst>
              <a:ext uri="{FF2B5EF4-FFF2-40B4-BE49-F238E27FC236}">
                <a16:creationId xmlns:a16="http://schemas.microsoft.com/office/drawing/2014/main" id="{347D346F-E815-2433-48E9-59566A0AD0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7851" y="4005263"/>
          <a:ext cx="2087563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05" r:id="rId15" imgW="20193000" imgH="10236200" progId="Equation.3">
                  <p:embed/>
                </p:oleObj>
              </mc:Choice>
              <mc:Fallback>
                <p:oleObj r:id="rId15" imgW="20193000" imgH="10236200" progId="Equation.3">
                  <p:embed/>
                  <p:pic>
                    <p:nvPicPr>
                      <p:cNvPr id="250890" name="Object 10">
                        <a:extLst>
                          <a:ext uri="{FF2B5EF4-FFF2-40B4-BE49-F238E27FC236}">
                            <a16:creationId xmlns:a16="http://schemas.microsoft.com/office/drawing/2014/main" id="{347D346F-E815-2433-48E9-59566A0AD0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1" y="4005263"/>
                        <a:ext cx="2087563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891" name="Object 11">
            <a:extLst>
              <a:ext uri="{FF2B5EF4-FFF2-40B4-BE49-F238E27FC236}">
                <a16:creationId xmlns:a16="http://schemas.microsoft.com/office/drawing/2014/main" id="{B359117D-F317-A011-2175-A0A4B2AF34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79875" y="4221164"/>
          <a:ext cx="863600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06" r:id="rId17" imgW="7899400" imgH="4686300" progId="Equation.3">
                  <p:embed/>
                </p:oleObj>
              </mc:Choice>
              <mc:Fallback>
                <p:oleObj r:id="rId17" imgW="7899400" imgH="4686300" progId="Equation.3">
                  <p:embed/>
                  <p:pic>
                    <p:nvPicPr>
                      <p:cNvPr id="250891" name="Object 11">
                        <a:extLst>
                          <a:ext uri="{FF2B5EF4-FFF2-40B4-BE49-F238E27FC236}">
                            <a16:creationId xmlns:a16="http://schemas.microsoft.com/office/drawing/2014/main" id="{B359117D-F317-A011-2175-A0A4B2AF34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875" y="4221164"/>
                        <a:ext cx="863600" cy="490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892" name="Object 12">
            <a:extLst>
              <a:ext uri="{FF2B5EF4-FFF2-40B4-BE49-F238E27FC236}">
                <a16:creationId xmlns:a16="http://schemas.microsoft.com/office/drawing/2014/main" id="{81591B52-A359-99FE-BE03-EED585D607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79876" y="5819776"/>
          <a:ext cx="331152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07" r:id="rId19" imgW="32766000" imgH="5270500" progId="Equation.3">
                  <p:embed/>
                </p:oleObj>
              </mc:Choice>
              <mc:Fallback>
                <p:oleObj r:id="rId19" imgW="32766000" imgH="5270500" progId="Equation.3">
                  <p:embed/>
                  <p:pic>
                    <p:nvPicPr>
                      <p:cNvPr id="250892" name="Object 12">
                        <a:extLst>
                          <a:ext uri="{FF2B5EF4-FFF2-40B4-BE49-F238E27FC236}">
                            <a16:creationId xmlns:a16="http://schemas.microsoft.com/office/drawing/2014/main" id="{81591B52-A359-99FE-BE03-EED585D607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876" y="5819776"/>
                        <a:ext cx="3311525" cy="555625"/>
                      </a:xfrm>
                      <a:prstGeom prst="rect">
                        <a:avLst/>
                      </a:prstGeom>
                      <a:solidFill>
                        <a:srgbClr val="FFFF99">
                          <a:alpha val="34999"/>
                        </a:srgbClr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0893" name="Text Box 13">
            <a:extLst>
              <a:ext uri="{FF2B5EF4-FFF2-40B4-BE49-F238E27FC236}">
                <a16:creationId xmlns:a16="http://schemas.microsoft.com/office/drawing/2014/main" id="{788C3AE8-7100-C731-F918-08C0F70323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6989" y="5157788"/>
            <a:ext cx="13684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即</a:t>
            </a:r>
          </a:p>
        </p:txBody>
      </p:sp>
      <p:sp>
        <p:nvSpPr>
          <p:cNvPr id="250894" name="Rectangle 14">
            <a:extLst>
              <a:ext uri="{FF2B5EF4-FFF2-40B4-BE49-F238E27FC236}">
                <a16:creationId xmlns:a16="http://schemas.microsoft.com/office/drawing/2014/main" id="{02D0EB8D-34A3-2694-B0BE-3CDD1B482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3613" y="5157788"/>
            <a:ext cx="4605748" cy="523220"/>
          </a:xfrm>
          <a:prstGeom prst="rect">
            <a:avLst/>
          </a:prstGeom>
          <a:solidFill>
            <a:srgbClr val="FFFF99">
              <a:alpha val="34999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若随机变量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X~</a:t>
            </a:r>
            <a:r>
              <a:rPr lang="en-CN" altLang="en-US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l-GR" altLang="en-US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μ</a:t>
            </a:r>
            <a:r>
              <a:rPr lang="en-CN" altLang="en-US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lang="el-GR" altLang="en-US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σ</a:t>
            </a:r>
            <a:r>
              <a:rPr lang="en-CN" altLang="en-US" sz="2800" b="1" baseline="30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2 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）, </a:t>
            </a: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508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508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50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50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9" dur="1000"/>
                                        <p:tgtEl>
                                          <p:spTgt spid="250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4" dur="1000"/>
                                        <p:tgtEl>
                                          <p:spTgt spid="250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1000"/>
                                        <p:tgtEl>
                                          <p:spTgt spid="250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4" dur="1000"/>
                                        <p:tgtEl>
                                          <p:spTgt spid="250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9" dur="1000"/>
                                        <p:tgtEl>
                                          <p:spTgt spid="250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3" dur="1000"/>
                                        <p:tgtEl>
                                          <p:spTgt spid="250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250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1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250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93" grpId="0" autoUpdateAnimBg="0"/>
      <p:bldP spid="250894" grpId="0" animBg="1" autoUpdateAnimBg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>
            <a:extLst>
              <a:ext uri="{FF2B5EF4-FFF2-40B4-BE49-F238E27FC236}">
                <a16:creationId xmlns:a16="http://schemas.microsoft.com/office/drawing/2014/main" id="{869752D3-39F2-B3ED-0A3E-C13594FB4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254000"/>
            <a:ext cx="3530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六</a:t>
            </a:r>
            <a:r>
              <a:rPr lang="en-US" altLang="zh-CN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指数分布</a:t>
            </a:r>
          </a:p>
        </p:txBody>
      </p:sp>
      <p:sp>
        <p:nvSpPr>
          <p:cNvPr id="251907" name="Rectangle 3">
            <a:extLst>
              <a:ext uri="{FF2B5EF4-FFF2-40B4-BE49-F238E27FC236}">
                <a16:creationId xmlns:a16="http://schemas.microsoft.com/office/drawing/2014/main" id="{1B2C36C7-E10D-7D84-AC29-E8F06046FA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1196976"/>
            <a:ext cx="8820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随机变量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X服从参数为</a:t>
            </a:r>
            <a:r>
              <a:rPr lang="el-GR" altLang="en-US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λ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的指数分布</a:t>
            </a: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，其概率密度为：</a:t>
            </a:r>
          </a:p>
        </p:txBody>
      </p:sp>
      <p:graphicFrame>
        <p:nvGraphicFramePr>
          <p:cNvPr id="251908" name="Object 4">
            <a:extLst>
              <a:ext uri="{FF2B5EF4-FFF2-40B4-BE49-F238E27FC236}">
                <a16:creationId xmlns:a16="http://schemas.microsoft.com/office/drawing/2014/main" id="{74E33705-76F5-293A-7D0A-85F64EA4E8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49739" y="1709739"/>
          <a:ext cx="3584575" cy="1519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13" r:id="rId3" imgW="36283900" imgH="15798800" progId="Equation.3">
                  <p:embed/>
                </p:oleObj>
              </mc:Choice>
              <mc:Fallback>
                <p:oleObj r:id="rId3" imgW="36283900" imgH="15798800" progId="Equation.3">
                  <p:embed/>
                  <p:pic>
                    <p:nvPicPr>
                      <p:cNvPr id="251908" name="Object 4">
                        <a:extLst>
                          <a:ext uri="{FF2B5EF4-FFF2-40B4-BE49-F238E27FC236}">
                            <a16:creationId xmlns:a16="http://schemas.microsoft.com/office/drawing/2014/main" id="{74E33705-76F5-293A-7D0A-85F64EA4E8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9739" y="1709739"/>
                        <a:ext cx="3584575" cy="1519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09" name="Object 5">
            <a:extLst>
              <a:ext uri="{FF2B5EF4-FFF2-40B4-BE49-F238E27FC236}">
                <a16:creationId xmlns:a16="http://schemas.microsoft.com/office/drawing/2014/main" id="{34A88068-6816-340F-1C6E-327D40B657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7851" y="3357563"/>
          <a:ext cx="3097213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14" r:id="rId5" imgW="30137100" imgH="7607300" progId="Equation.3">
                  <p:embed/>
                </p:oleObj>
              </mc:Choice>
              <mc:Fallback>
                <p:oleObj r:id="rId5" imgW="30137100" imgH="7607300" progId="Equation.3">
                  <p:embed/>
                  <p:pic>
                    <p:nvPicPr>
                      <p:cNvPr id="251909" name="Object 5">
                        <a:extLst>
                          <a:ext uri="{FF2B5EF4-FFF2-40B4-BE49-F238E27FC236}">
                            <a16:creationId xmlns:a16="http://schemas.microsoft.com/office/drawing/2014/main" id="{34A88068-6816-340F-1C6E-327D40B657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1" y="3357563"/>
                        <a:ext cx="3097213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10" name="Object 6">
            <a:extLst>
              <a:ext uri="{FF2B5EF4-FFF2-40B4-BE49-F238E27FC236}">
                <a16:creationId xmlns:a16="http://schemas.microsoft.com/office/drawing/2014/main" id="{9241783C-989B-C95A-4F9C-23392D30BF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16501" y="3284539"/>
          <a:ext cx="2339975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15" r:id="rId7" imgW="25158700" imgH="9944100" progId="Equation.3">
                  <p:embed/>
                </p:oleObj>
              </mc:Choice>
              <mc:Fallback>
                <p:oleObj r:id="rId7" imgW="25158700" imgH="9944100" progId="Equation.3">
                  <p:embed/>
                  <p:pic>
                    <p:nvPicPr>
                      <p:cNvPr id="251910" name="Object 6">
                        <a:extLst>
                          <a:ext uri="{FF2B5EF4-FFF2-40B4-BE49-F238E27FC236}">
                            <a16:creationId xmlns:a16="http://schemas.microsoft.com/office/drawing/2014/main" id="{9241783C-989B-C95A-4F9C-23392D30BF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501" y="3284539"/>
                        <a:ext cx="2339975" cy="947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11" name="Object 7">
            <a:extLst>
              <a:ext uri="{FF2B5EF4-FFF2-40B4-BE49-F238E27FC236}">
                <a16:creationId xmlns:a16="http://schemas.microsoft.com/office/drawing/2014/main" id="{C3B86F31-67B8-36EB-4C51-5AB482C11F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91401" y="3284539"/>
          <a:ext cx="2474913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16" r:id="rId9" imgW="26619200" imgH="9067800" progId="Equation.3">
                  <p:embed/>
                </p:oleObj>
              </mc:Choice>
              <mc:Fallback>
                <p:oleObj r:id="rId9" imgW="26619200" imgH="9067800" progId="Equation.3">
                  <p:embed/>
                  <p:pic>
                    <p:nvPicPr>
                      <p:cNvPr id="251911" name="Object 7">
                        <a:extLst>
                          <a:ext uri="{FF2B5EF4-FFF2-40B4-BE49-F238E27FC236}">
                            <a16:creationId xmlns:a16="http://schemas.microsoft.com/office/drawing/2014/main" id="{C3B86F31-67B8-36EB-4C51-5AB482C11F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1" y="3284539"/>
                        <a:ext cx="2474913" cy="865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12" name="Object 8">
            <a:extLst>
              <a:ext uri="{FF2B5EF4-FFF2-40B4-BE49-F238E27FC236}">
                <a16:creationId xmlns:a16="http://schemas.microsoft.com/office/drawing/2014/main" id="{58839105-D3B8-FE59-037C-74AEE2EDBB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19288" y="4365625"/>
          <a:ext cx="413385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17" r:id="rId11" imgW="44475400" imgH="10528300" progId="Equation.3">
                  <p:embed/>
                </p:oleObj>
              </mc:Choice>
              <mc:Fallback>
                <p:oleObj r:id="rId11" imgW="44475400" imgH="10528300" progId="Equation.3">
                  <p:embed/>
                  <p:pic>
                    <p:nvPicPr>
                      <p:cNvPr id="251912" name="Object 8">
                        <a:extLst>
                          <a:ext uri="{FF2B5EF4-FFF2-40B4-BE49-F238E27FC236}">
                            <a16:creationId xmlns:a16="http://schemas.microsoft.com/office/drawing/2014/main" id="{58839105-D3B8-FE59-037C-74AEE2EDBB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8" y="4365625"/>
                        <a:ext cx="413385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13" name="Object 9">
            <a:extLst>
              <a:ext uri="{FF2B5EF4-FFF2-40B4-BE49-F238E27FC236}">
                <a16:creationId xmlns:a16="http://schemas.microsoft.com/office/drawing/2014/main" id="{35F375F3-B6AB-C66B-A3C0-066A6F2042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0" y="4365625"/>
          <a:ext cx="1931988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18" r:id="rId13" imgW="20777200" imgH="10528300" progId="Equation.3">
                  <p:embed/>
                </p:oleObj>
              </mc:Choice>
              <mc:Fallback>
                <p:oleObj r:id="rId13" imgW="20777200" imgH="10528300" progId="Equation.3">
                  <p:embed/>
                  <p:pic>
                    <p:nvPicPr>
                      <p:cNvPr id="251913" name="Object 9">
                        <a:extLst>
                          <a:ext uri="{FF2B5EF4-FFF2-40B4-BE49-F238E27FC236}">
                            <a16:creationId xmlns:a16="http://schemas.microsoft.com/office/drawing/2014/main" id="{35F375F3-B6AB-C66B-A3C0-066A6F2042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365625"/>
                        <a:ext cx="1931988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14" name="Object 10">
            <a:extLst>
              <a:ext uri="{FF2B5EF4-FFF2-40B4-BE49-F238E27FC236}">
                <a16:creationId xmlns:a16="http://schemas.microsoft.com/office/drawing/2014/main" id="{E50E3239-169F-8F77-F57A-EDD7A18783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83563" y="4652964"/>
          <a:ext cx="544512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19" r:id="rId15" imgW="5854700" imgH="4102100" progId="Equation.3">
                  <p:embed/>
                </p:oleObj>
              </mc:Choice>
              <mc:Fallback>
                <p:oleObj r:id="rId15" imgW="5854700" imgH="4102100" progId="Equation.3">
                  <p:embed/>
                  <p:pic>
                    <p:nvPicPr>
                      <p:cNvPr id="251914" name="Object 10">
                        <a:extLst>
                          <a:ext uri="{FF2B5EF4-FFF2-40B4-BE49-F238E27FC236}">
                            <a16:creationId xmlns:a16="http://schemas.microsoft.com/office/drawing/2014/main" id="{E50E3239-169F-8F77-F57A-EDD7A18783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83563" y="4652964"/>
                        <a:ext cx="544512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51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51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51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1000"/>
                                        <p:tgtEl>
                                          <p:spTgt spid="251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2519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251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2519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2519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2519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2519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2519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2519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251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251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906" grpId="0" autoUpdateAnimBg="0"/>
      <p:bldP spid="251907" grpId="0" autoUpdateAnimBg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2930" name="Object 2">
            <a:extLst>
              <a:ext uri="{FF2B5EF4-FFF2-40B4-BE49-F238E27FC236}">
                <a16:creationId xmlns:a16="http://schemas.microsoft.com/office/drawing/2014/main" id="{B2A36027-9BAD-25EA-0F78-C5C43C335E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55788" y="331788"/>
          <a:ext cx="3548062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7" r:id="rId3" imgW="34518600" imgH="7607300" progId="Equation.3">
                  <p:embed/>
                </p:oleObj>
              </mc:Choice>
              <mc:Fallback>
                <p:oleObj r:id="rId3" imgW="34518600" imgH="7607300" progId="Equation.3">
                  <p:embed/>
                  <p:pic>
                    <p:nvPicPr>
                      <p:cNvPr id="252930" name="Object 2">
                        <a:extLst>
                          <a:ext uri="{FF2B5EF4-FFF2-40B4-BE49-F238E27FC236}">
                            <a16:creationId xmlns:a16="http://schemas.microsoft.com/office/drawing/2014/main" id="{B2A36027-9BAD-25EA-0F78-C5C43C335E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5788" y="331788"/>
                        <a:ext cx="3548062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31" name="Object 3">
            <a:extLst>
              <a:ext uri="{FF2B5EF4-FFF2-40B4-BE49-F238E27FC236}">
                <a16:creationId xmlns:a16="http://schemas.microsoft.com/office/drawing/2014/main" id="{FFBFF55B-29B3-638A-6B51-EF720135A3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75275" y="260350"/>
          <a:ext cx="2503488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8" r:id="rId5" imgW="26911300" imgH="9944100" progId="Equation.3">
                  <p:embed/>
                </p:oleObj>
              </mc:Choice>
              <mc:Fallback>
                <p:oleObj r:id="rId5" imgW="26911300" imgH="9944100" progId="Equation.3">
                  <p:embed/>
                  <p:pic>
                    <p:nvPicPr>
                      <p:cNvPr id="252931" name="Object 3">
                        <a:extLst>
                          <a:ext uri="{FF2B5EF4-FFF2-40B4-BE49-F238E27FC236}">
                            <a16:creationId xmlns:a16="http://schemas.microsoft.com/office/drawing/2014/main" id="{FFBFF55B-29B3-638A-6B51-EF720135A3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5275" y="260350"/>
                        <a:ext cx="2503488" cy="947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32" name="Object 4">
            <a:extLst>
              <a:ext uri="{FF2B5EF4-FFF2-40B4-BE49-F238E27FC236}">
                <a16:creationId xmlns:a16="http://schemas.microsoft.com/office/drawing/2014/main" id="{DE4C39C5-08D8-1796-8543-3D14D6727E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7851" y="1341439"/>
          <a:ext cx="2582863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9" r:id="rId7" imgW="27800300" imgH="9067800" progId="Equation.3">
                  <p:embed/>
                </p:oleObj>
              </mc:Choice>
              <mc:Fallback>
                <p:oleObj r:id="rId7" imgW="27800300" imgH="9067800" progId="Equation.3">
                  <p:embed/>
                  <p:pic>
                    <p:nvPicPr>
                      <p:cNvPr id="252932" name="Object 4">
                        <a:extLst>
                          <a:ext uri="{FF2B5EF4-FFF2-40B4-BE49-F238E27FC236}">
                            <a16:creationId xmlns:a16="http://schemas.microsoft.com/office/drawing/2014/main" id="{DE4C39C5-08D8-1796-8543-3D14D6727E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1" y="1341439"/>
                        <a:ext cx="2582863" cy="865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33" name="Object 5">
            <a:extLst>
              <a:ext uri="{FF2B5EF4-FFF2-40B4-BE49-F238E27FC236}">
                <a16:creationId xmlns:a16="http://schemas.microsoft.com/office/drawing/2014/main" id="{8440FBAF-E889-E64B-B9CE-34E49335DC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5776" y="3573463"/>
          <a:ext cx="2259013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0" r:id="rId9" imgW="24282400" imgH="10528300" progId="Equation.3">
                  <p:embed/>
                </p:oleObj>
              </mc:Choice>
              <mc:Fallback>
                <p:oleObj r:id="rId9" imgW="24282400" imgH="10528300" progId="Equation.3">
                  <p:embed/>
                  <p:pic>
                    <p:nvPicPr>
                      <p:cNvPr id="252933" name="Object 5">
                        <a:extLst>
                          <a:ext uri="{FF2B5EF4-FFF2-40B4-BE49-F238E27FC236}">
                            <a16:creationId xmlns:a16="http://schemas.microsoft.com/office/drawing/2014/main" id="{8440FBAF-E889-E64B-B9CE-34E49335DC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5776" y="3573463"/>
                        <a:ext cx="2259013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34" name="Object 6">
            <a:extLst>
              <a:ext uri="{FF2B5EF4-FFF2-40B4-BE49-F238E27FC236}">
                <a16:creationId xmlns:a16="http://schemas.microsoft.com/office/drawing/2014/main" id="{D3E11DF2-2269-4892-45A8-DE07F1A859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1675" y="1268413"/>
          <a:ext cx="46228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1" r:id="rId11" imgW="49733200" imgH="10528300" progId="Equation.3">
                  <p:embed/>
                </p:oleObj>
              </mc:Choice>
              <mc:Fallback>
                <p:oleObj r:id="rId11" imgW="49733200" imgH="10528300" progId="Equation.3">
                  <p:embed/>
                  <p:pic>
                    <p:nvPicPr>
                      <p:cNvPr id="252934" name="Object 6">
                        <a:extLst>
                          <a:ext uri="{FF2B5EF4-FFF2-40B4-BE49-F238E27FC236}">
                            <a16:creationId xmlns:a16="http://schemas.microsoft.com/office/drawing/2014/main" id="{D3E11DF2-2269-4892-45A8-DE07F1A859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675" y="1268413"/>
                        <a:ext cx="462280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35" name="Object 7">
            <a:extLst>
              <a:ext uri="{FF2B5EF4-FFF2-40B4-BE49-F238E27FC236}">
                <a16:creationId xmlns:a16="http://schemas.microsoft.com/office/drawing/2014/main" id="{CA9C2D08-DF7D-DB1A-500C-C38A0F89F4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03388" y="2492375"/>
          <a:ext cx="2773362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2" r:id="rId13" imgW="29845000" imgH="9067800" progId="Equation.3">
                  <p:embed/>
                </p:oleObj>
              </mc:Choice>
              <mc:Fallback>
                <p:oleObj r:id="rId13" imgW="29845000" imgH="9067800" progId="Equation.3">
                  <p:embed/>
                  <p:pic>
                    <p:nvPicPr>
                      <p:cNvPr id="252935" name="Object 7">
                        <a:extLst>
                          <a:ext uri="{FF2B5EF4-FFF2-40B4-BE49-F238E27FC236}">
                            <a16:creationId xmlns:a16="http://schemas.microsoft.com/office/drawing/2014/main" id="{CA9C2D08-DF7D-DB1A-500C-C38A0F89F4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388" y="2492375"/>
                        <a:ext cx="2773362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36" name="Object 8">
            <a:extLst>
              <a:ext uri="{FF2B5EF4-FFF2-40B4-BE49-F238E27FC236}">
                <a16:creationId xmlns:a16="http://schemas.microsoft.com/office/drawing/2014/main" id="{DBF9900A-A16C-E774-7072-8B72003426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1676" y="2420938"/>
          <a:ext cx="4786313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3" r:id="rId15" imgW="51498500" imgH="10528300" progId="Equation.3">
                  <p:embed/>
                </p:oleObj>
              </mc:Choice>
              <mc:Fallback>
                <p:oleObj r:id="rId15" imgW="51498500" imgH="10528300" progId="Equation.3">
                  <p:embed/>
                  <p:pic>
                    <p:nvPicPr>
                      <p:cNvPr id="252936" name="Object 8">
                        <a:extLst>
                          <a:ext uri="{FF2B5EF4-FFF2-40B4-BE49-F238E27FC236}">
                            <a16:creationId xmlns:a16="http://schemas.microsoft.com/office/drawing/2014/main" id="{DBF9900A-A16C-E774-7072-8B72003426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676" y="2420938"/>
                        <a:ext cx="4786313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37" name="Object 9">
            <a:extLst>
              <a:ext uri="{FF2B5EF4-FFF2-40B4-BE49-F238E27FC236}">
                <a16:creationId xmlns:a16="http://schemas.microsoft.com/office/drawing/2014/main" id="{E3595E6C-3A27-E92F-D25F-4BBFA0E778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14813" y="3833813"/>
          <a:ext cx="1008062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4" r:id="rId17" imgW="10820400" imgH="5270500" progId="Equation.3">
                  <p:embed/>
                </p:oleObj>
              </mc:Choice>
              <mc:Fallback>
                <p:oleObj r:id="rId17" imgW="10820400" imgH="5270500" progId="Equation.3">
                  <p:embed/>
                  <p:pic>
                    <p:nvPicPr>
                      <p:cNvPr id="252937" name="Object 9">
                        <a:extLst>
                          <a:ext uri="{FF2B5EF4-FFF2-40B4-BE49-F238E27FC236}">
                            <a16:creationId xmlns:a16="http://schemas.microsoft.com/office/drawing/2014/main" id="{E3595E6C-3A27-E92F-D25F-4BBFA0E778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4813" y="3833813"/>
                        <a:ext cx="1008062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38" name="Object 10">
            <a:extLst>
              <a:ext uri="{FF2B5EF4-FFF2-40B4-BE49-F238E27FC236}">
                <a16:creationId xmlns:a16="http://schemas.microsoft.com/office/drawing/2014/main" id="{543FAE00-9518-796A-3683-E7A70D6A1F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48300" y="3938589"/>
          <a:ext cx="3644900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5" r:id="rId19" imgW="38620700" imgH="5270500" progId="Equation.3">
                  <p:embed/>
                </p:oleObj>
              </mc:Choice>
              <mc:Fallback>
                <p:oleObj r:id="rId19" imgW="38620700" imgH="5270500" progId="Equation.3">
                  <p:embed/>
                  <p:pic>
                    <p:nvPicPr>
                      <p:cNvPr id="252938" name="Object 10">
                        <a:extLst>
                          <a:ext uri="{FF2B5EF4-FFF2-40B4-BE49-F238E27FC236}">
                            <a16:creationId xmlns:a16="http://schemas.microsoft.com/office/drawing/2014/main" id="{543FAE00-9518-796A-3683-E7A70D6A1F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0" y="3938589"/>
                        <a:ext cx="3644900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39" name="Object 11">
            <a:extLst>
              <a:ext uri="{FF2B5EF4-FFF2-40B4-BE49-F238E27FC236}">
                <a16:creationId xmlns:a16="http://schemas.microsoft.com/office/drawing/2014/main" id="{E662986B-1036-E129-E878-F7B1B75E82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264651" y="3933826"/>
          <a:ext cx="792163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6" r:id="rId21" imgW="7315200" imgH="4686300" progId="Equation.3">
                  <p:embed/>
                </p:oleObj>
              </mc:Choice>
              <mc:Fallback>
                <p:oleObj r:id="rId21" imgW="7315200" imgH="4686300" progId="Equation.3">
                  <p:embed/>
                  <p:pic>
                    <p:nvPicPr>
                      <p:cNvPr id="252939" name="Object 11">
                        <a:extLst>
                          <a:ext uri="{FF2B5EF4-FFF2-40B4-BE49-F238E27FC236}">
                            <a16:creationId xmlns:a16="http://schemas.microsoft.com/office/drawing/2014/main" id="{E662986B-1036-E129-E878-F7B1B75E82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64651" y="3933826"/>
                        <a:ext cx="792163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2940" name="Rectangle 12">
            <a:extLst>
              <a:ext uri="{FF2B5EF4-FFF2-40B4-BE49-F238E27FC236}">
                <a16:creationId xmlns:a16="http://schemas.microsoft.com/office/drawing/2014/main" id="{754865B3-4323-F6A3-3A59-59163FD668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2064" y="5013325"/>
            <a:ext cx="7812087" cy="528638"/>
          </a:xfrm>
          <a:prstGeom prst="rect">
            <a:avLst/>
          </a:prstGeom>
          <a:solidFill>
            <a:srgbClr val="FFFF99">
              <a:alpha val="34999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若随机变量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X服从参数为</a:t>
            </a:r>
            <a:r>
              <a:rPr lang="el-GR" altLang="en-US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λ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的指数分布</a:t>
            </a: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，则</a:t>
            </a:r>
          </a:p>
        </p:txBody>
      </p:sp>
      <p:sp>
        <p:nvSpPr>
          <p:cNvPr id="252941" name="Text Box 13">
            <a:extLst>
              <a:ext uri="{FF2B5EF4-FFF2-40B4-BE49-F238E27FC236}">
                <a16:creationId xmlns:a16="http://schemas.microsoft.com/office/drawing/2014/main" id="{EBD9A90B-0889-1646-49E9-563D43CEF7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389" y="4797426"/>
            <a:ext cx="13684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即</a:t>
            </a:r>
          </a:p>
        </p:txBody>
      </p:sp>
      <p:graphicFrame>
        <p:nvGraphicFramePr>
          <p:cNvPr id="252942" name="Object 14">
            <a:extLst>
              <a:ext uri="{FF2B5EF4-FFF2-40B4-BE49-F238E27FC236}">
                <a16:creationId xmlns:a16="http://schemas.microsoft.com/office/drawing/2014/main" id="{45A77A8E-720F-AFCD-B9A2-EF9AA378AF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32176" y="5778500"/>
          <a:ext cx="33115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7" r:id="rId23" imgW="33934400" imgH="5270500" progId="Equation.3">
                  <p:embed/>
                </p:oleObj>
              </mc:Choice>
              <mc:Fallback>
                <p:oleObj r:id="rId23" imgW="33934400" imgH="5270500" progId="Equation.3">
                  <p:embed/>
                  <p:pic>
                    <p:nvPicPr>
                      <p:cNvPr id="252942" name="Object 14">
                        <a:extLst>
                          <a:ext uri="{FF2B5EF4-FFF2-40B4-BE49-F238E27FC236}">
                            <a16:creationId xmlns:a16="http://schemas.microsoft.com/office/drawing/2014/main" id="{45A77A8E-720F-AFCD-B9A2-EF9AA378AF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176" y="5778500"/>
                        <a:ext cx="3311525" cy="514350"/>
                      </a:xfrm>
                      <a:prstGeom prst="rect">
                        <a:avLst/>
                      </a:prstGeom>
                      <a:solidFill>
                        <a:srgbClr val="FFFF99">
                          <a:alpha val="34999"/>
                        </a:srgbClr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52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52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52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52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52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52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52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52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52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252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252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001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252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940" grpId="0" animBg="1" autoUpdateAnimBg="0"/>
      <p:bldP spid="252941" grpId="0" autoUpdateAnimBg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954" name="Group 2">
            <a:extLst>
              <a:ext uri="{FF2B5EF4-FFF2-40B4-BE49-F238E27FC236}">
                <a16:creationId xmlns:a16="http://schemas.microsoft.com/office/drawing/2014/main" id="{4D8587A7-52D7-3E64-7DE5-A79FE8CDB3B7}"/>
              </a:ext>
            </a:extLst>
          </p:cNvPr>
          <p:cNvGrpSpPr>
            <a:grpSpLocks/>
          </p:cNvGrpSpPr>
          <p:nvPr/>
        </p:nvGrpSpPr>
        <p:grpSpPr bwMode="auto">
          <a:xfrm>
            <a:off x="1774826" y="1052514"/>
            <a:ext cx="8893175" cy="579437"/>
            <a:chOff x="0" y="0"/>
            <a:chExt cx="5602" cy="365"/>
          </a:xfrm>
        </p:grpSpPr>
        <p:sp>
          <p:nvSpPr>
            <p:cNvPr id="253955" name="Text Box 3">
              <a:extLst>
                <a:ext uri="{FF2B5EF4-FFF2-40B4-BE49-F238E27FC236}">
                  <a16:creationId xmlns:a16="http://schemas.microsoft.com/office/drawing/2014/main" id="{6152618A-C081-D4E5-78E3-8B97B51A51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5137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3200" b="1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</a:rPr>
                <a:t>例</a:t>
              </a:r>
              <a:r>
                <a:rPr lang="en-US" altLang="zh-CN" sz="3200" b="1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</a:rPr>
                <a:t>1.</a:t>
              </a: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已知                   求         </a:t>
              </a:r>
            </a:p>
          </p:txBody>
        </p:sp>
        <p:graphicFrame>
          <p:nvGraphicFramePr>
            <p:cNvPr id="253956" name="Object 4">
              <a:extLst>
                <a:ext uri="{FF2B5EF4-FFF2-40B4-BE49-F238E27FC236}">
                  <a16:creationId xmlns:a16="http://schemas.microsoft.com/office/drawing/2014/main" id="{63E1A58B-327E-D9DE-3A01-0FF980045C1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98" y="45"/>
            <a:ext cx="908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316" r:id="rId3" imgW="16090900" imgH="4686300" progId="Equation.3">
                    <p:embed/>
                  </p:oleObj>
                </mc:Choice>
                <mc:Fallback>
                  <p:oleObj r:id="rId3" imgW="16090900" imgH="4686300" progId="Equation.3">
                    <p:embed/>
                    <p:pic>
                      <p:nvPicPr>
                        <p:cNvPr id="253956" name="Object 4">
                          <a:extLst>
                            <a:ext uri="{FF2B5EF4-FFF2-40B4-BE49-F238E27FC236}">
                              <a16:creationId xmlns:a16="http://schemas.microsoft.com/office/drawing/2014/main" id="{63E1A58B-327E-D9DE-3A01-0FF980045C1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8" y="45"/>
                          <a:ext cx="908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3957" name="Object 5">
              <a:extLst>
                <a:ext uri="{FF2B5EF4-FFF2-40B4-BE49-F238E27FC236}">
                  <a16:creationId xmlns:a16="http://schemas.microsoft.com/office/drawing/2014/main" id="{03162BCB-E793-AB69-6D2B-B812F8BC553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06" y="45"/>
            <a:ext cx="1089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317" r:id="rId5" imgW="18719800" imgH="4686300" progId="Equation.3">
                    <p:embed/>
                  </p:oleObj>
                </mc:Choice>
                <mc:Fallback>
                  <p:oleObj r:id="rId5" imgW="18719800" imgH="4686300" progId="Equation.3">
                    <p:embed/>
                    <p:pic>
                      <p:nvPicPr>
                        <p:cNvPr id="253957" name="Object 5">
                          <a:extLst>
                            <a:ext uri="{FF2B5EF4-FFF2-40B4-BE49-F238E27FC236}">
                              <a16:creationId xmlns:a16="http://schemas.microsoft.com/office/drawing/2014/main" id="{03162BCB-E793-AB69-6D2B-B812F8BC553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6" y="45"/>
                          <a:ext cx="1089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3958" name="Object 6">
              <a:extLst>
                <a:ext uri="{FF2B5EF4-FFF2-40B4-BE49-F238E27FC236}">
                  <a16:creationId xmlns:a16="http://schemas.microsoft.com/office/drawing/2014/main" id="{965AD043-E36A-D367-5A7B-D5239409E26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66" y="45"/>
            <a:ext cx="590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318" r:id="rId7" imgW="10236200" imgH="4686300" progId="Equation.3">
                    <p:embed/>
                  </p:oleObj>
                </mc:Choice>
                <mc:Fallback>
                  <p:oleObj r:id="rId7" imgW="10236200" imgH="4686300" progId="Equation.3">
                    <p:embed/>
                    <p:pic>
                      <p:nvPicPr>
                        <p:cNvPr id="253958" name="Object 6">
                          <a:extLst>
                            <a:ext uri="{FF2B5EF4-FFF2-40B4-BE49-F238E27FC236}">
                              <a16:creationId xmlns:a16="http://schemas.microsoft.com/office/drawing/2014/main" id="{965AD043-E36A-D367-5A7B-D5239409E26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6" y="45"/>
                          <a:ext cx="590" cy="2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3959" name="Object 7">
              <a:extLst>
                <a:ext uri="{FF2B5EF4-FFF2-40B4-BE49-F238E27FC236}">
                  <a16:creationId xmlns:a16="http://schemas.microsoft.com/office/drawing/2014/main" id="{FD62C2C6-A896-DC21-8E0C-8CDED3AD2FD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11" y="66"/>
            <a:ext cx="589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319" r:id="rId9" imgW="10236200" imgH="4686300" progId="Equation.3">
                    <p:embed/>
                  </p:oleObj>
                </mc:Choice>
                <mc:Fallback>
                  <p:oleObj r:id="rId9" imgW="10236200" imgH="4686300" progId="Equation.3">
                    <p:embed/>
                    <p:pic>
                      <p:nvPicPr>
                        <p:cNvPr id="253959" name="Object 7">
                          <a:extLst>
                            <a:ext uri="{FF2B5EF4-FFF2-40B4-BE49-F238E27FC236}">
                              <a16:creationId xmlns:a16="http://schemas.microsoft.com/office/drawing/2014/main" id="{FD62C2C6-A896-DC21-8E0C-8CDED3AD2FD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1" y="66"/>
                          <a:ext cx="589" cy="2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3960" name="Object 8">
              <a:extLst>
                <a:ext uri="{FF2B5EF4-FFF2-40B4-BE49-F238E27FC236}">
                  <a16:creationId xmlns:a16="http://schemas.microsoft.com/office/drawing/2014/main" id="{F276A9CB-15E5-702A-FF5A-05B2D669946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00" y="45"/>
            <a:ext cx="1202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320" r:id="rId11" imgW="19900900" imgH="5270500" progId="Equation.3">
                    <p:embed/>
                  </p:oleObj>
                </mc:Choice>
                <mc:Fallback>
                  <p:oleObj r:id="rId11" imgW="19900900" imgH="5270500" progId="Equation.3">
                    <p:embed/>
                    <p:pic>
                      <p:nvPicPr>
                        <p:cNvPr id="253960" name="Object 8">
                          <a:extLst>
                            <a:ext uri="{FF2B5EF4-FFF2-40B4-BE49-F238E27FC236}">
                              <a16:creationId xmlns:a16="http://schemas.microsoft.com/office/drawing/2014/main" id="{F276A9CB-15E5-702A-FF5A-05B2D669946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00" y="45"/>
                          <a:ext cx="1202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3961" name="Rectangle 9">
            <a:extLst>
              <a:ext uri="{FF2B5EF4-FFF2-40B4-BE49-F238E27FC236}">
                <a16:creationId xmlns:a16="http://schemas.microsoft.com/office/drawing/2014/main" id="{166B652E-CE18-14C6-A6F7-95FD914FD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9" y="1647826"/>
            <a:ext cx="102143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解：</a:t>
            </a:r>
          </a:p>
        </p:txBody>
      </p:sp>
      <p:graphicFrame>
        <p:nvGraphicFramePr>
          <p:cNvPr id="253962" name="Object 10">
            <a:extLst>
              <a:ext uri="{FF2B5EF4-FFF2-40B4-BE49-F238E27FC236}">
                <a16:creationId xmlns:a16="http://schemas.microsoft.com/office/drawing/2014/main" id="{22A2D10D-10BC-9688-912C-46C0B75EA3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95550" y="1773238"/>
          <a:ext cx="1512888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1" r:id="rId13" imgW="16090900" imgH="4686300" progId="Equation.3">
                  <p:embed/>
                </p:oleObj>
              </mc:Choice>
              <mc:Fallback>
                <p:oleObj r:id="rId13" imgW="16090900" imgH="4686300" progId="Equation.3">
                  <p:embed/>
                  <p:pic>
                    <p:nvPicPr>
                      <p:cNvPr id="253962" name="Object 10">
                        <a:extLst>
                          <a:ext uri="{FF2B5EF4-FFF2-40B4-BE49-F238E27FC236}">
                            <a16:creationId xmlns:a16="http://schemas.microsoft.com/office/drawing/2014/main" id="{22A2D10D-10BC-9688-912C-46C0B75EA3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1773238"/>
                        <a:ext cx="1512888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3963" name="Text Box 11">
            <a:extLst>
              <a:ext uri="{FF2B5EF4-FFF2-40B4-BE49-F238E27FC236}">
                <a16:creationId xmlns:a16="http://schemas.microsoft.com/office/drawing/2014/main" id="{88AAEDD3-5430-D40B-FFF5-A5B4094CF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6588" y="1700213"/>
            <a:ext cx="76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则</a:t>
            </a:r>
          </a:p>
        </p:txBody>
      </p:sp>
      <p:graphicFrame>
        <p:nvGraphicFramePr>
          <p:cNvPr id="253964" name="Object 12">
            <a:extLst>
              <a:ext uri="{FF2B5EF4-FFF2-40B4-BE49-F238E27FC236}">
                <a16:creationId xmlns:a16="http://schemas.microsoft.com/office/drawing/2014/main" id="{1754D10C-558F-B90C-C661-ED26224172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56139" y="1844675"/>
          <a:ext cx="1443037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2" r:id="rId14" imgW="16675100" imgH="4686300" progId="Equation.3">
                  <p:embed/>
                </p:oleObj>
              </mc:Choice>
              <mc:Fallback>
                <p:oleObj r:id="rId14" imgW="16675100" imgH="4686300" progId="Equation.3">
                  <p:embed/>
                  <p:pic>
                    <p:nvPicPr>
                      <p:cNvPr id="253964" name="Object 12">
                        <a:extLst>
                          <a:ext uri="{FF2B5EF4-FFF2-40B4-BE49-F238E27FC236}">
                            <a16:creationId xmlns:a16="http://schemas.microsoft.com/office/drawing/2014/main" id="{1754D10C-558F-B90C-C661-ED26224172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6139" y="1844675"/>
                        <a:ext cx="1443037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65" name="Object 13">
            <a:extLst>
              <a:ext uri="{FF2B5EF4-FFF2-40B4-BE49-F238E27FC236}">
                <a16:creationId xmlns:a16="http://schemas.microsoft.com/office/drawing/2014/main" id="{0D0AB064-BFBE-E7EC-44EF-279825D495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83339" y="1773238"/>
          <a:ext cx="1423987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3" r:id="rId16" imgW="15214600" imgH="4686300" progId="Equation.3">
                  <p:embed/>
                </p:oleObj>
              </mc:Choice>
              <mc:Fallback>
                <p:oleObj r:id="rId16" imgW="15214600" imgH="4686300" progId="Equation.3">
                  <p:embed/>
                  <p:pic>
                    <p:nvPicPr>
                      <p:cNvPr id="253965" name="Object 13">
                        <a:extLst>
                          <a:ext uri="{FF2B5EF4-FFF2-40B4-BE49-F238E27FC236}">
                            <a16:creationId xmlns:a16="http://schemas.microsoft.com/office/drawing/2014/main" id="{0D0AB064-BFBE-E7EC-44EF-279825D495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339" y="1773238"/>
                        <a:ext cx="1423987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66" name="Object 14">
            <a:extLst>
              <a:ext uri="{FF2B5EF4-FFF2-40B4-BE49-F238E27FC236}">
                <a16:creationId xmlns:a16="http://schemas.microsoft.com/office/drawing/2014/main" id="{1154F3F5-5CC4-E76F-89C2-E5E070BD75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1089" y="2492376"/>
          <a:ext cx="94932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4" r:id="rId18" imgW="9652000" imgH="4686300" progId="Equation.3">
                  <p:embed/>
                </p:oleObj>
              </mc:Choice>
              <mc:Fallback>
                <p:oleObj r:id="rId18" imgW="9652000" imgH="4686300" progId="Equation.3">
                  <p:embed/>
                  <p:pic>
                    <p:nvPicPr>
                      <p:cNvPr id="253966" name="Object 14">
                        <a:extLst>
                          <a:ext uri="{FF2B5EF4-FFF2-40B4-BE49-F238E27FC236}">
                            <a16:creationId xmlns:a16="http://schemas.microsoft.com/office/drawing/2014/main" id="{1154F3F5-5CC4-E76F-89C2-E5E070BD75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9" y="2492376"/>
                        <a:ext cx="949325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67" name="Object 15">
            <a:extLst>
              <a:ext uri="{FF2B5EF4-FFF2-40B4-BE49-F238E27FC236}">
                <a16:creationId xmlns:a16="http://schemas.microsoft.com/office/drawing/2014/main" id="{C44C77BC-7B2A-9D7A-B0DF-F9F81740B3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6276" y="2492375"/>
          <a:ext cx="2519363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5" r:id="rId20" imgW="19900900" imgH="4686300" progId="Equation.3">
                  <p:embed/>
                </p:oleObj>
              </mc:Choice>
              <mc:Fallback>
                <p:oleObj r:id="rId20" imgW="19900900" imgH="4686300" progId="Equation.3">
                  <p:embed/>
                  <p:pic>
                    <p:nvPicPr>
                      <p:cNvPr id="253967" name="Object 15">
                        <a:extLst>
                          <a:ext uri="{FF2B5EF4-FFF2-40B4-BE49-F238E27FC236}">
                            <a16:creationId xmlns:a16="http://schemas.microsoft.com/office/drawing/2014/main" id="{C44C77BC-7B2A-9D7A-B0DF-F9F81740B3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6" y="2492375"/>
                        <a:ext cx="2519363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68" name="Object 16">
            <a:extLst>
              <a:ext uri="{FF2B5EF4-FFF2-40B4-BE49-F238E27FC236}">
                <a16:creationId xmlns:a16="http://schemas.microsoft.com/office/drawing/2014/main" id="{E7FC8831-08D4-0061-2B27-3A167098DA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64200" y="2420938"/>
          <a:ext cx="6477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6" r:id="rId22" imgW="5854700" imgH="4102100" progId="Equation.3">
                  <p:embed/>
                </p:oleObj>
              </mc:Choice>
              <mc:Fallback>
                <p:oleObj r:id="rId22" imgW="5854700" imgH="4102100" progId="Equation.3">
                  <p:embed/>
                  <p:pic>
                    <p:nvPicPr>
                      <p:cNvPr id="253968" name="Object 16">
                        <a:extLst>
                          <a:ext uri="{FF2B5EF4-FFF2-40B4-BE49-F238E27FC236}">
                            <a16:creationId xmlns:a16="http://schemas.microsoft.com/office/drawing/2014/main" id="{E7FC8831-08D4-0061-2B27-3A167098DA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4200" y="2420938"/>
                        <a:ext cx="64770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69" name="Object 17">
            <a:extLst>
              <a:ext uri="{FF2B5EF4-FFF2-40B4-BE49-F238E27FC236}">
                <a16:creationId xmlns:a16="http://schemas.microsoft.com/office/drawing/2014/main" id="{5CCD9EF3-70BC-F6E5-18BA-DE7DA26935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1089" y="3263900"/>
          <a:ext cx="936625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7" r:id="rId24" imgW="9067800" imgH="4686300" progId="Equation.3">
                  <p:embed/>
                </p:oleObj>
              </mc:Choice>
              <mc:Fallback>
                <p:oleObj r:id="rId24" imgW="9067800" imgH="4686300" progId="Equation.3">
                  <p:embed/>
                  <p:pic>
                    <p:nvPicPr>
                      <p:cNvPr id="253969" name="Object 17">
                        <a:extLst>
                          <a:ext uri="{FF2B5EF4-FFF2-40B4-BE49-F238E27FC236}">
                            <a16:creationId xmlns:a16="http://schemas.microsoft.com/office/drawing/2014/main" id="{5CCD9EF3-70BC-F6E5-18BA-DE7DA26935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9" y="3263900"/>
                        <a:ext cx="936625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70" name="Object 18">
            <a:extLst>
              <a:ext uri="{FF2B5EF4-FFF2-40B4-BE49-F238E27FC236}">
                <a16:creationId xmlns:a16="http://schemas.microsoft.com/office/drawing/2014/main" id="{56957477-8D7F-9D11-A34B-BA9B2FEB37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9151" y="3284539"/>
          <a:ext cx="1800225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8" r:id="rId26" imgW="14630400" imgH="4686300" progId="Equation.3">
                  <p:embed/>
                </p:oleObj>
              </mc:Choice>
              <mc:Fallback>
                <p:oleObj r:id="rId26" imgW="14630400" imgH="4686300" progId="Equation.3">
                  <p:embed/>
                  <p:pic>
                    <p:nvPicPr>
                      <p:cNvPr id="253970" name="Object 18">
                        <a:extLst>
                          <a:ext uri="{FF2B5EF4-FFF2-40B4-BE49-F238E27FC236}">
                            <a16:creationId xmlns:a16="http://schemas.microsoft.com/office/drawing/2014/main" id="{56957477-8D7F-9D11-A34B-BA9B2FEB37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1" y="3284539"/>
                        <a:ext cx="1800225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71" name="Object 19">
            <a:extLst>
              <a:ext uri="{FF2B5EF4-FFF2-40B4-BE49-F238E27FC236}">
                <a16:creationId xmlns:a16="http://schemas.microsoft.com/office/drawing/2014/main" id="{5C3049DF-1C82-0534-60A0-39A68EEFF5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59376" y="3213101"/>
          <a:ext cx="792163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9" r:id="rId28" imgW="7315200" imgH="3797300" progId="Equation.3">
                  <p:embed/>
                </p:oleObj>
              </mc:Choice>
              <mc:Fallback>
                <p:oleObj r:id="rId28" imgW="7315200" imgH="3797300" progId="Equation.3">
                  <p:embed/>
                  <p:pic>
                    <p:nvPicPr>
                      <p:cNvPr id="253971" name="Object 19">
                        <a:extLst>
                          <a:ext uri="{FF2B5EF4-FFF2-40B4-BE49-F238E27FC236}">
                            <a16:creationId xmlns:a16="http://schemas.microsoft.com/office/drawing/2014/main" id="{5C3049DF-1C82-0534-60A0-39A68EEFF5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9376" y="3213101"/>
                        <a:ext cx="792163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72" name="Object 20">
            <a:extLst>
              <a:ext uri="{FF2B5EF4-FFF2-40B4-BE49-F238E27FC236}">
                <a16:creationId xmlns:a16="http://schemas.microsoft.com/office/drawing/2014/main" id="{5F8F5021-BC3B-C987-CC47-DDCB24D7B5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1089" y="3981450"/>
          <a:ext cx="2016125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30" r:id="rId30" imgW="19900900" imgH="5270500" progId="Equation.3">
                  <p:embed/>
                </p:oleObj>
              </mc:Choice>
              <mc:Fallback>
                <p:oleObj r:id="rId30" imgW="19900900" imgH="5270500" progId="Equation.3">
                  <p:embed/>
                  <p:pic>
                    <p:nvPicPr>
                      <p:cNvPr id="253972" name="Object 20">
                        <a:extLst>
                          <a:ext uri="{FF2B5EF4-FFF2-40B4-BE49-F238E27FC236}">
                            <a16:creationId xmlns:a16="http://schemas.microsoft.com/office/drawing/2014/main" id="{5F8F5021-BC3B-C987-CC47-DDCB24D7B5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9" y="3981450"/>
                        <a:ext cx="2016125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73" name="Object 21">
            <a:extLst>
              <a:ext uri="{FF2B5EF4-FFF2-40B4-BE49-F238E27FC236}">
                <a16:creationId xmlns:a16="http://schemas.microsoft.com/office/drawing/2014/main" id="{8AA3E715-7CE4-44EB-3486-59B9E37C11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1675" y="4005264"/>
          <a:ext cx="208915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31" r:id="rId32" imgW="21069300" imgH="5270500" progId="Equation.3">
                  <p:embed/>
                </p:oleObj>
              </mc:Choice>
              <mc:Fallback>
                <p:oleObj r:id="rId32" imgW="21069300" imgH="5270500" progId="Equation.3">
                  <p:embed/>
                  <p:pic>
                    <p:nvPicPr>
                      <p:cNvPr id="253973" name="Object 21">
                        <a:extLst>
                          <a:ext uri="{FF2B5EF4-FFF2-40B4-BE49-F238E27FC236}">
                            <a16:creationId xmlns:a16="http://schemas.microsoft.com/office/drawing/2014/main" id="{8AA3E715-7CE4-44EB-3486-59B9E37C11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675" y="4005264"/>
                        <a:ext cx="2089150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74" name="Object 22">
            <a:extLst>
              <a:ext uri="{FF2B5EF4-FFF2-40B4-BE49-F238E27FC236}">
                <a16:creationId xmlns:a16="http://schemas.microsoft.com/office/drawing/2014/main" id="{EF62D5B3-AF84-F7DB-843F-BC944E8194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8213" y="4724401"/>
          <a:ext cx="3816350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32" r:id="rId34" imgW="37452300" imgH="5270500" progId="Equation.3">
                  <p:embed/>
                </p:oleObj>
              </mc:Choice>
              <mc:Fallback>
                <p:oleObj r:id="rId34" imgW="37452300" imgH="5270500" progId="Equation.3">
                  <p:embed/>
                  <p:pic>
                    <p:nvPicPr>
                      <p:cNvPr id="253974" name="Object 22">
                        <a:extLst>
                          <a:ext uri="{FF2B5EF4-FFF2-40B4-BE49-F238E27FC236}">
                            <a16:creationId xmlns:a16="http://schemas.microsoft.com/office/drawing/2014/main" id="{EF62D5B3-AF84-F7DB-843F-BC944E8194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4724401"/>
                        <a:ext cx="3816350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75" name="Object 23">
            <a:extLst>
              <a:ext uri="{FF2B5EF4-FFF2-40B4-BE49-F238E27FC236}">
                <a16:creationId xmlns:a16="http://schemas.microsoft.com/office/drawing/2014/main" id="{DECA5A34-2A79-04C3-296D-0181C9D953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24563" y="4724401"/>
          <a:ext cx="792162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33" r:id="rId36" imgW="7607300" imgH="4102100" progId="Equation.3">
                  <p:embed/>
                </p:oleObj>
              </mc:Choice>
              <mc:Fallback>
                <p:oleObj r:id="rId36" imgW="7607300" imgH="4102100" progId="Equation.3">
                  <p:embed/>
                  <p:pic>
                    <p:nvPicPr>
                      <p:cNvPr id="253975" name="Object 23">
                        <a:extLst>
                          <a:ext uri="{FF2B5EF4-FFF2-40B4-BE49-F238E27FC236}">
                            <a16:creationId xmlns:a16="http://schemas.microsoft.com/office/drawing/2014/main" id="{DECA5A34-2A79-04C3-296D-0181C9D953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4563" y="4724401"/>
                        <a:ext cx="792162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39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39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539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539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53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53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53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53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253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253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2539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539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253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53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253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253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253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1000"/>
                                        <p:tgtEl>
                                          <p:spTgt spid="25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253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000"/>
                                        <p:tgtEl>
                                          <p:spTgt spid="253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1000"/>
                                        <p:tgtEl>
                                          <p:spTgt spid="253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961" grpId="0" autoUpdateAnimBg="0"/>
      <p:bldP spid="253963" grpId="0" autoUpdateAnimBg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4978" name="Object 2">
            <a:extLst>
              <a:ext uri="{FF2B5EF4-FFF2-40B4-BE49-F238E27FC236}">
                <a16:creationId xmlns:a16="http://schemas.microsoft.com/office/drawing/2014/main" id="{9C270C53-E759-38EA-C6F7-CCCACE0A7F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24789" y="2393951"/>
          <a:ext cx="15843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20" r:id="rId3" imgW="19900900" imgH="4686300" progId="Equation.3">
                  <p:embed/>
                </p:oleObj>
              </mc:Choice>
              <mc:Fallback>
                <p:oleObj r:id="rId3" imgW="19900900" imgH="4686300" progId="Equation.3">
                  <p:embed/>
                  <p:pic>
                    <p:nvPicPr>
                      <p:cNvPr id="254978" name="Object 2">
                        <a:extLst>
                          <a:ext uri="{FF2B5EF4-FFF2-40B4-BE49-F238E27FC236}">
                            <a16:creationId xmlns:a16="http://schemas.microsoft.com/office/drawing/2014/main" id="{9C270C53-E759-38EA-C6F7-CCCACE0A7F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4789" y="2393951"/>
                        <a:ext cx="1584325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4979" name="Rectangle 3">
            <a:extLst>
              <a:ext uri="{FF2B5EF4-FFF2-40B4-BE49-F238E27FC236}">
                <a16:creationId xmlns:a16="http://schemas.microsoft.com/office/drawing/2014/main" id="{AD5153B8-E40D-6B11-7A16-66C9EC2DD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6414" y="2197101"/>
            <a:ext cx="102143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解：</a:t>
            </a:r>
          </a:p>
        </p:txBody>
      </p:sp>
      <p:sp>
        <p:nvSpPr>
          <p:cNvPr id="254980" name="Rectangle 4">
            <a:extLst>
              <a:ext uri="{FF2B5EF4-FFF2-40B4-BE49-F238E27FC236}">
                <a16:creationId xmlns:a16="http://schemas.microsoft.com/office/drawing/2014/main" id="{10406C0D-EBF4-099C-2E7C-0A1C0F6E78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0013" y="2349501"/>
            <a:ext cx="51244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在区间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(1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5)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上服从均匀分布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,</a:t>
            </a:r>
          </a:p>
        </p:txBody>
      </p:sp>
      <p:grpSp>
        <p:nvGrpSpPr>
          <p:cNvPr id="254981" name="Group 5">
            <a:extLst>
              <a:ext uri="{FF2B5EF4-FFF2-40B4-BE49-F238E27FC236}">
                <a16:creationId xmlns:a16="http://schemas.microsoft.com/office/drawing/2014/main" id="{BA3E5C3D-D4B2-65AA-481C-9712B9A09E1B}"/>
              </a:ext>
            </a:extLst>
          </p:cNvPr>
          <p:cNvGrpSpPr>
            <a:grpSpLocks/>
          </p:cNvGrpSpPr>
          <p:nvPr/>
        </p:nvGrpSpPr>
        <p:grpSpPr bwMode="auto">
          <a:xfrm>
            <a:off x="1992313" y="476250"/>
            <a:ext cx="8088312" cy="1758950"/>
            <a:chOff x="0" y="0"/>
            <a:chExt cx="5095" cy="1108"/>
          </a:xfrm>
        </p:grpSpPr>
        <p:sp>
          <p:nvSpPr>
            <p:cNvPr id="254982" name="Text Box 6">
              <a:extLst>
                <a:ext uri="{FF2B5EF4-FFF2-40B4-BE49-F238E27FC236}">
                  <a16:creationId xmlns:a16="http://schemas.microsoft.com/office/drawing/2014/main" id="{7E7A66E3-B115-234A-BEAF-4B7EA079F8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5095" cy="7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lnSpc>
                  <a:spcPct val="13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3200" b="1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</a:rPr>
                <a:t>例</a:t>
              </a:r>
              <a:r>
                <a:rPr lang="en-US" altLang="zh-CN" sz="3200" b="1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</a:rPr>
                <a:t>2.</a:t>
              </a: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已知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和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相互独立，且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在区间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(1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，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5)</a:t>
              </a: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上服从均匀分布，              求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(1) (X,Y)</a:t>
              </a: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的概率密度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;(2)</a:t>
              </a:r>
            </a:p>
          </p:txBody>
        </p:sp>
        <p:graphicFrame>
          <p:nvGraphicFramePr>
            <p:cNvPr id="254983" name="Object 7">
              <a:extLst>
                <a:ext uri="{FF2B5EF4-FFF2-40B4-BE49-F238E27FC236}">
                  <a16:creationId xmlns:a16="http://schemas.microsoft.com/office/drawing/2014/main" id="{E97FC20E-123E-46F6-5A97-FF0CBB7CEBA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86" y="808"/>
            <a:ext cx="1632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21" r:id="rId5" imgW="25450800" imgH="4686300" progId="Equation.3">
                    <p:embed/>
                  </p:oleObj>
                </mc:Choice>
                <mc:Fallback>
                  <p:oleObj r:id="rId5" imgW="25450800" imgH="4686300" progId="Equation.3">
                    <p:embed/>
                    <p:pic>
                      <p:nvPicPr>
                        <p:cNvPr id="254983" name="Object 7">
                          <a:extLst>
                            <a:ext uri="{FF2B5EF4-FFF2-40B4-BE49-F238E27FC236}">
                              <a16:creationId xmlns:a16="http://schemas.microsoft.com/office/drawing/2014/main" id="{E97FC20E-123E-46F6-5A97-FF0CBB7CEBA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6" y="808"/>
                          <a:ext cx="1632" cy="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4984" name="Object 8">
              <a:extLst>
                <a:ext uri="{FF2B5EF4-FFF2-40B4-BE49-F238E27FC236}">
                  <a16:creationId xmlns:a16="http://schemas.microsoft.com/office/drawing/2014/main" id="{CED67B12-0F3A-7671-28E1-AD68F84FC41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09" y="816"/>
            <a:ext cx="1542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22" r:id="rId7" imgW="24866600" imgH="4686300" progId="Equation.3">
                    <p:embed/>
                  </p:oleObj>
                </mc:Choice>
                <mc:Fallback>
                  <p:oleObj r:id="rId7" imgW="24866600" imgH="4686300" progId="Equation.3">
                    <p:embed/>
                    <p:pic>
                      <p:nvPicPr>
                        <p:cNvPr id="254984" name="Object 8">
                          <a:extLst>
                            <a:ext uri="{FF2B5EF4-FFF2-40B4-BE49-F238E27FC236}">
                              <a16:creationId xmlns:a16="http://schemas.microsoft.com/office/drawing/2014/main" id="{CED67B12-0F3A-7671-28E1-AD68F84FC41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09" y="816"/>
                          <a:ext cx="1542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4985" name="Object 9">
              <a:extLst>
                <a:ext uri="{FF2B5EF4-FFF2-40B4-BE49-F238E27FC236}">
                  <a16:creationId xmlns:a16="http://schemas.microsoft.com/office/drawing/2014/main" id="{DC60E1F9-8E4B-C70B-B8BC-36886EC65BD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39" y="453"/>
            <a:ext cx="1270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23" r:id="rId9" imgW="19900900" imgH="4686300" progId="Equation.3">
                    <p:embed/>
                  </p:oleObj>
                </mc:Choice>
                <mc:Fallback>
                  <p:oleObj r:id="rId9" imgW="19900900" imgH="4686300" progId="Equation.3">
                    <p:embed/>
                    <p:pic>
                      <p:nvPicPr>
                        <p:cNvPr id="254985" name="Object 9">
                          <a:extLst>
                            <a:ext uri="{FF2B5EF4-FFF2-40B4-BE49-F238E27FC236}">
                              <a16:creationId xmlns:a16="http://schemas.microsoft.com/office/drawing/2014/main" id="{DC60E1F9-8E4B-C70B-B8BC-36886EC65BD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39" y="453"/>
                          <a:ext cx="1270" cy="3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4986" name="Object 10">
            <a:extLst>
              <a:ext uri="{FF2B5EF4-FFF2-40B4-BE49-F238E27FC236}">
                <a16:creationId xmlns:a16="http://schemas.microsoft.com/office/drawing/2014/main" id="{C4BB1DA4-1BFF-A46B-207A-FCB97BC52C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3751" y="2984500"/>
          <a:ext cx="3744913" cy="151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24" r:id="rId10" imgW="37744400" imgH="15214600" progId="Equation.3">
                  <p:embed/>
                </p:oleObj>
              </mc:Choice>
              <mc:Fallback>
                <p:oleObj r:id="rId10" imgW="37744400" imgH="15214600" progId="Equation.3">
                  <p:embed/>
                  <p:pic>
                    <p:nvPicPr>
                      <p:cNvPr id="254986" name="Object 10">
                        <a:extLst>
                          <a:ext uri="{FF2B5EF4-FFF2-40B4-BE49-F238E27FC236}">
                            <a16:creationId xmlns:a16="http://schemas.microsoft.com/office/drawing/2014/main" id="{C4BB1DA4-1BFF-A46B-207A-FCB97BC52C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1" y="2984500"/>
                        <a:ext cx="3744913" cy="1512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4987" name="Object 11">
            <a:extLst>
              <a:ext uri="{FF2B5EF4-FFF2-40B4-BE49-F238E27FC236}">
                <a16:creationId xmlns:a16="http://schemas.microsoft.com/office/drawing/2014/main" id="{648C5BF2-3B00-5917-E916-F9323AB9BD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72264" y="3281363"/>
          <a:ext cx="935037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25" r:id="rId12" imgW="9359900" imgH="4686300" progId="Equation.3">
                  <p:embed/>
                </p:oleObj>
              </mc:Choice>
              <mc:Fallback>
                <p:oleObj r:id="rId12" imgW="9359900" imgH="4686300" progId="Equation.3">
                  <p:embed/>
                  <p:pic>
                    <p:nvPicPr>
                      <p:cNvPr id="254987" name="Object 11">
                        <a:extLst>
                          <a:ext uri="{FF2B5EF4-FFF2-40B4-BE49-F238E27FC236}">
                            <a16:creationId xmlns:a16="http://schemas.microsoft.com/office/drawing/2014/main" id="{648C5BF2-3B00-5917-E916-F9323AB9BD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2264" y="3281363"/>
                        <a:ext cx="935037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4988" name="Object 12">
            <a:extLst>
              <a:ext uri="{FF2B5EF4-FFF2-40B4-BE49-F238E27FC236}">
                <a16:creationId xmlns:a16="http://schemas.microsoft.com/office/drawing/2014/main" id="{779F5A8A-7FCC-2215-64D4-047FA4C49F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07300" y="2997200"/>
          <a:ext cx="1081088" cy="90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26" r:id="rId14" imgW="11112500" imgH="9359900" progId="Equation.3">
                  <p:embed/>
                </p:oleObj>
              </mc:Choice>
              <mc:Fallback>
                <p:oleObj r:id="rId14" imgW="11112500" imgH="9359900" progId="Equation.3">
                  <p:embed/>
                  <p:pic>
                    <p:nvPicPr>
                      <p:cNvPr id="254988" name="Object 12">
                        <a:extLst>
                          <a:ext uri="{FF2B5EF4-FFF2-40B4-BE49-F238E27FC236}">
                            <a16:creationId xmlns:a16="http://schemas.microsoft.com/office/drawing/2014/main" id="{779F5A8A-7FCC-2215-64D4-047FA4C49F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7300" y="2997200"/>
                        <a:ext cx="1081088" cy="909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4989" name="Object 13">
            <a:extLst>
              <a:ext uri="{FF2B5EF4-FFF2-40B4-BE49-F238E27FC236}">
                <a16:creationId xmlns:a16="http://schemas.microsoft.com/office/drawing/2014/main" id="{230F53AF-0DFB-2E46-C418-1B67B64680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59825" y="3213100"/>
          <a:ext cx="647700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27" r:id="rId16" imgW="5854700" imgH="4102100" progId="Equation.3">
                  <p:embed/>
                </p:oleObj>
              </mc:Choice>
              <mc:Fallback>
                <p:oleObj r:id="rId16" imgW="5854700" imgH="4102100" progId="Equation.3">
                  <p:embed/>
                  <p:pic>
                    <p:nvPicPr>
                      <p:cNvPr id="254989" name="Object 13">
                        <a:extLst>
                          <a:ext uri="{FF2B5EF4-FFF2-40B4-BE49-F238E27FC236}">
                            <a16:creationId xmlns:a16="http://schemas.microsoft.com/office/drawing/2014/main" id="{230F53AF-0DFB-2E46-C418-1B67B64680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59825" y="3213100"/>
                        <a:ext cx="647700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4990" name="Object 14">
            <a:extLst>
              <a:ext uri="{FF2B5EF4-FFF2-40B4-BE49-F238E27FC236}">
                <a16:creationId xmlns:a16="http://schemas.microsoft.com/office/drawing/2014/main" id="{98EF30F1-BA06-B319-92CD-D3924BA81D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72264" y="4221163"/>
          <a:ext cx="935037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28" r:id="rId18" imgW="9359900" imgH="4686300" progId="Equation.3">
                  <p:embed/>
                </p:oleObj>
              </mc:Choice>
              <mc:Fallback>
                <p:oleObj r:id="rId18" imgW="9359900" imgH="4686300" progId="Equation.3">
                  <p:embed/>
                  <p:pic>
                    <p:nvPicPr>
                      <p:cNvPr id="254990" name="Object 14">
                        <a:extLst>
                          <a:ext uri="{FF2B5EF4-FFF2-40B4-BE49-F238E27FC236}">
                            <a16:creationId xmlns:a16="http://schemas.microsoft.com/office/drawing/2014/main" id="{98EF30F1-BA06-B319-92CD-D3924BA81D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2264" y="4221163"/>
                        <a:ext cx="935037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4991" name="Object 15">
            <a:extLst>
              <a:ext uri="{FF2B5EF4-FFF2-40B4-BE49-F238E27FC236}">
                <a16:creationId xmlns:a16="http://schemas.microsoft.com/office/drawing/2014/main" id="{025FABE9-3B5F-256F-99AB-30306093F6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07301" y="3937001"/>
          <a:ext cx="1368425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29" r:id="rId20" imgW="15214600" imgH="9652000" progId="Equation.3">
                  <p:embed/>
                </p:oleObj>
              </mc:Choice>
              <mc:Fallback>
                <p:oleObj r:id="rId20" imgW="15214600" imgH="9652000" progId="Equation.3">
                  <p:embed/>
                  <p:pic>
                    <p:nvPicPr>
                      <p:cNvPr id="254991" name="Object 15">
                        <a:extLst>
                          <a:ext uri="{FF2B5EF4-FFF2-40B4-BE49-F238E27FC236}">
                            <a16:creationId xmlns:a16="http://schemas.microsoft.com/office/drawing/2014/main" id="{025FABE9-3B5F-256F-99AB-30306093F6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7301" y="3937001"/>
                        <a:ext cx="1368425" cy="86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4992" name="Object 16">
            <a:extLst>
              <a:ext uri="{FF2B5EF4-FFF2-40B4-BE49-F238E27FC236}">
                <a16:creationId xmlns:a16="http://schemas.microsoft.com/office/drawing/2014/main" id="{4C6DCC16-C429-2DF5-BAA4-85836938C8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75725" y="3933826"/>
          <a:ext cx="692150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30" r:id="rId22" imgW="6438900" imgH="9359900" progId="Equation.3">
                  <p:embed/>
                </p:oleObj>
              </mc:Choice>
              <mc:Fallback>
                <p:oleObj r:id="rId22" imgW="6438900" imgH="9359900" progId="Equation.3">
                  <p:embed/>
                  <p:pic>
                    <p:nvPicPr>
                      <p:cNvPr id="254992" name="Object 16">
                        <a:extLst>
                          <a:ext uri="{FF2B5EF4-FFF2-40B4-BE49-F238E27FC236}">
                            <a16:creationId xmlns:a16="http://schemas.microsoft.com/office/drawing/2014/main" id="{4C6DCC16-C429-2DF5-BAA4-85836938C8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75725" y="3933826"/>
                        <a:ext cx="692150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4993" name="Object 17">
            <a:extLst>
              <a:ext uri="{FF2B5EF4-FFF2-40B4-BE49-F238E27FC236}">
                <a16:creationId xmlns:a16="http://schemas.microsoft.com/office/drawing/2014/main" id="{9145D49D-3551-AFB2-A805-3C594B3DE4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2314" y="4584701"/>
          <a:ext cx="6048375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31" r:id="rId24" imgW="59690000" imgH="11112500" progId="Equation.3">
                  <p:embed/>
                </p:oleObj>
              </mc:Choice>
              <mc:Fallback>
                <p:oleObj r:id="rId24" imgW="59690000" imgH="11112500" progId="Equation.3">
                  <p:embed/>
                  <p:pic>
                    <p:nvPicPr>
                      <p:cNvPr id="254993" name="Object 17">
                        <a:extLst>
                          <a:ext uri="{FF2B5EF4-FFF2-40B4-BE49-F238E27FC236}">
                            <a16:creationId xmlns:a16="http://schemas.microsoft.com/office/drawing/2014/main" id="{9145D49D-3551-AFB2-A805-3C594B3DE4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4" y="4584701"/>
                        <a:ext cx="6048375" cy="115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4994" name="Object 18">
            <a:extLst>
              <a:ext uri="{FF2B5EF4-FFF2-40B4-BE49-F238E27FC236}">
                <a16:creationId xmlns:a16="http://schemas.microsoft.com/office/drawing/2014/main" id="{41D1D52F-2DA1-2F72-DBAC-54EB2AB05A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4689" y="5827714"/>
          <a:ext cx="1728787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32" r:id="rId26" imgW="15506700" imgH="4686300" progId="Equation.3">
                  <p:embed/>
                </p:oleObj>
              </mc:Choice>
              <mc:Fallback>
                <p:oleObj r:id="rId26" imgW="15506700" imgH="4686300" progId="Equation.3">
                  <p:embed/>
                  <p:pic>
                    <p:nvPicPr>
                      <p:cNvPr id="254994" name="Object 18">
                        <a:extLst>
                          <a:ext uri="{FF2B5EF4-FFF2-40B4-BE49-F238E27FC236}">
                            <a16:creationId xmlns:a16="http://schemas.microsoft.com/office/drawing/2014/main" id="{41D1D52F-2DA1-2F72-DBAC-54EB2AB05A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689" y="5827714"/>
                        <a:ext cx="1728787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4995" name="Object 19">
            <a:extLst>
              <a:ext uri="{FF2B5EF4-FFF2-40B4-BE49-F238E27FC236}">
                <a16:creationId xmlns:a16="http://schemas.microsoft.com/office/drawing/2014/main" id="{629D8080-40BD-C926-996C-BF295B16FF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03838" y="5805488"/>
          <a:ext cx="1655762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33" r:id="rId28" imgW="14338300" imgH="4686300" progId="Equation.3">
                  <p:embed/>
                </p:oleObj>
              </mc:Choice>
              <mc:Fallback>
                <p:oleObj r:id="rId28" imgW="14338300" imgH="4686300" progId="Equation.3">
                  <p:embed/>
                  <p:pic>
                    <p:nvPicPr>
                      <p:cNvPr id="254995" name="Object 19">
                        <a:extLst>
                          <a:ext uri="{FF2B5EF4-FFF2-40B4-BE49-F238E27FC236}">
                            <a16:creationId xmlns:a16="http://schemas.microsoft.com/office/drawing/2014/main" id="{629D8080-40BD-C926-996C-BF295B16FF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3838" y="5805488"/>
                        <a:ext cx="1655762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49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49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549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549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54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549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2549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54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54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254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254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254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254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8" dur="1000"/>
                                        <p:tgtEl>
                                          <p:spTgt spid="254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254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254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0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62" dur="1000"/>
                                        <p:tgtEl>
                                          <p:spTgt spid="254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500"/>
                                        <p:tgtEl>
                                          <p:spTgt spid="254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1" dur="500"/>
                                        <p:tgtEl>
                                          <p:spTgt spid="254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979" grpId="0" autoUpdateAnimBg="0"/>
      <p:bldP spid="254980" grpId="0" autoUpdateAnimBg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>
            <a:extLst>
              <a:ext uri="{FF2B5EF4-FFF2-40B4-BE49-F238E27FC236}">
                <a16:creationId xmlns:a16="http://schemas.microsoft.com/office/drawing/2014/main" id="{331B4B7C-DA2C-665B-AC8D-92B196CA2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333376"/>
            <a:ext cx="3556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由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相互独立得：</a:t>
            </a:r>
          </a:p>
        </p:txBody>
      </p:sp>
      <p:graphicFrame>
        <p:nvGraphicFramePr>
          <p:cNvPr id="256003" name="Object 3">
            <a:extLst>
              <a:ext uri="{FF2B5EF4-FFF2-40B4-BE49-F238E27FC236}">
                <a16:creationId xmlns:a16="http://schemas.microsoft.com/office/drawing/2014/main" id="{6CD0D6A0-9E2F-6E31-B809-6EEF4FDA3A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5189" y="1125538"/>
          <a:ext cx="4319587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14" r:id="rId3" imgW="35699700" imgH="4978400" progId="Equation.3">
                  <p:embed/>
                </p:oleObj>
              </mc:Choice>
              <mc:Fallback>
                <p:oleObj r:id="rId3" imgW="35699700" imgH="4978400" progId="Equation.3">
                  <p:embed/>
                  <p:pic>
                    <p:nvPicPr>
                      <p:cNvPr id="256003" name="Object 3">
                        <a:extLst>
                          <a:ext uri="{FF2B5EF4-FFF2-40B4-BE49-F238E27FC236}">
                            <a16:creationId xmlns:a16="http://schemas.microsoft.com/office/drawing/2014/main" id="{6CD0D6A0-9E2F-6E31-B809-6EEF4FDA3A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9" y="1125538"/>
                        <a:ext cx="4319587" cy="60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04" name="Object 4">
            <a:extLst>
              <a:ext uri="{FF2B5EF4-FFF2-40B4-BE49-F238E27FC236}">
                <a16:creationId xmlns:a16="http://schemas.microsoft.com/office/drawing/2014/main" id="{69A2BF5E-A40B-06B0-DA51-D7A010189A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8214" y="1916113"/>
          <a:ext cx="7704137" cy="195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15" r:id="rId5" imgW="68465700" imgH="16967200" progId="Equation.3">
                  <p:embed/>
                </p:oleObj>
              </mc:Choice>
              <mc:Fallback>
                <p:oleObj r:id="rId5" imgW="68465700" imgH="16967200" progId="Equation.3">
                  <p:embed/>
                  <p:pic>
                    <p:nvPicPr>
                      <p:cNvPr id="256004" name="Object 4">
                        <a:extLst>
                          <a:ext uri="{FF2B5EF4-FFF2-40B4-BE49-F238E27FC236}">
                            <a16:creationId xmlns:a16="http://schemas.microsoft.com/office/drawing/2014/main" id="{69A2BF5E-A40B-06B0-DA51-D7A010189A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4" y="1916113"/>
                        <a:ext cx="7704137" cy="1954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05" name="Object 5">
            <a:extLst>
              <a:ext uri="{FF2B5EF4-FFF2-40B4-BE49-F238E27FC236}">
                <a16:creationId xmlns:a16="http://schemas.microsoft.com/office/drawing/2014/main" id="{53CD9BAC-EA7E-D669-CA18-01BD691103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1239" y="4149726"/>
          <a:ext cx="2555875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16" r:id="rId7" imgW="24866600" imgH="4686300" progId="Equation.3">
                  <p:embed/>
                </p:oleObj>
              </mc:Choice>
              <mc:Fallback>
                <p:oleObj r:id="rId7" imgW="24866600" imgH="4686300" progId="Equation.3">
                  <p:embed/>
                  <p:pic>
                    <p:nvPicPr>
                      <p:cNvPr id="256005" name="Object 5">
                        <a:extLst>
                          <a:ext uri="{FF2B5EF4-FFF2-40B4-BE49-F238E27FC236}">
                            <a16:creationId xmlns:a16="http://schemas.microsoft.com/office/drawing/2014/main" id="{53CD9BAC-EA7E-D669-CA18-01BD691103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1239" y="4149726"/>
                        <a:ext cx="2555875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06" name="Object 6">
            <a:extLst>
              <a:ext uri="{FF2B5EF4-FFF2-40B4-BE49-F238E27FC236}">
                <a16:creationId xmlns:a16="http://schemas.microsoft.com/office/drawing/2014/main" id="{231E88B2-31BB-6744-8AE5-790E9047CC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00600" y="4149726"/>
          <a:ext cx="316865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17" r:id="rId9" imgW="32181800" imgH="4686300" progId="Equation.3">
                  <p:embed/>
                </p:oleObj>
              </mc:Choice>
              <mc:Fallback>
                <p:oleObj r:id="rId9" imgW="32181800" imgH="4686300" progId="Equation.3">
                  <p:embed/>
                  <p:pic>
                    <p:nvPicPr>
                      <p:cNvPr id="256006" name="Object 6">
                        <a:extLst>
                          <a:ext uri="{FF2B5EF4-FFF2-40B4-BE49-F238E27FC236}">
                            <a16:creationId xmlns:a16="http://schemas.microsoft.com/office/drawing/2014/main" id="{231E88B2-31BB-6744-8AE5-790E9047CC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4149726"/>
                        <a:ext cx="3168650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07" name="Object 7">
            <a:extLst>
              <a:ext uri="{FF2B5EF4-FFF2-40B4-BE49-F238E27FC236}">
                <a16:creationId xmlns:a16="http://schemas.microsoft.com/office/drawing/2014/main" id="{C0CB5853-1CF1-3B65-6CFA-A410FF23A7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12125" y="4076700"/>
          <a:ext cx="635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18" r:id="rId11" imgW="5854700" imgH="4102100" progId="Equation.3">
                  <p:embed/>
                </p:oleObj>
              </mc:Choice>
              <mc:Fallback>
                <p:oleObj r:id="rId11" imgW="5854700" imgH="4102100" progId="Equation.3">
                  <p:embed/>
                  <p:pic>
                    <p:nvPicPr>
                      <p:cNvPr id="256007" name="Object 7">
                        <a:extLst>
                          <a:ext uri="{FF2B5EF4-FFF2-40B4-BE49-F238E27FC236}">
                            <a16:creationId xmlns:a16="http://schemas.microsoft.com/office/drawing/2014/main" id="{C0CB5853-1CF1-3B65-6CFA-A410FF23A7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2125" y="4076700"/>
                        <a:ext cx="6350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08" name="Object 8">
            <a:extLst>
              <a:ext uri="{FF2B5EF4-FFF2-40B4-BE49-F238E27FC236}">
                <a16:creationId xmlns:a16="http://schemas.microsoft.com/office/drawing/2014/main" id="{765E296B-FEFB-3B42-940C-CA74220458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1239" y="4870450"/>
          <a:ext cx="2535237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19" r:id="rId13" imgW="24866600" imgH="4686300" progId="Equation.3">
                  <p:embed/>
                </p:oleObj>
              </mc:Choice>
              <mc:Fallback>
                <p:oleObj r:id="rId13" imgW="24866600" imgH="4686300" progId="Equation.3">
                  <p:embed/>
                  <p:pic>
                    <p:nvPicPr>
                      <p:cNvPr id="256008" name="Object 8">
                        <a:extLst>
                          <a:ext uri="{FF2B5EF4-FFF2-40B4-BE49-F238E27FC236}">
                            <a16:creationId xmlns:a16="http://schemas.microsoft.com/office/drawing/2014/main" id="{765E296B-FEFB-3B42-940C-CA74220458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1239" y="4870450"/>
                        <a:ext cx="2535237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09" name="Object 9">
            <a:extLst>
              <a:ext uri="{FF2B5EF4-FFF2-40B4-BE49-F238E27FC236}">
                <a16:creationId xmlns:a16="http://schemas.microsoft.com/office/drawing/2014/main" id="{A76AED2E-E17B-48FC-CCD8-172C783A32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6764" y="4843463"/>
          <a:ext cx="3182937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20" r:id="rId15" imgW="33350200" imgH="5270500" progId="Equation.3">
                  <p:embed/>
                </p:oleObj>
              </mc:Choice>
              <mc:Fallback>
                <p:oleObj r:id="rId15" imgW="33350200" imgH="5270500" progId="Equation.3">
                  <p:embed/>
                  <p:pic>
                    <p:nvPicPr>
                      <p:cNvPr id="256009" name="Object 9">
                        <a:extLst>
                          <a:ext uri="{FF2B5EF4-FFF2-40B4-BE49-F238E27FC236}">
                            <a16:creationId xmlns:a16="http://schemas.microsoft.com/office/drawing/2014/main" id="{A76AED2E-E17B-48FC-CCD8-172C783A32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6764" y="4843463"/>
                        <a:ext cx="3182937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10" name="Object 10">
            <a:extLst>
              <a:ext uri="{FF2B5EF4-FFF2-40B4-BE49-F238E27FC236}">
                <a16:creationId xmlns:a16="http://schemas.microsoft.com/office/drawing/2014/main" id="{613AEFE8-8B0A-8522-079E-13653AAC8B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53350" y="4870450"/>
          <a:ext cx="863600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21" r:id="rId17" imgW="9067800" imgH="4102100" progId="Equation.3">
                  <p:embed/>
                </p:oleObj>
              </mc:Choice>
              <mc:Fallback>
                <p:oleObj r:id="rId17" imgW="9067800" imgH="4102100" progId="Equation.3">
                  <p:embed/>
                  <p:pic>
                    <p:nvPicPr>
                      <p:cNvPr id="256010" name="Object 10">
                        <a:extLst>
                          <a:ext uri="{FF2B5EF4-FFF2-40B4-BE49-F238E27FC236}">
                            <a16:creationId xmlns:a16="http://schemas.microsoft.com/office/drawing/2014/main" id="{613AEFE8-8B0A-8522-079E-13653AAC8B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3350" y="4870450"/>
                        <a:ext cx="863600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56011" name="Picture 11">
            <a:hlinkClick r:id="rId19"/>
            <a:extLst>
              <a:ext uri="{FF2B5EF4-FFF2-40B4-BE49-F238E27FC236}">
                <a16:creationId xmlns:a16="http://schemas.microsoft.com/office/drawing/2014/main" id="{0176C176-B0B5-E5E0-098B-A6319D0038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9114" y="5229225"/>
            <a:ext cx="930275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560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256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6" dur="1000"/>
                                        <p:tgtEl>
                                          <p:spTgt spid="256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1" dur="1000"/>
                                        <p:tgtEl>
                                          <p:spTgt spid="256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6" dur="1000"/>
                                        <p:tgtEl>
                                          <p:spTgt spid="256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1" dur="1000"/>
                                        <p:tgtEl>
                                          <p:spTgt spid="256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6" dur="1000"/>
                                        <p:tgtEl>
                                          <p:spTgt spid="256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1" dur="1000"/>
                                        <p:tgtEl>
                                          <p:spTgt spid="256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6" dur="1000"/>
                                        <p:tgtEl>
                                          <p:spTgt spid="256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02" grpId="0" build="p" autoUpdateAnimBg="0"/>
    </p:bldLst>
  </p:timing>
</p:sld>
</file>

<file path=ppt/theme/theme1.xml><?xml version="1.0" encoding="utf-8"?>
<a:theme xmlns:a="http://schemas.openxmlformats.org/drawingml/2006/main" name="吉祥如意">
  <a:themeElements>
    <a:clrScheme name="吉祥如意 1">
      <a:dk1>
        <a:srgbClr val="000000"/>
      </a:dk1>
      <a:lt1>
        <a:srgbClr val="FFFFFF"/>
      </a:lt1>
      <a:dk2>
        <a:srgbClr val="E40000"/>
      </a:dk2>
      <a:lt2>
        <a:srgbClr val="DDDDDD"/>
      </a:lt2>
      <a:accent1>
        <a:srgbClr val="E1F4FF"/>
      </a:accent1>
      <a:accent2>
        <a:srgbClr val="FFE2C5"/>
      </a:accent2>
      <a:accent3>
        <a:srgbClr val="FFFFFF"/>
      </a:accent3>
      <a:accent4>
        <a:srgbClr val="000000"/>
      </a:accent4>
      <a:accent5>
        <a:srgbClr val="EEF8FF"/>
      </a:accent5>
      <a:accent6>
        <a:srgbClr val="E7CDB2"/>
      </a:accent6>
      <a:hlink>
        <a:srgbClr val="0066CC"/>
      </a:hlink>
      <a:folHlink>
        <a:srgbClr val="9F9FBF"/>
      </a:folHlink>
    </a:clrScheme>
    <a:fontScheme name="吉祥如意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miter lim="800000"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miter lim="800000"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吉祥如意 1">
        <a:dk1>
          <a:srgbClr val="000000"/>
        </a:dk1>
        <a:lt1>
          <a:srgbClr val="FFFFFF"/>
        </a:lt1>
        <a:dk2>
          <a:srgbClr val="E40000"/>
        </a:dk2>
        <a:lt2>
          <a:srgbClr val="DDDDDD"/>
        </a:lt2>
        <a:accent1>
          <a:srgbClr val="E1F4FF"/>
        </a:accent1>
        <a:accent2>
          <a:srgbClr val="FFE2C5"/>
        </a:accent2>
        <a:accent3>
          <a:srgbClr val="FFFFFF"/>
        </a:accent3>
        <a:accent4>
          <a:srgbClr val="000000"/>
        </a:accent4>
        <a:accent5>
          <a:srgbClr val="EEF8FF"/>
        </a:accent5>
        <a:accent6>
          <a:srgbClr val="E7CDB2"/>
        </a:accent6>
        <a:hlink>
          <a:srgbClr val="0066CC"/>
        </a:hlink>
        <a:folHlink>
          <a:srgbClr val="9F9FB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2">
        <a:dk1>
          <a:srgbClr val="59582D"/>
        </a:dk1>
        <a:lt1>
          <a:srgbClr val="EAEAEA"/>
        </a:lt1>
        <a:dk2>
          <a:srgbClr val="666699"/>
        </a:dk2>
        <a:lt2>
          <a:srgbClr val="D9D9D9"/>
        </a:lt2>
        <a:accent1>
          <a:srgbClr val="CCECFF"/>
        </a:accent1>
        <a:accent2>
          <a:srgbClr val="B2D2C7"/>
        </a:accent2>
        <a:accent3>
          <a:srgbClr val="F3F3F3"/>
        </a:accent3>
        <a:accent4>
          <a:srgbClr val="4B4A25"/>
        </a:accent4>
        <a:accent5>
          <a:srgbClr val="E2F4FF"/>
        </a:accent5>
        <a:accent6>
          <a:srgbClr val="A1BEB4"/>
        </a:accent6>
        <a:hlink>
          <a:srgbClr val="993366"/>
        </a:hlink>
        <a:folHlink>
          <a:srgbClr val="92B9E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3">
        <a:dk1>
          <a:srgbClr val="000099"/>
        </a:dk1>
        <a:lt1>
          <a:srgbClr val="FFFFCC"/>
        </a:lt1>
        <a:dk2>
          <a:srgbClr val="004000"/>
        </a:dk2>
        <a:lt2>
          <a:srgbClr val="FFD9B3"/>
        </a:lt2>
        <a:accent1>
          <a:srgbClr val="FFD9D9"/>
        </a:accent1>
        <a:accent2>
          <a:srgbClr val="DDDDDD"/>
        </a:accent2>
        <a:accent3>
          <a:srgbClr val="FFFFE2"/>
        </a:accent3>
        <a:accent4>
          <a:srgbClr val="000082"/>
        </a:accent4>
        <a:accent5>
          <a:srgbClr val="FFE9E9"/>
        </a:accent5>
        <a:accent6>
          <a:srgbClr val="C8C8C8"/>
        </a:accent6>
        <a:hlink>
          <a:srgbClr val="FF0000"/>
        </a:hlink>
        <a:folHlink>
          <a:srgbClr val="FFAB5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4">
        <a:dk1>
          <a:srgbClr val="000000"/>
        </a:dk1>
        <a:lt1>
          <a:srgbClr val="DCE8E2"/>
        </a:lt1>
        <a:dk2>
          <a:srgbClr val="0033CC"/>
        </a:dk2>
        <a:lt2>
          <a:srgbClr val="C4C4D8"/>
        </a:lt2>
        <a:accent1>
          <a:srgbClr val="FFFFFF"/>
        </a:accent1>
        <a:accent2>
          <a:srgbClr val="A9CFB1"/>
        </a:accent2>
        <a:accent3>
          <a:srgbClr val="EBF2EE"/>
        </a:accent3>
        <a:accent4>
          <a:srgbClr val="000000"/>
        </a:accent4>
        <a:accent5>
          <a:srgbClr val="FFFFFF"/>
        </a:accent5>
        <a:accent6>
          <a:srgbClr val="99BBA0"/>
        </a:accent6>
        <a:hlink>
          <a:srgbClr val="CC33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5">
        <a:dk1>
          <a:srgbClr val="606090"/>
        </a:dk1>
        <a:lt1>
          <a:srgbClr val="E5FFFF"/>
        </a:lt1>
        <a:dk2>
          <a:srgbClr val="0000CC"/>
        </a:dk2>
        <a:lt2>
          <a:srgbClr val="91DAFF"/>
        </a:lt2>
        <a:accent1>
          <a:srgbClr val="EAEAEA"/>
        </a:accent1>
        <a:accent2>
          <a:srgbClr val="FFE2C5"/>
        </a:accent2>
        <a:accent3>
          <a:srgbClr val="F0FFFF"/>
        </a:accent3>
        <a:accent4>
          <a:srgbClr val="51517A"/>
        </a:accent4>
        <a:accent5>
          <a:srgbClr val="F3F3F3"/>
        </a:accent5>
        <a:accent6>
          <a:srgbClr val="E7CDB2"/>
        </a:accent6>
        <a:hlink>
          <a:srgbClr val="000000"/>
        </a:hlink>
        <a:folHlink>
          <a:srgbClr val="3DB77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6">
        <a:dk1>
          <a:srgbClr val="CC0066"/>
        </a:dk1>
        <a:lt1>
          <a:srgbClr val="FFDDBB"/>
        </a:lt1>
        <a:dk2>
          <a:srgbClr val="000000"/>
        </a:dk2>
        <a:lt2>
          <a:srgbClr val="C0C0C0"/>
        </a:lt2>
        <a:accent1>
          <a:srgbClr val="FFFFCC"/>
        </a:accent1>
        <a:accent2>
          <a:srgbClr val="FFFFFF"/>
        </a:accent2>
        <a:accent3>
          <a:srgbClr val="FFEBDA"/>
        </a:accent3>
        <a:accent4>
          <a:srgbClr val="AE0056"/>
        </a:accent4>
        <a:accent5>
          <a:srgbClr val="FFFFE2"/>
        </a:accent5>
        <a:accent6>
          <a:srgbClr val="E7E7E7"/>
        </a:accent6>
        <a:hlink>
          <a:srgbClr val="0066CC"/>
        </a:hlink>
        <a:folHlink>
          <a:srgbClr val="8EB3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7">
        <a:dk1>
          <a:srgbClr val="B60000"/>
        </a:dk1>
        <a:lt1>
          <a:srgbClr val="FFFF99"/>
        </a:lt1>
        <a:dk2>
          <a:srgbClr val="800000"/>
        </a:dk2>
        <a:lt2>
          <a:srgbClr val="FFFFFF"/>
        </a:lt2>
        <a:accent1>
          <a:srgbClr val="9888A4"/>
        </a:accent1>
        <a:accent2>
          <a:srgbClr val="A9335D"/>
        </a:accent2>
        <a:accent3>
          <a:srgbClr val="C0AAAA"/>
        </a:accent3>
        <a:accent4>
          <a:srgbClr val="DADA82"/>
        </a:accent4>
        <a:accent5>
          <a:srgbClr val="CAC3CF"/>
        </a:accent5>
        <a:accent6>
          <a:srgbClr val="992D53"/>
        </a:accent6>
        <a:hlink>
          <a:srgbClr val="CCECFF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吉祥如意 8">
        <a:dk1>
          <a:srgbClr val="808080"/>
        </a:dk1>
        <a:lt1>
          <a:srgbClr val="FFFFFF"/>
        </a:lt1>
        <a:dk2>
          <a:srgbClr val="1C1C1C"/>
        </a:dk2>
        <a:lt2>
          <a:srgbClr val="FFFF66"/>
        </a:lt2>
        <a:accent1>
          <a:srgbClr val="9898BA"/>
        </a:accent1>
        <a:accent2>
          <a:srgbClr val="777777"/>
        </a:accent2>
        <a:accent3>
          <a:srgbClr val="ABABAB"/>
        </a:accent3>
        <a:accent4>
          <a:srgbClr val="DADADA"/>
        </a:accent4>
        <a:accent5>
          <a:srgbClr val="CACAD9"/>
        </a:accent5>
        <a:accent6>
          <a:srgbClr val="6B6B6B"/>
        </a:accent6>
        <a:hlink>
          <a:srgbClr val="CCFF99"/>
        </a:hlink>
        <a:folHlink>
          <a:srgbClr val="E436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诗情画意">
  <a:themeElements>
    <a:clrScheme name="诗情画意 1">
      <a:dk1>
        <a:srgbClr val="007A77"/>
      </a:dk1>
      <a:lt1>
        <a:srgbClr val="FFFFFF"/>
      </a:lt1>
      <a:dk2>
        <a:srgbClr val="003399"/>
      </a:dk2>
      <a:lt2>
        <a:srgbClr val="C0C0C0"/>
      </a:lt2>
      <a:accent1>
        <a:srgbClr val="EBF7FF"/>
      </a:accent1>
      <a:accent2>
        <a:srgbClr val="3366FF"/>
      </a:accent2>
      <a:accent3>
        <a:srgbClr val="FFFFFF"/>
      </a:accent3>
      <a:accent4>
        <a:srgbClr val="006765"/>
      </a:accent4>
      <a:accent5>
        <a:srgbClr val="F3FAFF"/>
      </a:accent5>
      <a:accent6>
        <a:srgbClr val="2D5CE7"/>
      </a:accent6>
      <a:hlink>
        <a:srgbClr val="DC5900"/>
      </a:hlink>
      <a:folHlink>
        <a:srgbClr val="7979A5"/>
      </a:folHlink>
    </a:clrScheme>
    <a:fontScheme name="诗情画意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miter lim="800000"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miter lim="800000"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诗情画意 1">
        <a:dk1>
          <a:srgbClr val="007A77"/>
        </a:dk1>
        <a:lt1>
          <a:srgbClr val="FFFFFF"/>
        </a:lt1>
        <a:dk2>
          <a:srgbClr val="003399"/>
        </a:dk2>
        <a:lt2>
          <a:srgbClr val="C0C0C0"/>
        </a:lt2>
        <a:accent1>
          <a:srgbClr val="EBF7FF"/>
        </a:accent1>
        <a:accent2>
          <a:srgbClr val="3366FF"/>
        </a:accent2>
        <a:accent3>
          <a:srgbClr val="FFFFFF"/>
        </a:accent3>
        <a:accent4>
          <a:srgbClr val="006765"/>
        </a:accent4>
        <a:accent5>
          <a:srgbClr val="F3FAFF"/>
        </a:accent5>
        <a:accent6>
          <a:srgbClr val="2D5CE7"/>
        </a:accent6>
        <a:hlink>
          <a:srgbClr val="DC5900"/>
        </a:hlink>
        <a:folHlink>
          <a:srgbClr val="7979A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2">
        <a:dk1>
          <a:srgbClr val="005FBE"/>
        </a:dk1>
        <a:lt1>
          <a:srgbClr val="FFFFDD"/>
        </a:lt1>
        <a:dk2>
          <a:srgbClr val="2C5884"/>
        </a:dk2>
        <a:lt2>
          <a:srgbClr val="C0C0C0"/>
        </a:lt2>
        <a:accent1>
          <a:srgbClr val="E9F7FF"/>
        </a:accent1>
        <a:accent2>
          <a:srgbClr val="F89400"/>
        </a:accent2>
        <a:accent3>
          <a:srgbClr val="FFFFEB"/>
        </a:accent3>
        <a:accent4>
          <a:srgbClr val="0050A2"/>
        </a:accent4>
        <a:accent5>
          <a:srgbClr val="F2FAFF"/>
        </a:accent5>
        <a:accent6>
          <a:srgbClr val="E18600"/>
        </a:accent6>
        <a:hlink>
          <a:srgbClr val="B20048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3">
        <a:dk1>
          <a:srgbClr val="5D5D8B"/>
        </a:dk1>
        <a:lt1>
          <a:srgbClr val="DAEADE"/>
        </a:lt1>
        <a:dk2>
          <a:srgbClr val="A25269"/>
        </a:dk2>
        <a:lt2>
          <a:srgbClr val="C0C0C0"/>
        </a:lt2>
        <a:accent1>
          <a:srgbClr val="FFFFDD"/>
        </a:accent1>
        <a:accent2>
          <a:srgbClr val="3399FF"/>
        </a:accent2>
        <a:accent3>
          <a:srgbClr val="EAF3EC"/>
        </a:accent3>
        <a:accent4>
          <a:srgbClr val="4E4E76"/>
        </a:accent4>
        <a:accent5>
          <a:srgbClr val="FFFFEB"/>
        </a:accent5>
        <a:accent6>
          <a:srgbClr val="2D8AE7"/>
        </a:accent6>
        <a:hlink>
          <a:srgbClr val="336699"/>
        </a:hlink>
        <a:folHlink>
          <a:srgbClr val="F08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4">
        <a:dk1>
          <a:srgbClr val="006666"/>
        </a:dk1>
        <a:lt1>
          <a:srgbClr val="CCECFF"/>
        </a:lt1>
        <a:dk2>
          <a:srgbClr val="336699"/>
        </a:dk2>
        <a:lt2>
          <a:srgbClr val="C0C0C0"/>
        </a:lt2>
        <a:accent1>
          <a:srgbClr val="FFFFCC"/>
        </a:accent1>
        <a:accent2>
          <a:srgbClr val="FF6600"/>
        </a:accent2>
        <a:accent3>
          <a:srgbClr val="E2F4FF"/>
        </a:accent3>
        <a:accent4>
          <a:srgbClr val="005656"/>
        </a:accent4>
        <a:accent5>
          <a:srgbClr val="FFFFE2"/>
        </a:accent5>
        <a:accent6>
          <a:srgbClr val="E75C00"/>
        </a:accent6>
        <a:hlink>
          <a:srgbClr val="0066FF"/>
        </a:hlink>
        <a:folHlink>
          <a:srgbClr val="BE547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5">
        <a:dk1>
          <a:srgbClr val="0033CC"/>
        </a:dk1>
        <a:lt1>
          <a:srgbClr val="FFE9E9"/>
        </a:lt1>
        <a:dk2>
          <a:srgbClr val="000000"/>
        </a:dk2>
        <a:lt2>
          <a:srgbClr val="C0C0C0"/>
        </a:lt2>
        <a:accent1>
          <a:srgbClr val="D5E5DB"/>
        </a:accent1>
        <a:accent2>
          <a:srgbClr val="3366FF"/>
        </a:accent2>
        <a:accent3>
          <a:srgbClr val="FFF2F2"/>
        </a:accent3>
        <a:accent4>
          <a:srgbClr val="002AAE"/>
        </a:accent4>
        <a:accent5>
          <a:srgbClr val="E7F0EA"/>
        </a:accent5>
        <a:accent6>
          <a:srgbClr val="2D5CE7"/>
        </a:accent6>
        <a:hlink>
          <a:srgbClr val="FF9900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6">
        <a:dk1>
          <a:srgbClr val="336699"/>
        </a:dk1>
        <a:lt1>
          <a:srgbClr val="F4E9E0"/>
        </a:lt1>
        <a:dk2>
          <a:srgbClr val="DC5900"/>
        </a:dk2>
        <a:lt2>
          <a:srgbClr val="C0C0C0"/>
        </a:lt2>
        <a:accent1>
          <a:srgbClr val="E4E4E4"/>
        </a:accent1>
        <a:accent2>
          <a:srgbClr val="3399FF"/>
        </a:accent2>
        <a:accent3>
          <a:srgbClr val="F8F2ED"/>
        </a:accent3>
        <a:accent4>
          <a:srgbClr val="2A5682"/>
        </a:accent4>
        <a:accent5>
          <a:srgbClr val="EFEFEF"/>
        </a:accent5>
        <a:accent6>
          <a:srgbClr val="2D8AE7"/>
        </a:accent6>
        <a:hlink>
          <a:srgbClr val="CC0066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7">
        <a:dk1>
          <a:srgbClr val="CC3300"/>
        </a:dk1>
        <a:lt1>
          <a:srgbClr val="E5E5FF"/>
        </a:lt1>
        <a:dk2>
          <a:srgbClr val="565680"/>
        </a:dk2>
        <a:lt2>
          <a:srgbClr val="C0C0C0"/>
        </a:lt2>
        <a:accent1>
          <a:srgbClr val="E6E4EC"/>
        </a:accent1>
        <a:accent2>
          <a:srgbClr val="0066CC"/>
        </a:accent2>
        <a:accent3>
          <a:srgbClr val="F0F0FF"/>
        </a:accent3>
        <a:accent4>
          <a:srgbClr val="AE2A00"/>
        </a:accent4>
        <a:accent5>
          <a:srgbClr val="F0EFF4"/>
        </a:accent5>
        <a:accent6>
          <a:srgbClr val="005CB9"/>
        </a:accent6>
        <a:hlink>
          <a:srgbClr val="008080"/>
        </a:hlink>
        <a:folHlink>
          <a:srgbClr val="7B7B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8">
        <a:dk1>
          <a:srgbClr val="000099"/>
        </a:dk1>
        <a:lt1>
          <a:srgbClr val="FFE2C5"/>
        </a:lt1>
        <a:dk2>
          <a:srgbClr val="007D7A"/>
        </a:dk2>
        <a:lt2>
          <a:srgbClr val="C0C0C0"/>
        </a:lt2>
        <a:accent1>
          <a:srgbClr val="EAEAEA"/>
        </a:accent1>
        <a:accent2>
          <a:srgbClr val="B26EB4"/>
        </a:accent2>
        <a:accent3>
          <a:srgbClr val="FFEEDF"/>
        </a:accent3>
        <a:accent4>
          <a:srgbClr val="000082"/>
        </a:accent4>
        <a:accent5>
          <a:srgbClr val="F3F3F3"/>
        </a:accent5>
        <a:accent6>
          <a:srgbClr val="A163A3"/>
        </a:accent6>
        <a:hlink>
          <a:srgbClr val="CC3300"/>
        </a:hlink>
        <a:folHlink>
          <a:srgbClr val="0088E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2385</Words>
  <Application>Microsoft Office PowerPoint</Application>
  <PresentationFormat>宽屏</PresentationFormat>
  <Paragraphs>302</Paragraphs>
  <Slides>71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71</vt:i4>
      </vt:variant>
    </vt:vector>
  </HeadingPairs>
  <TitlesOfParts>
    <vt:vector size="90" baseType="lpstr">
      <vt:lpstr>Arial Unicode MS</vt:lpstr>
      <vt:lpstr>Math4</vt:lpstr>
      <vt:lpstr>黑体</vt:lpstr>
      <vt:lpstr>华文楷体</vt:lpstr>
      <vt:lpstr>楷体_GB2312</vt:lpstr>
      <vt:lpstr>宋体</vt:lpstr>
      <vt:lpstr>幼圆</vt:lpstr>
      <vt:lpstr>Arial</vt:lpstr>
      <vt:lpstr>Symbol</vt:lpstr>
      <vt:lpstr>Times New Roman</vt:lpstr>
      <vt:lpstr>Wingdings</vt:lpstr>
      <vt:lpstr>Wingdings 2</vt:lpstr>
      <vt:lpstr>吉祥如意</vt:lpstr>
      <vt:lpstr>诗情画意</vt:lpstr>
      <vt:lpstr>剪辑</vt:lpstr>
      <vt:lpstr>Clip</vt:lpstr>
      <vt:lpstr>Equation</vt:lpstr>
      <vt:lpstr>Microsoft 公式 3.0</vt:lpstr>
      <vt:lpstr>Equation.DSMT4</vt:lpstr>
      <vt:lpstr> 数理统计     Mathematical  Statistics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haitao xu</cp:lastModifiedBy>
  <cp:revision>8</cp:revision>
  <dcterms:created xsi:type="dcterms:W3CDTF">2023-09-03T08:01:31Z</dcterms:created>
  <dcterms:modified xsi:type="dcterms:W3CDTF">2023-11-04T14:24:02Z</dcterms:modified>
</cp:coreProperties>
</file>