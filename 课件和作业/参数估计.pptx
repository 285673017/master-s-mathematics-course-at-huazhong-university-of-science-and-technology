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sldIdLst>
    <p:sldId id="641" r:id="rId3"/>
    <p:sldId id="361" r:id="rId4"/>
    <p:sldId id="362" r:id="rId5"/>
    <p:sldId id="363" r:id="rId6"/>
    <p:sldId id="364" r:id="rId7"/>
    <p:sldId id="365" r:id="rId8"/>
    <p:sldId id="366" r:id="rId9"/>
    <p:sldId id="367" r:id="rId10"/>
    <p:sldId id="368" r:id="rId11"/>
    <p:sldId id="369" r:id="rId12"/>
    <p:sldId id="370" r:id="rId13"/>
    <p:sldId id="371" r:id="rId14"/>
    <p:sldId id="372" r:id="rId15"/>
    <p:sldId id="373" r:id="rId16"/>
    <p:sldId id="374" r:id="rId17"/>
    <p:sldId id="375" r:id="rId18"/>
    <p:sldId id="376" r:id="rId19"/>
    <p:sldId id="377" r:id="rId20"/>
    <p:sldId id="379" r:id="rId21"/>
    <p:sldId id="380" r:id="rId22"/>
    <p:sldId id="381" r:id="rId23"/>
    <p:sldId id="382" r:id="rId24"/>
    <p:sldId id="383" r:id="rId25"/>
    <p:sldId id="384" r:id="rId26"/>
    <p:sldId id="385" r:id="rId27"/>
    <p:sldId id="386" r:id="rId28"/>
    <p:sldId id="387" r:id="rId29"/>
    <p:sldId id="388" r:id="rId30"/>
    <p:sldId id="390" r:id="rId31"/>
    <p:sldId id="391" r:id="rId32"/>
    <p:sldId id="392" r:id="rId33"/>
    <p:sldId id="393" r:id="rId34"/>
    <p:sldId id="394" r:id="rId35"/>
    <p:sldId id="395" r:id="rId36"/>
    <p:sldId id="396" r:id="rId37"/>
    <p:sldId id="397" r:id="rId38"/>
    <p:sldId id="398" r:id="rId39"/>
    <p:sldId id="399" r:id="rId40"/>
    <p:sldId id="400" r:id="rId41"/>
    <p:sldId id="401" r:id="rId42"/>
    <p:sldId id="402" r:id="rId43"/>
    <p:sldId id="403" r:id="rId44"/>
    <p:sldId id="404" r:id="rId45"/>
    <p:sldId id="405" r:id="rId46"/>
    <p:sldId id="406" r:id="rId47"/>
    <p:sldId id="407" r:id="rId48"/>
    <p:sldId id="408" r:id="rId49"/>
    <p:sldId id="409" r:id="rId50"/>
    <p:sldId id="410" r:id="rId51"/>
    <p:sldId id="411" r:id="rId52"/>
    <p:sldId id="412" r:id="rId53"/>
    <p:sldId id="413" r:id="rId54"/>
    <p:sldId id="414" r:id="rId55"/>
    <p:sldId id="415" r:id="rId56"/>
    <p:sldId id="416" r:id="rId57"/>
    <p:sldId id="417" r:id="rId58"/>
    <p:sldId id="418" r:id="rId59"/>
    <p:sldId id="419" r:id="rId60"/>
    <p:sldId id="420" r:id="rId61"/>
    <p:sldId id="421" r:id="rId62"/>
    <p:sldId id="422" r:id="rId63"/>
    <p:sldId id="423" r:id="rId64"/>
    <p:sldId id="424" r:id="rId65"/>
    <p:sldId id="425" r:id="rId66"/>
    <p:sldId id="426" r:id="rId67"/>
    <p:sldId id="430" r:id="rId68"/>
    <p:sldId id="431" r:id="rId69"/>
    <p:sldId id="432" r:id="rId70"/>
    <p:sldId id="433" r:id="rId71"/>
    <p:sldId id="434" r:id="rId72"/>
    <p:sldId id="435" r:id="rId73"/>
    <p:sldId id="436" r:id="rId74"/>
    <p:sldId id="437" r:id="rId75"/>
    <p:sldId id="438" r:id="rId76"/>
    <p:sldId id="439" r:id="rId77"/>
    <p:sldId id="440" r:id="rId78"/>
    <p:sldId id="441" r:id="rId79"/>
    <p:sldId id="619" r:id="rId80"/>
    <p:sldId id="621" r:id="rId81"/>
    <p:sldId id="622" r:id="rId82"/>
    <p:sldId id="623" r:id="rId83"/>
    <p:sldId id="624" r:id="rId84"/>
    <p:sldId id="625" r:id="rId85"/>
    <p:sldId id="626" r:id="rId86"/>
    <p:sldId id="627" r:id="rId87"/>
    <p:sldId id="628" r:id="rId88"/>
    <p:sldId id="629" r:id="rId89"/>
    <p:sldId id="631" r:id="rId90"/>
    <p:sldId id="632" r:id="rId91"/>
    <p:sldId id="633" r:id="rId92"/>
    <p:sldId id="634" r:id="rId93"/>
    <p:sldId id="635" r:id="rId94"/>
    <p:sldId id="636" r:id="rId95"/>
    <p:sldId id="638" r:id="rId96"/>
    <p:sldId id="640" r:id="rId97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6281"/>
  </p:normalViewPr>
  <p:slideViewPr>
    <p:cSldViewPr snapToGrid="0">
      <p:cViewPr varScale="1">
        <p:scale>
          <a:sx n="104" d="100"/>
          <a:sy n="104" d="100"/>
        </p:scale>
        <p:origin x="63" y="5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97" Type="http://schemas.openxmlformats.org/officeDocument/2006/relationships/slide" Target="slides/slide95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100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slide" Target="slides/slide91.xml"/><Relationship Id="rId98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Relationship Id="rId4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image" Target="../media/image12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image" Target="../media/image21.emf"/><Relationship Id="rId4" Type="http://schemas.openxmlformats.org/officeDocument/2006/relationships/image" Target="../media/image24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image" Target="../media/image27.emf"/><Relationship Id="rId7" Type="http://schemas.openxmlformats.org/officeDocument/2006/relationships/image" Target="../media/image31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Relationship Id="rId6" Type="http://schemas.openxmlformats.org/officeDocument/2006/relationships/image" Target="../media/image30.emf"/><Relationship Id="rId5" Type="http://schemas.openxmlformats.org/officeDocument/2006/relationships/image" Target="../media/image29.emf"/><Relationship Id="rId4" Type="http://schemas.openxmlformats.org/officeDocument/2006/relationships/image" Target="../media/image28.emf"/><Relationship Id="rId9" Type="http://schemas.openxmlformats.org/officeDocument/2006/relationships/image" Target="../media/image33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image" Target="../media/image36.emf"/><Relationship Id="rId6" Type="http://schemas.openxmlformats.org/officeDocument/2006/relationships/image" Target="../media/image41.emf"/><Relationship Id="rId5" Type="http://schemas.openxmlformats.org/officeDocument/2006/relationships/image" Target="../media/image40.emf"/><Relationship Id="rId4" Type="http://schemas.openxmlformats.org/officeDocument/2006/relationships/image" Target="../media/image39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image" Target="../media/image42.emf"/><Relationship Id="rId6" Type="http://schemas.openxmlformats.org/officeDocument/2006/relationships/image" Target="../media/image47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emf"/><Relationship Id="rId1" Type="http://schemas.openxmlformats.org/officeDocument/2006/relationships/image" Target="../media/image48.emf"/><Relationship Id="rId5" Type="http://schemas.openxmlformats.org/officeDocument/2006/relationships/image" Target="../media/image52.emf"/><Relationship Id="rId4" Type="http://schemas.openxmlformats.org/officeDocument/2006/relationships/image" Target="../media/image51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image" Target="../media/image53.emf"/><Relationship Id="rId6" Type="http://schemas.openxmlformats.org/officeDocument/2006/relationships/image" Target="../media/image58.emf"/><Relationship Id="rId5" Type="http://schemas.openxmlformats.org/officeDocument/2006/relationships/image" Target="../media/image57.emf"/><Relationship Id="rId4" Type="http://schemas.openxmlformats.org/officeDocument/2006/relationships/image" Target="../media/image56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image" Target="../media/image59.emf"/><Relationship Id="rId5" Type="http://schemas.openxmlformats.org/officeDocument/2006/relationships/image" Target="../media/image63.emf"/><Relationship Id="rId4" Type="http://schemas.openxmlformats.org/officeDocument/2006/relationships/image" Target="../media/image62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image" Target="../media/image65.emf"/><Relationship Id="rId1" Type="http://schemas.openxmlformats.org/officeDocument/2006/relationships/image" Target="../media/image64.emf"/><Relationship Id="rId4" Type="http://schemas.openxmlformats.org/officeDocument/2006/relationships/image" Target="../media/image67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67.emf"/><Relationship Id="rId1" Type="http://schemas.openxmlformats.org/officeDocument/2006/relationships/image" Target="../media/image68.emf"/><Relationship Id="rId4" Type="http://schemas.openxmlformats.org/officeDocument/2006/relationships/image" Target="../media/image70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20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image" Target="../media/image72.emf"/><Relationship Id="rId1" Type="http://schemas.openxmlformats.org/officeDocument/2006/relationships/image" Target="../media/image71.emf"/><Relationship Id="rId5" Type="http://schemas.openxmlformats.org/officeDocument/2006/relationships/image" Target="../media/image75.emf"/><Relationship Id="rId4" Type="http://schemas.openxmlformats.org/officeDocument/2006/relationships/image" Target="../media/image74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image" Target="../media/image77.emf"/><Relationship Id="rId1" Type="http://schemas.openxmlformats.org/officeDocument/2006/relationships/image" Target="../media/image76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image" Target="../media/image20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2" Type="http://schemas.openxmlformats.org/officeDocument/2006/relationships/image" Target="../media/image81.emf"/><Relationship Id="rId1" Type="http://schemas.openxmlformats.org/officeDocument/2006/relationships/image" Target="../media/image80.emf"/><Relationship Id="rId4" Type="http://schemas.openxmlformats.org/officeDocument/2006/relationships/image" Target="../media/image83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image" Target="../media/image85.emf"/><Relationship Id="rId1" Type="http://schemas.openxmlformats.org/officeDocument/2006/relationships/image" Target="../media/image84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emf"/><Relationship Id="rId2" Type="http://schemas.openxmlformats.org/officeDocument/2006/relationships/image" Target="../media/image88.emf"/><Relationship Id="rId1" Type="http://schemas.openxmlformats.org/officeDocument/2006/relationships/image" Target="../media/image87.emf"/><Relationship Id="rId4" Type="http://schemas.openxmlformats.org/officeDocument/2006/relationships/image" Target="../media/image90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2.emf"/><Relationship Id="rId1" Type="http://schemas.openxmlformats.org/officeDocument/2006/relationships/image" Target="../media/image91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emf"/><Relationship Id="rId2" Type="http://schemas.openxmlformats.org/officeDocument/2006/relationships/image" Target="../media/image93.emf"/><Relationship Id="rId1" Type="http://schemas.openxmlformats.org/officeDocument/2006/relationships/image" Target="../media/image92.emf"/><Relationship Id="rId6" Type="http://schemas.openxmlformats.org/officeDocument/2006/relationships/image" Target="../media/image97.emf"/><Relationship Id="rId5" Type="http://schemas.openxmlformats.org/officeDocument/2006/relationships/image" Target="../media/image96.emf"/><Relationship Id="rId4" Type="http://schemas.openxmlformats.org/officeDocument/2006/relationships/image" Target="../media/image95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2" Type="http://schemas.openxmlformats.org/officeDocument/2006/relationships/image" Target="../media/image99.emf"/><Relationship Id="rId1" Type="http://schemas.openxmlformats.org/officeDocument/2006/relationships/image" Target="../media/image98.emf"/><Relationship Id="rId4" Type="http://schemas.openxmlformats.org/officeDocument/2006/relationships/image" Target="../media/image101.e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emf"/><Relationship Id="rId2" Type="http://schemas.openxmlformats.org/officeDocument/2006/relationships/image" Target="../media/image103.emf"/><Relationship Id="rId1" Type="http://schemas.openxmlformats.org/officeDocument/2006/relationships/image" Target="../media/image102.emf"/><Relationship Id="rId5" Type="http://schemas.openxmlformats.org/officeDocument/2006/relationships/image" Target="../media/image106.emf"/><Relationship Id="rId4" Type="http://schemas.openxmlformats.org/officeDocument/2006/relationships/image" Target="../media/image105.e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emf"/><Relationship Id="rId2" Type="http://schemas.openxmlformats.org/officeDocument/2006/relationships/image" Target="../media/image108.emf"/><Relationship Id="rId1" Type="http://schemas.openxmlformats.org/officeDocument/2006/relationships/image" Target="../media/image107.emf"/><Relationship Id="rId6" Type="http://schemas.openxmlformats.org/officeDocument/2006/relationships/image" Target="../media/image112.emf"/><Relationship Id="rId5" Type="http://schemas.openxmlformats.org/officeDocument/2006/relationships/image" Target="../media/image111.emf"/><Relationship Id="rId4" Type="http://schemas.openxmlformats.org/officeDocument/2006/relationships/image" Target="../media/image110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emf"/><Relationship Id="rId7" Type="http://schemas.openxmlformats.org/officeDocument/2006/relationships/image" Target="../media/image118.emf"/><Relationship Id="rId2" Type="http://schemas.openxmlformats.org/officeDocument/2006/relationships/image" Target="../media/image113.emf"/><Relationship Id="rId1" Type="http://schemas.openxmlformats.org/officeDocument/2006/relationships/image" Target="../media/image24.emf"/><Relationship Id="rId6" Type="http://schemas.openxmlformats.org/officeDocument/2006/relationships/image" Target="../media/image117.emf"/><Relationship Id="rId5" Type="http://schemas.openxmlformats.org/officeDocument/2006/relationships/image" Target="../media/image116.emf"/><Relationship Id="rId4" Type="http://schemas.openxmlformats.org/officeDocument/2006/relationships/image" Target="../media/image115.e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emf"/><Relationship Id="rId1" Type="http://schemas.openxmlformats.org/officeDocument/2006/relationships/image" Target="../media/image119.e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emf"/><Relationship Id="rId1" Type="http://schemas.openxmlformats.org/officeDocument/2006/relationships/image" Target="../media/image121.e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emf"/><Relationship Id="rId2" Type="http://schemas.openxmlformats.org/officeDocument/2006/relationships/image" Target="../media/image124.emf"/><Relationship Id="rId1" Type="http://schemas.openxmlformats.org/officeDocument/2006/relationships/image" Target="../media/image123.emf"/><Relationship Id="rId5" Type="http://schemas.openxmlformats.org/officeDocument/2006/relationships/image" Target="../media/image127.emf"/><Relationship Id="rId4" Type="http://schemas.openxmlformats.org/officeDocument/2006/relationships/image" Target="../media/image126.e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2" Type="http://schemas.openxmlformats.org/officeDocument/2006/relationships/image" Target="../media/image129.emf"/><Relationship Id="rId1" Type="http://schemas.openxmlformats.org/officeDocument/2006/relationships/image" Target="../media/image128.emf"/><Relationship Id="rId4" Type="http://schemas.openxmlformats.org/officeDocument/2006/relationships/image" Target="../media/image130.e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emf"/><Relationship Id="rId2" Type="http://schemas.openxmlformats.org/officeDocument/2006/relationships/image" Target="../media/image132.emf"/><Relationship Id="rId1" Type="http://schemas.openxmlformats.org/officeDocument/2006/relationships/image" Target="../media/image131.emf"/><Relationship Id="rId4" Type="http://schemas.openxmlformats.org/officeDocument/2006/relationships/image" Target="../media/image134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5.e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emf"/><Relationship Id="rId1" Type="http://schemas.openxmlformats.org/officeDocument/2006/relationships/image" Target="../media/image136.e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emf"/><Relationship Id="rId2" Type="http://schemas.openxmlformats.org/officeDocument/2006/relationships/image" Target="../media/image139.emf"/><Relationship Id="rId1" Type="http://schemas.openxmlformats.org/officeDocument/2006/relationships/image" Target="../media/image138.emf"/><Relationship Id="rId5" Type="http://schemas.openxmlformats.org/officeDocument/2006/relationships/image" Target="../media/image142.emf"/><Relationship Id="rId4" Type="http://schemas.openxmlformats.org/officeDocument/2006/relationships/image" Target="../media/image141.e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2" Type="http://schemas.openxmlformats.org/officeDocument/2006/relationships/image" Target="../media/image144.emf"/><Relationship Id="rId1" Type="http://schemas.openxmlformats.org/officeDocument/2006/relationships/image" Target="../media/image143.emf"/><Relationship Id="rId4" Type="http://schemas.openxmlformats.org/officeDocument/2006/relationships/image" Target="../media/image145.e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emf"/><Relationship Id="rId2" Type="http://schemas.openxmlformats.org/officeDocument/2006/relationships/image" Target="../media/image147.emf"/><Relationship Id="rId1" Type="http://schemas.openxmlformats.org/officeDocument/2006/relationships/image" Target="../media/image146.emf"/><Relationship Id="rId5" Type="http://schemas.openxmlformats.org/officeDocument/2006/relationships/image" Target="../media/image150.emf"/><Relationship Id="rId4" Type="http://schemas.openxmlformats.org/officeDocument/2006/relationships/image" Target="../media/image149.e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emf"/><Relationship Id="rId2" Type="http://schemas.openxmlformats.org/officeDocument/2006/relationships/image" Target="../media/image152.emf"/><Relationship Id="rId1" Type="http://schemas.openxmlformats.org/officeDocument/2006/relationships/image" Target="../media/image151.emf"/><Relationship Id="rId4" Type="http://schemas.openxmlformats.org/officeDocument/2006/relationships/image" Target="../media/image154.e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emf"/><Relationship Id="rId2" Type="http://schemas.openxmlformats.org/officeDocument/2006/relationships/image" Target="../media/image156.emf"/><Relationship Id="rId1" Type="http://schemas.openxmlformats.org/officeDocument/2006/relationships/image" Target="../media/image155.emf"/><Relationship Id="rId4" Type="http://schemas.openxmlformats.org/officeDocument/2006/relationships/image" Target="../media/image158.e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emf"/><Relationship Id="rId2" Type="http://schemas.openxmlformats.org/officeDocument/2006/relationships/image" Target="../media/image160.emf"/><Relationship Id="rId1" Type="http://schemas.openxmlformats.org/officeDocument/2006/relationships/image" Target="../media/image159.emf"/><Relationship Id="rId4" Type="http://schemas.openxmlformats.org/officeDocument/2006/relationships/image" Target="../media/image162.e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emf"/><Relationship Id="rId2" Type="http://schemas.openxmlformats.org/officeDocument/2006/relationships/image" Target="../media/image163.emf"/><Relationship Id="rId1" Type="http://schemas.openxmlformats.org/officeDocument/2006/relationships/image" Target="../media/image162.emf"/><Relationship Id="rId6" Type="http://schemas.openxmlformats.org/officeDocument/2006/relationships/image" Target="../media/image167.emf"/><Relationship Id="rId5" Type="http://schemas.openxmlformats.org/officeDocument/2006/relationships/image" Target="../media/image166.emf"/><Relationship Id="rId4" Type="http://schemas.openxmlformats.org/officeDocument/2006/relationships/image" Target="../media/image165.e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emf"/><Relationship Id="rId3" Type="http://schemas.openxmlformats.org/officeDocument/2006/relationships/image" Target="../media/image170.emf"/><Relationship Id="rId7" Type="http://schemas.openxmlformats.org/officeDocument/2006/relationships/image" Target="../media/image174.emf"/><Relationship Id="rId2" Type="http://schemas.openxmlformats.org/officeDocument/2006/relationships/image" Target="../media/image169.emf"/><Relationship Id="rId1" Type="http://schemas.openxmlformats.org/officeDocument/2006/relationships/image" Target="../media/image168.emf"/><Relationship Id="rId6" Type="http://schemas.openxmlformats.org/officeDocument/2006/relationships/image" Target="../media/image173.emf"/><Relationship Id="rId5" Type="http://schemas.openxmlformats.org/officeDocument/2006/relationships/image" Target="../media/image172.emf"/><Relationship Id="rId4" Type="http://schemas.openxmlformats.org/officeDocument/2006/relationships/image" Target="../media/image171.e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emf"/><Relationship Id="rId2" Type="http://schemas.openxmlformats.org/officeDocument/2006/relationships/image" Target="../media/image177.emf"/><Relationship Id="rId1" Type="http://schemas.openxmlformats.org/officeDocument/2006/relationships/image" Target="../media/image176.emf"/><Relationship Id="rId4" Type="http://schemas.openxmlformats.org/officeDocument/2006/relationships/image" Target="../media/image179.e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emf"/><Relationship Id="rId2" Type="http://schemas.openxmlformats.org/officeDocument/2006/relationships/image" Target="../media/image181.emf"/><Relationship Id="rId1" Type="http://schemas.openxmlformats.org/officeDocument/2006/relationships/image" Target="../media/image180.emf"/><Relationship Id="rId6" Type="http://schemas.openxmlformats.org/officeDocument/2006/relationships/image" Target="../media/image185.emf"/><Relationship Id="rId5" Type="http://schemas.openxmlformats.org/officeDocument/2006/relationships/image" Target="../media/image184.emf"/><Relationship Id="rId4" Type="http://schemas.openxmlformats.org/officeDocument/2006/relationships/image" Target="../media/image183.e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emf"/><Relationship Id="rId2" Type="http://schemas.openxmlformats.org/officeDocument/2006/relationships/image" Target="../media/image187.emf"/><Relationship Id="rId1" Type="http://schemas.openxmlformats.org/officeDocument/2006/relationships/image" Target="../media/image186.emf"/><Relationship Id="rId6" Type="http://schemas.openxmlformats.org/officeDocument/2006/relationships/image" Target="../media/image191.emf"/><Relationship Id="rId5" Type="http://schemas.openxmlformats.org/officeDocument/2006/relationships/image" Target="../media/image190.emf"/><Relationship Id="rId4" Type="http://schemas.openxmlformats.org/officeDocument/2006/relationships/image" Target="../media/image189.e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emf"/><Relationship Id="rId2" Type="http://schemas.openxmlformats.org/officeDocument/2006/relationships/image" Target="../media/image193.emf"/><Relationship Id="rId1" Type="http://schemas.openxmlformats.org/officeDocument/2006/relationships/image" Target="../media/image192.emf"/><Relationship Id="rId6" Type="http://schemas.openxmlformats.org/officeDocument/2006/relationships/image" Target="../media/image197.emf"/><Relationship Id="rId5" Type="http://schemas.openxmlformats.org/officeDocument/2006/relationships/image" Target="../media/image196.emf"/><Relationship Id="rId4" Type="http://schemas.openxmlformats.org/officeDocument/2006/relationships/image" Target="../media/image195.e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emf"/><Relationship Id="rId3" Type="http://schemas.openxmlformats.org/officeDocument/2006/relationships/image" Target="../media/image200.emf"/><Relationship Id="rId7" Type="http://schemas.openxmlformats.org/officeDocument/2006/relationships/image" Target="../media/image204.emf"/><Relationship Id="rId2" Type="http://schemas.openxmlformats.org/officeDocument/2006/relationships/image" Target="../media/image199.emf"/><Relationship Id="rId1" Type="http://schemas.openxmlformats.org/officeDocument/2006/relationships/image" Target="../media/image198.emf"/><Relationship Id="rId6" Type="http://schemas.openxmlformats.org/officeDocument/2006/relationships/image" Target="../media/image203.emf"/><Relationship Id="rId5" Type="http://schemas.openxmlformats.org/officeDocument/2006/relationships/image" Target="../media/image202.emf"/><Relationship Id="rId4" Type="http://schemas.openxmlformats.org/officeDocument/2006/relationships/image" Target="../media/image201.e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emf"/><Relationship Id="rId2" Type="http://schemas.openxmlformats.org/officeDocument/2006/relationships/image" Target="../media/image207.emf"/><Relationship Id="rId1" Type="http://schemas.openxmlformats.org/officeDocument/2006/relationships/image" Target="../media/image206.emf"/><Relationship Id="rId6" Type="http://schemas.openxmlformats.org/officeDocument/2006/relationships/image" Target="../media/image211.emf"/><Relationship Id="rId5" Type="http://schemas.openxmlformats.org/officeDocument/2006/relationships/image" Target="../media/image210.emf"/><Relationship Id="rId4" Type="http://schemas.openxmlformats.org/officeDocument/2006/relationships/image" Target="../media/image209.emf"/></Relationships>
</file>

<file path=ppt/drawings/_rels/vmlDrawing5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emf"/><Relationship Id="rId1" Type="http://schemas.openxmlformats.org/officeDocument/2006/relationships/image" Target="../media/image212.e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emf"/><Relationship Id="rId2" Type="http://schemas.openxmlformats.org/officeDocument/2006/relationships/image" Target="../media/image215.emf"/><Relationship Id="rId1" Type="http://schemas.openxmlformats.org/officeDocument/2006/relationships/image" Target="../media/image214.emf"/><Relationship Id="rId5" Type="http://schemas.openxmlformats.org/officeDocument/2006/relationships/image" Target="../media/image218.emf"/><Relationship Id="rId4" Type="http://schemas.openxmlformats.org/officeDocument/2006/relationships/image" Target="../media/image217.e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emf"/><Relationship Id="rId2" Type="http://schemas.openxmlformats.org/officeDocument/2006/relationships/image" Target="../media/image220.emf"/><Relationship Id="rId1" Type="http://schemas.openxmlformats.org/officeDocument/2006/relationships/image" Target="../media/image219.emf"/><Relationship Id="rId5" Type="http://schemas.openxmlformats.org/officeDocument/2006/relationships/image" Target="../media/image223.emf"/><Relationship Id="rId4" Type="http://schemas.openxmlformats.org/officeDocument/2006/relationships/image" Target="../media/image222.emf"/></Relationships>
</file>

<file path=ppt/drawings/_rels/vmlDrawing5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emf"/><Relationship Id="rId3" Type="http://schemas.openxmlformats.org/officeDocument/2006/relationships/image" Target="../media/image226.emf"/><Relationship Id="rId7" Type="http://schemas.openxmlformats.org/officeDocument/2006/relationships/image" Target="../media/image230.emf"/><Relationship Id="rId2" Type="http://schemas.openxmlformats.org/officeDocument/2006/relationships/image" Target="../media/image225.emf"/><Relationship Id="rId1" Type="http://schemas.openxmlformats.org/officeDocument/2006/relationships/image" Target="../media/image224.emf"/><Relationship Id="rId6" Type="http://schemas.openxmlformats.org/officeDocument/2006/relationships/image" Target="../media/image229.emf"/><Relationship Id="rId5" Type="http://schemas.openxmlformats.org/officeDocument/2006/relationships/image" Target="../media/image228.emf"/><Relationship Id="rId4" Type="http://schemas.openxmlformats.org/officeDocument/2006/relationships/image" Target="../media/image227.emf"/></Relationships>
</file>

<file path=ppt/drawings/_rels/vmlDrawing5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emf"/><Relationship Id="rId3" Type="http://schemas.openxmlformats.org/officeDocument/2006/relationships/image" Target="../media/image234.emf"/><Relationship Id="rId7" Type="http://schemas.openxmlformats.org/officeDocument/2006/relationships/image" Target="../media/image238.emf"/><Relationship Id="rId2" Type="http://schemas.openxmlformats.org/officeDocument/2006/relationships/image" Target="../media/image233.emf"/><Relationship Id="rId1" Type="http://schemas.openxmlformats.org/officeDocument/2006/relationships/image" Target="../media/image232.emf"/><Relationship Id="rId6" Type="http://schemas.openxmlformats.org/officeDocument/2006/relationships/image" Target="../media/image237.emf"/><Relationship Id="rId5" Type="http://schemas.openxmlformats.org/officeDocument/2006/relationships/image" Target="../media/image236.emf"/><Relationship Id="rId4" Type="http://schemas.openxmlformats.org/officeDocument/2006/relationships/image" Target="../media/image235.emf"/><Relationship Id="rId9" Type="http://schemas.openxmlformats.org/officeDocument/2006/relationships/image" Target="../media/image240.e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emf"/><Relationship Id="rId2" Type="http://schemas.openxmlformats.org/officeDocument/2006/relationships/image" Target="../media/image242.emf"/><Relationship Id="rId1" Type="http://schemas.openxmlformats.org/officeDocument/2006/relationships/image" Target="../media/image241.emf"/><Relationship Id="rId6" Type="http://schemas.openxmlformats.org/officeDocument/2006/relationships/image" Target="../media/image246.emf"/><Relationship Id="rId5" Type="http://schemas.openxmlformats.org/officeDocument/2006/relationships/image" Target="../media/image245.emf"/><Relationship Id="rId4" Type="http://schemas.openxmlformats.org/officeDocument/2006/relationships/image" Target="../media/image244.emf"/></Relationships>
</file>

<file path=ppt/drawings/_rels/vmlDrawing5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emf"/><Relationship Id="rId2" Type="http://schemas.openxmlformats.org/officeDocument/2006/relationships/image" Target="../media/image248.emf"/><Relationship Id="rId1" Type="http://schemas.openxmlformats.org/officeDocument/2006/relationships/image" Target="../media/image247.emf"/><Relationship Id="rId6" Type="http://schemas.openxmlformats.org/officeDocument/2006/relationships/image" Target="../media/image252.emf"/><Relationship Id="rId5" Type="http://schemas.openxmlformats.org/officeDocument/2006/relationships/image" Target="../media/image251.emf"/><Relationship Id="rId4" Type="http://schemas.openxmlformats.org/officeDocument/2006/relationships/image" Target="../media/image250.emf"/></Relationships>
</file>

<file path=ppt/drawings/_rels/vmlDrawing5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emf"/><Relationship Id="rId7" Type="http://schemas.openxmlformats.org/officeDocument/2006/relationships/image" Target="../media/image259.emf"/><Relationship Id="rId2" Type="http://schemas.openxmlformats.org/officeDocument/2006/relationships/image" Target="../media/image254.emf"/><Relationship Id="rId1" Type="http://schemas.openxmlformats.org/officeDocument/2006/relationships/image" Target="../media/image253.emf"/><Relationship Id="rId6" Type="http://schemas.openxmlformats.org/officeDocument/2006/relationships/image" Target="../media/image258.emf"/><Relationship Id="rId5" Type="http://schemas.openxmlformats.org/officeDocument/2006/relationships/image" Target="../media/image257.emf"/><Relationship Id="rId4" Type="http://schemas.openxmlformats.org/officeDocument/2006/relationships/image" Target="../media/image256.emf"/></Relationships>
</file>

<file path=ppt/drawings/_rels/vmlDrawing5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2.emf"/><Relationship Id="rId2" Type="http://schemas.openxmlformats.org/officeDocument/2006/relationships/image" Target="../media/image261.emf"/><Relationship Id="rId1" Type="http://schemas.openxmlformats.org/officeDocument/2006/relationships/image" Target="../media/image260.emf"/><Relationship Id="rId6" Type="http://schemas.openxmlformats.org/officeDocument/2006/relationships/image" Target="../media/image265.emf"/><Relationship Id="rId5" Type="http://schemas.openxmlformats.org/officeDocument/2006/relationships/image" Target="../media/image264.emf"/><Relationship Id="rId4" Type="http://schemas.openxmlformats.org/officeDocument/2006/relationships/image" Target="../media/image263.emf"/></Relationships>
</file>

<file path=ppt/drawings/_rels/vmlDrawing6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emf"/><Relationship Id="rId2" Type="http://schemas.openxmlformats.org/officeDocument/2006/relationships/image" Target="../media/image267.emf"/><Relationship Id="rId1" Type="http://schemas.openxmlformats.org/officeDocument/2006/relationships/image" Target="../media/image266.emf"/><Relationship Id="rId5" Type="http://schemas.openxmlformats.org/officeDocument/2006/relationships/image" Target="../media/image270.emf"/><Relationship Id="rId4" Type="http://schemas.openxmlformats.org/officeDocument/2006/relationships/image" Target="../media/image269.emf"/></Relationships>
</file>

<file path=ppt/drawings/_rels/vmlDrawing6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3.emf"/><Relationship Id="rId2" Type="http://schemas.openxmlformats.org/officeDocument/2006/relationships/image" Target="../media/image272.emf"/><Relationship Id="rId1" Type="http://schemas.openxmlformats.org/officeDocument/2006/relationships/image" Target="../media/image271.emf"/><Relationship Id="rId4" Type="http://schemas.openxmlformats.org/officeDocument/2006/relationships/image" Target="../media/image274.emf"/></Relationships>
</file>

<file path=ppt/drawings/_rels/vmlDrawing6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emf"/><Relationship Id="rId3" Type="http://schemas.openxmlformats.org/officeDocument/2006/relationships/image" Target="../media/image277.emf"/><Relationship Id="rId7" Type="http://schemas.openxmlformats.org/officeDocument/2006/relationships/image" Target="../media/image281.emf"/><Relationship Id="rId2" Type="http://schemas.openxmlformats.org/officeDocument/2006/relationships/image" Target="../media/image276.emf"/><Relationship Id="rId1" Type="http://schemas.openxmlformats.org/officeDocument/2006/relationships/image" Target="../media/image275.emf"/><Relationship Id="rId6" Type="http://schemas.openxmlformats.org/officeDocument/2006/relationships/image" Target="../media/image280.emf"/><Relationship Id="rId5" Type="http://schemas.openxmlformats.org/officeDocument/2006/relationships/image" Target="../media/image279.emf"/><Relationship Id="rId4" Type="http://schemas.openxmlformats.org/officeDocument/2006/relationships/image" Target="../media/image278.emf"/><Relationship Id="rId9" Type="http://schemas.openxmlformats.org/officeDocument/2006/relationships/image" Target="../media/image283.emf"/></Relationships>
</file>

<file path=ppt/drawings/_rels/vmlDrawing6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emf"/><Relationship Id="rId3" Type="http://schemas.openxmlformats.org/officeDocument/2006/relationships/image" Target="../media/image286.emf"/><Relationship Id="rId7" Type="http://schemas.openxmlformats.org/officeDocument/2006/relationships/image" Target="../media/image290.emf"/><Relationship Id="rId2" Type="http://schemas.openxmlformats.org/officeDocument/2006/relationships/image" Target="../media/image285.emf"/><Relationship Id="rId1" Type="http://schemas.openxmlformats.org/officeDocument/2006/relationships/image" Target="../media/image284.emf"/><Relationship Id="rId6" Type="http://schemas.openxmlformats.org/officeDocument/2006/relationships/image" Target="../media/image289.emf"/><Relationship Id="rId5" Type="http://schemas.openxmlformats.org/officeDocument/2006/relationships/image" Target="../media/image288.emf"/><Relationship Id="rId4" Type="http://schemas.openxmlformats.org/officeDocument/2006/relationships/image" Target="../media/image287.emf"/><Relationship Id="rId9" Type="http://schemas.openxmlformats.org/officeDocument/2006/relationships/image" Target="../media/image292.emf"/></Relationships>
</file>

<file path=ppt/drawings/_rels/vmlDrawing6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9.emf"/><Relationship Id="rId3" Type="http://schemas.openxmlformats.org/officeDocument/2006/relationships/image" Target="../media/image294.emf"/><Relationship Id="rId7" Type="http://schemas.openxmlformats.org/officeDocument/2006/relationships/image" Target="../media/image298.emf"/><Relationship Id="rId2" Type="http://schemas.openxmlformats.org/officeDocument/2006/relationships/image" Target="../media/image277.emf"/><Relationship Id="rId1" Type="http://schemas.openxmlformats.org/officeDocument/2006/relationships/image" Target="../media/image293.emf"/><Relationship Id="rId6" Type="http://schemas.openxmlformats.org/officeDocument/2006/relationships/image" Target="../media/image297.emf"/><Relationship Id="rId5" Type="http://schemas.openxmlformats.org/officeDocument/2006/relationships/image" Target="../media/image296.emf"/><Relationship Id="rId4" Type="http://schemas.openxmlformats.org/officeDocument/2006/relationships/image" Target="../media/image295.emf"/><Relationship Id="rId9" Type="http://schemas.openxmlformats.org/officeDocument/2006/relationships/image" Target="../media/image276.emf"/></Relationships>
</file>

<file path=ppt/drawings/_rels/vmlDrawing6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2.emf"/><Relationship Id="rId2" Type="http://schemas.openxmlformats.org/officeDocument/2006/relationships/image" Target="../media/image301.emf"/><Relationship Id="rId1" Type="http://schemas.openxmlformats.org/officeDocument/2006/relationships/image" Target="../media/image300.emf"/></Relationships>
</file>

<file path=ppt/drawings/_rels/vmlDrawing6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3.emf"/></Relationships>
</file>

<file path=ppt/drawings/_rels/vmlDrawing6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5.emf"/><Relationship Id="rId1" Type="http://schemas.openxmlformats.org/officeDocument/2006/relationships/image" Target="../media/image304.emf"/></Relationships>
</file>

<file path=ppt/drawings/_rels/vmlDrawing6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8.emf"/><Relationship Id="rId1" Type="http://schemas.openxmlformats.org/officeDocument/2006/relationships/image" Target="../media/image307.emf"/></Relationships>
</file>

<file path=ppt/drawings/_rels/vmlDrawing6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6.emf"/><Relationship Id="rId3" Type="http://schemas.openxmlformats.org/officeDocument/2006/relationships/image" Target="../media/image311.emf"/><Relationship Id="rId7" Type="http://schemas.openxmlformats.org/officeDocument/2006/relationships/image" Target="../media/image315.emf"/><Relationship Id="rId2" Type="http://schemas.openxmlformats.org/officeDocument/2006/relationships/image" Target="../media/image310.emf"/><Relationship Id="rId1" Type="http://schemas.openxmlformats.org/officeDocument/2006/relationships/image" Target="../media/image309.emf"/><Relationship Id="rId6" Type="http://schemas.openxmlformats.org/officeDocument/2006/relationships/image" Target="../media/image314.emf"/><Relationship Id="rId5" Type="http://schemas.openxmlformats.org/officeDocument/2006/relationships/image" Target="../media/image313.emf"/><Relationship Id="rId10" Type="http://schemas.openxmlformats.org/officeDocument/2006/relationships/image" Target="../media/image318.emf"/><Relationship Id="rId4" Type="http://schemas.openxmlformats.org/officeDocument/2006/relationships/image" Target="../media/image312.emf"/><Relationship Id="rId9" Type="http://schemas.openxmlformats.org/officeDocument/2006/relationships/image" Target="../media/image317.emf"/></Relationships>
</file>

<file path=ppt/drawings/_rels/vmlDrawing7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6.emf"/><Relationship Id="rId3" Type="http://schemas.openxmlformats.org/officeDocument/2006/relationships/image" Target="../media/image321.emf"/><Relationship Id="rId7" Type="http://schemas.openxmlformats.org/officeDocument/2006/relationships/image" Target="../media/image325.emf"/><Relationship Id="rId2" Type="http://schemas.openxmlformats.org/officeDocument/2006/relationships/image" Target="../media/image320.emf"/><Relationship Id="rId1" Type="http://schemas.openxmlformats.org/officeDocument/2006/relationships/image" Target="../media/image319.emf"/><Relationship Id="rId6" Type="http://schemas.openxmlformats.org/officeDocument/2006/relationships/image" Target="../media/image324.emf"/><Relationship Id="rId5" Type="http://schemas.openxmlformats.org/officeDocument/2006/relationships/image" Target="../media/image323.emf"/><Relationship Id="rId10" Type="http://schemas.openxmlformats.org/officeDocument/2006/relationships/image" Target="../media/image328.emf"/><Relationship Id="rId4" Type="http://schemas.openxmlformats.org/officeDocument/2006/relationships/image" Target="../media/image322.emf"/><Relationship Id="rId9" Type="http://schemas.openxmlformats.org/officeDocument/2006/relationships/image" Target="../media/image327.emf"/></Relationships>
</file>

<file path=ppt/drawings/_rels/vmlDrawing7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emf"/><Relationship Id="rId3" Type="http://schemas.openxmlformats.org/officeDocument/2006/relationships/image" Target="../media/image331.emf"/><Relationship Id="rId7" Type="http://schemas.openxmlformats.org/officeDocument/2006/relationships/image" Target="../media/image335.emf"/><Relationship Id="rId12" Type="http://schemas.openxmlformats.org/officeDocument/2006/relationships/image" Target="../media/image340.emf"/><Relationship Id="rId2" Type="http://schemas.openxmlformats.org/officeDocument/2006/relationships/image" Target="../media/image330.emf"/><Relationship Id="rId1" Type="http://schemas.openxmlformats.org/officeDocument/2006/relationships/image" Target="../media/image329.emf"/><Relationship Id="rId6" Type="http://schemas.openxmlformats.org/officeDocument/2006/relationships/image" Target="../media/image334.emf"/><Relationship Id="rId11" Type="http://schemas.openxmlformats.org/officeDocument/2006/relationships/image" Target="../media/image339.emf"/><Relationship Id="rId5" Type="http://schemas.openxmlformats.org/officeDocument/2006/relationships/image" Target="../media/image333.emf"/><Relationship Id="rId10" Type="http://schemas.openxmlformats.org/officeDocument/2006/relationships/image" Target="../media/image338.emf"/><Relationship Id="rId4" Type="http://schemas.openxmlformats.org/officeDocument/2006/relationships/image" Target="../media/image332.emf"/><Relationship Id="rId9" Type="http://schemas.openxmlformats.org/officeDocument/2006/relationships/image" Target="../media/image337.emf"/></Relationships>
</file>

<file path=ppt/drawings/_rels/vmlDrawing7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3.emf"/><Relationship Id="rId2" Type="http://schemas.openxmlformats.org/officeDocument/2006/relationships/image" Target="../media/image342.emf"/><Relationship Id="rId1" Type="http://schemas.openxmlformats.org/officeDocument/2006/relationships/image" Target="../media/image341.emf"/><Relationship Id="rId6" Type="http://schemas.openxmlformats.org/officeDocument/2006/relationships/image" Target="../media/image346.emf"/><Relationship Id="rId5" Type="http://schemas.openxmlformats.org/officeDocument/2006/relationships/image" Target="../media/image345.emf"/><Relationship Id="rId4" Type="http://schemas.openxmlformats.org/officeDocument/2006/relationships/image" Target="../media/image344.emf"/></Relationships>
</file>

<file path=ppt/drawings/_rels/vmlDrawing7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emf"/><Relationship Id="rId7" Type="http://schemas.openxmlformats.org/officeDocument/2006/relationships/image" Target="../media/image354.emf"/><Relationship Id="rId2" Type="http://schemas.openxmlformats.org/officeDocument/2006/relationships/image" Target="../media/image349.emf"/><Relationship Id="rId1" Type="http://schemas.openxmlformats.org/officeDocument/2006/relationships/image" Target="../media/image348.emf"/><Relationship Id="rId6" Type="http://schemas.openxmlformats.org/officeDocument/2006/relationships/image" Target="../media/image353.emf"/><Relationship Id="rId5" Type="http://schemas.openxmlformats.org/officeDocument/2006/relationships/image" Target="../media/image352.emf"/><Relationship Id="rId4" Type="http://schemas.openxmlformats.org/officeDocument/2006/relationships/image" Target="../media/image351.emf"/></Relationships>
</file>

<file path=ppt/drawings/_rels/vmlDrawing7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7.emf"/><Relationship Id="rId2" Type="http://schemas.openxmlformats.org/officeDocument/2006/relationships/image" Target="../media/image356.emf"/><Relationship Id="rId1" Type="http://schemas.openxmlformats.org/officeDocument/2006/relationships/image" Target="../media/image355.emf"/><Relationship Id="rId4" Type="http://schemas.openxmlformats.org/officeDocument/2006/relationships/image" Target="../media/image358.emf"/></Relationships>
</file>

<file path=ppt/drawings/_rels/vmlDrawing7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1.emf"/><Relationship Id="rId7" Type="http://schemas.openxmlformats.org/officeDocument/2006/relationships/image" Target="../media/image365.emf"/><Relationship Id="rId2" Type="http://schemas.openxmlformats.org/officeDocument/2006/relationships/image" Target="../media/image360.emf"/><Relationship Id="rId1" Type="http://schemas.openxmlformats.org/officeDocument/2006/relationships/image" Target="../media/image359.emf"/><Relationship Id="rId6" Type="http://schemas.openxmlformats.org/officeDocument/2006/relationships/image" Target="../media/image364.emf"/><Relationship Id="rId5" Type="http://schemas.openxmlformats.org/officeDocument/2006/relationships/image" Target="../media/image363.emf"/><Relationship Id="rId4" Type="http://schemas.openxmlformats.org/officeDocument/2006/relationships/image" Target="../media/image362.emf"/></Relationships>
</file>

<file path=ppt/drawings/_rels/vmlDrawing7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3.emf"/><Relationship Id="rId3" Type="http://schemas.openxmlformats.org/officeDocument/2006/relationships/image" Target="../media/image368.emf"/><Relationship Id="rId7" Type="http://schemas.openxmlformats.org/officeDocument/2006/relationships/image" Target="../media/image372.emf"/><Relationship Id="rId2" Type="http://schemas.openxmlformats.org/officeDocument/2006/relationships/image" Target="../media/image367.emf"/><Relationship Id="rId1" Type="http://schemas.openxmlformats.org/officeDocument/2006/relationships/image" Target="../media/image366.emf"/><Relationship Id="rId6" Type="http://schemas.openxmlformats.org/officeDocument/2006/relationships/image" Target="../media/image371.emf"/><Relationship Id="rId5" Type="http://schemas.openxmlformats.org/officeDocument/2006/relationships/image" Target="../media/image370.emf"/><Relationship Id="rId4" Type="http://schemas.openxmlformats.org/officeDocument/2006/relationships/image" Target="../media/image369.emf"/></Relationships>
</file>

<file path=ppt/drawings/_rels/vmlDrawing7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6.emf"/><Relationship Id="rId7" Type="http://schemas.openxmlformats.org/officeDocument/2006/relationships/image" Target="../media/image380.emf"/><Relationship Id="rId2" Type="http://schemas.openxmlformats.org/officeDocument/2006/relationships/image" Target="../media/image375.emf"/><Relationship Id="rId1" Type="http://schemas.openxmlformats.org/officeDocument/2006/relationships/image" Target="../media/image374.emf"/><Relationship Id="rId6" Type="http://schemas.openxmlformats.org/officeDocument/2006/relationships/image" Target="../media/image379.emf"/><Relationship Id="rId5" Type="http://schemas.openxmlformats.org/officeDocument/2006/relationships/image" Target="../media/image378.emf"/><Relationship Id="rId4" Type="http://schemas.openxmlformats.org/officeDocument/2006/relationships/image" Target="../media/image377.emf"/></Relationships>
</file>

<file path=ppt/drawings/_rels/vmlDrawing7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3.emf"/><Relationship Id="rId2" Type="http://schemas.openxmlformats.org/officeDocument/2006/relationships/image" Target="../media/image382.emf"/><Relationship Id="rId1" Type="http://schemas.openxmlformats.org/officeDocument/2006/relationships/image" Target="../media/image381.emf"/><Relationship Id="rId4" Type="http://schemas.openxmlformats.org/officeDocument/2006/relationships/image" Target="../media/image384.emf"/></Relationships>
</file>

<file path=ppt/drawings/_rels/vmlDrawing7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7.emf"/><Relationship Id="rId2" Type="http://schemas.openxmlformats.org/officeDocument/2006/relationships/image" Target="../media/image386.emf"/><Relationship Id="rId1" Type="http://schemas.openxmlformats.org/officeDocument/2006/relationships/image" Target="../media/image385.emf"/><Relationship Id="rId6" Type="http://schemas.openxmlformats.org/officeDocument/2006/relationships/image" Target="../media/image390.emf"/><Relationship Id="rId5" Type="http://schemas.openxmlformats.org/officeDocument/2006/relationships/image" Target="../media/image389.emf"/><Relationship Id="rId4" Type="http://schemas.openxmlformats.org/officeDocument/2006/relationships/image" Target="../media/image388.emf"/></Relationships>
</file>

<file path=ppt/drawings/_rels/vmlDrawing8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1.emf"/></Relationships>
</file>

<file path=ppt/drawings/_rels/vmlDrawing8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9.emf"/><Relationship Id="rId3" Type="http://schemas.openxmlformats.org/officeDocument/2006/relationships/image" Target="../media/image394.emf"/><Relationship Id="rId7" Type="http://schemas.openxmlformats.org/officeDocument/2006/relationships/image" Target="../media/image398.emf"/><Relationship Id="rId2" Type="http://schemas.openxmlformats.org/officeDocument/2006/relationships/image" Target="../media/image393.emf"/><Relationship Id="rId1" Type="http://schemas.openxmlformats.org/officeDocument/2006/relationships/image" Target="../media/image392.emf"/><Relationship Id="rId6" Type="http://schemas.openxmlformats.org/officeDocument/2006/relationships/image" Target="../media/image397.emf"/><Relationship Id="rId5" Type="http://schemas.openxmlformats.org/officeDocument/2006/relationships/image" Target="../media/image396.emf"/><Relationship Id="rId4" Type="http://schemas.openxmlformats.org/officeDocument/2006/relationships/image" Target="../media/image395.emf"/><Relationship Id="rId9" Type="http://schemas.openxmlformats.org/officeDocument/2006/relationships/image" Target="../media/image400.emf"/></Relationships>
</file>

<file path=ppt/drawings/_rels/vmlDrawing8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3.emf"/><Relationship Id="rId2" Type="http://schemas.openxmlformats.org/officeDocument/2006/relationships/image" Target="../media/image402.emf"/><Relationship Id="rId1" Type="http://schemas.openxmlformats.org/officeDocument/2006/relationships/image" Target="../media/image401.emf"/><Relationship Id="rId5" Type="http://schemas.openxmlformats.org/officeDocument/2006/relationships/image" Target="../media/image405.emf"/><Relationship Id="rId4" Type="http://schemas.openxmlformats.org/officeDocument/2006/relationships/image" Target="../media/image404.emf"/></Relationships>
</file>

<file path=ppt/drawings/_rels/vmlDrawing8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4.emf"/><Relationship Id="rId13" Type="http://schemas.openxmlformats.org/officeDocument/2006/relationships/image" Target="../media/image419.emf"/><Relationship Id="rId18" Type="http://schemas.openxmlformats.org/officeDocument/2006/relationships/image" Target="../media/image424.emf"/><Relationship Id="rId26" Type="http://schemas.openxmlformats.org/officeDocument/2006/relationships/image" Target="../media/image432.emf"/><Relationship Id="rId3" Type="http://schemas.openxmlformats.org/officeDocument/2006/relationships/image" Target="../media/image409.emf"/><Relationship Id="rId21" Type="http://schemas.openxmlformats.org/officeDocument/2006/relationships/image" Target="../media/image427.emf"/><Relationship Id="rId7" Type="http://schemas.openxmlformats.org/officeDocument/2006/relationships/image" Target="../media/image413.emf"/><Relationship Id="rId12" Type="http://schemas.openxmlformats.org/officeDocument/2006/relationships/image" Target="../media/image418.emf"/><Relationship Id="rId17" Type="http://schemas.openxmlformats.org/officeDocument/2006/relationships/image" Target="../media/image423.emf"/><Relationship Id="rId25" Type="http://schemas.openxmlformats.org/officeDocument/2006/relationships/image" Target="../media/image431.emf"/><Relationship Id="rId2" Type="http://schemas.openxmlformats.org/officeDocument/2006/relationships/image" Target="../media/image408.emf"/><Relationship Id="rId16" Type="http://schemas.openxmlformats.org/officeDocument/2006/relationships/image" Target="../media/image422.emf"/><Relationship Id="rId20" Type="http://schemas.openxmlformats.org/officeDocument/2006/relationships/image" Target="../media/image426.emf"/><Relationship Id="rId29" Type="http://schemas.openxmlformats.org/officeDocument/2006/relationships/image" Target="../media/image435.emf"/><Relationship Id="rId1" Type="http://schemas.openxmlformats.org/officeDocument/2006/relationships/image" Target="../media/image407.emf"/><Relationship Id="rId6" Type="http://schemas.openxmlformats.org/officeDocument/2006/relationships/image" Target="../media/image412.emf"/><Relationship Id="rId11" Type="http://schemas.openxmlformats.org/officeDocument/2006/relationships/image" Target="../media/image417.emf"/><Relationship Id="rId24" Type="http://schemas.openxmlformats.org/officeDocument/2006/relationships/image" Target="../media/image430.emf"/><Relationship Id="rId5" Type="http://schemas.openxmlformats.org/officeDocument/2006/relationships/image" Target="../media/image411.emf"/><Relationship Id="rId15" Type="http://schemas.openxmlformats.org/officeDocument/2006/relationships/image" Target="../media/image421.emf"/><Relationship Id="rId23" Type="http://schemas.openxmlformats.org/officeDocument/2006/relationships/image" Target="../media/image429.emf"/><Relationship Id="rId28" Type="http://schemas.openxmlformats.org/officeDocument/2006/relationships/image" Target="../media/image434.emf"/><Relationship Id="rId10" Type="http://schemas.openxmlformats.org/officeDocument/2006/relationships/image" Target="../media/image416.emf"/><Relationship Id="rId19" Type="http://schemas.openxmlformats.org/officeDocument/2006/relationships/image" Target="../media/image425.emf"/><Relationship Id="rId31" Type="http://schemas.openxmlformats.org/officeDocument/2006/relationships/image" Target="../media/image437.emf"/><Relationship Id="rId4" Type="http://schemas.openxmlformats.org/officeDocument/2006/relationships/image" Target="../media/image410.emf"/><Relationship Id="rId9" Type="http://schemas.openxmlformats.org/officeDocument/2006/relationships/image" Target="../media/image415.emf"/><Relationship Id="rId14" Type="http://schemas.openxmlformats.org/officeDocument/2006/relationships/image" Target="../media/image420.emf"/><Relationship Id="rId22" Type="http://schemas.openxmlformats.org/officeDocument/2006/relationships/image" Target="../media/image428.emf"/><Relationship Id="rId27" Type="http://schemas.openxmlformats.org/officeDocument/2006/relationships/image" Target="../media/image433.emf"/><Relationship Id="rId30" Type="http://schemas.openxmlformats.org/officeDocument/2006/relationships/image" Target="../media/image436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26" name="Freeform 2">
            <a:extLst>
              <a:ext uri="{FF2B5EF4-FFF2-40B4-BE49-F238E27FC236}">
                <a16:creationId xmlns:a16="http://schemas.microsoft.com/office/drawing/2014/main" id="{5ED6CC41-B315-6FA9-8148-062BB7278219}"/>
              </a:ext>
            </a:extLst>
          </p:cNvPr>
          <p:cNvSpPr>
            <a:spLocks/>
          </p:cNvSpPr>
          <p:nvPr/>
        </p:nvSpPr>
        <p:spPr bwMode="auto">
          <a:xfrm>
            <a:off x="6347884" y="20638"/>
            <a:ext cx="5918200" cy="4038600"/>
          </a:xfrm>
          <a:custGeom>
            <a:avLst/>
            <a:gdLst>
              <a:gd name="T0" fmla="*/ 23 w 546"/>
              <a:gd name="T1" fmla="*/ 4 h 497"/>
              <a:gd name="T2" fmla="*/ 11 w 546"/>
              <a:gd name="T3" fmla="*/ 71 h 497"/>
              <a:gd name="T4" fmla="*/ 25 w 546"/>
              <a:gd name="T5" fmla="*/ 393 h 497"/>
              <a:gd name="T6" fmla="*/ 54 w 546"/>
              <a:gd name="T7" fmla="*/ 457 h 497"/>
              <a:gd name="T8" fmla="*/ 158 w 546"/>
              <a:gd name="T9" fmla="*/ 482 h 497"/>
              <a:gd name="T10" fmla="*/ 204 w 546"/>
              <a:gd name="T11" fmla="*/ 495 h 497"/>
              <a:gd name="T12" fmla="*/ 520 w 546"/>
              <a:gd name="T13" fmla="*/ 475 h 497"/>
              <a:gd name="T14" fmla="*/ 533 w 546"/>
              <a:gd name="T15" fmla="*/ 167 h 497"/>
              <a:gd name="T16" fmla="*/ 369 w 546"/>
              <a:gd name="T17" fmla="*/ 16 h 497"/>
              <a:gd name="T18" fmla="*/ 249 w 546"/>
              <a:gd name="T19" fmla="*/ 29 h 497"/>
              <a:gd name="T20" fmla="*/ 198 w 546"/>
              <a:gd name="T21" fmla="*/ 11 h 497"/>
              <a:gd name="T22" fmla="*/ 151 w 546"/>
              <a:gd name="T23" fmla="*/ 2 h 497"/>
              <a:gd name="T24" fmla="*/ 23 w 546"/>
              <a:gd name="T25" fmla="*/ 4 h 4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46" h="497">
                <a:moveTo>
                  <a:pt x="23" y="4"/>
                </a:moveTo>
                <a:cubicBezTo>
                  <a:pt x="23" y="4"/>
                  <a:pt x="0" y="34"/>
                  <a:pt x="11" y="71"/>
                </a:cubicBezTo>
                <a:cubicBezTo>
                  <a:pt x="19" y="100"/>
                  <a:pt x="25" y="393"/>
                  <a:pt x="25" y="393"/>
                </a:cubicBezTo>
                <a:cubicBezTo>
                  <a:pt x="25" y="393"/>
                  <a:pt x="42" y="452"/>
                  <a:pt x="54" y="457"/>
                </a:cubicBezTo>
                <a:cubicBezTo>
                  <a:pt x="66" y="462"/>
                  <a:pt x="158" y="482"/>
                  <a:pt x="158" y="482"/>
                </a:cubicBezTo>
                <a:cubicBezTo>
                  <a:pt x="158" y="482"/>
                  <a:pt x="191" y="497"/>
                  <a:pt x="204" y="495"/>
                </a:cubicBezTo>
                <a:cubicBezTo>
                  <a:pt x="217" y="494"/>
                  <a:pt x="506" y="487"/>
                  <a:pt x="520" y="475"/>
                </a:cubicBezTo>
                <a:cubicBezTo>
                  <a:pt x="533" y="463"/>
                  <a:pt x="546" y="218"/>
                  <a:pt x="533" y="167"/>
                </a:cubicBezTo>
                <a:cubicBezTo>
                  <a:pt x="520" y="117"/>
                  <a:pt x="404" y="14"/>
                  <a:pt x="369" y="16"/>
                </a:cubicBezTo>
                <a:cubicBezTo>
                  <a:pt x="335" y="17"/>
                  <a:pt x="249" y="29"/>
                  <a:pt x="249" y="29"/>
                </a:cubicBezTo>
                <a:lnTo>
                  <a:pt x="198" y="11"/>
                </a:lnTo>
                <a:lnTo>
                  <a:pt x="151" y="2"/>
                </a:lnTo>
                <a:cubicBezTo>
                  <a:pt x="151" y="2"/>
                  <a:pt x="79" y="0"/>
                  <a:pt x="23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CN" sz="1800"/>
          </a:p>
        </p:txBody>
      </p:sp>
      <p:grpSp>
        <p:nvGrpSpPr>
          <p:cNvPr id="717827" name="Group 3">
            <a:extLst>
              <a:ext uri="{FF2B5EF4-FFF2-40B4-BE49-F238E27FC236}">
                <a16:creationId xmlns:a16="http://schemas.microsoft.com/office/drawing/2014/main" id="{C311B8EB-B3DB-CA9B-1D19-4FB519028E92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8575"/>
            <a:ext cx="6341533" cy="4338638"/>
            <a:chOff x="2918" y="18"/>
            <a:chExt cx="2958" cy="2699"/>
          </a:xfrm>
        </p:grpSpPr>
        <p:sp>
          <p:nvSpPr>
            <p:cNvPr id="717828" name="Freeform 4">
              <a:extLst>
                <a:ext uri="{FF2B5EF4-FFF2-40B4-BE49-F238E27FC236}">
                  <a16:creationId xmlns:a16="http://schemas.microsoft.com/office/drawing/2014/main" id="{610C9C72-880E-EB46-36EA-35F711CE7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18"/>
              <a:ext cx="490" cy="187"/>
            </a:xfrm>
            <a:custGeom>
              <a:avLst/>
              <a:gdLst>
                <a:gd name="T0" fmla="*/ 71 w 97"/>
                <a:gd name="T1" fmla="*/ 25 h 37"/>
                <a:gd name="T2" fmla="*/ 91 w 97"/>
                <a:gd name="T3" fmla="*/ 20 h 37"/>
                <a:gd name="T4" fmla="*/ 92 w 97"/>
                <a:gd name="T5" fmla="*/ 17 h 37"/>
                <a:gd name="T6" fmla="*/ 88 w 97"/>
                <a:gd name="T7" fmla="*/ 0 h 37"/>
                <a:gd name="T8" fmla="*/ 25 w 97"/>
                <a:gd name="T9" fmla="*/ 0 h 37"/>
                <a:gd name="T10" fmla="*/ 10 w 97"/>
                <a:gd name="T11" fmla="*/ 22 h 37"/>
                <a:gd name="T12" fmla="*/ 71 w 97"/>
                <a:gd name="T13" fmla="*/ 2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37">
                  <a:moveTo>
                    <a:pt x="71" y="25"/>
                  </a:moveTo>
                  <a:cubicBezTo>
                    <a:pt x="81" y="22"/>
                    <a:pt x="87" y="21"/>
                    <a:pt x="91" y="20"/>
                  </a:cubicBezTo>
                  <a:cubicBezTo>
                    <a:pt x="91" y="19"/>
                    <a:pt x="91" y="19"/>
                    <a:pt x="92" y="17"/>
                  </a:cubicBezTo>
                  <a:cubicBezTo>
                    <a:pt x="97" y="11"/>
                    <a:pt x="95" y="4"/>
                    <a:pt x="88" y="0"/>
                  </a:cubicBezTo>
                  <a:lnTo>
                    <a:pt x="25" y="0"/>
                  </a:lnTo>
                  <a:cubicBezTo>
                    <a:pt x="10" y="3"/>
                    <a:pt x="0" y="10"/>
                    <a:pt x="10" y="22"/>
                  </a:cubicBezTo>
                  <a:cubicBezTo>
                    <a:pt x="10" y="22"/>
                    <a:pt x="28" y="37"/>
                    <a:pt x="71" y="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29" name="Freeform 5">
              <a:extLst>
                <a:ext uri="{FF2B5EF4-FFF2-40B4-BE49-F238E27FC236}">
                  <a16:creationId xmlns:a16="http://schemas.microsoft.com/office/drawing/2014/main" id="{0F3295C3-DF39-6A85-AD61-26B4E700E6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8" y="18"/>
              <a:ext cx="2958" cy="2699"/>
            </a:xfrm>
            <a:custGeom>
              <a:avLst/>
              <a:gdLst>
                <a:gd name="T0" fmla="*/ 504 w 585"/>
                <a:gd name="T1" fmla="*/ 1 h 534"/>
                <a:gd name="T2" fmla="*/ 157 w 585"/>
                <a:gd name="T3" fmla="*/ 0 h 534"/>
                <a:gd name="T4" fmla="*/ 225 w 585"/>
                <a:gd name="T5" fmla="*/ 21 h 534"/>
                <a:gd name="T6" fmla="*/ 174 w 585"/>
                <a:gd name="T7" fmla="*/ 39 h 534"/>
                <a:gd name="T8" fmla="*/ 207 w 585"/>
                <a:gd name="T9" fmla="*/ 71 h 534"/>
                <a:gd name="T10" fmla="*/ 74 w 585"/>
                <a:gd name="T11" fmla="*/ 60 h 534"/>
                <a:gd name="T12" fmla="*/ 26 w 585"/>
                <a:gd name="T13" fmla="*/ 63 h 534"/>
                <a:gd name="T14" fmla="*/ 199 w 585"/>
                <a:gd name="T15" fmla="*/ 487 h 534"/>
                <a:gd name="T16" fmla="*/ 144 w 585"/>
                <a:gd name="T17" fmla="*/ 341 h 534"/>
                <a:gd name="T18" fmla="*/ 105 w 585"/>
                <a:gd name="T19" fmla="*/ 376 h 534"/>
                <a:gd name="T20" fmla="*/ 94 w 585"/>
                <a:gd name="T21" fmla="*/ 435 h 534"/>
                <a:gd name="T22" fmla="*/ 124 w 585"/>
                <a:gd name="T23" fmla="*/ 265 h 534"/>
                <a:gd name="T24" fmla="*/ 153 w 585"/>
                <a:gd name="T25" fmla="*/ 228 h 534"/>
                <a:gd name="T26" fmla="*/ 209 w 585"/>
                <a:gd name="T27" fmla="*/ 237 h 534"/>
                <a:gd name="T28" fmla="*/ 188 w 585"/>
                <a:gd name="T29" fmla="*/ 306 h 534"/>
                <a:gd name="T30" fmla="*/ 192 w 585"/>
                <a:gd name="T31" fmla="*/ 395 h 534"/>
                <a:gd name="T32" fmla="*/ 515 w 585"/>
                <a:gd name="T33" fmla="*/ 483 h 534"/>
                <a:gd name="T34" fmla="*/ 454 w 585"/>
                <a:gd name="T35" fmla="*/ 427 h 534"/>
                <a:gd name="T36" fmla="*/ 425 w 585"/>
                <a:gd name="T37" fmla="*/ 345 h 534"/>
                <a:gd name="T38" fmla="*/ 396 w 585"/>
                <a:gd name="T39" fmla="*/ 270 h 534"/>
                <a:gd name="T40" fmla="*/ 460 w 585"/>
                <a:gd name="T41" fmla="*/ 256 h 534"/>
                <a:gd name="T42" fmla="*/ 407 w 585"/>
                <a:gd name="T43" fmla="*/ 223 h 534"/>
                <a:gd name="T44" fmla="*/ 439 w 585"/>
                <a:gd name="T45" fmla="*/ 226 h 534"/>
                <a:gd name="T46" fmla="*/ 438 w 585"/>
                <a:gd name="T47" fmla="*/ 209 h 534"/>
                <a:gd name="T48" fmla="*/ 376 w 585"/>
                <a:gd name="T49" fmla="*/ 211 h 534"/>
                <a:gd name="T50" fmla="*/ 357 w 585"/>
                <a:gd name="T51" fmla="*/ 343 h 534"/>
                <a:gd name="T52" fmla="*/ 347 w 585"/>
                <a:gd name="T53" fmla="*/ 230 h 534"/>
                <a:gd name="T54" fmla="*/ 331 w 585"/>
                <a:gd name="T55" fmla="*/ 182 h 534"/>
                <a:gd name="T56" fmla="*/ 347 w 585"/>
                <a:gd name="T57" fmla="*/ 136 h 534"/>
                <a:gd name="T58" fmla="*/ 339 w 585"/>
                <a:gd name="T59" fmla="*/ 99 h 534"/>
                <a:gd name="T60" fmla="*/ 331 w 585"/>
                <a:gd name="T61" fmla="*/ 62 h 534"/>
                <a:gd name="T62" fmla="*/ 369 w 585"/>
                <a:gd name="T63" fmla="*/ 103 h 534"/>
                <a:gd name="T64" fmla="*/ 415 w 585"/>
                <a:gd name="T65" fmla="*/ 47 h 534"/>
                <a:gd name="T66" fmla="*/ 409 w 585"/>
                <a:gd name="T67" fmla="*/ 95 h 534"/>
                <a:gd name="T68" fmla="*/ 401 w 585"/>
                <a:gd name="T69" fmla="*/ 130 h 534"/>
                <a:gd name="T70" fmla="*/ 401 w 585"/>
                <a:gd name="T71" fmla="*/ 181 h 534"/>
                <a:gd name="T72" fmla="*/ 558 w 585"/>
                <a:gd name="T73" fmla="*/ 181 h 534"/>
                <a:gd name="T74" fmla="*/ 554 w 585"/>
                <a:gd name="T75" fmla="*/ 76 h 534"/>
                <a:gd name="T76" fmla="*/ 249 w 585"/>
                <a:gd name="T77" fmla="*/ 69 h 534"/>
                <a:gd name="T78" fmla="*/ 293 w 585"/>
                <a:gd name="T79" fmla="*/ 93 h 534"/>
                <a:gd name="T80" fmla="*/ 171 w 585"/>
                <a:gd name="T81" fmla="*/ 195 h 534"/>
                <a:gd name="T82" fmla="*/ 69 w 585"/>
                <a:gd name="T83" fmla="*/ 98 h 534"/>
                <a:gd name="T84" fmla="*/ 191 w 585"/>
                <a:gd name="T85" fmla="*/ 106 h 534"/>
                <a:gd name="T86" fmla="*/ 220 w 585"/>
                <a:gd name="T87" fmla="*/ 105 h 534"/>
                <a:gd name="T88" fmla="*/ 302 w 585"/>
                <a:gd name="T89" fmla="*/ 121 h 534"/>
                <a:gd name="T90" fmla="*/ 276 w 585"/>
                <a:gd name="T91" fmla="*/ 256 h 534"/>
                <a:gd name="T92" fmla="*/ 260 w 585"/>
                <a:gd name="T93" fmla="*/ 137 h 534"/>
                <a:gd name="T94" fmla="*/ 171 w 585"/>
                <a:gd name="T95" fmla="*/ 195 h 534"/>
                <a:gd name="T96" fmla="*/ 223 w 585"/>
                <a:gd name="T97" fmla="*/ 225 h 534"/>
                <a:gd name="T98" fmla="*/ 247 w 585"/>
                <a:gd name="T99" fmla="*/ 158 h 534"/>
                <a:gd name="T100" fmla="*/ 326 w 585"/>
                <a:gd name="T101" fmla="*/ 292 h 534"/>
                <a:gd name="T102" fmla="*/ 215 w 585"/>
                <a:gd name="T103" fmla="*/ 321 h 534"/>
                <a:gd name="T104" fmla="*/ 309 w 585"/>
                <a:gd name="T105" fmla="*/ 277 h 534"/>
                <a:gd name="T106" fmla="*/ 318 w 585"/>
                <a:gd name="T107" fmla="*/ 133 h 534"/>
                <a:gd name="T108" fmla="*/ 313 w 585"/>
                <a:gd name="T109" fmla="*/ 213 h 534"/>
                <a:gd name="T110" fmla="*/ 299 w 585"/>
                <a:gd name="T111" fmla="*/ 144 h 534"/>
                <a:gd name="T112" fmla="*/ 507 w 585"/>
                <a:gd name="T113" fmla="*/ 179 h 534"/>
                <a:gd name="T114" fmla="*/ 461 w 585"/>
                <a:gd name="T115" fmla="*/ 162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85" h="534">
                  <a:moveTo>
                    <a:pt x="554" y="76"/>
                  </a:moveTo>
                  <a:cubicBezTo>
                    <a:pt x="551" y="32"/>
                    <a:pt x="543" y="9"/>
                    <a:pt x="504" y="1"/>
                  </a:cubicBezTo>
                  <a:cubicBezTo>
                    <a:pt x="500" y="1"/>
                    <a:pt x="494" y="0"/>
                    <a:pt x="486" y="0"/>
                  </a:cubicBezTo>
                  <a:lnTo>
                    <a:pt x="157" y="0"/>
                  </a:lnTo>
                  <a:cubicBezTo>
                    <a:pt x="156" y="5"/>
                    <a:pt x="153" y="17"/>
                    <a:pt x="158" y="17"/>
                  </a:cubicBezTo>
                  <a:cubicBezTo>
                    <a:pt x="171" y="17"/>
                    <a:pt x="223" y="21"/>
                    <a:pt x="225" y="21"/>
                  </a:cubicBezTo>
                  <a:cubicBezTo>
                    <a:pt x="226" y="21"/>
                    <a:pt x="250" y="16"/>
                    <a:pt x="237" y="28"/>
                  </a:cubicBezTo>
                  <a:cubicBezTo>
                    <a:pt x="223" y="41"/>
                    <a:pt x="192" y="41"/>
                    <a:pt x="174" y="39"/>
                  </a:cubicBezTo>
                  <a:cubicBezTo>
                    <a:pt x="131" y="36"/>
                    <a:pt x="152" y="56"/>
                    <a:pt x="168" y="56"/>
                  </a:cubicBezTo>
                  <a:cubicBezTo>
                    <a:pt x="218" y="56"/>
                    <a:pt x="228" y="68"/>
                    <a:pt x="207" y="71"/>
                  </a:cubicBezTo>
                  <a:cubicBezTo>
                    <a:pt x="186" y="74"/>
                    <a:pt x="182" y="73"/>
                    <a:pt x="162" y="76"/>
                  </a:cubicBezTo>
                  <a:cubicBezTo>
                    <a:pt x="7" y="101"/>
                    <a:pt x="59" y="60"/>
                    <a:pt x="74" y="60"/>
                  </a:cubicBezTo>
                  <a:cubicBezTo>
                    <a:pt x="139" y="59"/>
                    <a:pt x="123" y="37"/>
                    <a:pt x="107" y="42"/>
                  </a:cubicBezTo>
                  <a:cubicBezTo>
                    <a:pt x="91" y="46"/>
                    <a:pt x="34" y="27"/>
                    <a:pt x="26" y="63"/>
                  </a:cubicBezTo>
                  <a:cubicBezTo>
                    <a:pt x="19" y="100"/>
                    <a:pt x="42" y="282"/>
                    <a:pt x="36" y="317"/>
                  </a:cubicBezTo>
                  <a:cubicBezTo>
                    <a:pt x="0" y="534"/>
                    <a:pt x="199" y="487"/>
                    <a:pt x="199" y="487"/>
                  </a:cubicBezTo>
                  <a:cubicBezTo>
                    <a:pt x="156" y="453"/>
                    <a:pt x="174" y="421"/>
                    <a:pt x="171" y="403"/>
                  </a:cubicBezTo>
                  <a:cubicBezTo>
                    <a:pt x="161" y="345"/>
                    <a:pt x="154" y="337"/>
                    <a:pt x="144" y="341"/>
                  </a:cubicBezTo>
                  <a:cubicBezTo>
                    <a:pt x="121" y="352"/>
                    <a:pt x="123" y="358"/>
                    <a:pt x="126" y="367"/>
                  </a:cubicBezTo>
                  <a:cubicBezTo>
                    <a:pt x="142" y="416"/>
                    <a:pt x="105" y="376"/>
                    <a:pt x="105" y="376"/>
                  </a:cubicBezTo>
                  <a:cubicBezTo>
                    <a:pt x="98" y="380"/>
                    <a:pt x="95" y="390"/>
                    <a:pt x="99" y="399"/>
                  </a:cubicBezTo>
                  <a:cubicBezTo>
                    <a:pt x="131" y="463"/>
                    <a:pt x="101" y="446"/>
                    <a:pt x="94" y="435"/>
                  </a:cubicBezTo>
                  <a:cubicBezTo>
                    <a:pt x="61" y="390"/>
                    <a:pt x="92" y="366"/>
                    <a:pt x="88" y="352"/>
                  </a:cubicBezTo>
                  <a:cubicBezTo>
                    <a:pt x="75" y="295"/>
                    <a:pt x="118" y="274"/>
                    <a:pt x="124" y="265"/>
                  </a:cubicBezTo>
                  <a:cubicBezTo>
                    <a:pt x="130" y="256"/>
                    <a:pt x="127" y="253"/>
                    <a:pt x="129" y="234"/>
                  </a:cubicBezTo>
                  <a:cubicBezTo>
                    <a:pt x="136" y="195"/>
                    <a:pt x="155" y="216"/>
                    <a:pt x="153" y="228"/>
                  </a:cubicBezTo>
                  <a:cubicBezTo>
                    <a:pt x="148" y="274"/>
                    <a:pt x="176" y="242"/>
                    <a:pt x="186" y="228"/>
                  </a:cubicBezTo>
                  <a:cubicBezTo>
                    <a:pt x="218" y="186"/>
                    <a:pt x="214" y="229"/>
                    <a:pt x="209" y="237"/>
                  </a:cubicBezTo>
                  <a:cubicBezTo>
                    <a:pt x="203" y="244"/>
                    <a:pt x="198" y="255"/>
                    <a:pt x="200" y="260"/>
                  </a:cubicBezTo>
                  <a:cubicBezTo>
                    <a:pt x="208" y="283"/>
                    <a:pt x="193" y="305"/>
                    <a:pt x="188" y="306"/>
                  </a:cubicBezTo>
                  <a:cubicBezTo>
                    <a:pt x="184" y="308"/>
                    <a:pt x="170" y="314"/>
                    <a:pt x="170" y="332"/>
                  </a:cubicBezTo>
                  <a:cubicBezTo>
                    <a:pt x="171" y="350"/>
                    <a:pt x="192" y="382"/>
                    <a:pt x="192" y="395"/>
                  </a:cubicBezTo>
                  <a:cubicBezTo>
                    <a:pt x="193" y="492"/>
                    <a:pt x="236" y="499"/>
                    <a:pt x="255" y="497"/>
                  </a:cubicBezTo>
                  <a:cubicBezTo>
                    <a:pt x="275" y="496"/>
                    <a:pt x="445" y="490"/>
                    <a:pt x="515" y="483"/>
                  </a:cubicBezTo>
                  <a:cubicBezTo>
                    <a:pt x="585" y="477"/>
                    <a:pt x="538" y="458"/>
                    <a:pt x="518" y="458"/>
                  </a:cubicBezTo>
                  <a:cubicBezTo>
                    <a:pt x="467" y="458"/>
                    <a:pt x="454" y="427"/>
                    <a:pt x="454" y="427"/>
                  </a:cubicBezTo>
                  <a:cubicBezTo>
                    <a:pt x="454" y="427"/>
                    <a:pt x="453" y="405"/>
                    <a:pt x="431" y="400"/>
                  </a:cubicBezTo>
                  <a:cubicBezTo>
                    <a:pt x="376" y="385"/>
                    <a:pt x="411" y="353"/>
                    <a:pt x="425" y="345"/>
                  </a:cubicBezTo>
                  <a:cubicBezTo>
                    <a:pt x="438" y="338"/>
                    <a:pt x="430" y="335"/>
                    <a:pt x="420" y="329"/>
                  </a:cubicBezTo>
                  <a:cubicBezTo>
                    <a:pt x="398" y="316"/>
                    <a:pt x="394" y="300"/>
                    <a:pt x="396" y="270"/>
                  </a:cubicBezTo>
                  <a:cubicBezTo>
                    <a:pt x="397" y="240"/>
                    <a:pt x="416" y="249"/>
                    <a:pt x="416" y="249"/>
                  </a:cubicBezTo>
                  <a:cubicBezTo>
                    <a:pt x="416" y="249"/>
                    <a:pt x="448" y="262"/>
                    <a:pt x="460" y="256"/>
                  </a:cubicBezTo>
                  <a:cubicBezTo>
                    <a:pt x="472" y="250"/>
                    <a:pt x="467" y="239"/>
                    <a:pt x="461" y="244"/>
                  </a:cubicBezTo>
                  <a:cubicBezTo>
                    <a:pt x="455" y="248"/>
                    <a:pt x="412" y="244"/>
                    <a:pt x="407" y="223"/>
                  </a:cubicBezTo>
                  <a:cubicBezTo>
                    <a:pt x="403" y="202"/>
                    <a:pt x="418" y="213"/>
                    <a:pt x="422" y="214"/>
                  </a:cubicBezTo>
                  <a:cubicBezTo>
                    <a:pt x="427" y="216"/>
                    <a:pt x="427" y="220"/>
                    <a:pt x="439" y="226"/>
                  </a:cubicBezTo>
                  <a:cubicBezTo>
                    <a:pt x="468" y="241"/>
                    <a:pt x="454" y="224"/>
                    <a:pt x="454" y="224"/>
                  </a:cubicBezTo>
                  <a:cubicBezTo>
                    <a:pt x="454" y="224"/>
                    <a:pt x="454" y="224"/>
                    <a:pt x="438" y="209"/>
                  </a:cubicBezTo>
                  <a:cubicBezTo>
                    <a:pt x="423" y="194"/>
                    <a:pt x="406" y="199"/>
                    <a:pt x="389" y="199"/>
                  </a:cubicBezTo>
                  <a:cubicBezTo>
                    <a:pt x="373" y="199"/>
                    <a:pt x="376" y="211"/>
                    <a:pt x="376" y="211"/>
                  </a:cubicBezTo>
                  <a:cubicBezTo>
                    <a:pt x="376" y="211"/>
                    <a:pt x="373" y="242"/>
                    <a:pt x="370" y="291"/>
                  </a:cubicBezTo>
                  <a:cubicBezTo>
                    <a:pt x="368" y="341"/>
                    <a:pt x="360" y="347"/>
                    <a:pt x="357" y="343"/>
                  </a:cubicBezTo>
                  <a:cubicBezTo>
                    <a:pt x="354" y="338"/>
                    <a:pt x="350" y="313"/>
                    <a:pt x="350" y="305"/>
                  </a:cubicBezTo>
                  <a:cubicBezTo>
                    <a:pt x="350" y="298"/>
                    <a:pt x="345" y="264"/>
                    <a:pt x="347" y="230"/>
                  </a:cubicBezTo>
                  <a:cubicBezTo>
                    <a:pt x="350" y="195"/>
                    <a:pt x="356" y="210"/>
                    <a:pt x="334" y="201"/>
                  </a:cubicBezTo>
                  <a:cubicBezTo>
                    <a:pt x="311" y="192"/>
                    <a:pt x="323" y="182"/>
                    <a:pt x="331" y="182"/>
                  </a:cubicBezTo>
                  <a:cubicBezTo>
                    <a:pt x="338" y="182"/>
                    <a:pt x="350" y="189"/>
                    <a:pt x="352" y="181"/>
                  </a:cubicBezTo>
                  <a:cubicBezTo>
                    <a:pt x="356" y="160"/>
                    <a:pt x="359" y="141"/>
                    <a:pt x="347" y="136"/>
                  </a:cubicBezTo>
                  <a:cubicBezTo>
                    <a:pt x="322" y="127"/>
                    <a:pt x="332" y="121"/>
                    <a:pt x="341" y="118"/>
                  </a:cubicBezTo>
                  <a:cubicBezTo>
                    <a:pt x="350" y="115"/>
                    <a:pt x="352" y="94"/>
                    <a:pt x="339" y="99"/>
                  </a:cubicBezTo>
                  <a:cubicBezTo>
                    <a:pt x="313" y="107"/>
                    <a:pt x="316" y="85"/>
                    <a:pt x="321" y="82"/>
                  </a:cubicBezTo>
                  <a:cubicBezTo>
                    <a:pt x="325" y="79"/>
                    <a:pt x="334" y="83"/>
                    <a:pt x="331" y="62"/>
                  </a:cubicBezTo>
                  <a:cubicBezTo>
                    <a:pt x="328" y="41"/>
                    <a:pt x="347" y="34"/>
                    <a:pt x="351" y="53"/>
                  </a:cubicBezTo>
                  <a:cubicBezTo>
                    <a:pt x="354" y="73"/>
                    <a:pt x="363" y="112"/>
                    <a:pt x="369" y="103"/>
                  </a:cubicBezTo>
                  <a:cubicBezTo>
                    <a:pt x="375" y="94"/>
                    <a:pt x="385" y="57"/>
                    <a:pt x="395" y="41"/>
                  </a:cubicBezTo>
                  <a:cubicBezTo>
                    <a:pt x="406" y="24"/>
                    <a:pt x="418" y="38"/>
                    <a:pt x="415" y="47"/>
                  </a:cubicBezTo>
                  <a:cubicBezTo>
                    <a:pt x="401" y="88"/>
                    <a:pt x="426" y="90"/>
                    <a:pt x="426" y="90"/>
                  </a:cubicBezTo>
                  <a:cubicBezTo>
                    <a:pt x="426" y="90"/>
                    <a:pt x="423" y="96"/>
                    <a:pt x="409" y="95"/>
                  </a:cubicBezTo>
                  <a:cubicBezTo>
                    <a:pt x="382" y="92"/>
                    <a:pt x="393" y="110"/>
                    <a:pt x="405" y="115"/>
                  </a:cubicBezTo>
                  <a:cubicBezTo>
                    <a:pt x="431" y="124"/>
                    <a:pt x="414" y="130"/>
                    <a:pt x="401" y="130"/>
                  </a:cubicBezTo>
                  <a:cubicBezTo>
                    <a:pt x="387" y="130"/>
                    <a:pt x="381" y="134"/>
                    <a:pt x="378" y="148"/>
                  </a:cubicBezTo>
                  <a:cubicBezTo>
                    <a:pt x="369" y="191"/>
                    <a:pt x="401" y="181"/>
                    <a:pt x="401" y="181"/>
                  </a:cubicBezTo>
                  <a:cubicBezTo>
                    <a:pt x="452" y="195"/>
                    <a:pt x="528" y="188"/>
                    <a:pt x="528" y="188"/>
                  </a:cubicBezTo>
                  <a:cubicBezTo>
                    <a:pt x="543" y="192"/>
                    <a:pt x="552" y="189"/>
                    <a:pt x="558" y="181"/>
                  </a:cubicBezTo>
                  <a:lnTo>
                    <a:pt x="558" y="103"/>
                  </a:lnTo>
                  <a:cubicBezTo>
                    <a:pt x="556" y="93"/>
                    <a:pt x="555" y="84"/>
                    <a:pt x="554" y="76"/>
                  </a:cubicBezTo>
                  <a:close/>
                  <a:moveTo>
                    <a:pt x="231" y="77"/>
                  </a:moveTo>
                  <a:cubicBezTo>
                    <a:pt x="233" y="65"/>
                    <a:pt x="249" y="69"/>
                    <a:pt x="249" y="69"/>
                  </a:cubicBezTo>
                  <a:cubicBezTo>
                    <a:pt x="249" y="69"/>
                    <a:pt x="278" y="79"/>
                    <a:pt x="290" y="78"/>
                  </a:cubicBezTo>
                  <a:cubicBezTo>
                    <a:pt x="301" y="76"/>
                    <a:pt x="318" y="93"/>
                    <a:pt x="293" y="93"/>
                  </a:cubicBezTo>
                  <a:cubicBezTo>
                    <a:pt x="267" y="93"/>
                    <a:pt x="228" y="104"/>
                    <a:pt x="231" y="77"/>
                  </a:cubicBezTo>
                  <a:close/>
                  <a:moveTo>
                    <a:pt x="171" y="195"/>
                  </a:moveTo>
                  <a:cubicBezTo>
                    <a:pt x="153" y="195"/>
                    <a:pt x="46" y="237"/>
                    <a:pt x="45" y="128"/>
                  </a:cubicBezTo>
                  <a:cubicBezTo>
                    <a:pt x="45" y="104"/>
                    <a:pt x="39" y="83"/>
                    <a:pt x="69" y="98"/>
                  </a:cubicBezTo>
                  <a:cubicBezTo>
                    <a:pt x="99" y="112"/>
                    <a:pt x="72" y="111"/>
                    <a:pt x="137" y="108"/>
                  </a:cubicBezTo>
                  <a:cubicBezTo>
                    <a:pt x="137" y="108"/>
                    <a:pt x="184" y="110"/>
                    <a:pt x="191" y="106"/>
                  </a:cubicBezTo>
                  <a:cubicBezTo>
                    <a:pt x="199" y="101"/>
                    <a:pt x="192" y="91"/>
                    <a:pt x="207" y="91"/>
                  </a:cubicBezTo>
                  <a:cubicBezTo>
                    <a:pt x="222" y="90"/>
                    <a:pt x="220" y="105"/>
                    <a:pt x="220" y="105"/>
                  </a:cubicBezTo>
                  <a:cubicBezTo>
                    <a:pt x="220" y="105"/>
                    <a:pt x="207" y="124"/>
                    <a:pt x="305" y="111"/>
                  </a:cubicBezTo>
                  <a:cubicBezTo>
                    <a:pt x="317" y="109"/>
                    <a:pt x="327" y="121"/>
                    <a:pt x="302" y="121"/>
                  </a:cubicBezTo>
                  <a:cubicBezTo>
                    <a:pt x="290" y="122"/>
                    <a:pt x="272" y="128"/>
                    <a:pt x="278" y="143"/>
                  </a:cubicBezTo>
                  <a:cubicBezTo>
                    <a:pt x="284" y="158"/>
                    <a:pt x="276" y="256"/>
                    <a:pt x="276" y="256"/>
                  </a:cubicBezTo>
                  <a:cubicBezTo>
                    <a:pt x="276" y="256"/>
                    <a:pt x="271" y="274"/>
                    <a:pt x="262" y="245"/>
                  </a:cubicBezTo>
                  <a:cubicBezTo>
                    <a:pt x="259" y="235"/>
                    <a:pt x="262" y="144"/>
                    <a:pt x="260" y="137"/>
                  </a:cubicBezTo>
                  <a:cubicBezTo>
                    <a:pt x="259" y="129"/>
                    <a:pt x="217" y="122"/>
                    <a:pt x="215" y="154"/>
                  </a:cubicBezTo>
                  <a:cubicBezTo>
                    <a:pt x="214" y="185"/>
                    <a:pt x="205" y="195"/>
                    <a:pt x="171" y="195"/>
                  </a:cubicBezTo>
                  <a:close/>
                  <a:moveTo>
                    <a:pt x="237" y="231"/>
                  </a:moveTo>
                  <a:cubicBezTo>
                    <a:pt x="230" y="240"/>
                    <a:pt x="219" y="247"/>
                    <a:pt x="223" y="225"/>
                  </a:cubicBezTo>
                  <a:cubicBezTo>
                    <a:pt x="228" y="202"/>
                    <a:pt x="232" y="170"/>
                    <a:pt x="232" y="155"/>
                  </a:cubicBezTo>
                  <a:cubicBezTo>
                    <a:pt x="232" y="155"/>
                    <a:pt x="244" y="135"/>
                    <a:pt x="247" y="158"/>
                  </a:cubicBezTo>
                  <a:cubicBezTo>
                    <a:pt x="250" y="181"/>
                    <a:pt x="244" y="221"/>
                    <a:pt x="237" y="231"/>
                  </a:cubicBezTo>
                  <a:close/>
                  <a:moveTo>
                    <a:pt x="326" y="292"/>
                  </a:moveTo>
                  <a:cubicBezTo>
                    <a:pt x="327" y="320"/>
                    <a:pt x="355" y="400"/>
                    <a:pt x="286" y="399"/>
                  </a:cubicBezTo>
                  <a:cubicBezTo>
                    <a:pt x="217" y="398"/>
                    <a:pt x="214" y="409"/>
                    <a:pt x="215" y="321"/>
                  </a:cubicBezTo>
                  <a:cubicBezTo>
                    <a:pt x="216" y="236"/>
                    <a:pt x="225" y="253"/>
                    <a:pt x="230" y="264"/>
                  </a:cubicBezTo>
                  <a:cubicBezTo>
                    <a:pt x="230" y="264"/>
                    <a:pt x="253" y="318"/>
                    <a:pt x="309" y="277"/>
                  </a:cubicBezTo>
                  <a:cubicBezTo>
                    <a:pt x="319" y="269"/>
                    <a:pt x="324" y="263"/>
                    <a:pt x="326" y="292"/>
                  </a:cubicBezTo>
                  <a:close/>
                  <a:moveTo>
                    <a:pt x="318" y="133"/>
                  </a:moveTo>
                  <a:cubicBezTo>
                    <a:pt x="338" y="148"/>
                    <a:pt x="316" y="165"/>
                    <a:pt x="316" y="165"/>
                  </a:cubicBezTo>
                  <a:cubicBezTo>
                    <a:pt x="316" y="165"/>
                    <a:pt x="302" y="189"/>
                    <a:pt x="313" y="213"/>
                  </a:cubicBezTo>
                  <a:cubicBezTo>
                    <a:pt x="324" y="237"/>
                    <a:pt x="324" y="265"/>
                    <a:pt x="301" y="239"/>
                  </a:cubicBezTo>
                  <a:cubicBezTo>
                    <a:pt x="279" y="214"/>
                    <a:pt x="293" y="156"/>
                    <a:pt x="299" y="144"/>
                  </a:cubicBezTo>
                  <a:cubicBezTo>
                    <a:pt x="299" y="144"/>
                    <a:pt x="299" y="118"/>
                    <a:pt x="318" y="133"/>
                  </a:cubicBezTo>
                  <a:close/>
                  <a:moveTo>
                    <a:pt x="507" y="179"/>
                  </a:moveTo>
                  <a:cubicBezTo>
                    <a:pt x="498" y="185"/>
                    <a:pt x="507" y="179"/>
                    <a:pt x="465" y="177"/>
                  </a:cubicBezTo>
                  <a:cubicBezTo>
                    <a:pt x="423" y="176"/>
                    <a:pt x="461" y="162"/>
                    <a:pt x="461" y="162"/>
                  </a:cubicBezTo>
                  <a:cubicBezTo>
                    <a:pt x="565" y="166"/>
                    <a:pt x="516" y="173"/>
                    <a:pt x="507" y="17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0" name="Freeform 6">
              <a:extLst>
                <a:ext uri="{FF2B5EF4-FFF2-40B4-BE49-F238E27FC236}">
                  <a16:creationId xmlns:a16="http://schemas.microsoft.com/office/drawing/2014/main" id="{25C38ABE-8C15-5FE4-9537-0F82FB5069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" y="1287"/>
              <a:ext cx="238" cy="283"/>
            </a:xfrm>
            <a:custGeom>
              <a:avLst/>
              <a:gdLst>
                <a:gd name="T0" fmla="*/ 40 w 47"/>
                <a:gd name="T1" fmla="*/ 15 h 56"/>
                <a:gd name="T2" fmla="*/ 27 w 47"/>
                <a:gd name="T3" fmla="*/ 56 h 56"/>
                <a:gd name="T4" fmla="*/ 40 w 47"/>
                <a:gd name="T5" fmla="*/ 1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" h="56">
                  <a:moveTo>
                    <a:pt x="40" y="15"/>
                  </a:moveTo>
                  <a:cubicBezTo>
                    <a:pt x="37" y="0"/>
                    <a:pt x="0" y="23"/>
                    <a:pt x="27" y="56"/>
                  </a:cubicBezTo>
                  <a:cubicBezTo>
                    <a:pt x="27" y="56"/>
                    <a:pt x="47" y="49"/>
                    <a:pt x="4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1" name="Freeform 7">
              <a:extLst>
                <a:ext uri="{FF2B5EF4-FFF2-40B4-BE49-F238E27FC236}">
                  <a16:creationId xmlns:a16="http://schemas.microsoft.com/office/drawing/2014/main" id="{0B7141BF-28AF-8D9D-3820-335581E5DE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3" y="1403"/>
              <a:ext cx="208" cy="379"/>
            </a:xfrm>
            <a:custGeom>
              <a:avLst/>
              <a:gdLst>
                <a:gd name="T0" fmla="*/ 19 w 41"/>
                <a:gd name="T1" fmla="*/ 27 h 75"/>
                <a:gd name="T2" fmla="*/ 12 w 41"/>
                <a:gd name="T3" fmla="*/ 69 h 75"/>
                <a:gd name="T4" fmla="*/ 40 w 41"/>
                <a:gd name="T5" fmla="*/ 45 h 75"/>
                <a:gd name="T6" fmla="*/ 37 w 41"/>
                <a:gd name="T7" fmla="*/ 24 h 75"/>
                <a:gd name="T8" fmla="*/ 19 w 41"/>
                <a:gd name="T9" fmla="*/ 2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75">
                  <a:moveTo>
                    <a:pt x="19" y="27"/>
                  </a:moveTo>
                  <a:cubicBezTo>
                    <a:pt x="0" y="54"/>
                    <a:pt x="6" y="63"/>
                    <a:pt x="12" y="69"/>
                  </a:cubicBezTo>
                  <a:cubicBezTo>
                    <a:pt x="18" y="75"/>
                    <a:pt x="30" y="74"/>
                    <a:pt x="40" y="45"/>
                  </a:cubicBezTo>
                  <a:cubicBezTo>
                    <a:pt x="40" y="45"/>
                    <a:pt x="32" y="31"/>
                    <a:pt x="37" y="24"/>
                  </a:cubicBezTo>
                  <a:cubicBezTo>
                    <a:pt x="41" y="16"/>
                    <a:pt x="38" y="0"/>
                    <a:pt x="19" y="2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2" name="Freeform 8">
              <a:extLst>
                <a:ext uri="{FF2B5EF4-FFF2-40B4-BE49-F238E27FC236}">
                  <a16:creationId xmlns:a16="http://schemas.microsoft.com/office/drawing/2014/main" id="{50FF917C-B8CA-38D2-F020-216DE0248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2" y="645"/>
              <a:ext cx="683" cy="318"/>
            </a:xfrm>
            <a:custGeom>
              <a:avLst/>
              <a:gdLst>
                <a:gd name="T0" fmla="*/ 112 w 135"/>
                <a:gd name="T1" fmla="*/ 4 h 63"/>
                <a:gd name="T2" fmla="*/ 24 w 135"/>
                <a:gd name="T3" fmla="*/ 4 h 63"/>
                <a:gd name="T4" fmla="*/ 2 w 135"/>
                <a:gd name="T5" fmla="*/ 25 h 63"/>
                <a:gd name="T6" fmla="*/ 60 w 135"/>
                <a:gd name="T7" fmla="*/ 58 h 63"/>
                <a:gd name="T8" fmla="*/ 96 w 135"/>
                <a:gd name="T9" fmla="*/ 54 h 63"/>
                <a:gd name="T10" fmla="*/ 113 w 135"/>
                <a:gd name="T11" fmla="*/ 53 h 63"/>
                <a:gd name="T12" fmla="*/ 112 w 135"/>
                <a:gd name="T13" fmla="*/ 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5" h="63">
                  <a:moveTo>
                    <a:pt x="112" y="4"/>
                  </a:moveTo>
                  <a:cubicBezTo>
                    <a:pt x="105" y="9"/>
                    <a:pt x="24" y="4"/>
                    <a:pt x="24" y="4"/>
                  </a:cubicBezTo>
                  <a:cubicBezTo>
                    <a:pt x="15" y="4"/>
                    <a:pt x="3" y="1"/>
                    <a:pt x="2" y="25"/>
                  </a:cubicBezTo>
                  <a:cubicBezTo>
                    <a:pt x="0" y="63"/>
                    <a:pt x="48" y="58"/>
                    <a:pt x="60" y="58"/>
                  </a:cubicBezTo>
                  <a:cubicBezTo>
                    <a:pt x="72" y="58"/>
                    <a:pt x="84" y="48"/>
                    <a:pt x="96" y="54"/>
                  </a:cubicBezTo>
                  <a:cubicBezTo>
                    <a:pt x="96" y="54"/>
                    <a:pt x="107" y="63"/>
                    <a:pt x="113" y="53"/>
                  </a:cubicBezTo>
                  <a:cubicBezTo>
                    <a:pt x="135" y="13"/>
                    <a:pt x="120" y="0"/>
                    <a:pt x="112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3" name="Freeform 9">
              <a:extLst>
                <a:ext uri="{FF2B5EF4-FFF2-40B4-BE49-F238E27FC236}">
                  <a16:creationId xmlns:a16="http://schemas.microsoft.com/office/drawing/2014/main" id="{CEF875A5-BB0E-61E1-2A0C-1B740D0F07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1545"/>
              <a:ext cx="490" cy="515"/>
            </a:xfrm>
            <a:custGeom>
              <a:avLst/>
              <a:gdLst>
                <a:gd name="T0" fmla="*/ 67 w 97"/>
                <a:gd name="T1" fmla="*/ 5 h 102"/>
                <a:gd name="T2" fmla="*/ 31 w 97"/>
                <a:gd name="T3" fmla="*/ 5 h 102"/>
                <a:gd name="T4" fmla="*/ 12 w 97"/>
                <a:gd name="T5" fmla="*/ 57 h 102"/>
                <a:gd name="T6" fmla="*/ 79 w 97"/>
                <a:gd name="T7" fmla="*/ 62 h 102"/>
                <a:gd name="T8" fmla="*/ 67 w 97"/>
                <a:gd name="T9" fmla="*/ 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02">
                  <a:moveTo>
                    <a:pt x="67" y="5"/>
                  </a:moveTo>
                  <a:cubicBezTo>
                    <a:pt x="55" y="10"/>
                    <a:pt x="31" y="5"/>
                    <a:pt x="31" y="5"/>
                  </a:cubicBezTo>
                  <a:cubicBezTo>
                    <a:pt x="0" y="6"/>
                    <a:pt x="16" y="39"/>
                    <a:pt x="12" y="57"/>
                  </a:cubicBezTo>
                  <a:cubicBezTo>
                    <a:pt x="8" y="76"/>
                    <a:pt x="63" y="102"/>
                    <a:pt x="79" y="62"/>
                  </a:cubicBezTo>
                  <a:cubicBezTo>
                    <a:pt x="97" y="20"/>
                    <a:pt x="79" y="0"/>
                    <a:pt x="67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4" name="Freeform 10">
              <a:extLst>
                <a:ext uri="{FF2B5EF4-FFF2-40B4-BE49-F238E27FC236}">
                  <a16:creationId xmlns:a16="http://schemas.microsoft.com/office/drawing/2014/main" id="{ADBF8430-3B25-8104-8EB1-14F4E4999F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3" y="1024"/>
              <a:ext cx="501" cy="96"/>
            </a:xfrm>
            <a:custGeom>
              <a:avLst/>
              <a:gdLst>
                <a:gd name="T0" fmla="*/ 15 w 99"/>
                <a:gd name="T1" fmla="*/ 0 h 19"/>
                <a:gd name="T2" fmla="*/ 40 w 99"/>
                <a:gd name="T3" fmla="*/ 15 h 19"/>
                <a:gd name="T4" fmla="*/ 15 w 99"/>
                <a:gd name="T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19">
                  <a:moveTo>
                    <a:pt x="15" y="0"/>
                  </a:moveTo>
                  <a:cubicBezTo>
                    <a:pt x="0" y="0"/>
                    <a:pt x="19" y="19"/>
                    <a:pt x="40" y="15"/>
                  </a:cubicBezTo>
                  <a:cubicBezTo>
                    <a:pt x="99" y="1"/>
                    <a:pt x="15" y="0"/>
                    <a:pt x="1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5" name="Freeform 11">
              <a:extLst>
                <a:ext uri="{FF2B5EF4-FFF2-40B4-BE49-F238E27FC236}">
                  <a16:creationId xmlns:a16="http://schemas.microsoft.com/office/drawing/2014/main" id="{7FA8BDFA-FFB2-54F0-7E75-E8E1F156A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0" y="1004"/>
              <a:ext cx="385" cy="237"/>
            </a:xfrm>
            <a:custGeom>
              <a:avLst/>
              <a:gdLst>
                <a:gd name="T0" fmla="*/ 21 w 76"/>
                <a:gd name="T1" fmla="*/ 37 h 47"/>
                <a:gd name="T2" fmla="*/ 70 w 76"/>
                <a:gd name="T3" fmla="*/ 17 h 47"/>
                <a:gd name="T4" fmla="*/ 48 w 76"/>
                <a:gd name="T5" fmla="*/ 3 h 47"/>
                <a:gd name="T6" fmla="*/ 19 w 76"/>
                <a:gd name="T7" fmla="*/ 32 h 47"/>
                <a:gd name="T8" fmla="*/ 21 w 76"/>
                <a:gd name="T9" fmla="*/ 3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47">
                  <a:moveTo>
                    <a:pt x="21" y="37"/>
                  </a:moveTo>
                  <a:cubicBezTo>
                    <a:pt x="21" y="37"/>
                    <a:pt x="50" y="47"/>
                    <a:pt x="70" y="17"/>
                  </a:cubicBezTo>
                  <a:cubicBezTo>
                    <a:pt x="76" y="7"/>
                    <a:pt x="65" y="0"/>
                    <a:pt x="48" y="3"/>
                  </a:cubicBezTo>
                  <a:cubicBezTo>
                    <a:pt x="39" y="5"/>
                    <a:pt x="39" y="32"/>
                    <a:pt x="19" y="32"/>
                  </a:cubicBezTo>
                  <a:cubicBezTo>
                    <a:pt x="0" y="32"/>
                    <a:pt x="21" y="37"/>
                    <a:pt x="21" y="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6" name="Freeform 12">
              <a:extLst>
                <a:ext uri="{FF2B5EF4-FFF2-40B4-BE49-F238E27FC236}">
                  <a16:creationId xmlns:a16="http://schemas.microsoft.com/office/drawing/2014/main" id="{B2045C88-B2F2-30C2-2167-E7FD2380B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5" y="1201"/>
              <a:ext cx="415" cy="187"/>
            </a:xfrm>
            <a:custGeom>
              <a:avLst/>
              <a:gdLst>
                <a:gd name="T0" fmla="*/ 72 w 82"/>
                <a:gd name="T1" fmla="*/ 6 h 37"/>
                <a:gd name="T2" fmla="*/ 24 w 82"/>
                <a:gd name="T3" fmla="*/ 17 h 37"/>
                <a:gd name="T4" fmla="*/ 17 w 82"/>
                <a:gd name="T5" fmla="*/ 26 h 37"/>
                <a:gd name="T6" fmla="*/ 76 w 82"/>
                <a:gd name="T7" fmla="*/ 23 h 37"/>
                <a:gd name="T8" fmla="*/ 82 w 82"/>
                <a:gd name="T9" fmla="*/ 20 h 37"/>
                <a:gd name="T10" fmla="*/ 82 w 82"/>
                <a:gd name="T11" fmla="*/ 0 h 37"/>
                <a:gd name="T12" fmla="*/ 72 w 82"/>
                <a:gd name="T13" fmla="*/ 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" h="37">
                  <a:moveTo>
                    <a:pt x="72" y="6"/>
                  </a:moveTo>
                  <a:cubicBezTo>
                    <a:pt x="57" y="23"/>
                    <a:pt x="24" y="17"/>
                    <a:pt x="24" y="17"/>
                  </a:cubicBezTo>
                  <a:cubicBezTo>
                    <a:pt x="24" y="17"/>
                    <a:pt x="0" y="16"/>
                    <a:pt x="17" y="26"/>
                  </a:cubicBezTo>
                  <a:cubicBezTo>
                    <a:pt x="33" y="37"/>
                    <a:pt x="53" y="32"/>
                    <a:pt x="76" y="23"/>
                  </a:cubicBezTo>
                  <a:cubicBezTo>
                    <a:pt x="78" y="22"/>
                    <a:pt x="80" y="21"/>
                    <a:pt x="82" y="20"/>
                  </a:cubicBezTo>
                  <a:lnTo>
                    <a:pt x="82" y="0"/>
                  </a:lnTo>
                  <a:cubicBezTo>
                    <a:pt x="79" y="1"/>
                    <a:pt x="75" y="2"/>
                    <a:pt x="7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7" name="Freeform 13">
              <a:extLst>
                <a:ext uri="{FF2B5EF4-FFF2-40B4-BE49-F238E27FC236}">
                  <a16:creationId xmlns:a16="http://schemas.microsoft.com/office/drawing/2014/main" id="{FB6F24BE-D2B8-38B8-C443-9772B8FB6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1" y="1378"/>
              <a:ext cx="698" cy="167"/>
            </a:xfrm>
            <a:custGeom>
              <a:avLst/>
              <a:gdLst>
                <a:gd name="T0" fmla="*/ 21 w 138"/>
                <a:gd name="T1" fmla="*/ 1 h 33"/>
                <a:gd name="T2" fmla="*/ 8 w 138"/>
                <a:gd name="T3" fmla="*/ 14 h 33"/>
                <a:gd name="T4" fmla="*/ 57 w 138"/>
                <a:gd name="T5" fmla="*/ 22 h 33"/>
                <a:gd name="T6" fmla="*/ 117 w 138"/>
                <a:gd name="T7" fmla="*/ 23 h 33"/>
                <a:gd name="T8" fmla="*/ 114 w 138"/>
                <a:gd name="T9" fmla="*/ 8 h 33"/>
                <a:gd name="T10" fmla="*/ 82 w 138"/>
                <a:gd name="T11" fmla="*/ 3 h 33"/>
                <a:gd name="T12" fmla="*/ 21 w 138"/>
                <a:gd name="T13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" h="33">
                  <a:moveTo>
                    <a:pt x="21" y="1"/>
                  </a:moveTo>
                  <a:cubicBezTo>
                    <a:pt x="21" y="1"/>
                    <a:pt x="0" y="8"/>
                    <a:pt x="8" y="14"/>
                  </a:cubicBezTo>
                  <a:cubicBezTo>
                    <a:pt x="15" y="20"/>
                    <a:pt x="48" y="22"/>
                    <a:pt x="57" y="22"/>
                  </a:cubicBezTo>
                  <a:cubicBezTo>
                    <a:pt x="66" y="22"/>
                    <a:pt x="96" y="33"/>
                    <a:pt x="117" y="23"/>
                  </a:cubicBezTo>
                  <a:cubicBezTo>
                    <a:pt x="138" y="12"/>
                    <a:pt x="123" y="9"/>
                    <a:pt x="114" y="8"/>
                  </a:cubicBezTo>
                  <a:cubicBezTo>
                    <a:pt x="105" y="6"/>
                    <a:pt x="102" y="0"/>
                    <a:pt x="82" y="3"/>
                  </a:cubicBezTo>
                  <a:cubicBezTo>
                    <a:pt x="37" y="11"/>
                    <a:pt x="21" y="1"/>
                    <a:pt x="21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8" name="Freeform 14">
              <a:extLst>
                <a:ext uri="{FF2B5EF4-FFF2-40B4-BE49-F238E27FC236}">
                  <a16:creationId xmlns:a16="http://schemas.microsoft.com/office/drawing/2014/main" id="{878AE21F-E3D7-2FBA-8F4C-2BF864E1D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7" y="1540"/>
              <a:ext cx="567" cy="146"/>
            </a:xfrm>
            <a:custGeom>
              <a:avLst/>
              <a:gdLst>
                <a:gd name="T0" fmla="*/ 98 w 112"/>
                <a:gd name="T1" fmla="*/ 19 h 29"/>
                <a:gd name="T2" fmla="*/ 103 w 112"/>
                <a:gd name="T3" fmla="*/ 4 h 29"/>
                <a:gd name="T4" fmla="*/ 74 w 112"/>
                <a:gd name="T5" fmla="*/ 10 h 29"/>
                <a:gd name="T6" fmla="*/ 36 w 112"/>
                <a:gd name="T7" fmla="*/ 6 h 29"/>
                <a:gd name="T8" fmla="*/ 2 w 112"/>
                <a:gd name="T9" fmla="*/ 4 h 29"/>
                <a:gd name="T10" fmla="*/ 98 w 112"/>
                <a:gd name="T11" fmla="*/ 1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2" h="29">
                  <a:moveTo>
                    <a:pt x="98" y="19"/>
                  </a:moveTo>
                  <a:cubicBezTo>
                    <a:pt x="112" y="13"/>
                    <a:pt x="111" y="0"/>
                    <a:pt x="103" y="4"/>
                  </a:cubicBezTo>
                  <a:cubicBezTo>
                    <a:pt x="96" y="9"/>
                    <a:pt x="83" y="10"/>
                    <a:pt x="74" y="10"/>
                  </a:cubicBezTo>
                  <a:cubicBezTo>
                    <a:pt x="65" y="11"/>
                    <a:pt x="45" y="3"/>
                    <a:pt x="36" y="6"/>
                  </a:cubicBezTo>
                  <a:cubicBezTo>
                    <a:pt x="27" y="9"/>
                    <a:pt x="2" y="4"/>
                    <a:pt x="2" y="4"/>
                  </a:cubicBezTo>
                  <a:cubicBezTo>
                    <a:pt x="0" y="29"/>
                    <a:pt x="83" y="25"/>
                    <a:pt x="98" y="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39" name="Freeform 15">
              <a:extLst>
                <a:ext uri="{FF2B5EF4-FFF2-40B4-BE49-F238E27FC236}">
                  <a16:creationId xmlns:a16="http://schemas.microsoft.com/office/drawing/2014/main" id="{60063830-3DD4-78D1-4B46-B4E6C72E2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2" y="1656"/>
              <a:ext cx="581" cy="480"/>
            </a:xfrm>
            <a:custGeom>
              <a:avLst/>
              <a:gdLst>
                <a:gd name="T0" fmla="*/ 3 w 115"/>
                <a:gd name="T1" fmla="*/ 53 h 95"/>
                <a:gd name="T2" fmla="*/ 26 w 115"/>
                <a:gd name="T3" fmla="*/ 54 h 95"/>
                <a:gd name="T4" fmla="*/ 50 w 115"/>
                <a:gd name="T5" fmla="*/ 77 h 95"/>
                <a:gd name="T6" fmla="*/ 59 w 115"/>
                <a:gd name="T7" fmla="*/ 84 h 95"/>
                <a:gd name="T8" fmla="*/ 81 w 115"/>
                <a:gd name="T9" fmla="*/ 52 h 95"/>
                <a:gd name="T10" fmla="*/ 111 w 115"/>
                <a:gd name="T11" fmla="*/ 52 h 95"/>
                <a:gd name="T12" fmla="*/ 79 w 115"/>
                <a:gd name="T13" fmla="*/ 27 h 95"/>
                <a:gd name="T14" fmla="*/ 37 w 115"/>
                <a:gd name="T15" fmla="*/ 16 h 95"/>
                <a:gd name="T16" fmla="*/ 12 w 115"/>
                <a:gd name="T17" fmla="*/ 41 h 95"/>
                <a:gd name="T18" fmla="*/ 3 w 115"/>
                <a:gd name="T19" fmla="*/ 5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5" h="95">
                  <a:moveTo>
                    <a:pt x="3" y="53"/>
                  </a:moveTo>
                  <a:cubicBezTo>
                    <a:pt x="5" y="60"/>
                    <a:pt x="14" y="68"/>
                    <a:pt x="26" y="54"/>
                  </a:cubicBezTo>
                  <a:cubicBezTo>
                    <a:pt x="48" y="29"/>
                    <a:pt x="48" y="72"/>
                    <a:pt x="50" y="77"/>
                  </a:cubicBezTo>
                  <a:cubicBezTo>
                    <a:pt x="51" y="81"/>
                    <a:pt x="54" y="95"/>
                    <a:pt x="59" y="84"/>
                  </a:cubicBezTo>
                  <a:cubicBezTo>
                    <a:pt x="63" y="74"/>
                    <a:pt x="70" y="39"/>
                    <a:pt x="81" y="52"/>
                  </a:cubicBezTo>
                  <a:cubicBezTo>
                    <a:pt x="100" y="76"/>
                    <a:pt x="115" y="54"/>
                    <a:pt x="111" y="52"/>
                  </a:cubicBezTo>
                  <a:cubicBezTo>
                    <a:pt x="106" y="51"/>
                    <a:pt x="79" y="37"/>
                    <a:pt x="79" y="27"/>
                  </a:cubicBezTo>
                  <a:cubicBezTo>
                    <a:pt x="79" y="16"/>
                    <a:pt x="42" y="0"/>
                    <a:pt x="37" y="16"/>
                  </a:cubicBezTo>
                  <a:cubicBezTo>
                    <a:pt x="33" y="33"/>
                    <a:pt x="12" y="41"/>
                    <a:pt x="12" y="41"/>
                  </a:cubicBezTo>
                  <a:cubicBezTo>
                    <a:pt x="0" y="44"/>
                    <a:pt x="2" y="45"/>
                    <a:pt x="3" y="5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0" name="Freeform 16">
              <a:extLst>
                <a:ext uri="{FF2B5EF4-FFF2-40B4-BE49-F238E27FC236}">
                  <a16:creationId xmlns:a16="http://schemas.microsoft.com/office/drawing/2014/main" id="{70637A07-B56D-5004-50FC-E7CD9FC54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" y="1464"/>
              <a:ext cx="329" cy="854"/>
            </a:xfrm>
            <a:custGeom>
              <a:avLst/>
              <a:gdLst>
                <a:gd name="T0" fmla="*/ 51 w 65"/>
                <a:gd name="T1" fmla="*/ 40 h 169"/>
                <a:gd name="T2" fmla="*/ 22 w 65"/>
                <a:gd name="T3" fmla="*/ 49 h 169"/>
                <a:gd name="T4" fmla="*/ 22 w 65"/>
                <a:gd name="T5" fmla="*/ 59 h 169"/>
                <a:gd name="T6" fmla="*/ 50 w 65"/>
                <a:gd name="T7" fmla="*/ 90 h 169"/>
                <a:gd name="T8" fmla="*/ 34 w 65"/>
                <a:gd name="T9" fmla="*/ 118 h 169"/>
                <a:gd name="T10" fmla="*/ 0 w 65"/>
                <a:gd name="T11" fmla="*/ 148 h 169"/>
                <a:gd name="T12" fmla="*/ 17 w 65"/>
                <a:gd name="T13" fmla="*/ 155 h 169"/>
                <a:gd name="T14" fmla="*/ 47 w 65"/>
                <a:gd name="T15" fmla="*/ 166 h 169"/>
                <a:gd name="T16" fmla="*/ 63 w 65"/>
                <a:gd name="T17" fmla="*/ 162 h 169"/>
                <a:gd name="T18" fmla="*/ 65 w 65"/>
                <a:gd name="T19" fmla="*/ 0 h 169"/>
                <a:gd name="T20" fmla="*/ 51 w 65"/>
                <a:gd name="T21" fmla="*/ 4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5" h="169">
                  <a:moveTo>
                    <a:pt x="51" y="40"/>
                  </a:moveTo>
                  <a:cubicBezTo>
                    <a:pt x="44" y="46"/>
                    <a:pt x="30" y="49"/>
                    <a:pt x="22" y="49"/>
                  </a:cubicBezTo>
                  <a:cubicBezTo>
                    <a:pt x="13" y="48"/>
                    <a:pt x="14" y="56"/>
                    <a:pt x="22" y="59"/>
                  </a:cubicBezTo>
                  <a:cubicBezTo>
                    <a:pt x="30" y="62"/>
                    <a:pt x="49" y="75"/>
                    <a:pt x="50" y="90"/>
                  </a:cubicBezTo>
                  <a:cubicBezTo>
                    <a:pt x="50" y="104"/>
                    <a:pt x="51" y="115"/>
                    <a:pt x="34" y="118"/>
                  </a:cubicBezTo>
                  <a:cubicBezTo>
                    <a:pt x="18" y="122"/>
                    <a:pt x="3" y="124"/>
                    <a:pt x="0" y="148"/>
                  </a:cubicBezTo>
                  <a:cubicBezTo>
                    <a:pt x="0" y="148"/>
                    <a:pt x="10" y="154"/>
                    <a:pt x="17" y="155"/>
                  </a:cubicBezTo>
                  <a:cubicBezTo>
                    <a:pt x="23" y="155"/>
                    <a:pt x="42" y="163"/>
                    <a:pt x="47" y="166"/>
                  </a:cubicBezTo>
                  <a:cubicBezTo>
                    <a:pt x="51" y="169"/>
                    <a:pt x="58" y="167"/>
                    <a:pt x="63" y="162"/>
                  </a:cubicBezTo>
                  <a:lnTo>
                    <a:pt x="65" y="0"/>
                  </a:lnTo>
                  <a:cubicBezTo>
                    <a:pt x="64" y="8"/>
                    <a:pt x="58" y="36"/>
                    <a:pt x="51" y="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7841" name="Group 17">
            <a:extLst>
              <a:ext uri="{FF2B5EF4-FFF2-40B4-BE49-F238E27FC236}">
                <a16:creationId xmlns:a16="http://schemas.microsoft.com/office/drawing/2014/main" id="{735042FA-9390-4BE4-2BCE-0DDE948E4D99}"/>
              </a:ext>
            </a:extLst>
          </p:cNvPr>
          <p:cNvGrpSpPr>
            <a:grpSpLocks/>
          </p:cNvGrpSpPr>
          <p:nvPr/>
        </p:nvGrpSpPr>
        <p:grpSpPr bwMode="auto">
          <a:xfrm>
            <a:off x="738718" y="36513"/>
            <a:ext cx="10521949" cy="6821487"/>
            <a:chOff x="349" y="23"/>
            <a:chExt cx="4971" cy="4297"/>
          </a:xfrm>
        </p:grpSpPr>
        <p:sp>
          <p:nvSpPr>
            <p:cNvPr id="717842" name="Rectangle 18">
              <a:extLst>
                <a:ext uri="{FF2B5EF4-FFF2-40B4-BE49-F238E27FC236}">
                  <a16:creationId xmlns:a16="http://schemas.microsoft.com/office/drawing/2014/main" id="{1DF3AC91-44B6-3DBD-F01B-F487EDB97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3" name="Freeform 19">
              <a:extLst>
                <a:ext uri="{FF2B5EF4-FFF2-40B4-BE49-F238E27FC236}">
                  <a16:creationId xmlns:a16="http://schemas.microsoft.com/office/drawing/2014/main" id="{8EB2B823-B1A1-38B7-E303-F994448CDA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4" name="Freeform 20">
              <a:extLst>
                <a:ext uri="{FF2B5EF4-FFF2-40B4-BE49-F238E27FC236}">
                  <a16:creationId xmlns:a16="http://schemas.microsoft.com/office/drawing/2014/main" id="{F308B134-0BDE-EC36-D61B-021C9D507F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5" name="Freeform 21">
              <a:extLst>
                <a:ext uri="{FF2B5EF4-FFF2-40B4-BE49-F238E27FC236}">
                  <a16:creationId xmlns:a16="http://schemas.microsoft.com/office/drawing/2014/main" id="{14FA880A-4DC6-7BD7-E9F5-325FE06C18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6" name="Freeform 22">
              <a:extLst>
                <a:ext uri="{FF2B5EF4-FFF2-40B4-BE49-F238E27FC236}">
                  <a16:creationId xmlns:a16="http://schemas.microsoft.com/office/drawing/2014/main" id="{53E5B39D-43DB-FE9E-860D-48581B711E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7" name="Freeform 23">
              <a:extLst>
                <a:ext uri="{FF2B5EF4-FFF2-40B4-BE49-F238E27FC236}">
                  <a16:creationId xmlns:a16="http://schemas.microsoft.com/office/drawing/2014/main" id="{5DD63AD4-5462-3580-0AD5-5868A3128A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8" name="Freeform 24">
              <a:extLst>
                <a:ext uri="{FF2B5EF4-FFF2-40B4-BE49-F238E27FC236}">
                  <a16:creationId xmlns:a16="http://schemas.microsoft.com/office/drawing/2014/main" id="{07512456-1DD7-7342-41C0-B367E41ACF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49" name="Freeform 25">
              <a:extLst>
                <a:ext uri="{FF2B5EF4-FFF2-40B4-BE49-F238E27FC236}">
                  <a16:creationId xmlns:a16="http://schemas.microsoft.com/office/drawing/2014/main" id="{2C52981A-04C5-44D9-5430-F065312AF7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0" name="Freeform 26">
              <a:extLst>
                <a:ext uri="{FF2B5EF4-FFF2-40B4-BE49-F238E27FC236}">
                  <a16:creationId xmlns:a16="http://schemas.microsoft.com/office/drawing/2014/main" id="{45B4FA9A-C52C-1C75-ADC3-EEFEF9BA5B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1" name="Freeform 27">
              <a:extLst>
                <a:ext uri="{FF2B5EF4-FFF2-40B4-BE49-F238E27FC236}">
                  <a16:creationId xmlns:a16="http://schemas.microsoft.com/office/drawing/2014/main" id="{FC82E210-DFE6-8875-879D-F5A38B39DF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2" name="Freeform 28">
              <a:extLst>
                <a:ext uri="{FF2B5EF4-FFF2-40B4-BE49-F238E27FC236}">
                  <a16:creationId xmlns:a16="http://schemas.microsoft.com/office/drawing/2014/main" id="{BE77DCE3-19D8-CEDD-DD5D-829D543AF8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3" name="Rectangle 29">
              <a:extLst>
                <a:ext uri="{FF2B5EF4-FFF2-40B4-BE49-F238E27FC236}">
                  <a16:creationId xmlns:a16="http://schemas.microsoft.com/office/drawing/2014/main" id="{65EB7FFB-B3E7-E6AC-F0D1-03F16A9E0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4" name="Rectangle 30">
              <a:extLst>
                <a:ext uri="{FF2B5EF4-FFF2-40B4-BE49-F238E27FC236}">
                  <a16:creationId xmlns:a16="http://schemas.microsoft.com/office/drawing/2014/main" id="{499A381F-FAA8-9B22-3690-574B1E7AA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5" name="Freeform 31">
              <a:extLst>
                <a:ext uri="{FF2B5EF4-FFF2-40B4-BE49-F238E27FC236}">
                  <a16:creationId xmlns:a16="http://schemas.microsoft.com/office/drawing/2014/main" id="{B1914493-D549-8B2C-797A-13F332AC35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6" name="Freeform 32">
              <a:extLst>
                <a:ext uri="{FF2B5EF4-FFF2-40B4-BE49-F238E27FC236}">
                  <a16:creationId xmlns:a16="http://schemas.microsoft.com/office/drawing/2014/main" id="{ECB24CFC-04DF-1819-AB6A-5A4D7AEC14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7" name="Freeform 33">
              <a:extLst>
                <a:ext uri="{FF2B5EF4-FFF2-40B4-BE49-F238E27FC236}">
                  <a16:creationId xmlns:a16="http://schemas.microsoft.com/office/drawing/2014/main" id="{51AB47B4-BA26-E5C9-8A61-FE435E383E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8" name="Freeform 34">
              <a:extLst>
                <a:ext uri="{FF2B5EF4-FFF2-40B4-BE49-F238E27FC236}">
                  <a16:creationId xmlns:a16="http://schemas.microsoft.com/office/drawing/2014/main" id="{7EA567ED-18FB-71B3-0795-B9A59F2D55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59" name="Freeform 35">
              <a:extLst>
                <a:ext uri="{FF2B5EF4-FFF2-40B4-BE49-F238E27FC236}">
                  <a16:creationId xmlns:a16="http://schemas.microsoft.com/office/drawing/2014/main" id="{1426CA09-E801-B86B-3C00-1520733304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0" name="Freeform 36">
              <a:extLst>
                <a:ext uri="{FF2B5EF4-FFF2-40B4-BE49-F238E27FC236}">
                  <a16:creationId xmlns:a16="http://schemas.microsoft.com/office/drawing/2014/main" id="{3D7DBF11-CFD2-C37A-E97B-C716D5381B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1" name="Freeform 37">
              <a:extLst>
                <a:ext uri="{FF2B5EF4-FFF2-40B4-BE49-F238E27FC236}">
                  <a16:creationId xmlns:a16="http://schemas.microsoft.com/office/drawing/2014/main" id="{4F3AF0A1-1EBF-C7B1-C14E-006CA3115C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2" name="Freeform 38">
              <a:extLst>
                <a:ext uri="{FF2B5EF4-FFF2-40B4-BE49-F238E27FC236}">
                  <a16:creationId xmlns:a16="http://schemas.microsoft.com/office/drawing/2014/main" id="{7836828D-2E28-63B8-926B-A828B84A6F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3" name="Freeform 39">
              <a:extLst>
                <a:ext uri="{FF2B5EF4-FFF2-40B4-BE49-F238E27FC236}">
                  <a16:creationId xmlns:a16="http://schemas.microsoft.com/office/drawing/2014/main" id="{A830E421-677F-61D2-5A08-2A2D2970CB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4" name="Freeform 40">
              <a:extLst>
                <a:ext uri="{FF2B5EF4-FFF2-40B4-BE49-F238E27FC236}">
                  <a16:creationId xmlns:a16="http://schemas.microsoft.com/office/drawing/2014/main" id="{E1B4CAE2-8082-09EF-57B8-8C1493A496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5" name="Rectangle 41">
              <a:extLst>
                <a:ext uri="{FF2B5EF4-FFF2-40B4-BE49-F238E27FC236}">
                  <a16:creationId xmlns:a16="http://schemas.microsoft.com/office/drawing/2014/main" id="{9FF7EA2F-BB5F-FA27-EE3B-57DCF1913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6" name="Rectangle 42">
              <a:extLst>
                <a:ext uri="{FF2B5EF4-FFF2-40B4-BE49-F238E27FC236}">
                  <a16:creationId xmlns:a16="http://schemas.microsoft.com/office/drawing/2014/main" id="{76A98F45-638E-4BD0-12C9-0F77C7EAB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7" name="Freeform 43">
              <a:extLst>
                <a:ext uri="{FF2B5EF4-FFF2-40B4-BE49-F238E27FC236}">
                  <a16:creationId xmlns:a16="http://schemas.microsoft.com/office/drawing/2014/main" id="{6528BD45-ED2E-771F-A14F-99A35AA07A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8" name="Freeform 44">
              <a:extLst>
                <a:ext uri="{FF2B5EF4-FFF2-40B4-BE49-F238E27FC236}">
                  <a16:creationId xmlns:a16="http://schemas.microsoft.com/office/drawing/2014/main" id="{EED50610-88CE-AEAE-3D2A-68CF312A48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69" name="Freeform 45">
              <a:extLst>
                <a:ext uri="{FF2B5EF4-FFF2-40B4-BE49-F238E27FC236}">
                  <a16:creationId xmlns:a16="http://schemas.microsoft.com/office/drawing/2014/main" id="{BBA8DF3C-45E7-64CB-12BF-75A0D08C7F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0" name="Freeform 46">
              <a:extLst>
                <a:ext uri="{FF2B5EF4-FFF2-40B4-BE49-F238E27FC236}">
                  <a16:creationId xmlns:a16="http://schemas.microsoft.com/office/drawing/2014/main" id="{809AD7D6-BC8A-E6D0-A306-AAF0D6FCCC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1" name="Freeform 47">
              <a:extLst>
                <a:ext uri="{FF2B5EF4-FFF2-40B4-BE49-F238E27FC236}">
                  <a16:creationId xmlns:a16="http://schemas.microsoft.com/office/drawing/2014/main" id="{31759359-2882-C7C3-E57B-31C6B28AFB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2" name="Freeform 48">
              <a:extLst>
                <a:ext uri="{FF2B5EF4-FFF2-40B4-BE49-F238E27FC236}">
                  <a16:creationId xmlns:a16="http://schemas.microsoft.com/office/drawing/2014/main" id="{9EC946B3-F995-1F31-D8F5-9C52479B85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3" name="Freeform 49">
              <a:extLst>
                <a:ext uri="{FF2B5EF4-FFF2-40B4-BE49-F238E27FC236}">
                  <a16:creationId xmlns:a16="http://schemas.microsoft.com/office/drawing/2014/main" id="{D7BD8B2D-2C4D-ABDC-456A-9716E4B17B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4" name="Freeform 50">
              <a:extLst>
                <a:ext uri="{FF2B5EF4-FFF2-40B4-BE49-F238E27FC236}">
                  <a16:creationId xmlns:a16="http://schemas.microsoft.com/office/drawing/2014/main" id="{64EC5555-7A07-BEB5-C4FC-670C16F616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5" name="Freeform 51">
              <a:extLst>
                <a:ext uri="{FF2B5EF4-FFF2-40B4-BE49-F238E27FC236}">
                  <a16:creationId xmlns:a16="http://schemas.microsoft.com/office/drawing/2014/main" id="{D1F329BD-D5B2-DBE3-9C96-5BAB8B78B9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6" name="Freeform 52">
              <a:extLst>
                <a:ext uri="{FF2B5EF4-FFF2-40B4-BE49-F238E27FC236}">
                  <a16:creationId xmlns:a16="http://schemas.microsoft.com/office/drawing/2014/main" id="{17AA189A-B8AA-6AAA-5031-6B1E8233E4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7" name="Rectangle 53">
              <a:extLst>
                <a:ext uri="{FF2B5EF4-FFF2-40B4-BE49-F238E27FC236}">
                  <a16:creationId xmlns:a16="http://schemas.microsoft.com/office/drawing/2014/main" id="{720DC57D-2C84-2DEC-1C9C-DC9B17ED9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8" name="Rectangle 54">
              <a:extLst>
                <a:ext uri="{FF2B5EF4-FFF2-40B4-BE49-F238E27FC236}">
                  <a16:creationId xmlns:a16="http://schemas.microsoft.com/office/drawing/2014/main" id="{FC12E68C-FC29-6ABE-7BD5-AFDC08205F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79" name="Freeform 55">
              <a:extLst>
                <a:ext uri="{FF2B5EF4-FFF2-40B4-BE49-F238E27FC236}">
                  <a16:creationId xmlns:a16="http://schemas.microsoft.com/office/drawing/2014/main" id="{78550B44-46C8-8613-906A-8D44312D48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0" name="Freeform 56">
              <a:extLst>
                <a:ext uri="{FF2B5EF4-FFF2-40B4-BE49-F238E27FC236}">
                  <a16:creationId xmlns:a16="http://schemas.microsoft.com/office/drawing/2014/main" id="{CC55AD09-CCBC-A42C-7C68-4B1734F79F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1" name="Freeform 57">
              <a:extLst>
                <a:ext uri="{FF2B5EF4-FFF2-40B4-BE49-F238E27FC236}">
                  <a16:creationId xmlns:a16="http://schemas.microsoft.com/office/drawing/2014/main" id="{22FA0920-C7FA-E7B1-CAD6-6B48D64039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2" name="Freeform 58">
              <a:extLst>
                <a:ext uri="{FF2B5EF4-FFF2-40B4-BE49-F238E27FC236}">
                  <a16:creationId xmlns:a16="http://schemas.microsoft.com/office/drawing/2014/main" id="{4714F3AE-A83F-D3A1-E68C-563FAFC8B4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3" name="Freeform 59">
              <a:extLst>
                <a:ext uri="{FF2B5EF4-FFF2-40B4-BE49-F238E27FC236}">
                  <a16:creationId xmlns:a16="http://schemas.microsoft.com/office/drawing/2014/main" id="{E67EF838-A6C1-8E82-1E5C-B62C2639BC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4" name="Freeform 60">
              <a:extLst>
                <a:ext uri="{FF2B5EF4-FFF2-40B4-BE49-F238E27FC236}">
                  <a16:creationId xmlns:a16="http://schemas.microsoft.com/office/drawing/2014/main" id="{70B676D4-8E2A-FC05-C339-A785679CAE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5" name="Freeform 61">
              <a:extLst>
                <a:ext uri="{FF2B5EF4-FFF2-40B4-BE49-F238E27FC236}">
                  <a16:creationId xmlns:a16="http://schemas.microsoft.com/office/drawing/2014/main" id="{1B6B3467-E5E0-24EA-56FB-7EB6E9C413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6" name="Freeform 62">
              <a:extLst>
                <a:ext uri="{FF2B5EF4-FFF2-40B4-BE49-F238E27FC236}">
                  <a16:creationId xmlns:a16="http://schemas.microsoft.com/office/drawing/2014/main" id="{2242730B-F3BE-3E14-3A81-9F1AFD7F5C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7" name="Freeform 63">
              <a:extLst>
                <a:ext uri="{FF2B5EF4-FFF2-40B4-BE49-F238E27FC236}">
                  <a16:creationId xmlns:a16="http://schemas.microsoft.com/office/drawing/2014/main" id="{DB83CAFD-01EC-39C5-2395-847E404F51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8" name="Freeform 64">
              <a:extLst>
                <a:ext uri="{FF2B5EF4-FFF2-40B4-BE49-F238E27FC236}">
                  <a16:creationId xmlns:a16="http://schemas.microsoft.com/office/drawing/2014/main" id="{4D1278F2-0F0D-8C30-D1A0-EC2489DCC2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89" name="Rectangle 65">
              <a:extLst>
                <a:ext uri="{FF2B5EF4-FFF2-40B4-BE49-F238E27FC236}">
                  <a16:creationId xmlns:a16="http://schemas.microsoft.com/office/drawing/2014/main" id="{D75685E5-F504-6C23-6B3F-B0C1D0E6B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0" name="Rectangle 66">
              <a:extLst>
                <a:ext uri="{FF2B5EF4-FFF2-40B4-BE49-F238E27FC236}">
                  <a16:creationId xmlns:a16="http://schemas.microsoft.com/office/drawing/2014/main" id="{264BC1E5-CFDB-DFD0-4C7A-3E165317E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1" name="Freeform 67">
              <a:extLst>
                <a:ext uri="{FF2B5EF4-FFF2-40B4-BE49-F238E27FC236}">
                  <a16:creationId xmlns:a16="http://schemas.microsoft.com/office/drawing/2014/main" id="{09B9D49D-A3E3-87E8-FFA5-AC23BA27F0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2" name="Freeform 68">
              <a:extLst>
                <a:ext uri="{FF2B5EF4-FFF2-40B4-BE49-F238E27FC236}">
                  <a16:creationId xmlns:a16="http://schemas.microsoft.com/office/drawing/2014/main" id="{6EBBF30F-E47C-CD8D-A5A8-9E7EC4BB78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3" name="Freeform 69">
              <a:extLst>
                <a:ext uri="{FF2B5EF4-FFF2-40B4-BE49-F238E27FC236}">
                  <a16:creationId xmlns:a16="http://schemas.microsoft.com/office/drawing/2014/main" id="{652F43DA-EDC2-2946-0CB3-0D00195A74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4" name="Freeform 70">
              <a:extLst>
                <a:ext uri="{FF2B5EF4-FFF2-40B4-BE49-F238E27FC236}">
                  <a16:creationId xmlns:a16="http://schemas.microsoft.com/office/drawing/2014/main" id="{44E2E0A2-F5F1-DBEE-22FD-00E6BBFB3D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5" name="Freeform 71">
              <a:extLst>
                <a:ext uri="{FF2B5EF4-FFF2-40B4-BE49-F238E27FC236}">
                  <a16:creationId xmlns:a16="http://schemas.microsoft.com/office/drawing/2014/main" id="{C4093AE4-A50A-14B6-DE4A-DE06B1799F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6" name="Freeform 72">
              <a:extLst>
                <a:ext uri="{FF2B5EF4-FFF2-40B4-BE49-F238E27FC236}">
                  <a16:creationId xmlns:a16="http://schemas.microsoft.com/office/drawing/2014/main" id="{0EF0DBBD-9E53-6551-7561-5A4FCB1876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7" name="Freeform 73">
              <a:extLst>
                <a:ext uri="{FF2B5EF4-FFF2-40B4-BE49-F238E27FC236}">
                  <a16:creationId xmlns:a16="http://schemas.microsoft.com/office/drawing/2014/main" id="{88310277-1635-6CF9-A915-1F9118241D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8" name="Freeform 74">
              <a:extLst>
                <a:ext uri="{FF2B5EF4-FFF2-40B4-BE49-F238E27FC236}">
                  <a16:creationId xmlns:a16="http://schemas.microsoft.com/office/drawing/2014/main" id="{D774FDDE-577D-25B1-1BAB-6CF299CD71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899" name="Freeform 75">
              <a:extLst>
                <a:ext uri="{FF2B5EF4-FFF2-40B4-BE49-F238E27FC236}">
                  <a16:creationId xmlns:a16="http://schemas.microsoft.com/office/drawing/2014/main" id="{35BE14AE-3445-7215-C551-C36E58EF83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0" name="Freeform 76">
              <a:extLst>
                <a:ext uri="{FF2B5EF4-FFF2-40B4-BE49-F238E27FC236}">
                  <a16:creationId xmlns:a16="http://schemas.microsoft.com/office/drawing/2014/main" id="{4EDB98D6-972C-B75D-4DA9-EB8B9C1111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1" name="Rectangle 77">
              <a:extLst>
                <a:ext uri="{FF2B5EF4-FFF2-40B4-BE49-F238E27FC236}">
                  <a16:creationId xmlns:a16="http://schemas.microsoft.com/office/drawing/2014/main" id="{19173702-13DC-3DEF-738A-E2D8789EE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2" name="Rectangle 78">
              <a:extLst>
                <a:ext uri="{FF2B5EF4-FFF2-40B4-BE49-F238E27FC236}">
                  <a16:creationId xmlns:a16="http://schemas.microsoft.com/office/drawing/2014/main" id="{59BE4697-D300-A03A-BDC9-446E400E7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3" name="Freeform 79">
              <a:extLst>
                <a:ext uri="{FF2B5EF4-FFF2-40B4-BE49-F238E27FC236}">
                  <a16:creationId xmlns:a16="http://schemas.microsoft.com/office/drawing/2014/main" id="{C9AC7A5D-7432-3B26-53FD-04275CE2DE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4" name="Freeform 80">
              <a:extLst>
                <a:ext uri="{FF2B5EF4-FFF2-40B4-BE49-F238E27FC236}">
                  <a16:creationId xmlns:a16="http://schemas.microsoft.com/office/drawing/2014/main" id="{3B229321-94F2-2268-95A4-494BAF4745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5" name="Freeform 81">
              <a:extLst>
                <a:ext uri="{FF2B5EF4-FFF2-40B4-BE49-F238E27FC236}">
                  <a16:creationId xmlns:a16="http://schemas.microsoft.com/office/drawing/2014/main" id="{B415B353-BC76-44A5-7EE3-34D84C7D20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6" name="Freeform 82">
              <a:extLst>
                <a:ext uri="{FF2B5EF4-FFF2-40B4-BE49-F238E27FC236}">
                  <a16:creationId xmlns:a16="http://schemas.microsoft.com/office/drawing/2014/main" id="{92AC922B-730D-7594-904A-42ADB196C7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7" name="Freeform 83">
              <a:extLst>
                <a:ext uri="{FF2B5EF4-FFF2-40B4-BE49-F238E27FC236}">
                  <a16:creationId xmlns:a16="http://schemas.microsoft.com/office/drawing/2014/main" id="{3E2CCD18-D43C-990E-422B-6B87E5DA55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8" name="Freeform 84">
              <a:extLst>
                <a:ext uri="{FF2B5EF4-FFF2-40B4-BE49-F238E27FC236}">
                  <a16:creationId xmlns:a16="http://schemas.microsoft.com/office/drawing/2014/main" id="{C35D5C7B-DAA2-082E-ED36-8BE7E3F7A0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09" name="Freeform 85">
              <a:extLst>
                <a:ext uri="{FF2B5EF4-FFF2-40B4-BE49-F238E27FC236}">
                  <a16:creationId xmlns:a16="http://schemas.microsoft.com/office/drawing/2014/main" id="{461F2BFF-9A58-D516-164D-E0B88B7E27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0" name="Freeform 86">
              <a:extLst>
                <a:ext uri="{FF2B5EF4-FFF2-40B4-BE49-F238E27FC236}">
                  <a16:creationId xmlns:a16="http://schemas.microsoft.com/office/drawing/2014/main" id="{D6E081D5-3994-843F-8765-EFC0D81F90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1" name="Freeform 87">
              <a:extLst>
                <a:ext uri="{FF2B5EF4-FFF2-40B4-BE49-F238E27FC236}">
                  <a16:creationId xmlns:a16="http://schemas.microsoft.com/office/drawing/2014/main" id="{147E3E70-15F8-0D45-1869-CACA28A062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2" name="Freeform 88">
              <a:extLst>
                <a:ext uri="{FF2B5EF4-FFF2-40B4-BE49-F238E27FC236}">
                  <a16:creationId xmlns:a16="http://schemas.microsoft.com/office/drawing/2014/main" id="{EDD9CA6E-0415-882D-CB08-FF6588E1F9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3" name="Rectangle 89">
              <a:extLst>
                <a:ext uri="{FF2B5EF4-FFF2-40B4-BE49-F238E27FC236}">
                  <a16:creationId xmlns:a16="http://schemas.microsoft.com/office/drawing/2014/main" id="{A3088D0A-842D-4C49-58D1-E22D5E6B8C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4" name="Rectangle 90">
              <a:extLst>
                <a:ext uri="{FF2B5EF4-FFF2-40B4-BE49-F238E27FC236}">
                  <a16:creationId xmlns:a16="http://schemas.microsoft.com/office/drawing/2014/main" id="{D6BD83E6-B2B0-A883-37CC-330CEA9921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5" name="Freeform 91">
              <a:extLst>
                <a:ext uri="{FF2B5EF4-FFF2-40B4-BE49-F238E27FC236}">
                  <a16:creationId xmlns:a16="http://schemas.microsoft.com/office/drawing/2014/main" id="{164A120D-3F33-E520-2E9B-A3AB23EE31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6" name="Freeform 92">
              <a:extLst>
                <a:ext uri="{FF2B5EF4-FFF2-40B4-BE49-F238E27FC236}">
                  <a16:creationId xmlns:a16="http://schemas.microsoft.com/office/drawing/2014/main" id="{74DFBC55-5A0F-34C1-FFE9-9194F446DC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7" name="Freeform 93">
              <a:extLst>
                <a:ext uri="{FF2B5EF4-FFF2-40B4-BE49-F238E27FC236}">
                  <a16:creationId xmlns:a16="http://schemas.microsoft.com/office/drawing/2014/main" id="{A585E7EB-8123-2708-B0DD-C44F4F5AD7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8" name="Freeform 94">
              <a:extLst>
                <a:ext uri="{FF2B5EF4-FFF2-40B4-BE49-F238E27FC236}">
                  <a16:creationId xmlns:a16="http://schemas.microsoft.com/office/drawing/2014/main" id="{D1865297-5A3F-7F12-9FE6-B6082D13C8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19" name="Freeform 95">
              <a:extLst>
                <a:ext uri="{FF2B5EF4-FFF2-40B4-BE49-F238E27FC236}">
                  <a16:creationId xmlns:a16="http://schemas.microsoft.com/office/drawing/2014/main" id="{B039BF4D-8001-DB68-C66D-E8BF0BBB4C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0" name="Freeform 96">
              <a:extLst>
                <a:ext uri="{FF2B5EF4-FFF2-40B4-BE49-F238E27FC236}">
                  <a16:creationId xmlns:a16="http://schemas.microsoft.com/office/drawing/2014/main" id="{72D85AAA-277E-1E55-4AFA-C0C993F9E8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1" name="Freeform 97">
              <a:extLst>
                <a:ext uri="{FF2B5EF4-FFF2-40B4-BE49-F238E27FC236}">
                  <a16:creationId xmlns:a16="http://schemas.microsoft.com/office/drawing/2014/main" id="{B333D067-7A5D-4857-4211-6E63122047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2" name="Freeform 98">
              <a:extLst>
                <a:ext uri="{FF2B5EF4-FFF2-40B4-BE49-F238E27FC236}">
                  <a16:creationId xmlns:a16="http://schemas.microsoft.com/office/drawing/2014/main" id="{6FB69043-EEFD-98CF-7D70-9662958686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3" name="Freeform 99">
              <a:extLst>
                <a:ext uri="{FF2B5EF4-FFF2-40B4-BE49-F238E27FC236}">
                  <a16:creationId xmlns:a16="http://schemas.microsoft.com/office/drawing/2014/main" id="{7F7024FD-E80B-348E-E6F2-C0B03F6A21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4" name="Freeform 100">
              <a:extLst>
                <a:ext uri="{FF2B5EF4-FFF2-40B4-BE49-F238E27FC236}">
                  <a16:creationId xmlns:a16="http://schemas.microsoft.com/office/drawing/2014/main" id="{2897A736-E790-B7C5-E68A-FD3F90B2B3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5" name="Rectangle 101">
              <a:extLst>
                <a:ext uri="{FF2B5EF4-FFF2-40B4-BE49-F238E27FC236}">
                  <a16:creationId xmlns:a16="http://schemas.microsoft.com/office/drawing/2014/main" id="{1ED006EB-916A-DAE2-B74E-5E8C8AE04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6" name="Rectangle 102">
              <a:extLst>
                <a:ext uri="{FF2B5EF4-FFF2-40B4-BE49-F238E27FC236}">
                  <a16:creationId xmlns:a16="http://schemas.microsoft.com/office/drawing/2014/main" id="{E396BEED-B8FE-994F-64A3-446B26300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7" name="Freeform 103">
              <a:extLst>
                <a:ext uri="{FF2B5EF4-FFF2-40B4-BE49-F238E27FC236}">
                  <a16:creationId xmlns:a16="http://schemas.microsoft.com/office/drawing/2014/main" id="{6EB24B3C-216E-457C-562A-CE413F3D8B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8" name="Freeform 104">
              <a:extLst>
                <a:ext uri="{FF2B5EF4-FFF2-40B4-BE49-F238E27FC236}">
                  <a16:creationId xmlns:a16="http://schemas.microsoft.com/office/drawing/2014/main" id="{F920B5A2-BAA7-66BB-1943-E4A972DA65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29" name="Freeform 105">
              <a:extLst>
                <a:ext uri="{FF2B5EF4-FFF2-40B4-BE49-F238E27FC236}">
                  <a16:creationId xmlns:a16="http://schemas.microsoft.com/office/drawing/2014/main" id="{E30A979C-2F39-6E58-5542-BB851D8ABE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0" name="Freeform 106">
              <a:extLst>
                <a:ext uri="{FF2B5EF4-FFF2-40B4-BE49-F238E27FC236}">
                  <a16:creationId xmlns:a16="http://schemas.microsoft.com/office/drawing/2014/main" id="{2FCC436F-42EB-E8FA-7C17-09C90D75B4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1" name="Freeform 107">
              <a:extLst>
                <a:ext uri="{FF2B5EF4-FFF2-40B4-BE49-F238E27FC236}">
                  <a16:creationId xmlns:a16="http://schemas.microsoft.com/office/drawing/2014/main" id="{7F3C153E-1EF9-56C8-6088-B7FFE290F5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2" name="Freeform 108">
              <a:extLst>
                <a:ext uri="{FF2B5EF4-FFF2-40B4-BE49-F238E27FC236}">
                  <a16:creationId xmlns:a16="http://schemas.microsoft.com/office/drawing/2014/main" id="{BEE96D33-7920-882D-15DC-3BA17DDC53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3" name="Freeform 109">
              <a:extLst>
                <a:ext uri="{FF2B5EF4-FFF2-40B4-BE49-F238E27FC236}">
                  <a16:creationId xmlns:a16="http://schemas.microsoft.com/office/drawing/2014/main" id="{911654D2-446A-3E2F-E157-5CB3E83D10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4" name="Freeform 110">
              <a:extLst>
                <a:ext uri="{FF2B5EF4-FFF2-40B4-BE49-F238E27FC236}">
                  <a16:creationId xmlns:a16="http://schemas.microsoft.com/office/drawing/2014/main" id="{136B831E-2B2F-E378-F20B-C748D5D367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5" name="Freeform 111">
              <a:extLst>
                <a:ext uri="{FF2B5EF4-FFF2-40B4-BE49-F238E27FC236}">
                  <a16:creationId xmlns:a16="http://schemas.microsoft.com/office/drawing/2014/main" id="{44050D59-DAEB-41E5-3B7D-E6CEF0FA4C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6" name="Freeform 112">
              <a:extLst>
                <a:ext uri="{FF2B5EF4-FFF2-40B4-BE49-F238E27FC236}">
                  <a16:creationId xmlns:a16="http://schemas.microsoft.com/office/drawing/2014/main" id="{E927816E-FDD6-1321-5BC6-124EAED871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7" name="Rectangle 113">
              <a:extLst>
                <a:ext uri="{FF2B5EF4-FFF2-40B4-BE49-F238E27FC236}">
                  <a16:creationId xmlns:a16="http://schemas.microsoft.com/office/drawing/2014/main" id="{06246F91-DF49-8721-2494-E21424FEF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8" name="Rectangle 114">
              <a:extLst>
                <a:ext uri="{FF2B5EF4-FFF2-40B4-BE49-F238E27FC236}">
                  <a16:creationId xmlns:a16="http://schemas.microsoft.com/office/drawing/2014/main" id="{980CAAD4-06F2-F846-2CF6-6626FBB08F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39" name="Freeform 115">
              <a:extLst>
                <a:ext uri="{FF2B5EF4-FFF2-40B4-BE49-F238E27FC236}">
                  <a16:creationId xmlns:a16="http://schemas.microsoft.com/office/drawing/2014/main" id="{E15D5128-B034-229D-EDF9-C23A904BB1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0" name="Freeform 116">
              <a:extLst>
                <a:ext uri="{FF2B5EF4-FFF2-40B4-BE49-F238E27FC236}">
                  <a16:creationId xmlns:a16="http://schemas.microsoft.com/office/drawing/2014/main" id="{A11B655E-1A05-0B69-5AD1-E414F8095B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1" name="Freeform 117">
              <a:extLst>
                <a:ext uri="{FF2B5EF4-FFF2-40B4-BE49-F238E27FC236}">
                  <a16:creationId xmlns:a16="http://schemas.microsoft.com/office/drawing/2014/main" id="{59B73717-6710-9EFD-96BE-86CE931C22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2" name="Freeform 118">
              <a:extLst>
                <a:ext uri="{FF2B5EF4-FFF2-40B4-BE49-F238E27FC236}">
                  <a16:creationId xmlns:a16="http://schemas.microsoft.com/office/drawing/2014/main" id="{826F6BB6-AC61-AB96-F768-B08E339FC1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3" name="Freeform 119">
              <a:extLst>
                <a:ext uri="{FF2B5EF4-FFF2-40B4-BE49-F238E27FC236}">
                  <a16:creationId xmlns:a16="http://schemas.microsoft.com/office/drawing/2014/main" id="{2A4802CD-D396-4E32-7F34-16668597D2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4" name="Freeform 120">
              <a:extLst>
                <a:ext uri="{FF2B5EF4-FFF2-40B4-BE49-F238E27FC236}">
                  <a16:creationId xmlns:a16="http://schemas.microsoft.com/office/drawing/2014/main" id="{63E21FCE-D481-6795-C617-41DD5DFD02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5" name="Freeform 121">
              <a:extLst>
                <a:ext uri="{FF2B5EF4-FFF2-40B4-BE49-F238E27FC236}">
                  <a16:creationId xmlns:a16="http://schemas.microsoft.com/office/drawing/2014/main" id="{D79B3433-80EC-8464-A6E2-5F13C6852F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6" name="Freeform 122">
              <a:extLst>
                <a:ext uri="{FF2B5EF4-FFF2-40B4-BE49-F238E27FC236}">
                  <a16:creationId xmlns:a16="http://schemas.microsoft.com/office/drawing/2014/main" id="{0EA69490-120C-1A79-7188-E3BBBF1295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7" name="Freeform 123">
              <a:extLst>
                <a:ext uri="{FF2B5EF4-FFF2-40B4-BE49-F238E27FC236}">
                  <a16:creationId xmlns:a16="http://schemas.microsoft.com/office/drawing/2014/main" id="{9DC7AFA3-5418-E6F9-C8D3-B97C549825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8" name="Freeform 124">
              <a:extLst>
                <a:ext uri="{FF2B5EF4-FFF2-40B4-BE49-F238E27FC236}">
                  <a16:creationId xmlns:a16="http://schemas.microsoft.com/office/drawing/2014/main" id="{2680EEFD-01F2-196D-5FBA-239C1D7774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49" name="Rectangle 125">
              <a:extLst>
                <a:ext uri="{FF2B5EF4-FFF2-40B4-BE49-F238E27FC236}">
                  <a16:creationId xmlns:a16="http://schemas.microsoft.com/office/drawing/2014/main" id="{2341FF38-0880-954E-E3FF-323CAC71A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0" name="Rectangle 126">
              <a:extLst>
                <a:ext uri="{FF2B5EF4-FFF2-40B4-BE49-F238E27FC236}">
                  <a16:creationId xmlns:a16="http://schemas.microsoft.com/office/drawing/2014/main" id="{6C66F36E-94DE-ECF8-FD98-B5D7D569C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1" name="Freeform 127">
              <a:extLst>
                <a:ext uri="{FF2B5EF4-FFF2-40B4-BE49-F238E27FC236}">
                  <a16:creationId xmlns:a16="http://schemas.microsoft.com/office/drawing/2014/main" id="{0A2AE3AE-6079-F283-DF26-4601CF3F76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2" name="Freeform 128">
              <a:extLst>
                <a:ext uri="{FF2B5EF4-FFF2-40B4-BE49-F238E27FC236}">
                  <a16:creationId xmlns:a16="http://schemas.microsoft.com/office/drawing/2014/main" id="{F2B617C4-3A30-7993-29A0-4C3C6DEC0A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3" name="Freeform 129">
              <a:extLst>
                <a:ext uri="{FF2B5EF4-FFF2-40B4-BE49-F238E27FC236}">
                  <a16:creationId xmlns:a16="http://schemas.microsoft.com/office/drawing/2014/main" id="{B91CDC26-42E4-6E28-4CA2-A3E5EC5F8D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4" name="Freeform 130">
              <a:extLst>
                <a:ext uri="{FF2B5EF4-FFF2-40B4-BE49-F238E27FC236}">
                  <a16:creationId xmlns:a16="http://schemas.microsoft.com/office/drawing/2014/main" id="{6B962B32-2800-8F0B-4333-CBC2732713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5" name="Freeform 131">
              <a:extLst>
                <a:ext uri="{FF2B5EF4-FFF2-40B4-BE49-F238E27FC236}">
                  <a16:creationId xmlns:a16="http://schemas.microsoft.com/office/drawing/2014/main" id="{44ED411F-7713-46DE-2178-C8FBC8DE53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6" name="Freeform 132">
              <a:extLst>
                <a:ext uri="{FF2B5EF4-FFF2-40B4-BE49-F238E27FC236}">
                  <a16:creationId xmlns:a16="http://schemas.microsoft.com/office/drawing/2014/main" id="{1D5C77AC-DA59-B547-6892-F9F01360FE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7" name="Freeform 133">
              <a:extLst>
                <a:ext uri="{FF2B5EF4-FFF2-40B4-BE49-F238E27FC236}">
                  <a16:creationId xmlns:a16="http://schemas.microsoft.com/office/drawing/2014/main" id="{233FEB06-4627-9F40-BA0B-8B5480C772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8" name="Freeform 134">
              <a:extLst>
                <a:ext uri="{FF2B5EF4-FFF2-40B4-BE49-F238E27FC236}">
                  <a16:creationId xmlns:a16="http://schemas.microsoft.com/office/drawing/2014/main" id="{5C6859B9-40A5-4BDE-10E1-9FF30E5D7C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59" name="Freeform 135">
              <a:extLst>
                <a:ext uri="{FF2B5EF4-FFF2-40B4-BE49-F238E27FC236}">
                  <a16:creationId xmlns:a16="http://schemas.microsoft.com/office/drawing/2014/main" id="{223B384C-FD18-A792-ED8E-F93683AB91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0" name="Freeform 136">
              <a:extLst>
                <a:ext uri="{FF2B5EF4-FFF2-40B4-BE49-F238E27FC236}">
                  <a16:creationId xmlns:a16="http://schemas.microsoft.com/office/drawing/2014/main" id="{77DD1DD3-4857-97E0-B9F2-966279B84C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1" name="Rectangle 137">
              <a:extLst>
                <a:ext uri="{FF2B5EF4-FFF2-40B4-BE49-F238E27FC236}">
                  <a16:creationId xmlns:a16="http://schemas.microsoft.com/office/drawing/2014/main" id="{3242ED9F-3B4E-BD42-25AA-28B6C3B8A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2" name="Rectangle 138">
              <a:extLst>
                <a:ext uri="{FF2B5EF4-FFF2-40B4-BE49-F238E27FC236}">
                  <a16:creationId xmlns:a16="http://schemas.microsoft.com/office/drawing/2014/main" id="{B7823975-9541-4988-304E-EA559DD56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3" name="Freeform 139">
              <a:extLst>
                <a:ext uri="{FF2B5EF4-FFF2-40B4-BE49-F238E27FC236}">
                  <a16:creationId xmlns:a16="http://schemas.microsoft.com/office/drawing/2014/main" id="{95D87DAB-23B8-DC9C-DE6C-A8933F2DDA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4" name="Freeform 140">
              <a:extLst>
                <a:ext uri="{FF2B5EF4-FFF2-40B4-BE49-F238E27FC236}">
                  <a16:creationId xmlns:a16="http://schemas.microsoft.com/office/drawing/2014/main" id="{1A088A13-FBFB-377B-9B59-09861C193F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5" name="Freeform 141">
              <a:extLst>
                <a:ext uri="{FF2B5EF4-FFF2-40B4-BE49-F238E27FC236}">
                  <a16:creationId xmlns:a16="http://schemas.microsoft.com/office/drawing/2014/main" id="{5735585D-EF37-2D3F-2DDA-F4903FEB0F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6" name="Freeform 142">
              <a:extLst>
                <a:ext uri="{FF2B5EF4-FFF2-40B4-BE49-F238E27FC236}">
                  <a16:creationId xmlns:a16="http://schemas.microsoft.com/office/drawing/2014/main" id="{A0F646A2-EF98-6805-446F-ED6FADE898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7" name="Freeform 143">
              <a:extLst>
                <a:ext uri="{FF2B5EF4-FFF2-40B4-BE49-F238E27FC236}">
                  <a16:creationId xmlns:a16="http://schemas.microsoft.com/office/drawing/2014/main" id="{DA179380-8CC1-D171-74BD-03BCE3D77E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8" name="Freeform 144">
              <a:extLst>
                <a:ext uri="{FF2B5EF4-FFF2-40B4-BE49-F238E27FC236}">
                  <a16:creationId xmlns:a16="http://schemas.microsoft.com/office/drawing/2014/main" id="{CCB2E01B-4C08-F2F2-42DB-4182BE788A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69" name="Freeform 145">
              <a:extLst>
                <a:ext uri="{FF2B5EF4-FFF2-40B4-BE49-F238E27FC236}">
                  <a16:creationId xmlns:a16="http://schemas.microsoft.com/office/drawing/2014/main" id="{02C521CF-155E-7982-E4D3-31142452D6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0" name="Freeform 146">
              <a:extLst>
                <a:ext uri="{FF2B5EF4-FFF2-40B4-BE49-F238E27FC236}">
                  <a16:creationId xmlns:a16="http://schemas.microsoft.com/office/drawing/2014/main" id="{163B77E9-3101-2320-2D74-4B73E2ACF0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1" name="Freeform 147">
              <a:extLst>
                <a:ext uri="{FF2B5EF4-FFF2-40B4-BE49-F238E27FC236}">
                  <a16:creationId xmlns:a16="http://schemas.microsoft.com/office/drawing/2014/main" id="{0105A9B9-E4BC-611E-3227-85F1383FB6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2" name="Freeform 148">
              <a:extLst>
                <a:ext uri="{FF2B5EF4-FFF2-40B4-BE49-F238E27FC236}">
                  <a16:creationId xmlns:a16="http://schemas.microsoft.com/office/drawing/2014/main" id="{4C9D13FB-1250-F98D-F6B7-709D2FEADA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3" name="Rectangle 149">
              <a:extLst>
                <a:ext uri="{FF2B5EF4-FFF2-40B4-BE49-F238E27FC236}">
                  <a16:creationId xmlns:a16="http://schemas.microsoft.com/office/drawing/2014/main" id="{40215551-F06A-4A16-1C3C-E4C8FE00F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4" name="Rectangle 150">
              <a:extLst>
                <a:ext uri="{FF2B5EF4-FFF2-40B4-BE49-F238E27FC236}">
                  <a16:creationId xmlns:a16="http://schemas.microsoft.com/office/drawing/2014/main" id="{23006C02-9D81-9008-CABF-A79CBD88F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5" name="Freeform 151">
              <a:extLst>
                <a:ext uri="{FF2B5EF4-FFF2-40B4-BE49-F238E27FC236}">
                  <a16:creationId xmlns:a16="http://schemas.microsoft.com/office/drawing/2014/main" id="{EDD63D7A-3059-5F77-B435-2CE7ED34CB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6" name="Freeform 152">
              <a:extLst>
                <a:ext uri="{FF2B5EF4-FFF2-40B4-BE49-F238E27FC236}">
                  <a16:creationId xmlns:a16="http://schemas.microsoft.com/office/drawing/2014/main" id="{90B8A15B-9DCA-46C1-4C83-0B4B19BF06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7" name="Freeform 153">
              <a:extLst>
                <a:ext uri="{FF2B5EF4-FFF2-40B4-BE49-F238E27FC236}">
                  <a16:creationId xmlns:a16="http://schemas.microsoft.com/office/drawing/2014/main" id="{B61B1DAC-0679-4656-8DD5-1BD64987FD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8" name="Freeform 154">
              <a:extLst>
                <a:ext uri="{FF2B5EF4-FFF2-40B4-BE49-F238E27FC236}">
                  <a16:creationId xmlns:a16="http://schemas.microsoft.com/office/drawing/2014/main" id="{1EB0157A-A1F0-DCEB-FAC0-5E1F6E88F2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79" name="Freeform 155">
              <a:extLst>
                <a:ext uri="{FF2B5EF4-FFF2-40B4-BE49-F238E27FC236}">
                  <a16:creationId xmlns:a16="http://schemas.microsoft.com/office/drawing/2014/main" id="{34BA9FDC-E3ED-B254-AD2A-0985512F1D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80" name="Freeform 156">
              <a:extLst>
                <a:ext uri="{FF2B5EF4-FFF2-40B4-BE49-F238E27FC236}">
                  <a16:creationId xmlns:a16="http://schemas.microsoft.com/office/drawing/2014/main" id="{D3B0E013-BC65-7B11-2F07-720CAB15D9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81" name="Freeform 157">
              <a:extLst>
                <a:ext uri="{FF2B5EF4-FFF2-40B4-BE49-F238E27FC236}">
                  <a16:creationId xmlns:a16="http://schemas.microsoft.com/office/drawing/2014/main" id="{7466A9B5-7874-37D9-CDB8-6BF6E30F0E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82" name="Freeform 158">
              <a:extLst>
                <a:ext uri="{FF2B5EF4-FFF2-40B4-BE49-F238E27FC236}">
                  <a16:creationId xmlns:a16="http://schemas.microsoft.com/office/drawing/2014/main" id="{0DB3361E-0480-E312-9D29-A3EF29A904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83" name="Freeform 159">
              <a:extLst>
                <a:ext uri="{FF2B5EF4-FFF2-40B4-BE49-F238E27FC236}">
                  <a16:creationId xmlns:a16="http://schemas.microsoft.com/office/drawing/2014/main" id="{FF7969F2-25BA-BC91-F8B1-513DF4EBB9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84" name="Freeform 160">
              <a:extLst>
                <a:ext uri="{FF2B5EF4-FFF2-40B4-BE49-F238E27FC236}">
                  <a16:creationId xmlns:a16="http://schemas.microsoft.com/office/drawing/2014/main" id="{A77B9E37-D21B-BA7A-DD2F-B0EDBBCDBA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85" name="Rectangle 161">
              <a:extLst>
                <a:ext uri="{FF2B5EF4-FFF2-40B4-BE49-F238E27FC236}">
                  <a16:creationId xmlns:a16="http://schemas.microsoft.com/office/drawing/2014/main" id="{BCB477F2-960B-75E8-05D3-5AD787D07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86" name="Freeform 162">
              <a:extLst>
                <a:ext uri="{FF2B5EF4-FFF2-40B4-BE49-F238E27FC236}">
                  <a16:creationId xmlns:a16="http://schemas.microsoft.com/office/drawing/2014/main" id="{32324E83-E60A-6367-AE11-9FE18FE4D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" y="3304"/>
              <a:ext cx="20" cy="10"/>
            </a:xfrm>
            <a:custGeom>
              <a:avLst/>
              <a:gdLst>
                <a:gd name="T0" fmla="*/ 0 w 4"/>
                <a:gd name="T1" fmla="*/ 1 h 2"/>
                <a:gd name="T2" fmla="*/ 0 w 4"/>
                <a:gd name="T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sp>
        <p:nvSpPr>
          <p:cNvPr id="717987" name="Rectangle 163">
            <a:extLst>
              <a:ext uri="{FF2B5EF4-FFF2-40B4-BE49-F238E27FC236}">
                <a16:creationId xmlns:a16="http://schemas.microsoft.com/office/drawing/2014/main" id="{DB140B29-1C99-D675-C8B8-A81FD170BC3B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914400" y="20574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17988" name="Rectangle 164">
            <a:extLst>
              <a:ext uri="{FF2B5EF4-FFF2-40B4-BE49-F238E27FC236}">
                <a16:creationId xmlns:a16="http://schemas.microsoft.com/office/drawing/2014/main" id="{4D7EEC8A-2D51-E0BF-5D8A-C12C76A0E35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402167" y="6248400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17989" name="Rectangle 165">
            <a:extLst>
              <a:ext uri="{FF2B5EF4-FFF2-40B4-BE49-F238E27FC236}">
                <a16:creationId xmlns:a16="http://schemas.microsoft.com/office/drawing/2014/main" id="{FF4DE785-CD44-7018-0917-1477D7F83E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8400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17990" name="Rectangle 166">
            <a:extLst>
              <a:ext uri="{FF2B5EF4-FFF2-40B4-BE49-F238E27FC236}">
                <a16:creationId xmlns:a16="http://schemas.microsoft.com/office/drawing/2014/main" id="{BC574B08-7C5B-C907-6FD2-F5A9B63375C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1" y="6248400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fld id="{85F8DBF7-2913-E24A-AF87-4836B974E686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17991" name="Rectangle 167">
            <a:extLst>
              <a:ext uri="{FF2B5EF4-FFF2-40B4-BE49-F238E27FC236}">
                <a16:creationId xmlns:a16="http://schemas.microsoft.com/office/drawing/2014/main" id="{4D951F1A-9A81-79DE-E7F2-5E16B175D189}"/>
              </a:ext>
            </a:extLst>
          </p:cNvPr>
          <p:cNvSpPr>
            <a:spLocks noGrp="1" noRot="1" noChangeArrowheads="1"/>
          </p:cNvSpPr>
          <p:nvPr>
            <p:ph type="subTitle" idx="1"/>
          </p:nvPr>
        </p:nvSpPr>
        <p:spPr>
          <a:xfrm>
            <a:off x="1828800" y="3505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grpSp>
        <p:nvGrpSpPr>
          <p:cNvPr id="717992" name="Group 168">
            <a:extLst>
              <a:ext uri="{FF2B5EF4-FFF2-40B4-BE49-F238E27FC236}">
                <a16:creationId xmlns:a16="http://schemas.microsoft.com/office/drawing/2014/main" id="{9875E097-5CA4-100F-9C59-076FDEC27E7C}"/>
              </a:ext>
            </a:extLst>
          </p:cNvPr>
          <p:cNvGrpSpPr>
            <a:grpSpLocks/>
          </p:cNvGrpSpPr>
          <p:nvPr/>
        </p:nvGrpSpPr>
        <p:grpSpPr bwMode="auto">
          <a:xfrm>
            <a:off x="203201" y="4724400"/>
            <a:ext cx="2247900" cy="1557338"/>
            <a:chOff x="96" y="2784"/>
            <a:chExt cx="1062" cy="981"/>
          </a:xfrm>
        </p:grpSpPr>
        <p:sp>
          <p:nvSpPr>
            <p:cNvPr id="717993" name="Freeform 169">
              <a:extLst>
                <a:ext uri="{FF2B5EF4-FFF2-40B4-BE49-F238E27FC236}">
                  <a16:creationId xmlns:a16="http://schemas.microsoft.com/office/drawing/2014/main" id="{66605F08-6135-60BF-5CF7-5C49E130F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94" name="Freeform 170">
              <a:extLst>
                <a:ext uri="{FF2B5EF4-FFF2-40B4-BE49-F238E27FC236}">
                  <a16:creationId xmlns:a16="http://schemas.microsoft.com/office/drawing/2014/main" id="{65436C7A-B405-2C0A-4DCA-CF2E39F974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95" name="Freeform 171">
              <a:extLst>
                <a:ext uri="{FF2B5EF4-FFF2-40B4-BE49-F238E27FC236}">
                  <a16:creationId xmlns:a16="http://schemas.microsoft.com/office/drawing/2014/main" id="{4F6AD85F-21D9-CC83-DFDD-562433DB9F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96" name="Freeform 172">
              <a:extLst>
                <a:ext uri="{FF2B5EF4-FFF2-40B4-BE49-F238E27FC236}">
                  <a16:creationId xmlns:a16="http://schemas.microsoft.com/office/drawing/2014/main" id="{5CCEA6D5-5A46-7E23-9498-391476823B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97" name="Freeform 173">
              <a:extLst>
                <a:ext uri="{FF2B5EF4-FFF2-40B4-BE49-F238E27FC236}">
                  <a16:creationId xmlns:a16="http://schemas.microsoft.com/office/drawing/2014/main" id="{4D602FCC-82D9-773E-AB84-83CEFE545C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98" name="Freeform 174">
              <a:extLst>
                <a:ext uri="{FF2B5EF4-FFF2-40B4-BE49-F238E27FC236}">
                  <a16:creationId xmlns:a16="http://schemas.microsoft.com/office/drawing/2014/main" id="{CF4488C7-FCB7-57F6-4F8F-DE109B4959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999" name="Freeform 175">
              <a:extLst>
                <a:ext uri="{FF2B5EF4-FFF2-40B4-BE49-F238E27FC236}">
                  <a16:creationId xmlns:a16="http://schemas.microsoft.com/office/drawing/2014/main" id="{05F73827-B12C-EEC5-DFA2-C4E0E5437A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8000" name="Freeform 176">
              <a:extLst>
                <a:ext uri="{FF2B5EF4-FFF2-40B4-BE49-F238E27FC236}">
                  <a16:creationId xmlns:a16="http://schemas.microsoft.com/office/drawing/2014/main" id="{2FD7E403-9050-1B5E-D2A1-A0203EEE08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8001" name="Freeform 177">
              <a:extLst>
                <a:ext uri="{FF2B5EF4-FFF2-40B4-BE49-F238E27FC236}">
                  <a16:creationId xmlns:a16="http://schemas.microsoft.com/office/drawing/2014/main" id="{A1FDE5B2-205B-F385-113B-8663C04B73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8002" name="Freeform 178">
              <a:extLst>
                <a:ext uri="{FF2B5EF4-FFF2-40B4-BE49-F238E27FC236}">
                  <a16:creationId xmlns:a16="http://schemas.microsoft.com/office/drawing/2014/main" id="{C9638C3E-4262-24FD-1CD1-88D7893448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8003" name="Freeform 179">
              <a:extLst>
                <a:ext uri="{FF2B5EF4-FFF2-40B4-BE49-F238E27FC236}">
                  <a16:creationId xmlns:a16="http://schemas.microsoft.com/office/drawing/2014/main" id="{6D4166C2-4459-8D05-17B9-3769A506A5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8004" name="Freeform 180">
              <a:extLst>
                <a:ext uri="{FF2B5EF4-FFF2-40B4-BE49-F238E27FC236}">
                  <a16:creationId xmlns:a16="http://schemas.microsoft.com/office/drawing/2014/main" id="{32D06B5B-915B-614F-A004-DDC3D7DDCB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8005" name="Freeform 181">
              <a:extLst>
                <a:ext uri="{FF2B5EF4-FFF2-40B4-BE49-F238E27FC236}">
                  <a16:creationId xmlns:a16="http://schemas.microsoft.com/office/drawing/2014/main" id="{E922738C-70F2-D2D5-E483-F3150921C5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</p:spTree>
    <p:extLst>
      <p:ext uri="{BB962C8B-B14F-4D97-AF65-F5344CB8AC3E}">
        <p14:creationId xmlns:p14="http://schemas.microsoft.com/office/powerpoint/2010/main" val="267569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2B87E-AA1D-FA73-F88B-0DF8BD427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85EC2-AF23-0F5B-41DB-131286374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BC2A2-2193-B05D-E49A-6EDB5AA8E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ACB9C-0FB2-F372-FCC3-2ABC42D3D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0E510-2A51-C550-212F-3D8D8AEAB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8F2EF5-AC1C-4449-BB65-65BBA514464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8560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64B2E-EBC3-F1E6-6DBE-7455F2669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6DD39-0EA9-043D-7A19-078B4CFA5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0D77C-1C70-C584-6936-21964E1AD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32126-D9B6-1147-8B34-401CDBB8A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2D2D9-2AE3-1479-2C67-FB4EE6C76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1D7E25-051D-4D4E-AFA0-5347260ABF4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3098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4B424-073E-F0BB-3C56-7DBA820B5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073F2-D56D-D4B7-1613-E846A13DC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800" y="1600200"/>
            <a:ext cx="5334000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549E8-0A55-60C3-61CB-4A4BC22D1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0000" y="1600200"/>
            <a:ext cx="5334000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93BBD-0E32-64E0-A03A-1257A3282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AF357-5ACA-69B6-A255-092C7EE6D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CB047F-958D-990D-F298-1B5B33001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7F4894-0BB2-AA44-86D0-D06D6511846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7070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B9AE7-58B3-2D5D-0426-F57E9C6B0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C2040-1760-61FE-2B76-E3252AE4C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91C143-64E0-AACC-BE73-B99B64424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4859EF-849F-0426-7DBE-51E4831885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DFD4B7-E6EF-A816-CD33-449FAFE913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360BB8-63EA-16A8-A7EC-ADAB265E5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5BD1D5-51D3-CB88-BE10-41EA4C3F8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0F502D-C19D-B65A-C98E-61B541E29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47A757-7D90-6F43-8154-A09E73F77D0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5514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66910-7464-A3AB-FA2F-498FE3F0F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CA985A-3DEC-6E67-36E9-30C1786A3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ACDFE4-E48A-321C-7784-4379FD5EC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CFF6A2-279F-54BE-D7AC-A089455E7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807E32-255A-7F46-8C01-18E2596FD8A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4419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5BDD8F-DC41-ECFC-478F-876C25DB4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40DF32-16B6-8366-1053-291EA0F31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0BA77-347A-2824-BB93-3EAFAB22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18D522-C27F-6443-AD15-7A8B4A87D7A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807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F1288-76C0-1ABD-7284-8131DC99C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85841-BFA2-3D9C-0E1F-9F5A9627A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6567CF-1522-611D-5233-1BBE81AEF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0EE05-2660-3406-05BF-C661730D2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B5FD1-E958-D43E-C5A8-1EE02039F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07858-3363-EC1F-2209-B97D049AB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3F168F-7DF9-9640-B9EA-983A826958F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3014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A7099-4786-3218-05F8-5104C3B9D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D92CA-6E12-992E-7886-14B6B49312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B6A09-B2FD-26D7-1CA8-E77CE23CC8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3A1E5-BC5A-896B-BFE7-C69CA9362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E15E1-517F-51C4-A46A-B5DDCFA5B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5D49E-2BBB-4C20-7DE2-57724A33C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54AFDA-2072-0F4A-943A-E5FF23783E4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9277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90D4E-E9B3-068C-1E45-905B36FBA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EE435-EEBF-72DF-C2D8-6B784F968A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6E355-DED8-E06C-1E62-03EBB9508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FA3FD-6263-F1D5-EBBB-BE285C42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3A41F-ED8C-5E34-25A0-C62F668DA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E5D42D-1C36-C74F-AB4D-E287D402DF8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0554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620811-AC5E-5995-7396-B0228261A5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38685" y="228601"/>
            <a:ext cx="2846916" cy="58705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642B8-A83A-6661-CF2D-FDE5D65AF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97934" y="228601"/>
            <a:ext cx="8337551" cy="58705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3E28A-897F-86F3-5242-2A60EB7B3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9460E-DF10-3113-FFBD-42F4DE8C0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ECF7C-61FC-A58A-7C3B-0F13C5444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F6806-2704-DF48-8412-09F4B237F09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0909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>
            <a:extLst>
              <a:ext uri="{FF2B5EF4-FFF2-40B4-BE49-F238E27FC236}">
                <a16:creationId xmlns:a16="http://schemas.microsoft.com/office/drawing/2014/main" id="{186C7F7A-3672-C157-450A-A4FA03E177AB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91203" name="Rectangle 3">
            <a:extLst>
              <a:ext uri="{FF2B5EF4-FFF2-40B4-BE49-F238E27FC236}">
                <a16:creationId xmlns:a16="http://schemas.microsoft.com/office/drawing/2014/main" id="{9F59E6FF-D488-A0FA-92C8-AEDF1D4CFD63}"/>
              </a:ext>
            </a:extLst>
          </p:cNvPr>
          <p:cNvSpPr>
            <a:spLocks noGrp="1" noRot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691204" name="Rectangle 4">
            <a:extLst>
              <a:ext uri="{FF2B5EF4-FFF2-40B4-BE49-F238E27FC236}">
                <a16:creationId xmlns:a16="http://schemas.microsoft.com/office/drawing/2014/main" id="{2347976A-A113-AE74-3A44-48F4DA446B8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91205" name="Rectangle 5">
            <a:extLst>
              <a:ext uri="{FF2B5EF4-FFF2-40B4-BE49-F238E27FC236}">
                <a16:creationId xmlns:a16="http://schemas.microsoft.com/office/drawing/2014/main" id="{D3728A0B-9A0E-1DA4-B261-481BF33CDC9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91206" name="Rectangle 6">
            <a:extLst>
              <a:ext uri="{FF2B5EF4-FFF2-40B4-BE49-F238E27FC236}">
                <a16:creationId xmlns:a16="http://schemas.microsoft.com/office/drawing/2014/main" id="{1ED8DAD7-4151-8D7A-B02B-D815C1543A0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3AD4068-E341-B64E-B28D-2D0A69F4B5A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51428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B6A89-E29B-72F6-FBEF-49A8C7DD4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A94DB-79F6-8FBC-56B5-6DEDBD46E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12C45-A272-A7ED-0827-4E899F6B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D92FD-423B-7E0E-A209-F1F7AEEB6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3654C-43F1-97A0-A528-8EEE0BCA3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D05CB3-9320-1243-827C-B11A43FF0C1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67660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11A3F-C3F2-403B-644F-74F113D8A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55B85-4E68-1170-C66D-7DD8A3849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FF974-F63F-FEF1-23C4-2DB4BBFE5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3A657-0900-6D30-B907-EF6C936A0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398D0-DCA1-CC10-0010-29568286F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80CA5E-E6C0-664E-A408-3F855FB05C5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46773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BD5EA-C1E6-5702-BDF0-C06EDC5C3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25A70-D7E3-945F-F5D1-C87765C62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2168" y="1905001"/>
            <a:ext cx="5592233" cy="419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D8DF6-F6AF-96F4-A764-AE754E040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1" y="1905001"/>
            <a:ext cx="5592233" cy="419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DD6E1-4888-DAED-C120-341F53F4B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69A36-4159-C838-4E90-4ADD2ABCE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467C9B-AABD-6EF2-E18E-34C4CB3AB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046929-A45E-3C47-8E28-3E96E52155E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13404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F621E-6F3D-A240-A7EE-33CCA5F8C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A7B7E-F3E7-1DAC-6A60-F091A15B9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BABF5-E648-96F4-F682-A1929713B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529371-66B4-EFE0-019A-80533CC3E6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EB1A89-8908-16C2-1E27-CA131FC53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8174F1-8A64-104E-00E3-7B93BF028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E2BB17-5872-B03D-8913-A35E111C6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3E6FC4-53BE-2155-6582-073DF31E5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E5024C-D708-B14A-8517-88F5421420E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97489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0B619-7637-94B5-9C7B-6EAA7ED88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03B473-72D3-62E7-5B24-997DD3DF6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96DEBB-5CAE-DF5F-58F4-7DCA4F4E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162B67-ABE2-9752-AC32-E3E114D68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F3EFFC-141E-6747-A4E0-E31B43D7E38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17147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AB13B7-FDD1-1A86-C2CA-34C76CC61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732793-D30E-D3C2-A32C-CB61AFC1A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09A4D-5086-7A54-ECA8-4DB27A068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6027F7-2A7F-6E43-98D8-279AA91E081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508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0A41A-2F36-FE49-003F-92C76BEAC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B13F2-C526-0569-80BF-7B5FC3B61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B3DB9-3B97-F557-52D6-1BC25A5C1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70E9C-79F9-C9D0-6A24-B9F8B474F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066B4-A6EF-22EC-BFFB-8DF7AC5E8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F40B79-2CE8-9575-1BF3-D3B747FF7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D175A2-63E3-FD47-87A6-D30C70A6B3B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37346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D43EC-5C66-7E04-D74E-69C7A29F0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7B6BA-ECB1-5652-D1D4-2BB92FA92D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F5EB3-5F7D-B808-E91D-205D13EB7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45F0B-BDD4-D2D4-A283-ADF02FA4B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B0278-BC76-5465-0911-B6D7AEEDB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89FDE3-B304-7B80-4EBF-F2D364D63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BBFC06-049B-D543-A017-216BDE13A99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12645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E0FC4-B15E-1DFC-25E0-5F3F97C99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11703E-4C23-9CAA-55B4-45E0FA4AD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E078C-7827-97A8-5336-B0593E23E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81C64-2EE0-FCFE-6C9B-C77EFA535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3F072-1D94-544C-0BAF-208FD927E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DE19B0-6EFE-F74B-AADA-B07AFA8BC48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35319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F6325D-1471-165B-426D-06289DD3C6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42918" y="609601"/>
            <a:ext cx="2846916" cy="54895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5B3852-6EE6-4B27-83B6-A5C88A89F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02167" y="609601"/>
            <a:ext cx="8337551" cy="54895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AE3F2-7B43-AE0E-E140-A0444E3F3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95581-BD12-2083-9A77-4B6DE0462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3481A-4782-1169-3908-CC9922667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70D1F0-4DEB-A945-8B45-34AD03AAA90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2704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A897D-0F90-0659-3780-5C5ECEC24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67" y="609600"/>
            <a:ext cx="11387667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E5285-6F65-DEF7-6D8F-9E0B25C43FB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02168" y="1905001"/>
            <a:ext cx="5592233" cy="419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6B0926-3FC5-23BB-7896-C6C13BC48F43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197601" y="1905000"/>
            <a:ext cx="5592233" cy="2020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918245-9BCA-388F-68E1-2AF8BD4704B6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6197601" y="4078289"/>
            <a:ext cx="5592233" cy="2020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631CBD-1F56-1BFA-7F57-997B66ED13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11C413-4B9C-CBEC-693C-114856A77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A51177-8BCC-8876-B86D-CED12971E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1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fld id="{0FD93ACA-2F3A-F943-A960-3772800BEF7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52995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4AD019-6E9E-8A71-BFF2-29EC4FEDB00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02167" y="609601"/>
            <a:ext cx="11387667" cy="5489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FD90BD-83C9-2A00-59EA-EBB3C4A052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BEA281-A1FF-9A08-37E3-EFBD83544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CAE28A-7C5B-265B-768C-8CC33E3DA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1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fld id="{F5DEA3FC-76CA-C14D-8DAA-C8576370DD2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34585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CAAF4-F4BA-D42E-FB20-F74D99A95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67" y="609600"/>
            <a:ext cx="11387667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30CB3-EBBD-B44F-A8D6-C1BF0725F480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02168" y="1905001"/>
            <a:ext cx="5592233" cy="419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4EFFA-54F6-0010-24E4-21C7C963F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1" y="1905001"/>
            <a:ext cx="5592233" cy="4194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0595E-18C4-AEAF-C09F-ABC8370EBC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C3733-6AF4-BA38-7E71-0B6ED4D5C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AC35C-2267-A76F-A852-9CDD9E05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1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fld id="{B3A132B0-7B24-744A-AEA0-5E11439EB46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89770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95D1D-B071-1DA7-BAD6-683EA2C09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167" y="609600"/>
            <a:ext cx="11387667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82193215-6461-6D63-B6DC-3B860CBEEDDE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402167" y="1905001"/>
            <a:ext cx="11387667" cy="4194175"/>
          </a:xfrm>
        </p:spPr>
        <p:txBody>
          <a:bodyPr/>
          <a:lstStyle/>
          <a:p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181E4-CF86-1A15-A217-017DA983D3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2167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E4487-BB9E-FDD3-7735-63737F515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63BEE-5E3C-3692-1813-93CDFE1E8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1" y="6245225"/>
            <a:ext cx="3052233" cy="476250"/>
          </a:xfrm>
        </p:spPr>
        <p:txBody>
          <a:bodyPr/>
          <a:lstStyle>
            <a:lvl1pPr>
              <a:defRPr/>
            </a:lvl1pPr>
          </a:lstStyle>
          <a:p>
            <a:fld id="{CDAF3AAD-DBEC-484D-B20C-A257783D413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5247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6802" name="Group 2">
            <a:extLst>
              <a:ext uri="{FF2B5EF4-FFF2-40B4-BE49-F238E27FC236}">
                <a16:creationId xmlns:a16="http://schemas.microsoft.com/office/drawing/2014/main" id="{C68D60FD-586E-C2C1-CB1A-44D5EA40E256}"/>
              </a:ext>
            </a:extLst>
          </p:cNvPr>
          <p:cNvGrpSpPr>
            <a:grpSpLocks/>
          </p:cNvGrpSpPr>
          <p:nvPr/>
        </p:nvGrpSpPr>
        <p:grpSpPr bwMode="auto">
          <a:xfrm>
            <a:off x="755651" y="0"/>
            <a:ext cx="10521949" cy="6821488"/>
            <a:chOff x="349" y="23"/>
            <a:chExt cx="4971" cy="4297"/>
          </a:xfrm>
        </p:grpSpPr>
        <p:sp>
          <p:nvSpPr>
            <p:cNvPr id="716803" name="Rectangle 3">
              <a:extLst>
                <a:ext uri="{FF2B5EF4-FFF2-40B4-BE49-F238E27FC236}">
                  <a16:creationId xmlns:a16="http://schemas.microsoft.com/office/drawing/2014/main" id="{DA9366E5-86A0-2345-0D58-A6C11F777C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04" name="Freeform 4">
              <a:extLst>
                <a:ext uri="{FF2B5EF4-FFF2-40B4-BE49-F238E27FC236}">
                  <a16:creationId xmlns:a16="http://schemas.microsoft.com/office/drawing/2014/main" id="{A07C4E15-89CF-F361-0F82-77A7AC8AC6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05" name="Freeform 5">
              <a:extLst>
                <a:ext uri="{FF2B5EF4-FFF2-40B4-BE49-F238E27FC236}">
                  <a16:creationId xmlns:a16="http://schemas.microsoft.com/office/drawing/2014/main" id="{EF54B494-29EB-048B-3EFC-BD122CA68F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06" name="Freeform 6">
              <a:extLst>
                <a:ext uri="{FF2B5EF4-FFF2-40B4-BE49-F238E27FC236}">
                  <a16:creationId xmlns:a16="http://schemas.microsoft.com/office/drawing/2014/main" id="{90B7024B-4011-469D-93F1-6E90442B08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07" name="Freeform 7">
              <a:extLst>
                <a:ext uri="{FF2B5EF4-FFF2-40B4-BE49-F238E27FC236}">
                  <a16:creationId xmlns:a16="http://schemas.microsoft.com/office/drawing/2014/main" id="{51123891-A44B-0427-E25D-C81762F70B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08" name="Freeform 8">
              <a:extLst>
                <a:ext uri="{FF2B5EF4-FFF2-40B4-BE49-F238E27FC236}">
                  <a16:creationId xmlns:a16="http://schemas.microsoft.com/office/drawing/2014/main" id="{B5D167FC-3CB7-E5A1-5D46-798936BAF2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09" name="Freeform 9">
              <a:extLst>
                <a:ext uri="{FF2B5EF4-FFF2-40B4-BE49-F238E27FC236}">
                  <a16:creationId xmlns:a16="http://schemas.microsoft.com/office/drawing/2014/main" id="{6E7B44DD-8375-BDBF-FCA0-085DE00AEB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0" name="Freeform 10">
              <a:extLst>
                <a:ext uri="{FF2B5EF4-FFF2-40B4-BE49-F238E27FC236}">
                  <a16:creationId xmlns:a16="http://schemas.microsoft.com/office/drawing/2014/main" id="{633C53D5-D3E0-99BB-8E1C-DB4E0B4C36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1" name="Freeform 11">
              <a:extLst>
                <a:ext uri="{FF2B5EF4-FFF2-40B4-BE49-F238E27FC236}">
                  <a16:creationId xmlns:a16="http://schemas.microsoft.com/office/drawing/2014/main" id="{5674B5A8-B1F2-7E69-6B71-4AC89C4060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2" name="Freeform 12">
              <a:extLst>
                <a:ext uri="{FF2B5EF4-FFF2-40B4-BE49-F238E27FC236}">
                  <a16:creationId xmlns:a16="http://schemas.microsoft.com/office/drawing/2014/main" id="{42515EB3-2034-9712-048A-27B36067D0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3" name="Freeform 13">
              <a:extLst>
                <a:ext uri="{FF2B5EF4-FFF2-40B4-BE49-F238E27FC236}">
                  <a16:creationId xmlns:a16="http://schemas.microsoft.com/office/drawing/2014/main" id="{E78819EC-3580-37C6-AE43-0FCA459CA3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4" name="Rectangle 14">
              <a:extLst>
                <a:ext uri="{FF2B5EF4-FFF2-40B4-BE49-F238E27FC236}">
                  <a16:creationId xmlns:a16="http://schemas.microsoft.com/office/drawing/2014/main" id="{9DB952B3-B387-B2A6-9C88-11BB4C632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5" name="Rectangle 15">
              <a:extLst>
                <a:ext uri="{FF2B5EF4-FFF2-40B4-BE49-F238E27FC236}">
                  <a16:creationId xmlns:a16="http://schemas.microsoft.com/office/drawing/2014/main" id="{A015EA66-E02A-A8B0-E447-32ED121ADB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6" name="Freeform 16">
              <a:extLst>
                <a:ext uri="{FF2B5EF4-FFF2-40B4-BE49-F238E27FC236}">
                  <a16:creationId xmlns:a16="http://schemas.microsoft.com/office/drawing/2014/main" id="{D1E4E197-DD66-7525-7E17-83C847AFC1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7" name="Freeform 17">
              <a:extLst>
                <a:ext uri="{FF2B5EF4-FFF2-40B4-BE49-F238E27FC236}">
                  <a16:creationId xmlns:a16="http://schemas.microsoft.com/office/drawing/2014/main" id="{8C32310A-2E9B-B501-9906-C477125C3E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8" name="Freeform 18">
              <a:extLst>
                <a:ext uri="{FF2B5EF4-FFF2-40B4-BE49-F238E27FC236}">
                  <a16:creationId xmlns:a16="http://schemas.microsoft.com/office/drawing/2014/main" id="{13A5D2A3-C872-6D55-13B7-86EBFAB1C9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19" name="Freeform 19">
              <a:extLst>
                <a:ext uri="{FF2B5EF4-FFF2-40B4-BE49-F238E27FC236}">
                  <a16:creationId xmlns:a16="http://schemas.microsoft.com/office/drawing/2014/main" id="{DAC83C30-07C5-F4D4-9A11-D052B41DA8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0" name="Freeform 20">
              <a:extLst>
                <a:ext uri="{FF2B5EF4-FFF2-40B4-BE49-F238E27FC236}">
                  <a16:creationId xmlns:a16="http://schemas.microsoft.com/office/drawing/2014/main" id="{F66623C8-E671-31C0-D863-C61DDB283E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1" name="Freeform 21">
              <a:extLst>
                <a:ext uri="{FF2B5EF4-FFF2-40B4-BE49-F238E27FC236}">
                  <a16:creationId xmlns:a16="http://schemas.microsoft.com/office/drawing/2014/main" id="{1538BA6C-A715-8276-A1ED-058F81A9DB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2" name="Freeform 22">
              <a:extLst>
                <a:ext uri="{FF2B5EF4-FFF2-40B4-BE49-F238E27FC236}">
                  <a16:creationId xmlns:a16="http://schemas.microsoft.com/office/drawing/2014/main" id="{AD89777A-AC13-DA68-A20E-059B646F61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3" name="Freeform 23">
              <a:extLst>
                <a:ext uri="{FF2B5EF4-FFF2-40B4-BE49-F238E27FC236}">
                  <a16:creationId xmlns:a16="http://schemas.microsoft.com/office/drawing/2014/main" id="{76F4714A-75D4-1952-5392-B87EBFA8B8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4" name="Freeform 24">
              <a:extLst>
                <a:ext uri="{FF2B5EF4-FFF2-40B4-BE49-F238E27FC236}">
                  <a16:creationId xmlns:a16="http://schemas.microsoft.com/office/drawing/2014/main" id="{65B584F1-8210-11D8-FEFA-23FC8DA433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5" name="Freeform 25">
              <a:extLst>
                <a:ext uri="{FF2B5EF4-FFF2-40B4-BE49-F238E27FC236}">
                  <a16:creationId xmlns:a16="http://schemas.microsoft.com/office/drawing/2014/main" id="{DBA75E5C-7B14-4681-7676-D2068BE5BF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6" name="Rectangle 26">
              <a:extLst>
                <a:ext uri="{FF2B5EF4-FFF2-40B4-BE49-F238E27FC236}">
                  <a16:creationId xmlns:a16="http://schemas.microsoft.com/office/drawing/2014/main" id="{CADFBE1D-2E6E-F1F1-EB1B-CE3E94030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7" name="Rectangle 27">
              <a:extLst>
                <a:ext uri="{FF2B5EF4-FFF2-40B4-BE49-F238E27FC236}">
                  <a16:creationId xmlns:a16="http://schemas.microsoft.com/office/drawing/2014/main" id="{3D046381-6830-3758-ED86-779C4C153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8" name="Freeform 28">
              <a:extLst>
                <a:ext uri="{FF2B5EF4-FFF2-40B4-BE49-F238E27FC236}">
                  <a16:creationId xmlns:a16="http://schemas.microsoft.com/office/drawing/2014/main" id="{425571C9-94B4-1770-9511-D7A3CDA4CF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29" name="Freeform 29">
              <a:extLst>
                <a:ext uri="{FF2B5EF4-FFF2-40B4-BE49-F238E27FC236}">
                  <a16:creationId xmlns:a16="http://schemas.microsoft.com/office/drawing/2014/main" id="{2FD1BE25-44E9-4825-AD4A-9540859C88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0" name="Freeform 30">
              <a:extLst>
                <a:ext uri="{FF2B5EF4-FFF2-40B4-BE49-F238E27FC236}">
                  <a16:creationId xmlns:a16="http://schemas.microsoft.com/office/drawing/2014/main" id="{15A4B0F5-510B-5445-3485-BF55910EF4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1" name="Freeform 31">
              <a:extLst>
                <a:ext uri="{FF2B5EF4-FFF2-40B4-BE49-F238E27FC236}">
                  <a16:creationId xmlns:a16="http://schemas.microsoft.com/office/drawing/2014/main" id="{08029C72-1C1A-E953-FDC3-A6845E1854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2" name="Freeform 32">
              <a:extLst>
                <a:ext uri="{FF2B5EF4-FFF2-40B4-BE49-F238E27FC236}">
                  <a16:creationId xmlns:a16="http://schemas.microsoft.com/office/drawing/2014/main" id="{E1B370B3-1613-46B3-92FE-E21A91CC5A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3" name="Freeform 33">
              <a:extLst>
                <a:ext uri="{FF2B5EF4-FFF2-40B4-BE49-F238E27FC236}">
                  <a16:creationId xmlns:a16="http://schemas.microsoft.com/office/drawing/2014/main" id="{9528ACAA-4F60-B914-A311-281DD134026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4" name="Freeform 34">
              <a:extLst>
                <a:ext uri="{FF2B5EF4-FFF2-40B4-BE49-F238E27FC236}">
                  <a16:creationId xmlns:a16="http://schemas.microsoft.com/office/drawing/2014/main" id="{1F1327E4-1E8C-7066-726D-F9AD17ED6D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5" name="Freeform 35">
              <a:extLst>
                <a:ext uri="{FF2B5EF4-FFF2-40B4-BE49-F238E27FC236}">
                  <a16:creationId xmlns:a16="http://schemas.microsoft.com/office/drawing/2014/main" id="{E44A11C1-BB13-7C38-9B4B-8B15152B33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6" name="Freeform 36">
              <a:extLst>
                <a:ext uri="{FF2B5EF4-FFF2-40B4-BE49-F238E27FC236}">
                  <a16:creationId xmlns:a16="http://schemas.microsoft.com/office/drawing/2014/main" id="{44E06806-3D72-77BD-C9CC-DBA3362AFD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7" name="Freeform 37">
              <a:extLst>
                <a:ext uri="{FF2B5EF4-FFF2-40B4-BE49-F238E27FC236}">
                  <a16:creationId xmlns:a16="http://schemas.microsoft.com/office/drawing/2014/main" id="{8EEA96C4-FE4B-303E-C94E-EAF9083E51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8" name="Rectangle 38">
              <a:extLst>
                <a:ext uri="{FF2B5EF4-FFF2-40B4-BE49-F238E27FC236}">
                  <a16:creationId xmlns:a16="http://schemas.microsoft.com/office/drawing/2014/main" id="{49984946-F2E0-B14A-CF24-D451C895DD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39" name="Rectangle 39">
              <a:extLst>
                <a:ext uri="{FF2B5EF4-FFF2-40B4-BE49-F238E27FC236}">
                  <a16:creationId xmlns:a16="http://schemas.microsoft.com/office/drawing/2014/main" id="{8CE5EEC9-2184-9338-BA3E-0EC9F6082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0" name="Freeform 40">
              <a:extLst>
                <a:ext uri="{FF2B5EF4-FFF2-40B4-BE49-F238E27FC236}">
                  <a16:creationId xmlns:a16="http://schemas.microsoft.com/office/drawing/2014/main" id="{C3E87298-78C1-8FFE-356E-DB30E996B9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1" name="Freeform 41">
              <a:extLst>
                <a:ext uri="{FF2B5EF4-FFF2-40B4-BE49-F238E27FC236}">
                  <a16:creationId xmlns:a16="http://schemas.microsoft.com/office/drawing/2014/main" id="{FC835347-D235-3CCC-CAB2-EFCBEF31C4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2" name="Freeform 42">
              <a:extLst>
                <a:ext uri="{FF2B5EF4-FFF2-40B4-BE49-F238E27FC236}">
                  <a16:creationId xmlns:a16="http://schemas.microsoft.com/office/drawing/2014/main" id="{33F4DA74-5C8B-04F7-6F08-529C61B92B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3" name="Freeform 43">
              <a:extLst>
                <a:ext uri="{FF2B5EF4-FFF2-40B4-BE49-F238E27FC236}">
                  <a16:creationId xmlns:a16="http://schemas.microsoft.com/office/drawing/2014/main" id="{BF0C5109-A7F7-8B4E-CA3C-4CA0323E03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4" name="Freeform 44">
              <a:extLst>
                <a:ext uri="{FF2B5EF4-FFF2-40B4-BE49-F238E27FC236}">
                  <a16:creationId xmlns:a16="http://schemas.microsoft.com/office/drawing/2014/main" id="{076B5568-348E-814C-BE8B-4EC8C0AC90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5" name="Freeform 45">
              <a:extLst>
                <a:ext uri="{FF2B5EF4-FFF2-40B4-BE49-F238E27FC236}">
                  <a16:creationId xmlns:a16="http://schemas.microsoft.com/office/drawing/2014/main" id="{7286DF58-BAED-9137-A506-8CF52FA4F0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6" name="Freeform 46">
              <a:extLst>
                <a:ext uri="{FF2B5EF4-FFF2-40B4-BE49-F238E27FC236}">
                  <a16:creationId xmlns:a16="http://schemas.microsoft.com/office/drawing/2014/main" id="{A0AAE037-1305-D7AD-46E6-8A76E869E2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7" name="Freeform 47">
              <a:extLst>
                <a:ext uri="{FF2B5EF4-FFF2-40B4-BE49-F238E27FC236}">
                  <a16:creationId xmlns:a16="http://schemas.microsoft.com/office/drawing/2014/main" id="{F3B42FA7-9722-DE94-0FD3-05C367E410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8" name="Freeform 48">
              <a:extLst>
                <a:ext uri="{FF2B5EF4-FFF2-40B4-BE49-F238E27FC236}">
                  <a16:creationId xmlns:a16="http://schemas.microsoft.com/office/drawing/2014/main" id="{FF2833A6-BEF9-132D-7431-BC4DFBF336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49" name="Freeform 49">
              <a:extLst>
                <a:ext uri="{FF2B5EF4-FFF2-40B4-BE49-F238E27FC236}">
                  <a16:creationId xmlns:a16="http://schemas.microsoft.com/office/drawing/2014/main" id="{EB72BB3D-604C-2C5B-5850-312DF42F1A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0" name="Rectangle 50">
              <a:extLst>
                <a:ext uri="{FF2B5EF4-FFF2-40B4-BE49-F238E27FC236}">
                  <a16:creationId xmlns:a16="http://schemas.microsoft.com/office/drawing/2014/main" id="{6DFA3506-BB4F-2427-2A56-CE0B93992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1" name="Rectangle 51">
              <a:extLst>
                <a:ext uri="{FF2B5EF4-FFF2-40B4-BE49-F238E27FC236}">
                  <a16:creationId xmlns:a16="http://schemas.microsoft.com/office/drawing/2014/main" id="{FF61890D-B8C4-9A21-03C2-39BB243E3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2" name="Freeform 52">
              <a:extLst>
                <a:ext uri="{FF2B5EF4-FFF2-40B4-BE49-F238E27FC236}">
                  <a16:creationId xmlns:a16="http://schemas.microsoft.com/office/drawing/2014/main" id="{BD324485-C8DD-13D7-D091-25250F2944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3" name="Freeform 53">
              <a:extLst>
                <a:ext uri="{FF2B5EF4-FFF2-40B4-BE49-F238E27FC236}">
                  <a16:creationId xmlns:a16="http://schemas.microsoft.com/office/drawing/2014/main" id="{916E4DBB-A12A-00A7-DD82-B07F844FBD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4" name="Freeform 54">
              <a:extLst>
                <a:ext uri="{FF2B5EF4-FFF2-40B4-BE49-F238E27FC236}">
                  <a16:creationId xmlns:a16="http://schemas.microsoft.com/office/drawing/2014/main" id="{69ACBBFA-D4BD-1216-54EC-522787EE1D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5" name="Freeform 55">
              <a:extLst>
                <a:ext uri="{FF2B5EF4-FFF2-40B4-BE49-F238E27FC236}">
                  <a16:creationId xmlns:a16="http://schemas.microsoft.com/office/drawing/2014/main" id="{003042DD-BCD9-BF6B-4FA8-D4A7302C8E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6" name="Freeform 56">
              <a:extLst>
                <a:ext uri="{FF2B5EF4-FFF2-40B4-BE49-F238E27FC236}">
                  <a16:creationId xmlns:a16="http://schemas.microsoft.com/office/drawing/2014/main" id="{DD401D69-DC66-C993-C049-38FDD4C945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7" name="Freeform 57">
              <a:extLst>
                <a:ext uri="{FF2B5EF4-FFF2-40B4-BE49-F238E27FC236}">
                  <a16:creationId xmlns:a16="http://schemas.microsoft.com/office/drawing/2014/main" id="{BEECC1B5-9CD9-E01B-E5C9-DAF157EBEF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8" name="Freeform 58">
              <a:extLst>
                <a:ext uri="{FF2B5EF4-FFF2-40B4-BE49-F238E27FC236}">
                  <a16:creationId xmlns:a16="http://schemas.microsoft.com/office/drawing/2014/main" id="{06ABD003-691A-9F95-45A1-21389FAF20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59" name="Freeform 59">
              <a:extLst>
                <a:ext uri="{FF2B5EF4-FFF2-40B4-BE49-F238E27FC236}">
                  <a16:creationId xmlns:a16="http://schemas.microsoft.com/office/drawing/2014/main" id="{A220DEE4-3977-F7E8-71FE-AB8966253A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0" name="Freeform 60">
              <a:extLst>
                <a:ext uri="{FF2B5EF4-FFF2-40B4-BE49-F238E27FC236}">
                  <a16:creationId xmlns:a16="http://schemas.microsoft.com/office/drawing/2014/main" id="{E79A6327-7ECF-4B96-ADC4-EA6DDBF37B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1" name="Freeform 61">
              <a:extLst>
                <a:ext uri="{FF2B5EF4-FFF2-40B4-BE49-F238E27FC236}">
                  <a16:creationId xmlns:a16="http://schemas.microsoft.com/office/drawing/2014/main" id="{20D59FED-29AE-6A76-D8D8-F346FA511C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2" name="Rectangle 62">
              <a:extLst>
                <a:ext uri="{FF2B5EF4-FFF2-40B4-BE49-F238E27FC236}">
                  <a16:creationId xmlns:a16="http://schemas.microsoft.com/office/drawing/2014/main" id="{D58B2B5A-47A9-34BF-7696-E3360CA95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3" name="Rectangle 63">
              <a:extLst>
                <a:ext uri="{FF2B5EF4-FFF2-40B4-BE49-F238E27FC236}">
                  <a16:creationId xmlns:a16="http://schemas.microsoft.com/office/drawing/2014/main" id="{E8DD3CFC-1236-4B84-D82C-217DC3A96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4" name="Freeform 64">
              <a:extLst>
                <a:ext uri="{FF2B5EF4-FFF2-40B4-BE49-F238E27FC236}">
                  <a16:creationId xmlns:a16="http://schemas.microsoft.com/office/drawing/2014/main" id="{91C4D251-AA6E-377E-C349-63A26E4370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5" name="Freeform 65">
              <a:extLst>
                <a:ext uri="{FF2B5EF4-FFF2-40B4-BE49-F238E27FC236}">
                  <a16:creationId xmlns:a16="http://schemas.microsoft.com/office/drawing/2014/main" id="{F82A333C-81D4-BB6D-C184-77A54A9FF6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6" name="Freeform 66">
              <a:extLst>
                <a:ext uri="{FF2B5EF4-FFF2-40B4-BE49-F238E27FC236}">
                  <a16:creationId xmlns:a16="http://schemas.microsoft.com/office/drawing/2014/main" id="{B9D57395-E0EB-6027-C1E5-14D54315EC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7" name="Freeform 67">
              <a:extLst>
                <a:ext uri="{FF2B5EF4-FFF2-40B4-BE49-F238E27FC236}">
                  <a16:creationId xmlns:a16="http://schemas.microsoft.com/office/drawing/2014/main" id="{DE00F9B1-25DD-57D1-B19E-D903CA4CB8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8" name="Freeform 68">
              <a:extLst>
                <a:ext uri="{FF2B5EF4-FFF2-40B4-BE49-F238E27FC236}">
                  <a16:creationId xmlns:a16="http://schemas.microsoft.com/office/drawing/2014/main" id="{CE2D6C38-C5F9-4489-B7E1-9794552A55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69" name="Freeform 69">
              <a:extLst>
                <a:ext uri="{FF2B5EF4-FFF2-40B4-BE49-F238E27FC236}">
                  <a16:creationId xmlns:a16="http://schemas.microsoft.com/office/drawing/2014/main" id="{88B283A2-3B1E-D9C4-A05F-F8ECC60577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0" name="Freeform 70">
              <a:extLst>
                <a:ext uri="{FF2B5EF4-FFF2-40B4-BE49-F238E27FC236}">
                  <a16:creationId xmlns:a16="http://schemas.microsoft.com/office/drawing/2014/main" id="{FE89FE78-5F02-E05C-AC19-057E721FE8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1" name="Freeform 71">
              <a:extLst>
                <a:ext uri="{FF2B5EF4-FFF2-40B4-BE49-F238E27FC236}">
                  <a16:creationId xmlns:a16="http://schemas.microsoft.com/office/drawing/2014/main" id="{32396D97-1D88-7462-1837-FC49D959E9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2" name="Freeform 72">
              <a:extLst>
                <a:ext uri="{FF2B5EF4-FFF2-40B4-BE49-F238E27FC236}">
                  <a16:creationId xmlns:a16="http://schemas.microsoft.com/office/drawing/2014/main" id="{584CEB98-9D51-C088-0877-B94FA347B4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3" name="Freeform 73">
              <a:extLst>
                <a:ext uri="{FF2B5EF4-FFF2-40B4-BE49-F238E27FC236}">
                  <a16:creationId xmlns:a16="http://schemas.microsoft.com/office/drawing/2014/main" id="{BEB0FAF5-43A1-24F1-BD5C-2F8BEC89F2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4" name="Rectangle 74">
              <a:extLst>
                <a:ext uri="{FF2B5EF4-FFF2-40B4-BE49-F238E27FC236}">
                  <a16:creationId xmlns:a16="http://schemas.microsoft.com/office/drawing/2014/main" id="{075138D6-569C-7C73-A190-8335D9ADD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5" name="Rectangle 75">
              <a:extLst>
                <a:ext uri="{FF2B5EF4-FFF2-40B4-BE49-F238E27FC236}">
                  <a16:creationId xmlns:a16="http://schemas.microsoft.com/office/drawing/2014/main" id="{9FBCFE5E-6EA0-9504-BAC9-A8920A8DC9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6" name="Freeform 76">
              <a:extLst>
                <a:ext uri="{FF2B5EF4-FFF2-40B4-BE49-F238E27FC236}">
                  <a16:creationId xmlns:a16="http://schemas.microsoft.com/office/drawing/2014/main" id="{BC9ABE9E-B9D9-72D7-61D7-0B0DAB24F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7" name="Freeform 77">
              <a:extLst>
                <a:ext uri="{FF2B5EF4-FFF2-40B4-BE49-F238E27FC236}">
                  <a16:creationId xmlns:a16="http://schemas.microsoft.com/office/drawing/2014/main" id="{C577E2FD-1E27-8C9B-003B-7515D3E1DD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8" name="Freeform 78">
              <a:extLst>
                <a:ext uri="{FF2B5EF4-FFF2-40B4-BE49-F238E27FC236}">
                  <a16:creationId xmlns:a16="http://schemas.microsoft.com/office/drawing/2014/main" id="{8D4C21AE-556F-9901-CB2F-E16032B4CF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79" name="Freeform 79">
              <a:extLst>
                <a:ext uri="{FF2B5EF4-FFF2-40B4-BE49-F238E27FC236}">
                  <a16:creationId xmlns:a16="http://schemas.microsoft.com/office/drawing/2014/main" id="{D699101B-5BA9-D5C4-6F0C-13DB4D38B6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0" name="Freeform 80">
              <a:extLst>
                <a:ext uri="{FF2B5EF4-FFF2-40B4-BE49-F238E27FC236}">
                  <a16:creationId xmlns:a16="http://schemas.microsoft.com/office/drawing/2014/main" id="{503ED808-41E3-8B23-CBBA-161B75766A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1" name="Freeform 81">
              <a:extLst>
                <a:ext uri="{FF2B5EF4-FFF2-40B4-BE49-F238E27FC236}">
                  <a16:creationId xmlns:a16="http://schemas.microsoft.com/office/drawing/2014/main" id="{FCC7E448-83C9-E355-A477-647D852E28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2" name="Freeform 82">
              <a:extLst>
                <a:ext uri="{FF2B5EF4-FFF2-40B4-BE49-F238E27FC236}">
                  <a16:creationId xmlns:a16="http://schemas.microsoft.com/office/drawing/2014/main" id="{C64DC8E6-1AB7-B9FD-2741-0F72491D40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3" name="Freeform 83">
              <a:extLst>
                <a:ext uri="{FF2B5EF4-FFF2-40B4-BE49-F238E27FC236}">
                  <a16:creationId xmlns:a16="http://schemas.microsoft.com/office/drawing/2014/main" id="{56017B0A-56A0-A19F-BBBD-DDD677A616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4" name="Freeform 84">
              <a:extLst>
                <a:ext uri="{FF2B5EF4-FFF2-40B4-BE49-F238E27FC236}">
                  <a16:creationId xmlns:a16="http://schemas.microsoft.com/office/drawing/2014/main" id="{B4F35806-21A6-8827-F55E-5066E55D4F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5" name="Freeform 85">
              <a:extLst>
                <a:ext uri="{FF2B5EF4-FFF2-40B4-BE49-F238E27FC236}">
                  <a16:creationId xmlns:a16="http://schemas.microsoft.com/office/drawing/2014/main" id="{ABDF1253-7084-E3D9-6BC6-163BCE2565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6" name="Rectangle 86">
              <a:extLst>
                <a:ext uri="{FF2B5EF4-FFF2-40B4-BE49-F238E27FC236}">
                  <a16:creationId xmlns:a16="http://schemas.microsoft.com/office/drawing/2014/main" id="{049ECA03-E7D7-4A59-C4EF-EF11D6D98F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7" name="Rectangle 87">
              <a:extLst>
                <a:ext uri="{FF2B5EF4-FFF2-40B4-BE49-F238E27FC236}">
                  <a16:creationId xmlns:a16="http://schemas.microsoft.com/office/drawing/2014/main" id="{DEC35FFE-7B00-F85D-770C-208E0804A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8" name="Freeform 88">
              <a:extLst>
                <a:ext uri="{FF2B5EF4-FFF2-40B4-BE49-F238E27FC236}">
                  <a16:creationId xmlns:a16="http://schemas.microsoft.com/office/drawing/2014/main" id="{0CCF6077-3166-ED4D-413D-101FA65587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89" name="Freeform 89">
              <a:extLst>
                <a:ext uri="{FF2B5EF4-FFF2-40B4-BE49-F238E27FC236}">
                  <a16:creationId xmlns:a16="http://schemas.microsoft.com/office/drawing/2014/main" id="{ADF71CAD-18C9-67B2-DE1A-2C07ABF3B3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0" name="Freeform 90">
              <a:extLst>
                <a:ext uri="{FF2B5EF4-FFF2-40B4-BE49-F238E27FC236}">
                  <a16:creationId xmlns:a16="http://schemas.microsoft.com/office/drawing/2014/main" id="{A904EAB8-4308-1FA1-484A-B3401B4F74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1" name="Freeform 91">
              <a:extLst>
                <a:ext uri="{FF2B5EF4-FFF2-40B4-BE49-F238E27FC236}">
                  <a16:creationId xmlns:a16="http://schemas.microsoft.com/office/drawing/2014/main" id="{A886E91D-7B29-2CC4-F6D5-319DAA26AC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2" name="Freeform 92">
              <a:extLst>
                <a:ext uri="{FF2B5EF4-FFF2-40B4-BE49-F238E27FC236}">
                  <a16:creationId xmlns:a16="http://schemas.microsoft.com/office/drawing/2014/main" id="{52BF93ED-4387-103D-18BB-74E270BE0B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3" name="Freeform 93">
              <a:extLst>
                <a:ext uri="{FF2B5EF4-FFF2-40B4-BE49-F238E27FC236}">
                  <a16:creationId xmlns:a16="http://schemas.microsoft.com/office/drawing/2014/main" id="{4E9B4862-7C9E-155A-0A08-9E2EA0ADA0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4" name="Freeform 94">
              <a:extLst>
                <a:ext uri="{FF2B5EF4-FFF2-40B4-BE49-F238E27FC236}">
                  <a16:creationId xmlns:a16="http://schemas.microsoft.com/office/drawing/2014/main" id="{8D0C8837-7B08-A72D-A28F-DA9D3A6091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5" name="Freeform 95">
              <a:extLst>
                <a:ext uri="{FF2B5EF4-FFF2-40B4-BE49-F238E27FC236}">
                  <a16:creationId xmlns:a16="http://schemas.microsoft.com/office/drawing/2014/main" id="{0FC22BF3-8152-0EA5-42C3-6AF7C5BE99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6" name="Freeform 96">
              <a:extLst>
                <a:ext uri="{FF2B5EF4-FFF2-40B4-BE49-F238E27FC236}">
                  <a16:creationId xmlns:a16="http://schemas.microsoft.com/office/drawing/2014/main" id="{959274B9-6356-B379-F092-BD507F19B7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7" name="Freeform 97">
              <a:extLst>
                <a:ext uri="{FF2B5EF4-FFF2-40B4-BE49-F238E27FC236}">
                  <a16:creationId xmlns:a16="http://schemas.microsoft.com/office/drawing/2014/main" id="{7B7902C4-E3E1-2EE9-2EE9-9CD0BE8C11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8" name="Rectangle 98">
              <a:extLst>
                <a:ext uri="{FF2B5EF4-FFF2-40B4-BE49-F238E27FC236}">
                  <a16:creationId xmlns:a16="http://schemas.microsoft.com/office/drawing/2014/main" id="{161B0A7E-4ED8-3322-9BCE-EE712F20A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899" name="Rectangle 99">
              <a:extLst>
                <a:ext uri="{FF2B5EF4-FFF2-40B4-BE49-F238E27FC236}">
                  <a16:creationId xmlns:a16="http://schemas.microsoft.com/office/drawing/2014/main" id="{76CC6FC8-27EA-DDBC-227B-8DF3C01BA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0" name="Freeform 100">
              <a:extLst>
                <a:ext uri="{FF2B5EF4-FFF2-40B4-BE49-F238E27FC236}">
                  <a16:creationId xmlns:a16="http://schemas.microsoft.com/office/drawing/2014/main" id="{33F94EF4-D344-8812-5702-148A3ABD0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1" name="Freeform 101">
              <a:extLst>
                <a:ext uri="{FF2B5EF4-FFF2-40B4-BE49-F238E27FC236}">
                  <a16:creationId xmlns:a16="http://schemas.microsoft.com/office/drawing/2014/main" id="{B1AF4B48-A1FB-898E-2301-C8BE729878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2" name="Freeform 102">
              <a:extLst>
                <a:ext uri="{FF2B5EF4-FFF2-40B4-BE49-F238E27FC236}">
                  <a16:creationId xmlns:a16="http://schemas.microsoft.com/office/drawing/2014/main" id="{5622641C-70CD-3F0A-5294-F9BE922CE8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3" name="Freeform 103">
              <a:extLst>
                <a:ext uri="{FF2B5EF4-FFF2-40B4-BE49-F238E27FC236}">
                  <a16:creationId xmlns:a16="http://schemas.microsoft.com/office/drawing/2014/main" id="{D29392C0-B671-21BB-B433-873A7188AC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4" name="Freeform 104">
              <a:extLst>
                <a:ext uri="{FF2B5EF4-FFF2-40B4-BE49-F238E27FC236}">
                  <a16:creationId xmlns:a16="http://schemas.microsoft.com/office/drawing/2014/main" id="{BD7E1CEC-F775-95A9-5995-D7724C7297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5" name="Freeform 105">
              <a:extLst>
                <a:ext uri="{FF2B5EF4-FFF2-40B4-BE49-F238E27FC236}">
                  <a16:creationId xmlns:a16="http://schemas.microsoft.com/office/drawing/2014/main" id="{8ED13AB7-0934-50FE-EB5C-288035CBE8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6" name="Freeform 106">
              <a:extLst>
                <a:ext uri="{FF2B5EF4-FFF2-40B4-BE49-F238E27FC236}">
                  <a16:creationId xmlns:a16="http://schemas.microsoft.com/office/drawing/2014/main" id="{C02F8083-0ED6-D02D-5E80-866A8E2854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7" name="Freeform 107">
              <a:extLst>
                <a:ext uri="{FF2B5EF4-FFF2-40B4-BE49-F238E27FC236}">
                  <a16:creationId xmlns:a16="http://schemas.microsoft.com/office/drawing/2014/main" id="{B89395C1-3AA2-DE0B-21BB-80A8717E47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8" name="Freeform 108">
              <a:extLst>
                <a:ext uri="{FF2B5EF4-FFF2-40B4-BE49-F238E27FC236}">
                  <a16:creationId xmlns:a16="http://schemas.microsoft.com/office/drawing/2014/main" id="{D0E9A747-1350-AF42-F505-4733F8B4AB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09" name="Freeform 109">
              <a:extLst>
                <a:ext uri="{FF2B5EF4-FFF2-40B4-BE49-F238E27FC236}">
                  <a16:creationId xmlns:a16="http://schemas.microsoft.com/office/drawing/2014/main" id="{39C8E09E-3908-D8D9-3E34-A52289E878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0" name="Rectangle 110">
              <a:extLst>
                <a:ext uri="{FF2B5EF4-FFF2-40B4-BE49-F238E27FC236}">
                  <a16:creationId xmlns:a16="http://schemas.microsoft.com/office/drawing/2014/main" id="{0878AD3B-4B24-7C30-6BA3-30476CDAB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1" name="Rectangle 111">
              <a:extLst>
                <a:ext uri="{FF2B5EF4-FFF2-40B4-BE49-F238E27FC236}">
                  <a16:creationId xmlns:a16="http://schemas.microsoft.com/office/drawing/2014/main" id="{58625217-14C0-B03E-8965-077C1E299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2" name="Freeform 112">
              <a:extLst>
                <a:ext uri="{FF2B5EF4-FFF2-40B4-BE49-F238E27FC236}">
                  <a16:creationId xmlns:a16="http://schemas.microsoft.com/office/drawing/2014/main" id="{7A8595C1-297F-3A97-EB08-AEE1C8C248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3" name="Freeform 113">
              <a:extLst>
                <a:ext uri="{FF2B5EF4-FFF2-40B4-BE49-F238E27FC236}">
                  <a16:creationId xmlns:a16="http://schemas.microsoft.com/office/drawing/2014/main" id="{81393644-7719-81C0-CE0E-3BBDA69D24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4" name="Freeform 114">
              <a:extLst>
                <a:ext uri="{FF2B5EF4-FFF2-40B4-BE49-F238E27FC236}">
                  <a16:creationId xmlns:a16="http://schemas.microsoft.com/office/drawing/2014/main" id="{D72EB0E0-A5AA-988F-583B-5A71936DA2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5" name="Freeform 115">
              <a:extLst>
                <a:ext uri="{FF2B5EF4-FFF2-40B4-BE49-F238E27FC236}">
                  <a16:creationId xmlns:a16="http://schemas.microsoft.com/office/drawing/2014/main" id="{51A6034C-708B-3F24-FC7E-42953A8F74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6" name="Freeform 116">
              <a:extLst>
                <a:ext uri="{FF2B5EF4-FFF2-40B4-BE49-F238E27FC236}">
                  <a16:creationId xmlns:a16="http://schemas.microsoft.com/office/drawing/2014/main" id="{18751C6E-C155-88F2-5383-1679EE1256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7" name="Freeform 117">
              <a:extLst>
                <a:ext uri="{FF2B5EF4-FFF2-40B4-BE49-F238E27FC236}">
                  <a16:creationId xmlns:a16="http://schemas.microsoft.com/office/drawing/2014/main" id="{29DD3A45-AF81-F66F-633D-2A46B58799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8" name="Freeform 118">
              <a:extLst>
                <a:ext uri="{FF2B5EF4-FFF2-40B4-BE49-F238E27FC236}">
                  <a16:creationId xmlns:a16="http://schemas.microsoft.com/office/drawing/2014/main" id="{BDB55668-4A0D-8703-C9E6-1E72CFB818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19" name="Freeform 119">
              <a:extLst>
                <a:ext uri="{FF2B5EF4-FFF2-40B4-BE49-F238E27FC236}">
                  <a16:creationId xmlns:a16="http://schemas.microsoft.com/office/drawing/2014/main" id="{C534C6E1-CCA8-8101-0B7F-679315AD2B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0" name="Freeform 120">
              <a:extLst>
                <a:ext uri="{FF2B5EF4-FFF2-40B4-BE49-F238E27FC236}">
                  <a16:creationId xmlns:a16="http://schemas.microsoft.com/office/drawing/2014/main" id="{1A645737-51AB-CD5A-B6F5-7973A2F133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1" name="Freeform 121">
              <a:extLst>
                <a:ext uri="{FF2B5EF4-FFF2-40B4-BE49-F238E27FC236}">
                  <a16:creationId xmlns:a16="http://schemas.microsoft.com/office/drawing/2014/main" id="{349B40C7-E16E-9132-0C01-FCD8F8C6CE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2" name="Rectangle 122">
              <a:extLst>
                <a:ext uri="{FF2B5EF4-FFF2-40B4-BE49-F238E27FC236}">
                  <a16:creationId xmlns:a16="http://schemas.microsoft.com/office/drawing/2014/main" id="{5F9ACF18-9409-4D3C-B734-9B6BE3106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3" name="Rectangle 123">
              <a:extLst>
                <a:ext uri="{FF2B5EF4-FFF2-40B4-BE49-F238E27FC236}">
                  <a16:creationId xmlns:a16="http://schemas.microsoft.com/office/drawing/2014/main" id="{3093B496-889F-6D18-0DB9-7ECD11A54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4" name="Freeform 124">
              <a:extLst>
                <a:ext uri="{FF2B5EF4-FFF2-40B4-BE49-F238E27FC236}">
                  <a16:creationId xmlns:a16="http://schemas.microsoft.com/office/drawing/2014/main" id="{29377341-389B-9A2F-A33D-AE52B08583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5" name="Freeform 125">
              <a:extLst>
                <a:ext uri="{FF2B5EF4-FFF2-40B4-BE49-F238E27FC236}">
                  <a16:creationId xmlns:a16="http://schemas.microsoft.com/office/drawing/2014/main" id="{12D6683D-3A4D-C9C4-F9BD-B0FA24348D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6" name="Freeform 126">
              <a:extLst>
                <a:ext uri="{FF2B5EF4-FFF2-40B4-BE49-F238E27FC236}">
                  <a16:creationId xmlns:a16="http://schemas.microsoft.com/office/drawing/2014/main" id="{D5AD56ED-CE67-5986-D93B-9B96132F56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7" name="Freeform 127">
              <a:extLst>
                <a:ext uri="{FF2B5EF4-FFF2-40B4-BE49-F238E27FC236}">
                  <a16:creationId xmlns:a16="http://schemas.microsoft.com/office/drawing/2014/main" id="{92C2F421-AD45-898E-FCAB-733E55FB90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8" name="Freeform 128">
              <a:extLst>
                <a:ext uri="{FF2B5EF4-FFF2-40B4-BE49-F238E27FC236}">
                  <a16:creationId xmlns:a16="http://schemas.microsoft.com/office/drawing/2014/main" id="{D333DE5C-059E-666C-4483-7091524A73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29" name="Freeform 129">
              <a:extLst>
                <a:ext uri="{FF2B5EF4-FFF2-40B4-BE49-F238E27FC236}">
                  <a16:creationId xmlns:a16="http://schemas.microsoft.com/office/drawing/2014/main" id="{493692F3-53A2-E432-C80D-7E05343B21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0" name="Freeform 130">
              <a:extLst>
                <a:ext uri="{FF2B5EF4-FFF2-40B4-BE49-F238E27FC236}">
                  <a16:creationId xmlns:a16="http://schemas.microsoft.com/office/drawing/2014/main" id="{AE349B7E-D241-20DC-9B21-92B3D75889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1" name="Freeform 131">
              <a:extLst>
                <a:ext uri="{FF2B5EF4-FFF2-40B4-BE49-F238E27FC236}">
                  <a16:creationId xmlns:a16="http://schemas.microsoft.com/office/drawing/2014/main" id="{2F0188CA-1C56-FE04-A0F4-B096D42961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2" name="Freeform 132">
              <a:extLst>
                <a:ext uri="{FF2B5EF4-FFF2-40B4-BE49-F238E27FC236}">
                  <a16:creationId xmlns:a16="http://schemas.microsoft.com/office/drawing/2014/main" id="{DFCA9CDF-0EBA-B694-134C-E0B3447452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3" name="Freeform 133">
              <a:extLst>
                <a:ext uri="{FF2B5EF4-FFF2-40B4-BE49-F238E27FC236}">
                  <a16:creationId xmlns:a16="http://schemas.microsoft.com/office/drawing/2014/main" id="{82C7A6B8-D11B-A1FF-44CB-886F6AA2AF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4" name="Rectangle 134">
              <a:extLst>
                <a:ext uri="{FF2B5EF4-FFF2-40B4-BE49-F238E27FC236}">
                  <a16:creationId xmlns:a16="http://schemas.microsoft.com/office/drawing/2014/main" id="{9EA165C4-F40E-B7AD-3497-4051016AB4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5" name="Rectangle 135">
              <a:extLst>
                <a:ext uri="{FF2B5EF4-FFF2-40B4-BE49-F238E27FC236}">
                  <a16:creationId xmlns:a16="http://schemas.microsoft.com/office/drawing/2014/main" id="{1C899584-1C26-06BE-EC9A-88F027BC5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6" name="Freeform 136">
              <a:extLst>
                <a:ext uri="{FF2B5EF4-FFF2-40B4-BE49-F238E27FC236}">
                  <a16:creationId xmlns:a16="http://schemas.microsoft.com/office/drawing/2014/main" id="{3DAD5590-FD6B-3770-D49A-3844E4C8FB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7" name="Freeform 137">
              <a:extLst>
                <a:ext uri="{FF2B5EF4-FFF2-40B4-BE49-F238E27FC236}">
                  <a16:creationId xmlns:a16="http://schemas.microsoft.com/office/drawing/2014/main" id="{4883C36B-0D16-A470-967F-C34A3083D5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8" name="Freeform 138">
              <a:extLst>
                <a:ext uri="{FF2B5EF4-FFF2-40B4-BE49-F238E27FC236}">
                  <a16:creationId xmlns:a16="http://schemas.microsoft.com/office/drawing/2014/main" id="{CF63E24B-5AB0-0E38-01B5-2B201896F9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39" name="Freeform 139">
              <a:extLst>
                <a:ext uri="{FF2B5EF4-FFF2-40B4-BE49-F238E27FC236}">
                  <a16:creationId xmlns:a16="http://schemas.microsoft.com/office/drawing/2014/main" id="{DABD2F6D-CAF3-0E4D-90FD-37D630ECBE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0" name="Freeform 140">
              <a:extLst>
                <a:ext uri="{FF2B5EF4-FFF2-40B4-BE49-F238E27FC236}">
                  <a16:creationId xmlns:a16="http://schemas.microsoft.com/office/drawing/2014/main" id="{51DBD52B-AC6C-6806-83B9-1DAD15A633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1" name="Freeform 141">
              <a:extLst>
                <a:ext uri="{FF2B5EF4-FFF2-40B4-BE49-F238E27FC236}">
                  <a16:creationId xmlns:a16="http://schemas.microsoft.com/office/drawing/2014/main" id="{8D011852-C79A-E811-2C79-1BE73027D2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2" name="Freeform 142">
              <a:extLst>
                <a:ext uri="{FF2B5EF4-FFF2-40B4-BE49-F238E27FC236}">
                  <a16:creationId xmlns:a16="http://schemas.microsoft.com/office/drawing/2014/main" id="{D4ACEB08-E619-B7AE-411B-07A5F1F721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3" name="Freeform 143">
              <a:extLst>
                <a:ext uri="{FF2B5EF4-FFF2-40B4-BE49-F238E27FC236}">
                  <a16:creationId xmlns:a16="http://schemas.microsoft.com/office/drawing/2014/main" id="{E182DDA6-F4BA-96EE-394B-79E33350C2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4" name="Freeform 144">
              <a:extLst>
                <a:ext uri="{FF2B5EF4-FFF2-40B4-BE49-F238E27FC236}">
                  <a16:creationId xmlns:a16="http://schemas.microsoft.com/office/drawing/2014/main" id="{423B52B0-BE35-10B0-6815-F6126D4121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5" name="Freeform 145">
              <a:extLst>
                <a:ext uri="{FF2B5EF4-FFF2-40B4-BE49-F238E27FC236}">
                  <a16:creationId xmlns:a16="http://schemas.microsoft.com/office/drawing/2014/main" id="{15DDACE5-76BF-14FB-8D27-04AEF4515D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6" name="Rectangle 146">
              <a:extLst>
                <a:ext uri="{FF2B5EF4-FFF2-40B4-BE49-F238E27FC236}">
                  <a16:creationId xmlns:a16="http://schemas.microsoft.com/office/drawing/2014/main" id="{42EB5545-C122-7831-B8AD-30A9630F0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47" name="Freeform 147">
              <a:extLst>
                <a:ext uri="{FF2B5EF4-FFF2-40B4-BE49-F238E27FC236}">
                  <a16:creationId xmlns:a16="http://schemas.microsoft.com/office/drawing/2014/main" id="{3A90F71E-6982-A916-9805-CDC3A00BE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" y="3304"/>
              <a:ext cx="20" cy="10"/>
            </a:xfrm>
            <a:custGeom>
              <a:avLst/>
              <a:gdLst>
                <a:gd name="T0" fmla="*/ 0 w 4"/>
                <a:gd name="T1" fmla="*/ 1 h 2"/>
                <a:gd name="T2" fmla="*/ 0 w 4"/>
                <a:gd name="T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6948" name="Group 148">
            <a:extLst>
              <a:ext uri="{FF2B5EF4-FFF2-40B4-BE49-F238E27FC236}">
                <a16:creationId xmlns:a16="http://schemas.microsoft.com/office/drawing/2014/main" id="{4F65B8DF-1326-541E-A960-54A9E960D444}"/>
              </a:ext>
            </a:extLst>
          </p:cNvPr>
          <p:cNvGrpSpPr>
            <a:grpSpLocks/>
          </p:cNvGrpSpPr>
          <p:nvPr/>
        </p:nvGrpSpPr>
        <p:grpSpPr bwMode="auto">
          <a:xfrm>
            <a:off x="1422400" y="3444876"/>
            <a:ext cx="711200" cy="492125"/>
            <a:chOff x="96" y="2784"/>
            <a:chExt cx="1062" cy="981"/>
          </a:xfrm>
        </p:grpSpPr>
        <p:sp>
          <p:nvSpPr>
            <p:cNvPr id="716949" name="Freeform 149">
              <a:extLst>
                <a:ext uri="{FF2B5EF4-FFF2-40B4-BE49-F238E27FC236}">
                  <a16:creationId xmlns:a16="http://schemas.microsoft.com/office/drawing/2014/main" id="{ED173E07-D7BC-240C-ADD0-B0C89EF3D6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0" name="Freeform 150">
              <a:extLst>
                <a:ext uri="{FF2B5EF4-FFF2-40B4-BE49-F238E27FC236}">
                  <a16:creationId xmlns:a16="http://schemas.microsoft.com/office/drawing/2014/main" id="{1BFACF2F-247E-356E-124B-6CFC5D0956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1" name="Freeform 151">
              <a:extLst>
                <a:ext uri="{FF2B5EF4-FFF2-40B4-BE49-F238E27FC236}">
                  <a16:creationId xmlns:a16="http://schemas.microsoft.com/office/drawing/2014/main" id="{611FE135-D866-1734-42F5-4604B4773B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2" name="Freeform 152">
              <a:extLst>
                <a:ext uri="{FF2B5EF4-FFF2-40B4-BE49-F238E27FC236}">
                  <a16:creationId xmlns:a16="http://schemas.microsoft.com/office/drawing/2014/main" id="{0B67FD55-D691-4EEF-D2E4-E77459BE1A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3" name="Freeform 153">
              <a:extLst>
                <a:ext uri="{FF2B5EF4-FFF2-40B4-BE49-F238E27FC236}">
                  <a16:creationId xmlns:a16="http://schemas.microsoft.com/office/drawing/2014/main" id="{F8E06EF8-E87F-BD31-A016-2C0B5BD56D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4" name="Freeform 154">
              <a:extLst>
                <a:ext uri="{FF2B5EF4-FFF2-40B4-BE49-F238E27FC236}">
                  <a16:creationId xmlns:a16="http://schemas.microsoft.com/office/drawing/2014/main" id="{FDFDC223-212A-FADC-6F2B-8F89945757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5" name="Freeform 155">
              <a:extLst>
                <a:ext uri="{FF2B5EF4-FFF2-40B4-BE49-F238E27FC236}">
                  <a16:creationId xmlns:a16="http://schemas.microsoft.com/office/drawing/2014/main" id="{797116A6-3116-CBA6-96FD-FDAFC597C4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6" name="Freeform 156">
              <a:extLst>
                <a:ext uri="{FF2B5EF4-FFF2-40B4-BE49-F238E27FC236}">
                  <a16:creationId xmlns:a16="http://schemas.microsoft.com/office/drawing/2014/main" id="{88A49F48-8BF4-2973-919F-1C6FD09F16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7" name="Freeform 157">
              <a:extLst>
                <a:ext uri="{FF2B5EF4-FFF2-40B4-BE49-F238E27FC236}">
                  <a16:creationId xmlns:a16="http://schemas.microsoft.com/office/drawing/2014/main" id="{1DF76B3E-E62E-1F3E-A056-580BEBECF1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8" name="Freeform 158">
              <a:extLst>
                <a:ext uri="{FF2B5EF4-FFF2-40B4-BE49-F238E27FC236}">
                  <a16:creationId xmlns:a16="http://schemas.microsoft.com/office/drawing/2014/main" id="{088FDFE8-B4A1-F819-4934-5A0BA050E7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59" name="Freeform 159">
              <a:extLst>
                <a:ext uri="{FF2B5EF4-FFF2-40B4-BE49-F238E27FC236}">
                  <a16:creationId xmlns:a16="http://schemas.microsoft.com/office/drawing/2014/main" id="{B5759937-228E-4CA5-59C3-017AEB6BC2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0" name="Freeform 160">
              <a:extLst>
                <a:ext uri="{FF2B5EF4-FFF2-40B4-BE49-F238E27FC236}">
                  <a16:creationId xmlns:a16="http://schemas.microsoft.com/office/drawing/2014/main" id="{CC7A8F81-B463-6246-0294-8F87C92E1F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1" name="Freeform 161">
              <a:extLst>
                <a:ext uri="{FF2B5EF4-FFF2-40B4-BE49-F238E27FC236}">
                  <a16:creationId xmlns:a16="http://schemas.microsoft.com/office/drawing/2014/main" id="{E9E769D9-81A6-026A-F49F-B13E7FFAB6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6962" name="Group 162">
            <a:extLst>
              <a:ext uri="{FF2B5EF4-FFF2-40B4-BE49-F238E27FC236}">
                <a16:creationId xmlns:a16="http://schemas.microsoft.com/office/drawing/2014/main" id="{B204DFF4-A2AE-CE48-B30A-CD4DF4542BF2}"/>
              </a:ext>
            </a:extLst>
          </p:cNvPr>
          <p:cNvGrpSpPr>
            <a:grpSpLocks/>
          </p:cNvGrpSpPr>
          <p:nvPr/>
        </p:nvGrpSpPr>
        <p:grpSpPr bwMode="auto">
          <a:xfrm>
            <a:off x="1422400" y="4552951"/>
            <a:ext cx="711200" cy="492125"/>
            <a:chOff x="96" y="2784"/>
            <a:chExt cx="1062" cy="981"/>
          </a:xfrm>
        </p:grpSpPr>
        <p:sp>
          <p:nvSpPr>
            <p:cNvPr id="716963" name="Freeform 163">
              <a:extLst>
                <a:ext uri="{FF2B5EF4-FFF2-40B4-BE49-F238E27FC236}">
                  <a16:creationId xmlns:a16="http://schemas.microsoft.com/office/drawing/2014/main" id="{153F947F-D7C4-1AF7-A40E-9B91D48A63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4" name="Freeform 164">
              <a:extLst>
                <a:ext uri="{FF2B5EF4-FFF2-40B4-BE49-F238E27FC236}">
                  <a16:creationId xmlns:a16="http://schemas.microsoft.com/office/drawing/2014/main" id="{84FAEA17-AD57-50CD-A75B-52BDFB3F75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5" name="Freeform 165">
              <a:extLst>
                <a:ext uri="{FF2B5EF4-FFF2-40B4-BE49-F238E27FC236}">
                  <a16:creationId xmlns:a16="http://schemas.microsoft.com/office/drawing/2014/main" id="{578A8215-0916-8CAE-73F1-F0E5737E43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6" name="Freeform 166">
              <a:extLst>
                <a:ext uri="{FF2B5EF4-FFF2-40B4-BE49-F238E27FC236}">
                  <a16:creationId xmlns:a16="http://schemas.microsoft.com/office/drawing/2014/main" id="{05EDD1C3-883B-BE5F-6174-623B5BBC18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7" name="Freeform 167">
              <a:extLst>
                <a:ext uri="{FF2B5EF4-FFF2-40B4-BE49-F238E27FC236}">
                  <a16:creationId xmlns:a16="http://schemas.microsoft.com/office/drawing/2014/main" id="{52C3F864-E357-0AEF-933A-DBD5423B4E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8" name="Freeform 168">
              <a:extLst>
                <a:ext uri="{FF2B5EF4-FFF2-40B4-BE49-F238E27FC236}">
                  <a16:creationId xmlns:a16="http://schemas.microsoft.com/office/drawing/2014/main" id="{5DE27959-AEBC-A4E2-EBD2-3A4D1E5536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69" name="Freeform 169">
              <a:extLst>
                <a:ext uri="{FF2B5EF4-FFF2-40B4-BE49-F238E27FC236}">
                  <a16:creationId xmlns:a16="http://schemas.microsoft.com/office/drawing/2014/main" id="{CEC2D08B-D4FD-19DF-1318-8B65C4571A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0" name="Freeform 170">
              <a:extLst>
                <a:ext uri="{FF2B5EF4-FFF2-40B4-BE49-F238E27FC236}">
                  <a16:creationId xmlns:a16="http://schemas.microsoft.com/office/drawing/2014/main" id="{45B25D93-CD68-53F2-424E-B82CEE9EE53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1" name="Freeform 171">
              <a:extLst>
                <a:ext uri="{FF2B5EF4-FFF2-40B4-BE49-F238E27FC236}">
                  <a16:creationId xmlns:a16="http://schemas.microsoft.com/office/drawing/2014/main" id="{4C4EB172-3538-FB85-239F-A481269290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2" name="Freeform 172">
              <a:extLst>
                <a:ext uri="{FF2B5EF4-FFF2-40B4-BE49-F238E27FC236}">
                  <a16:creationId xmlns:a16="http://schemas.microsoft.com/office/drawing/2014/main" id="{DE1E36EC-5BD1-6F6E-B4AC-0A345000DB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3" name="Freeform 173">
              <a:extLst>
                <a:ext uri="{FF2B5EF4-FFF2-40B4-BE49-F238E27FC236}">
                  <a16:creationId xmlns:a16="http://schemas.microsoft.com/office/drawing/2014/main" id="{45A889D7-9F49-8DE2-BD8A-5CA6AF0D7F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4" name="Freeform 174">
              <a:extLst>
                <a:ext uri="{FF2B5EF4-FFF2-40B4-BE49-F238E27FC236}">
                  <a16:creationId xmlns:a16="http://schemas.microsoft.com/office/drawing/2014/main" id="{FD30D196-59EA-9877-CEB6-D101FA8095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5" name="Freeform 175">
              <a:extLst>
                <a:ext uri="{FF2B5EF4-FFF2-40B4-BE49-F238E27FC236}">
                  <a16:creationId xmlns:a16="http://schemas.microsoft.com/office/drawing/2014/main" id="{9D88CF9D-5D5B-5402-FD90-17134A67DE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6976" name="Group 176">
            <a:extLst>
              <a:ext uri="{FF2B5EF4-FFF2-40B4-BE49-F238E27FC236}">
                <a16:creationId xmlns:a16="http://schemas.microsoft.com/office/drawing/2014/main" id="{3BE6198C-49BA-6430-82CF-FAB8426E6AB0}"/>
              </a:ext>
            </a:extLst>
          </p:cNvPr>
          <p:cNvGrpSpPr>
            <a:grpSpLocks/>
          </p:cNvGrpSpPr>
          <p:nvPr/>
        </p:nvGrpSpPr>
        <p:grpSpPr bwMode="auto">
          <a:xfrm>
            <a:off x="1422400" y="5562601"/>
            <a:ext cx="711200" cy="492125"/>
            <a:chOff x="96" y="2784"/>
            <a:chExt cx="1062" cy="981"/>
          </a:xfrm>
        </p:grpSpPr>
        <p:sp>
          <p:nvSpPr>
            <p:cNvPr id="716977" name="Freeform 177">
              <a:extLst>
                <a:ext uri="{FF2B5EF4-FFF2-40B4-BE49-F238E27FC236}">
                  <a16:creationId xmlns:a16="http://schemas.microsoft.com/office/drawing/2014/main" id="{2889D1B4-784B-6EBF-91B1-B5FA0EEDE1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8" name="Freeform 178">
              <a:extLst>
                <a:ext uri="{FF2B5EF4-FFF2-40B4-BE49-F238E27FC236}">
                  <a16:creationId xmlns:a16="http://schemas.microsoft.com/office/drawing/2014/main" id="{D0731373-6834-F322-AA59-4936F8A174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79" name="Freeform 179">
              <a:extLst>
                <a:ext uri="{FF2B5EF4-FFF2-40B4-BE49-F238E27FC236}">
                  <a16:creationId xmlns:a16="http://schemas.microsoft.com/office/drawing/2014/main" id="{E54437F7-0A58-FA80-6CFF-7298E27B27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0" name="Freeform 180">
              <a:extLst>
                <a:ext uri="{FF2B5EF4-FFF2-40B4-BE49-F238E27FC236}">
                  <a16:creationId xmlns:a16="http://schemas.microsoft.com/office/drawing/2014/main" id="{0A8D1709-11E2-FA90-7188-B9AAAF01F2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1" name="Freeform 181">
              <a:extLst>
                <a:ext uri="{FF2B5EF4-FFF2-40B4-BE49-F238E27FC236}">
                  <a16:creationId xmlns:a16="http://schemas.microsoft.com/office/drawing/2014/main" id="{3640901B-36A8-AD90-0A41-A86D3FD8B7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2" name="Freeform 182">
              <a:extLst>
                <a:ext uri="{FF2B5EF4-FFF2-40B4-BE49-F238E27FC236}">
                  <a16:creationId xmlns:a16="http://schemas.microsoft.com/office/drawing/2014/main" id="{124383D5-5866-A7AE-CB0C-745FE8DFAF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3" name="Freeform 183">
              <a:extLst>
                <a:ext uri="{FF2B5EF4-FFF2-40B4-BE49-F238E27FC236}">
                  <a16:creationId xmlns:a16="http://schemas.microsoft.com/office/drawing/2014/main" id="{4DD7CAF5-4B79-4E88-0B4F-C224F7D268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4" name="Freeform 184">
              <a:extLst>
                <a:ext uri="{FF2B5EF4-FFF2-40B4-BE49-F238E27FC236}">
                  <a16:creationId xmlns:a16="http://schemas.microsoft.com/office/drawing/2014/main" id="{48BA068D-E69C-B418-F2BF-F761FA9AE1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5" name="Freeform 185">
              <a:extLst>
                <a:ext uri="{FF2B5EF4-FFF2-40B4-BE49-F238E27FC236}">
                  <a16:creationId xmlns:a16="http://schemas.microsoft.com/office/drawing/2014/main" id="{E025011E-DA8E-C9C1-7A17-A768F0D4DD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6" name="Freeform 186">
              <a:extLst>
                <a:ext uri="{FF2B5EF4-FFF2-40B4-BE49-F238E27FC236}">
                  <a16:creationId xmlns:a16="http://schemas.microsoft.com/office/drawing/2014/main" id="{50153AE9-C599-431E-522B-C7F8E59D36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7" name="Freeform 187">
              <a:extLst>
                <a:ext uri="{FF2B5EF4-FFF2-40B4-BE49-F238E27FC236}">
                  <a16:creationId xmlns:a16="http://schemas.microsoft.com/office/drawing/2014/main" id="{49323334-3406-F1FC-8E35-3C7607C04F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8" name="Freeform 188">
              <a:extLst>
                <a:ext uri="{FF2B5EF4-FFF2-40B4-BE49-F238E27FC236}">
                  <a16:creationId xmlns:a16="http://schemas.microsoft.com/office/drawing/2014/main" id="{44D28A90-38B6-02BA-E7D2-BC004EF795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89" name="Freeform 189">
              <a:extLst>
                <a:ext uri="{FF2B5EF4-FFF2-40B4-BE49-F238E27FC236}">
                  <a16:creationId xmlns:a16="http://schemas.microsoft.com/office/drawing/2014/main" id="{0B7D7116-2653-61B7-2B6E-0DD11CA01C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6990" name="Group 190">
            <a:extLst>
              <a:ext uri="{FF2B5EF4-FFF2-40B4-BE49-F238E27FC236}">
                <a16:creationId xmlns:a16="http://schemas.microsoft.com/office/drawing/2014/main" id="{4FFA7D51-DD78-17A1-A928-7CA73D4AE2FF}"/>
              </a:ext>
            </a:extLst>
          </p:cNvPr>
          <p:cNvGrpSpPr>
            <a:grpSpLocks/>
          </p:cNvGrpSpPr>
          <p:nvPr/>
        </p:nvGrpSpPr>
        <p:grpSpPr bwMode="auto">
          <a:xfrm>
            <a:off x="508000" y="3962401"/>
            <a:ext cx="711200" cy="492125"/>
            <a:chOff x="96" y="2784"/>
            <a:chExt cx="1062" cy="981"/>
          </a:xfrm>
        </p:grpSpPr>
        <p:sp>
          <p:nvSpPr>
            <p:cNvPr id="716991" name="Freeform 191">
              <a:extLst>
                <a:ext uri="{FF2B5EF4-FFF2-40B4-BE49-F238E27FC236}">
                  <a16:creationId xmlns:a16="http://schemas.microsoft.com/office/drawing/2014/main" id="{5AE6C876-7A0B-EAD3-D64D-B501B3CFC9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2" name="Freeform 192">
              <a:extLst>
                <a:ext uri="{FF2B5EF4-FFF2-40B4-BE49-F238E27FC236}">
                  <a16:creationId xmlns:a16="http://schemas.microsoft.com/office/drawing/2014/main" id="{76E7B180-21B3-2416-1A3F-56B1518DEE3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3" name="Freeform 193">
              <a:extLst>
                <a:ext uri="{FF2B5EF4-FFF2-40B4-BE49-F238E27FC236}">
                  <a16:creationId xmlns:a16="http://schemas.microsoft.com/office/drawing/2014/main" id="{8B151DBE-CBD5-D44D-F15B-D60A96EC8C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4" name="Freeform 194">
              <a:extLst>
                <a:ext uri="{FF2B5EF4-FFF2-40B4-BE49-F238E27FC236}">
                  <a16:creationId xmlns:a16="http://schemas.microsoft.com/office/drawing/2014/main" id="{C8D16BEC-D4A7-8EB2-F547-27284A559E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5" name="Freeform 195">
              <a:extLst>
                <a:ext uri="{FF2B5EF4-FFF2-40B4-BE49-F238E27FC236}">
                  <a16:creationId xmlns:a16="http://schemas.microsoft.com/office/drawing/2014/main" id="{84DF2BE0-AAEB-EB81-C25A-177FCE9023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6" name="Freeform 196">
              <a:extLst>
                <a:ext uri="{FF2B5EF4-FFF2-40B4-BE49-F238E27FC236}">
                  <a16:creationId xmlns:a16="http://schemas.microsoft.com/office/drawing/2014/main" id="{20A95167-392B-5F09-D8EE-C55439CD7C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7" name="Freeform 197">
              <a:extLst>
                <a:ext uri="{FF2B5EF4-FFF2-40B4-BE49-F238E27FC236}">
                  <a16:creationId xmlns:a16="http://schemas.microsoft.com/office/drawing/2014/main" id="{6625062B-3831-E2F1-7169-3B5B150D1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8" name="Freeform 198">
              <a:extLst>
                <a:ext uri="{FF2B5EF4-FFF2-40B4-BE49-F238E27FC236}">
                  <a16:creationId xmlns:a16="http://schemas.microsoft.com/office/drawing/2014/main" id="{38FDDCF1-6A6E-CF95-3D52-892A2F9876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6999" name="Freeform 199">
              <a:extLst>
                <a:ext uri="{FF2B5EF4-FFF2-40B4-BE49-F238E27FC236}">
                  <a16:creationId xmlns:a16="http://schemas.microsoft.com/office/drawing/2014/main" id="{8F9BDBE9-9CF3-1C13-184B-EE73EC6766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0" name="Freeform 200">
              <a:extLst>
                <a:ext uri="{FF2B5EF4-FFF2-40B4-BE49-F238E27FC236}">
                  <a16:creationId xmlns:a16="http://schemas.microsoft.com/office/drawing/2014/main" id="{1F0E5F94-59C8-33D3-EC00-3FF8E86DF0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1" name="Freeform 201">
              <a:extLst>
                <a:ext uri="{FF2B5EF4-FFF2-40B4-BE49-F238E27FC236}">
                  <a16:creationId xmlns:a16="http://schemas.microsoft.com/office/drawing/2014/main" id="{A48F2F39-D228-F5F8-90FE-1664EB2207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2" name="Freeform 202">
              <a:extLst>
                <a:ext uri="{FF2B5EF4-FFF2-40B4-BE49-F238E27FC236}">
                  <a16:creationId xmlns:a16="http://schemas.microsoft.com/office/drawing/2014/main" id="{FCC6C500-A869-89B1-B5F3-8188009C10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3" name="Freeform 203">
              <a:extLst>
                <a:ext uri="{FF2B5EF4-FFF2-40B4-BE49-F238E27FC236}">
                  <a16:creationId xmlns:a16="http://schemas.microsoft.com/office/drawing/2014/main" id="{B13B511C-4EAE-1F70-7E5A-658709DB7D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7004" name="Group 204">
            <a:extLst>
              <a:ext uri="{FF2B5EF4-FFF2-40B4-BE49-F238E27FC236}">
                <a16:creationId xmlns:a16="http://schemas.microsoft.com/office/drawing/2014/main" id="{F65E4BFF-5D6C-A405-3B97-F648CD1383C2}"/>
              </a:ext>
            </a:extLst>
          </p:cNvPr>
          <p:cNvGrpSpPr>
            <a:grpSpLocks/>
          </p:cNvGrpSpPr>
          <p:nvPr/>
        </p:nvGrpSpPr>
        <p:grpSpPr bwMode="auto">
          <a:xfrm>
            <a:off x="508000" y="5070476"/>
            <a:ext cx="711200" cy="492125"/>
            <a:chOff x="96" y="2784"/>
            <a:chExt cx="1062" cy="981"/>
          </a:xfrm>
        </p:grpSpPr>
        <p:sp>
          <p:nvSpPr>
            <p:cNvPr id="717005" name="Freeform 205">
              <a:extLst>
                <a:ext uri="{FF2B5EF4-FFF2-40B4-BE49-F238E27FC236}">
                  <a16:creationId xmlns:a16="http://schemas.microsoft.com/office/drawing/2014/main" id="{3DE8C732-C6C1-6461-F66B-9ADE3FA8B2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6" name="Freeform 206">
              <a:extLst>
                <a:ext uri="{FF2B5EF4-FFF2-40B4-BE49-F238E27FC236}">
                  <a16:creationId xmlns:a16="http://schemas.microsoft.com/office/drawing/2014/main" id="{878A5785-AFAE-F0A0-13CE-8F58ED0C24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7" name="Freeform 207">
              <a:extLst>
                <a:ext uri="{FF2B5EF4-FFF2-40B4-BE49-F238E27FC236}">
                  <a16:creationId xmlns:a16="http://schemas.microsoft.com/office/drawing/2014/main" id="{4B08137C-EB0D-7914-9490-DF14C4E73B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8" name="Freeform 208">
              <a:extLst>
                <a:ext uri="{FF2B5EF4-FFF2-40B4-BE49-F238E27FC236}">
                  <a16:creationId xmlns:a16="http://schemas.microsoft.com/office/drawing/2014/main" id="{8EEE1F0F-F80E-A0CF-89AC-91589E40A6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09" name="Freeform 209">
              <a:extLst>
                <a:ext uri="{FF2B5EF4-FFF2-40B4-BE49-F238E27FC236}">
                  <a16:creationId xmlns:a16="http://schemas.microsoft.com/office/drawing/2014/main" id="{A95B9399-1BAA-FB1F-586F-DA417DCC70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0" name="Freeform 210">
              <a:extLst>
                <a:ext uri="{FF2B5EF4-FFF2-40B4-BE49-F238E27FC236}">
                  <a16:creationId xmlns:a16="http://schemas.microsoft.com/office/drawing/2014/main" id="{F55AFA26-90F8-D70F-9C5B-B29778ADD4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1" name="Freeform 211">
              <a:extLst>
                <a:ext uri="{FF2B5EF4-FFF2-40B4-BE49-F238E27FC236}">
                  <a16:creationId xmlns:a16="http://schemas.microsoft.com/office/drawing/2014/main" id="{FF448533-C7CA-0D6C-B795-FC8F4135EC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2" name="Freeform 212">
              <a:extLst>
                <a:ext uri="{FF2B5EF4-FFF2-40B4-BE49-F238E27FC236}">
                  <a16:creationId xmlns:a16="http://schemas.microsoft.com/office/drawing/2014/main" id="{020635CB-D55A-364C-A5C5-8DA9694088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3" name="Freeform 213">
              <a:extLst>
                <a:ext uri="{FF2B5EF4-FFF2-40B4-BE49-F238E27FC236}">
                  <a16:creationId xmlns:a16="http://schemas.microsoft.com/office/drawing/2014/main" id="{AD02C9A5-6CF9-7D20-1AC4-93720662CE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4" name="Freeform 214">
              <a:extLst>
                <a:ext uri="{FF2B5EF4-FFF2-40B4-BE49-F238E27FC236}">
                  <a16:creationId xmlns:a16="http://schemas.microsoft.com/office/drawing/2014/main" id="{D062019B-7A75-D23A-96D4-2B437CD1D5A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5" name="Freeform 215">
              <a:extLst>
                <a:ext uri="{FF2B5EF4-FFF2-40B4-BE49-F238E27FC236}">
                  <a16:creationId xmlns:a16="http://schemas.microsoft.com/office/drawing/2014/main" id="{2AEFF759-6003-7D76-4922-0DF272DF9F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6" name="Freeform 216">
              <a:extLst>
                <a:ext uri="{FF2B5EF4-FFF2-40B4-BE49-F238E27FC236}">
                  <a16:creationId xmlns:a16="http://schemas.microsoft.com/office/drawing/2014/main" id="{7F4361C4-B0A5-0D0F-C458-63BFB9AF50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17" name="Freeform 217">
              <a:extLst>
                <a:ext uri="{FF2B5EF4-FFF2-40B4-BE49-F238E27FC236}">
                  <a16:creationId xmlns:a16="http://schemas.microsoft.com/office/drawing/2014/main" id="{AF894730-7109-312B-6605-4051936487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7018" name="Group 218">
            <a:extLst>
              <a:ext uri="{FF2B5EF4-FFF2-40B4-BE49-F238E27FC236}">
                <a16:creationId xmlns:a16="http://schemas.microsoft.com/office/drawing/2014/main" id="{BA461F68-3322-839D-179F-7EC40360F19A}"/>
              </a:ext>
            </a:extLst>
          </p:cNvPr>
          <p:cNvGrpSpPr>
            <a:grpSpLocks/>
          </p:cNvGrpSpPr>
          <p:nvPr/>
        </p:nvGrpSpPr>
        <p:grpSpPr bwMode="auto">
          <a:xfrm>
            <a:off x="508000" y="6121401"/>
            <a:ext cx="711200" cy="492125"/>
            <a:chOff x="96" y="2784"/>
            <a:chExt cx="1062" cy="981"/>
          </a:xfrm>
        </p:grpSpPr>
        <p:sp>
          <p:nvSpPr>
            <p:cNvPr id="717019" name="Freeform 219">
              <a:extLst>
                <a:ext uri="{FF2B5EF4-FFF2-40B4-BE49-F238E27FC236}">
                  <a16:creationId xmlns:a16="http://schemas.microsoft.com/office/drawing/2014/main" id="{109F3898-EB67-AEAB-BAA3-A354E968709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0" name="Freeform 220">
              <a:extLst>
                <a:ext uri="{FF2B5EF4-FFF2-40B4-BE49-F238E27FC236}">
                  <a16:creationId xmlns:a16="http://schemas.microsoft.com/office/drawing/2014/main" id="{998B179B-37F9-938B-FAB8-B98B782D944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1" name="Freeform 221">
              <a:extLst>
                <a:ext uri="{FF2B5EF4-FFF2-40B4-BE49-F238E27FC236}">
                  <a16:creationId xmlns:a16="http://schemas.microsoft.com/office/drawing/2014/main" id="{2172AB46-8677-63D8-F30F-333085BCBB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2" name="Freeform 222">
              <a:extLst>
                <a:ext uri="{FF2B5EF4-FFF2-40B4-BE49-F238E27FC236}">
                  <a16:creationId xmlns:a16="http://schemas.microsoft.com/office/drawing/2014/main" id="{EBFEF35E-E9D4-D8BD-6890-8B23394E4B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3" name="Freeform 223">
              <a:extLst>
                <a:ext uri="{FF2B5EF4-FFF2-40B4-BE49-F238E27FC236}">
                  <a16:creationId xmlns:a16="http://schemas.microsoft.com/office/drawing/2014/main" id="{8AC338AC-1435-6C7B-5F43-0CB492485C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4" name="Freeform 224">
              <a:extLst>
                <a:ext uri="{FF2B5EF4-FFF2-40B4-BE49-F238E27FC236}">
                  <a16:creationId xmlns:a16="http://schemas.microsoft.com/office/drawing/2014/main" id="{360ADCED-DFC2-2383-8BA6-2F7A9BDE59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5" name="Freeform 225">
              <a:extLst>
                <a:ext uri="{FF2B5EF4-FFF2-40B4-BE49-F238E27FC236}">
                  <a16:creationId xmlns:a16="http://schemas.microsoft.com/office/drawing/2014/main" id="{C2F0109E-CF32-3B0D-E18F-2312E98052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6" name="Freeform 226">
              <a:extLst>
                <a:ext uri="{FF2B5EF4-FFF2-40B4-BE49-F238E27FC236}">
                  <a16:creationId xmlns:a16="http://schemas.microsoft.com/office/drawing/2014/main" id="{F89C54AC-AAE2-2A1C-5D77-BE2D00055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7" name="Freeform 227">
              <a:extLst>
                <a:ext uri="{FF2B5EF4-FFF2-40B4-BE49-F238E27FC236}">
                  <a16:creationId xmlns:a16="http://schemas.microsoft.com/office/drawing/2014/main" id="{01A2A685-5D5D-0821-9384-6C89A13E80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8" name="Freeform 228">
              <a:extLst>
                <a:ext uri="{FF2B5EF4-FFF2-40B4-BE49-F238E27FC236}">
                  <a16:creationId xmlns:a16="http://schemas.microsoft.com/office/drawing/2014/main" id="{FF5970AE-D80C-6EC5-818E-A0D8D44EA4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29" name="Freeform 229">
              <a:extLst>
                <a:ext uri="{FF2B5EF4-FFF2-40B4-BE49-F238E27FC236}">
                  <a16:creationId xmlns:a16="http://schemas.microsoft.com/office/drawing/2014/main" id="{5F6B0359-207D-BAD4-D3B9-3F9FD8BCF2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30" name="Freeform 230">
              <a:extLst>
                <a:ext uri="{FF2B5EF4-FFF2-40B4-BE49-F238E27FC236}">
                  <a16:creationId xmlns:a16="http://schemas.microsoft.com/office/drawing/2014/main" id="{F1BA036D-0E08-EDC7-0D46-67D0E7FD50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sp>
          <p:nvSpPr>
            <p:cNvPr id="717031" name="Freeform 231">
              <a:extLst>
                <a:ext uri="{FF2B5EF4-FFF2-40B4-BE49-F238E27FC236}">
                  <a16:creationId xmlns:a16="http://schemas.microsoft.com/office/drawing/2014/main" id="{8E5CEAE7-889B-B6BC-D205-391377738F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</p:grpSp>
      <p:grpSp>
        <p:nvGrpSpPr>
          <p:cNvPr id="717032" name="Group 232">
            <a:extLst>
              <a:ext uri="{FF2B5EF4-FFF2-40B4-BE49-F238E27FC236}">
                <a16:creationId xmlns:a16="http://schemas.microsoft.com/office/drawing/2014/main" id="{705E159D-6500-0FFD-3284-6BEA5BAC6910}"/>
              </a:ext>
            </a:extLst>
          </p:cNvPr>
          <p:cNvGrpSpPr>
            <a:grpSpLocks/>
          </p:cNvGrpSpPr>
          <p:nvPr/>
        </p:nvGrpSpPr>
        <p:grpSpPr bwMode="auto">
          <a:xfrm>
            <a:off x="9245600" y="-7938"/>
            <a:ext cx="3090333" cy="2063751"/>
            <a:chOff x="4080" y="-5"/>
            <a:chExt cx="1748" cy="1556"/>
          </a:xfrm>
        </p:grpSpPr>
        <p:sp>
          <p:nvSpPr>
            <p:cNvPr id="717033" name="Freeform 233">
              <a:extLst>
                <a:ext uri="{FF2B5EF4-FFF2-40B4-BE49-F238E27FC236}">
                  <a16:creationId xmlns:a16="http://schemas.microsoft.com/office/drawing/2014/main" id="{713CE7A8-CAEE-ABC7-B4CC-451DAB2ACA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1" y="-5"/>
              <a:ext cx="1586" cy="1443"/>
            </a:xfrm>
            <a:custGeom>
              <a:avLst/>
              <a:gdLst>
                <a:gd name="T0" fmla="*/ 23 w 546"/>
                <a:gd name="T1" fmla="*/ 4 h 497"/>
                <a:gd name="T2" fmla="*/ 11 w 546"/>
                <a:gd name="T3" fmla="*/ 71 h 497"/>
                <a:gd name="T4" fmla="*/ 25 w 546"/>
                <a:gd name="T5" fmla="*/ 393 h 497"/>
                <a:gd name="T6" fmla="*/ 54 w 546"/>
                <a:gd name="T7" fmla="*/ 457 h 497"/>
                <a:gd name="T8" fmla="*/ 158 w 546"/>
                <a:gd name="T9" fmla="*/ 482 h 497"/>
                <a:gd name="T10" fmla="*/ 204 w 546"/>
                <a:gd name="T11" fmla="*/ 495 h 497"/>
                <a:gd name="T12" fmla="*/ 520 w 546"/>
                <a:gd name="T13" fmla="*/ 475 h 497"/>
                <a:gd name="T14" fmla="*/ 533 w 546"/>
                <a:gd name="T15" fmla="*/ 167 h 497"/>
                <a:gd name="T16" fmla="*/ 369 w 546"/>
                <a:gd name="T17" fmla="*/ 16 h 497"/>
                <a:gd name="T18" fmla="*/ 249 w 546"/>
                <a:gd name="T19" fmla="*/ 29 h 497"/>
                <a:gd name="T20" fmla="*/ 198 w 546"/>
                <a:gd name="T21" fmla="*/ 11 h 497"/>
                <a:gd name="T22" fmla="*/ 151 w 546"/>
                <a:gd name="T23" fmla="*/ 2 h 497"/>
                <a:gd name="T24" fmla="*/ 23 w 546"/>
                <a:gd name="T25" fmla="*/ 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46" h="497">
                  <a:moveTo>
                    <a:pt x="23" y="4"/>
                  </a:moveTo>
                  <a:cubicBezTo>
                    <a:pt x="23" y="4"/>
                    <a:pt x="0" y="34"/>
                    <a:pt x="11" y="71"/>
                  </a:cubicBezTo>
                  <a:cubicBezTo>
                    <a:pt x="19" y="100"/>
                    <a:pt x="25" y="393"/>
                    <a:pt x="25" y="393"/>
                  </a:cubicBezTo>
                  <a:cubicBezTo>
                    <a:pt x="25" y="393"/>
                    <a:pt x="42" y="452"/>
                    <a:pt x="54" y="457"/>
                  </a:cubicBezTo>
                  <a:cubicBezTo>
                    <a:pt x="66" y="462"/>
                    <a:pt x="158" y="482"/>
                    <a:pt x="158" y="482"/>
                  </a:cubicBezTo>
                  <a:cubicBezTo>
                    <a:pt x="158" y="482"/>
                    <a:pt x="191" y="497"/>
                    <a:pt x="204" y="495"/>
                  </a:cubicBezTo>
                  <a:cubicBezTo>
                    <a:pt x="217" y="494"/>
                    <a:pt x="506" y="487"/>
                    <a:pt x="520" y="475"/>
                  </a:cubicBezTo>
                  <a:cubicBezTo>
                    <a:pt x="533" y="463"/>
                    <a:pt x="546" y="218"/>
                    <a:pt x="533" y="167"/>
                  </a:cubicBezTo>
                  <a:cubicBezTo>
                    <a:pt x="520" y="117"/>
                    <a:pt x="404" y="14"/>
                    <a:pt x="369" y="16"/>
                  </a:cubicBezTo>
                  <a:cubicBezTo>
                    <a:pt x="335" y="17"/>
                    <a:pt x="249" y="29"/>
                    <a:pt x="249" y="29"/>
                  </a:cubicBezTo>
                  <a:lnTo>
                    <a:pt x="198" y="11"/>
                  </a:lnTo>
                  <a:lnTo>
                    <a:pt x="151" y="2"/>
                  </a:lnTo>
                  <a:cubicBezTo>
                    <a:pt x="151" y="2"/>
                    <a:pt x="79" y="0"/>
                    <a:pt x="23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N" sz="1800"/>
            </a:p>
          </p:txBody>
        </p:sp>
        <p:grpSp>
          <p:nvGrpSpPr>
            <p:cNvPr id="717034" name="Group 234">
              <a:extLst>
                <a:ext uri="{FF2B5EF4-FFF2-40B4-BE49-F238E27FC236}">
                  <a16:creationId xmlns:a16="http://schemas.microsoft.com/office/drawing/2014/main" id="{15499B4C-6BFD-AFB2-B0E1-FC15F6372FE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080" y="0"/>
              <a:ext cx="1748" cy="1551"/>
              <a:chOff x="2918" y="18"/>
              <a:chExt cx="2958" cy="2699"/>
            </a:xfrm>
          </p:grpSpPr>
          <p:sp>
            <p:nvSpPr>
              <p:cNvPr id="717035" name="Freeform 235">
                <a:extLst>
                  <a:ext uri="{FF2B5EF4-FFF2-40B4-BE49-F238E27FC236}">
                    <a16:creationId xmlns:a16="http://schemas.microsoft.com/office/drawing/2014/main" id="{A80552C6-BFA2-7858-AD85-66FA88BE69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0" y="18"/>
                <a:ext cx="490" cy="187"/>
              </a:xfrm>
              <a:custGeom>
                <a:avLst/>
                <a:gdLst>
                  <a:gd name="T0" fmla="*/ 71 w 97"/>
                  <a:gd name="T1" fmla="*/ 25 h 37"/>
                  <a:gd name="T2" fmla="*/ 91 w 97"/>
                  <a:gd name="T3" fmla="*/ 20 h 37"/>
                  <a:gd name="T4" fmla="*/ 92 w 97"/>
                  <a:gd name="T5" fmla="*/ 17 h 37"/>
                  <a:gd name="T6" fmla="*/ 88 w 97"/>
                  <a:gd name="T7" fmla="*/ 0 h 37"/>
                  <a:gd name="T8" fmla="*/ 25 w 97"/>
                  <a:gd name="T9" fmla="*/ 0 h 37"/>
                  <a:gd name="T10" fmla="*/ 10 w 97"/>
                  <a:gd name="T11" fmla="*/ 22 h 37"/>
                  <a:gd name="T12" fmla="*/ 71 w 97"/>
                  <a:gd name="T13" fmla="*/ 2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7" h="37">
                    <a:moveTo>
                      <a:pt x="71" y="25"/>
                    </a:moveTo>
                    <a:cubicBezTo>
                      <a:pt x="81" y="22"/>
                      <a:pt x="87" y="21"/>
                      <a:pt x="91" y="20"/>
                    </a:cubicBezTo>
                    <a:cubicBezTo>
                      <a:pt x="91" y="19"/>
                      <a:pt x="91" y="19"/>
                      <a:pt x="92" y="17"/>
                    </a:cubicBezTo>
                    <a:cubicBezTo>
                      <a:pt x="97" y="11"/>
                      <a:pt x="95" y="4"/>
                      <a:pt x="88" y="0"/>
                    </a:cubicBezTo>
                    <a:lnTo>
                      <a:pt x="25" y="0"/>
                    </a:lnTo>
                    <a:cubicBezTo>
                      <a:pt x="10" y="3"/>
                      <a:pt x="0" y="10"/>
                      <a:pt x="10" y="22"/>
                    </a:cubicBezTo>
                    <a:cubicBezTo>
                      <a:pt x="10" y="22"/>
                      <a:pt x="28" y="37"/>
                      <a:pt x="71" y="2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36" name="Freeform 236">
                <a:extLst>
                  <a:ext uri="{FF2B5EF4-FFF2-40B4-BE49-F238E27FC236}">
                    <a16:creationId xmlns:a16="http://schemas.microsoft.com/office/drawing/2014/main" id="{F6C986C4-5749-03F1-5E76-609265F6317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18" y="18"/>
                <a:ext cx="2958" cy="2699"/>
              </a:xfrm>
              <a:custGeom>
                <a:avLst/>
                <a:gdLst>
                  <a:gd name="T0" fmla="*/ 504 w 585"/>
                  <a:gd name="T1" fmla="*/ 1 h 534"/>
                  <a:gd name="T2" fmla="*/ 157 w 585"/>
                  <a:gd name="T3" fmla="*/ 0 h 534"/>
                  <a:gd name="T4" fmla="*/ 225 w 585"/>
                  <a:gd name="T5" fmla="*/ 21 h 534"/>
                  <a:gd name="T6" fmla="*/ 174 w 585"/>
                  <a:gd name="T7" fmla="*/ 39 h 534"/>
                  <a:gd name="T8" fmla="*/ 207 w 585"/>
                  <a:gd name="T9" fmla="*/ 71 h 534"/>
                  <a:gd name="T10" fmla="*/ 74 w 585"/>
                  <a:gd name="T11" fmla="*/ 60 h 534"/>
                  <a:gd name="T12" fmla="*/ 26 w 585"/>
                  <a:gd name="T13" fmla="*/ 63 h 534"/>
                  <a:gd name="T14" fmla="*/ 199 w 585"/>
                  <a:gd name="T15" fmla="*/ 487 h 534"/>
                  <a:gd name="T16" fmla="*/ 144 w 585"/>
                  <a:gd name="T17" fmla="*/ 341 h 534"/>
                  <a:gd name="T18" fmla="*/ 105 w 585"/>
                  <a:gd name="T19" fmla="*/ 376 h 534"/>
                  <a:gd name="T20" fmla="*/ 94 w 585"/>
                  <a:gd name="T21" fmla="*/ 435 h 534"/>
                  <a:gd name="T22" fmla="*/ 124 w 585"/>
                  <a:gd name="T23" fmla="*/ 265 h 534"/>
                  <a:gd name="T24" fmla="*/ 153 w 585"/>
                  <a:gd name="T25" fmla="*/ 228 h 534"/>
                  <a:gd name="T26" fmla="*/ 209 w 585"/>
                  <a:gd name="T27" fmla="*/ 237 h 534"/>
                  <a:gd name="T28" fmla="*/ 188 w 585"/>
                  <a:gd name="T29" fmla="*/ 306 h 534"/>
                  <a:gd name="T30" fmla="*/ 192 w 585"/>
                  <a:gd name="T31" fmla="*/ 395 h 534"/>
                  <a:gd name="T32" fmla="*/ 515 w 585"/>
                  <a:gd name="T33" fmla="*/ 483 h 534"/>
                  <a:gd name="T34" fmla="*/ 454 w 585"/>
                  <a:gd name="T35" fmla="*/ 427 h 534"/>
                  <a:gd name="T36" fmla="*/ 425 w 585"/>
                  <a:gd name="T37" fmla="*/ 345 h 534"/>
                  <a:gd name="T38" fmla="*/ 396 w 585"/>
                  <a:gd name="T39" fmla="*/ 270 h 534"/>
                  <a:gd name="T40" fmla="*/ 460 w 585"/>
                  <a:gd name="T41" fmla="*/ 256 h 534"/>
                  <a:gd name="T42" fmla="*/ 407 w 585"/>
                  <a:gd name="T43" fmla="*/ 223 h 534"/>
                  <a:gd name="T44" fmla="*/ 439 w 585"/>
                  <a:gd name="T45" fmla="*/ 226 h 534"/>
                  <a:gd name="T46" fmla="*/ 438 w 585"/>
                  <a:gd name="T47" fmla="*/ 209 h 534"/>
                  <a:gd name="T48" fmla="*/ 376 w 585"/>
                  <a:gd name="T49" fmla="*/ 211 h 534"/>
                  <a:gd name="T50" fmla="*/ 357 w 585"/>
                  <a:gd name="T51" fmla="*/ 343 h 534"/>
                  <a:gd name="T52" fmla="*/ 347 w 585"/>
                  <a:gd name="T53" fmla="*/ 230 h 534"/>
                  <a:gd name="T54" fmla="*/ 331 w 585"/>
                  <a:gd name="T55" fmla="*/ 182 h 534"/>
                  <a:gd name="T56" fmla="*/ 347 w 585"/>
                  <a:gd name="T57" fmla="*/ 136 h 534"/>
                  <a:gd name="T58" fmla="*/ 339 w 585"/>
                  <a:gd name="T59" fmla="*/ 99 h 534"/>
                  <a:gd name="T60" fmla="*/ 331 w 585"/>
                  <a:gd name="T61" fmla="*/ 62 h 534"/>
                  <a:gd name="T62" fmla="*/ 369 w 585"/>
                  <a:gd name="T63" fmla="*/ 103 h 534"/>
                  <a:gd name="T64" fmla="*/ 415 w 585"/>
                  <a:gd name="T65" fmla="*/ 47 h 534"/>
                  <a:gd name="T66" fmla="*/ 409 w 585"/>
                  <a:gd name="T67" fmla="*/ 95 h 534"/>
                  <a:gd name="T68" fmla="*/ 401 w 585"/>
                  <a:gd name="T69" fmla="*/ 130 h 534"/>
                  <a:gd name="T70" fmla="*/ 401 w 585"/>
                  <a:gd name="T71" fmla="*/ 181 h 534"/>
                  <a:gd name="T72" fmla="*/ 558 w 585"/>
                  <a:gd name="T73" fmla="*/ 181 h 534"/>
                  <a:gd name="T74" fmla="*/ 554 w 585"/>
                  <a:gd name="T75" fmla="*/ 76 h 534"/>
                  <a:gd name="T76" fmla="*/ 249 w 585"/>
                  <a:gd name="T77" fmla="*/ 69 h 534"/>
                  <a:gd name="T78" fmla="*/ 293 w 585"/>
                  <a:gd name="T79" fmla="*/ 93 h 534"/>
                  <a:gd name="T80" fmla="*/ 171 w 585"/>
                  <a:gd name="T81" fmla="*/ 195 h 534"/>
                  <a:gd name="T82" fmla="*/ 69 w 585"/>
                  <a:gd name="T83" fmla="*/ 98 h 534"/>
                  <a:gd name="T84" fmla="*/ 191 w 585"/>
                  <a:gd name="T85" fmla="*/ 106 h 534"/>
                  <a:gd name="T86" fmla="*/ 220 w 585"/>
                  <a:gd name="T87" fmla="*/ 105 h 534"/>
                  <a:gd name="T88" fmla="*/ 302 w 585"/>
                  <a:gd name="T89" fmla="*/ 121 h 534"/>
                  <a:gd name="T90" fmla="*/ 276 w 585"/>
                  <a:gd name="T91" fmla="*/ 256 h 534"/>
                  <a:gd name="T92" fmla="*/ 260 w 585"/>
                  <a:gd name="T93" fmla="*/ 137 h 534"/>
                  <a:gd name="T94" fmla="*/ 171 w 585"/>
                  <a:gd name="T95" fmla="*/ 195 h 534"/>
                  <a:gd name="T96" fmla="*/ 223 w 585"/>
                  <a:gd name="T97" fmla="*/ 225 h 534"/>
                  <a:gd name="T98" fmla="*/ 247 w 585"/>
                  <a:gd name="T99" fmla="*/ 158 h 534"/>
                  <a:gd name="T100" fmla="*/ 326 w 585"/>
                  <a:gd name="T101" fmla="*/ 292 h 534"/>
                  <a:gd name="T102" fmla="*/ 215 w 585"/>
                  <a:gd name="T103" fmla="*/ 321 h 534"/>
                  <a:gd name="T104" fmla="*/ 309 w 585"/>
                  <a:gd name="T105" fmla="*/ 277 h 534"/>
                  <a:gd name="T106" fmla="*/ 318 w 585"/>
                  <a:gd name="T107" fmla="*/ 133 h 534"/>
                  <a:gd name="T108" fmla="*/ 313 w 585"/>
                  <a:gd name="T109" fmla="*/ 213 h 534"/>
                  <a:gd name="T110" fmla="*/ 299 w 585"/>
                  <a:gd name="T111" fmla="*/ 144 h 534"/>
                  <a:gd name="T112" fmla="*/ 507 w 585"/>
                  <a:gd name="T113" fmla="*/ 179 h 534"/>
                  <a:gd name="T114" fmla="*/ 461 w 585"/>
                  <a:gd name="T115" fmla="*/ 162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585" h="534">
                    <a:moveTo>
                      <a:pt x="554" y="76"/>
                    </a:moveTo>
                    <a:cubicBezTo>
                      <a:pt x="551" y="32"/>
                      <a:pt x="543" y="9"/>
                      <a:pt x="504" y="1"/>
                    </a:cubicBezTo>
                    <a:cubicBezTo>
                      <a:pt x="500" y="1"/>
                      <a:pt x="494" y="0"/>
                      <a:pt x="486" y="0"/>
                    </a:cubicBezTo>
                    <a:lnTo>
                      <a:pt x="157" y="0"/>
                    </a:lnTo>
                    <a:cubicBezTo>
                      <a:pt x="156" y="5"/>
                      <a:pt x="153" y="17"/>
                      <a:pt x="158" y="17"/>
                    </a:cubicBezTo>
                    <a:cubicBezTo>
                      <a:pt x="171" y="17"/>
                      <a:pt x="223" y="21"/>
                      <a:pt x="225" y="21"/>
                    </a:cubicBezTo>
                    <a:cubicBezTo>
                      <a:pt x="226" y="21"/>
                      <a:pt x="250" y="16"/>
                      <a:pt x="237" y="28"/>
                    </a:cubicBezTo>
                    <a:cubicBezTo>
                      <a:pt x="223" y="41"/>
                      <a:pt x="192" y="41"/>
                      <a:pt x="174" y="39"/>
                    </a:cubicBezTo>
                    <a:cubicBezTo>
                      <a:pt x="131" y="36"/>
                      <a:pt x="152" y="56"/>
                      <a:pt x="168" y="56"/>
                    </a:cubicBezTo>
                    <a:cubicBezTo>
                      <a:pt x="218" y="56"/>
                      <a:pt x="228" y="68"/>
                      <a:pt x="207" y="71"/>
                    </a:cubicBezTo>
                    <a:cubicBezTo>
                      <a:pt x="186" y="74"/>
                      <a:pt x="182" y="73"/>
                      <a:pt x="162" y="76"/>
                    </a:cubicBezTo>
                    <a:cubicBezTo>
                      <a:pt x="7" y="101"/>
                      <a:pt x="59" y="60"/>
                      <a:pt x="74" y="60"/>
                    </a:cubicBezTo>
                    <a:cubicBezTo>
                      <a:pt x="139" y="59"/>
                      <a:pt x="123" y="37"/>
                      <a:pt x="107" y="42"/>
                    </a:cubicBezTo>
                    <a:cubicBezTo>
                      <a:pt x="91" y="46"/>
                      <a:pt x="34" y="27"/>
                      <a:pt x="26" y="63"/>
                    </a:cubicBezTo>
                    <a:cubicBezTo>
                      <a:pt x="19" y="100"/>
                      <a:pt x="42" y="282"/>
                      <a:pt x="36" y="317"/>
                    </a:cubicBezTo>
                    <a:cubicBezTo>
                      <a:pt x="0" y="534"/>
                      <a:pt x="199" y="487"/>
                      <a:pt x="199" y="487"/>
                    </a:cubicBezTo>
                    <a:cubicBezTo>
                      <a:pt x="156" y="453"/>
                      <a:pt x="174" y="421"/>
                      <a:pt x="171" y="403"/>
                    </a:cubicBezTo>
                    <a:cubicBezTo>
                      <a:pt x="161" y="345"/>
                      <a:pt x="154" y="337"/>
                      <a:pt x="144" y="341"/>
                    </a:cubicBezTo>
                    <a:cubicBezTo>
                      <a:pt x="121" y="352"/>
                      <a:pt x="123" y="358"/>
                      <a:pt x="126" y="367"/>
                    </a:cubicBezTo>
                    <a:cubicBezTo>
                      <a:pt x="142" y="416"/>
                      <a:pt x="105" y="376"/>
                      <a:pt x="105" y="376"/>
                    </a:cubicBezTo>
                    <a:cubicBezTo>
                      <a:pt x="98" y="380"/>
                      <a:pt x="95" y="390"/>
                      <a:pt x="99" y="399"/>
                    </a:cubicBezTo>
                    <a:cubicBezTo>
                      <a:pt x="131" y="463"/>
                      <a:pt x="101" y="446"/>
                      <a:pt x="94" y="435"/>
                    </a:cubicBezTo>
                    <a:cubicBezTo>
                      <a:pt x="61" y="390"/>
                      <a:pt x="92" y="366"/>
                      <a:pt x="88" y="352"/>
                    </a:cubicBezTo>
                    <a:cubicBezTo>
                      <a:pt x="75" y="295"/>
                      <a:pt x="118" y="274"/>
                      <a:pt x="124" y="265"/>
                    </a:cubicBezTo>
                    <a:cubicBezTo>
                      <a:pt x="130" y="256"/>
                      <a:pt x="127" y="253"/>
                      <a:pt x="129" y="234"/>
                    </a:cubicBezTo>
                    <a:cubicBezTo>
                      <a:pt x="136" y="195"/>
                      <a:pt x="155" y="216"/>
                      <a:pt x="153" y="228"/>
                    </a:cubicBezTo>
                    <a:cubicBezTo>
                      <a:pt x="148" y="274"/>
                      <a:pt x="176" y="242"/>
                      <a:pt x="186" y="228"/>
                    </a:cubicBezTo>
                    <a:cubicBezTo>
                      <a:pt x="218" y="186"/>
                      <a:pt x="214" y="229"/>
                      <a:pt x="209" y="237"/>
                    </a:cubicBezTo>
                    <a:cubicBezTo>
                      <a:pt x="203" y="244"/>
                      <a:pt x="198" y="255"/>
                      <a:pt x="200" y="260"/>
                    </a:cubicBezTo>
                    <a:cubicBezTo>
                      <a:pt x="208" y="283"/>
                      <a:pt x="193" y="305"/>
                      <a:pt x="188" y="306"/>
                    </a:cubicBezTo>
                    <a:cubicBezTo>
                      <a:pt x="184" y="308"/>
                      <a:pt x="170" y="314"/>
                      <a:pt x="170" y="332"/>
                    </a:cubicBezTo>
                    <a:cubicBezTo>
                      <a:pt x="171" y="350"/>
                      <a:pt x="192" y="382"/>
                      <a:pt x="192" y="395"/>
                    </a:cubicBezTo>
                    <a:cubicBezTo>
                      <a:pt x="193" y="492"/>
                      <a:pt x="236" y="499"/>
                      <a:pt x="255" y="497"/>
                    </a:cubicBezTo>
                    <a:cubicBezTo>
                      <a:pt x="275" y="496"/>
                      <a:pt x="445" y="490"/>
                      <a:pt x="515" y="483"/>
                    </a:cubicBezTo>
                    <a:cubicBezTo>
                      <a:pt x="585" y="477"/>
                      <a:pt x="538" y="458"/>
                      <a:pt x="518" y="458"/>
                    </a:cubicBezTo>
                    <a:cubicBezTo>
                      <a:pt x="467" y="458"/>
                      <a:pt x="454" y="427"/>
                      <a:pt x="454" y="427"/>
                    </a:cubicBezTo>
                    <a:cubicBezTo>
                      <a:pt x="454" y="427"/>
                      <a:pt x="453" y="405"/>
                      <a:pt x="431" y="400"/>
                    </a:cubicBezTo>
                    <a:cubicBezTo>
                      <a:pt x="376" y="385"/>
                      <a:pt x="411" y="353"/>
                      <a:pt x="425" y="345"/>
                    </a:cubicBezTo>
                    <a:cubicBezTo>
                      <a:pt x="438" y="338"/>
                      <a:pt x="430" y="335"/>
                      <a:pt x="420" y="329"/>
                    </a:cubicBezTo>
                    <a:cubicBezTo>
                      <a:pt x="398" y="316"/>
                      <a:pt x="394" y="300"/>
                      <a:pt x="396" y="270"/>
                    </a:cubicBezTo>
                    <a:cubicBezTo>
                      <a:pt x="397" y="240"/>
                      <a:pt x="416" y="249"/>
                      <a:pt x="416" y="249"/>
                    </a:cubicBezTo>
                    <a:cubicBezTo>
                      <a:pt x="416" y="249"/>
                      <a:pt x="448" y="262"/>
                      <a:pt x="460" y="256"/>
                    </a:cubicBezTo>
                    <a:cubicBezTo>
                      <a:pt x="472" y="250"/>
                      <a:pt x="467" y="239"/>
                      <a:pt x="461" y="244"/>
                    </a:cubicBezTo>
                    <a:cubicBezTo>
                      <a:pt x="455" y="248"/>
                      <a:pt x="412" y="244"/>
                      <a:pt x="407" y="223"/>
                    </a:cubicBezTo>
                    <a:cubicBezTo>
                      <a:pt x="403" y="202"/>
                      <a:pt x="418" y="213"/>
                      <a:pt x="422" y="214"/>
                    </a:cubicBezTo>
                    <a:cubicBezTo>
                      <a:pt x="427" y="216"/>
                      <a:pt x="427" y="220"/>
                      <a:pt x="439" y="226"/>
                    </a:cubicBezTo>
                    <a:cubicBezTo>
                      <a:pt x="468" y="241"/>
                      <a:pt x="454" y="224"/>
                      <a:pt x="454" y="224"/>
                    </a:cubicBezTo>
                    <a:cubicBezTo>
                      <a:pt x="454" y="224"/>
                      <a:pt x="454" y="224"/>
                      <a:pt x="438" y="209"/>
                    </a:cubicBezTo>
                    <a:cubicBezTo>
                      <a:pt x="423" y="194"/>
                      <a:pt x="406" y="199"/>
                      <a:pt x="389" y="199"/>
                    </a:cubicBezTo>
                    <a:cubicBezTo>
                      <a:pt x="373" y="199"/>
                      <a:pt x="376" y="211"/>
                      <a:pt x="376" y="211"/>
                    </a:cubicBezTo>
                    <a:cubicBezTo>
                      <a:pt x="376" y="211"/>
                      <a:pt x="373" y="242"/>
                      <a:pt x="370" y="291"/>
                    </a:cubicBezTo>
                    <a:cubicBezTo>
                      <a:pt x="368" y="341"/>
                      <a:pt x="360" y="347"/>
                      <a:pt x="357" y="343"/>
                    </a:cubicBezTo>
                    <a:cubicBezTo>
                      <a:pt x="354" y="338"/>
                      <a:pt x="350" y="313"/>
                      <a:pt x="350" y="305"/>
                    </a:cubicBezTo>
                    <a:cubicBezTo>
                      <a:pt x="350" y="298"/>
                      <a:pt x="345" y="264"/>
                      <a:pt x="347" y="230"/>
                    </a:cubicBezTo>
                    <a:cubicBezTo>
                      <a:pt x="350" y="195"/>
                      <a:pt x="356" y="210"/>
                      <a:pt x="334" y="201"/>
                    </a:cubicBezTo>
                    <a:cubicBezTo>
                      <a:pt x="311" y="192"/>
                      <a:pt x="323" y="182"/>
                      <a:pt x="331" y="182"/>
                    </a:cubicBezTo>
                    <a:cubicBezTo>
                      <a:pt x="338" y="182"/>
                      <a:pt x="350" y="189"/>
                      <a:pt x="352" y="181"/>
                    </a:cubicBezTo>
                    <a:cubicBezTo>
                      <a:pt x="356" y="160"/>
                      <a:pt x="359" y="141"/>
                      <a:pt x="347" y="136"/>
                    </a:cubicBezTo>
                    <a:cubicBezTo>
                      <a:pt x="322" y="127"/>
                      <a:pt x="332" y="121"/>
                      <a:pt x="341" y="118"/>
                    </a:cubicBezTo>
                    <a:cubicBezTo>
                      <a:pt x="350" y="115"/>
                      <a:pt x="352" y="94"/>
                      <a:pt x="339" y="99"/>
                    </a:cubicBezTo>
                    <a:cubicBezTo>
                      <a:pt x="313" y="107"/>
                      <a:pt x="316" y="85"/>
                      <a:pt x="321" y="82"/>
                    </a:cubicBezTo>
                    <a:cubicBezTo>
                      <a:pt x="325" y="79"/>
                      <a:pt x="334" y="83"/>
                      <a:pt x="331" y="62"/>
                    </a:cubicBezTo>
                    <a:cubicBezTo>
                      <a:pt x="328" y="41"/>
                      <a:pt x="347" y="34"/>
                      <a:pt x="351" y="53"/>
                    </a:cubicBezTo>
                    <a:cubicBezTo>
                      <a:pt x="354" y="73"/>
                      <a:pt x="363" y="112"/>
                      <a:pt x="369" y="103"/>
                    </a:cubicBezTo>
                    <a:cubicBezTo>
                      <a:pt x="375" y="94"/>
                      <a:pt x="385" y="57"/>
                      <a:pt x="395" y="41"/>
                    </a:cubicBezTo>
                    <a:cubicBezTo>
                      <a:pt x="406" y="24"/>
                      <a:pt x="418" y="38"/>
                      <a:pt x="415" y="47"/>
                    </a:cubicBezTo>
                    <a:cubicBezTo>
                      <a:pt x="401" y="88"/>
                      <a:pt x="426" y="90"/>
                      <a:pt x="426" y="90"/>
                    </a:cubicBezTo>
                    <a:cubicBezTo>
                      <a:pt x="426" y="90"/>
                      <a:pt x="423" y="96"/>
                      <a:pt x="409" y="95"/>
                    </a:cubicBezTo>
                    <a:cubicBezTo>
                      <a:pt x="382" y="92"/>
                      <a:pt x="393" y="110"/>
                      <a:pt x="405" y="115"/>
                    </a:cubicBezTo>
                    <a:cubicBezTo>
                      <a:pt x="431" y="124"/>
                      <a:pt x="414" y="130"/>
                      <a:pt x="401" y="130"/>
                    </a:cubicBezTo>
                    <a:cubicBezTo>
                      <a:pt x="387" y="130"/>
                      <a:pt x="381" y="134"/>
                      <a:pt x="378" y="148"/>
                    </a:cubicBezTo>
                    <a:cubicBezTo>
                      <a:pt x="369" y="191"/>
                      <a:pt x="401" y="181"/>
                      <a:pt x="401" y="181"/>
                    </a:cubicBezTo>
                    <a:cubicBezTo>
                      <a:pt x="452" y="195"/>
                      <a:pt x="528" y="188"/>
                      <a:pt x="528" y="188"/>
                    </a:cubicBezTo>
                    <a:cubicBezTo>
                      <a:pt x="543" y="192"/>
                      <a:pt x="552" y="189"/>
                      <a:pt x="558" y="181"/>
                    </a:cubicBezTo>
                    <a:lnTo>
                      <a:pt x="558" y="103"/>
                    </a:lnTo>
                    <a:cubicBezTo>
                      <a:pt x="556" y="93"/>
                      <a:pt x="555" y="84"/>
                      <a:pt x="554" y="76"/>
                    </a:cubicBezTo>
                    <a:close/>
                    <a:moveTo>
                      <a:pt x="231" y="77"/>
                    </a:moveTo>
                    <a:cubicBezTo>
                      <a:pt x="233" y="65"/>
                      <a:pt x="249" y="69"/>
                      <a:pt x="249" y="69"/>
                    </a:cubicBezTo>
                    <a:cubicBezTo>
                      <a:pt x="249" y="69"/>
                      <a:pt x="278" y="79"/>
                      <a:pt x="290" y="78"/>
                    </a:cubicBezTo>
                    <a:cubicBezTo>
                      <a:pt x="301" y="76"/>
                      <a:pt x="318" y="93"/>
                      <a:pt x="293" y="93"/>
                    </a:cubicBezTo>
                    <a:cubicBezTo>
                      <a:pt x="267" y="93"/>
                      <a:pt x="228" y="104"/>
                      <a:pt x="231" y="77"/>
                    </a:cubicBezTo>
                    <a:close/>
                    <a:moveTo>
                      <a:pt x="171" y="195"/>
                    </a:moveTo>
                    <a:cubicBezTo>
                      <a:pt x="153" y="195"/>
                      <a:pt x="46" y="237"/>
                      <a:pt x="45" y="128"/>
                    </a:cubicBezTo>
                    <a:cubicBezTo>
                      <a:pt x="45" y="104"/>
                      <a:pt x="39" y="83"/>
                      <a:pt x="69" y="98"/>
                    </a:cubicBezTo>
                    <a:cubicBezTo>
                      <a:pt x="99" y="112"/>
                      <a:pt x="72" y="111"/>
                      <a:pt x="137" y="108"/>
                    </a:cubicBezTo>
                    <a:cubicBezTo>
                      <a:pt x="137" y="108"/>
                      <a:pt x="184" y="110"/>
                      <a:pt x="191" y="106"/>
                    </a:cubicBezTo>
                    <a:cubicBezTo>
                      <a:pt x="199" y="101"/>
                      <a:pt x="192" y="91"/>
                      <a:pt x="207" y="91"/>
                    </a:cubicBezTo>
                    <a:cubicBezTo>
                      <a:pt x="222" y="90"/>
                      <a:pt x="220" y="105"/>
                      <a:pt x="220" y="105"/>
                    </a:cubicBezTo>
                    <a:cubicBezTo>
                      <a:pt x="220" y="105"/>
                      <a:pt x="207" y="124"/>
                      <a:pt x="305" y="111"/>
                    </a:cubicBezTo>
                    <a:cubicBezTo>
                      <a:pt x="317" y="109"/>
                      <a:pt x="327" y="121"/>
                      <a:pt x="302" y="121"/>
                    </a:cubicBezTo>
                    <a:cubicBezTo>
                      <a:pt x="290" y="122"/>
                      <a:pt x="272" y="128"/>
                      <a:pt x="278" y="143"/>
                    </a:cubicBezTo>
                    <a:cubicBezTo>
                      <a:pt x="284" y="158"/>
                      <a:pt x="276" y="256"/>
                      <a:pt x="276" y="256"/>
                    </a:cubicBezTo>
                    <a:cubicBezTo>
                      <a:pt x="276" y="256"/>
                      <a:pt x="271" y="274"/>
                      <a:pt x="262" y="245"/>
                    </a:cubicBezTo>
                    <a:cubicBezTo>
                      <a:pt x="259" y="235"/>
                      <a:pt x="262" y="144"/>
                      <a:pt x="260" y="137"/>
                    </a:cubicBezTo>
                    <a:cubicBezTo>
                      <a:pt x="259" y="129"/>
                      <a:pt x="217" y="122"/>
                      <a:pt x="215" y="154"/>
                    </a:cubicBezTo>
                    <a:cubicBezTo>
                      <a:pt x="214" y="185"/>
                      <a:pt x="205" y="195"/>
                      <a:pt x="171" y="195"/>
                    </a:cubicBezTo>
                    <a:close/>
                    <a:moveTo>
                      <a:pt x="237" y="231"/>
                    </a:moveTo>
                    <a:cubicBezTo>
                      <a:pt x="230" y="240"/>
                      <a:pt x="219" y="247"/>
                      <a:pt x="223" y="225"/>
                    </a:cubicBezTo>
                    <a:cubicBezTo>
                      <a:pt x="228" y="202"/>
                      <a:pt x="232" y="170"/>
                      <a:pt x="232" y="155"/>
                    </a:cubicBezTo>
                    <a:cubicBezTo>
                      <a:pt x="232" y="155"/>
                      <a:pt x="244" y="135"/>
                      <a:pt x="247" y="158"/>
                    </a:cubicBezTo>
                    <a:cubicBezTo>
                      <a:pt x="250" y="181"/>
                      <a:pt x="244" y="221"/>
                      <a:pt x="237" y="231"/>
                    </a:cubicBezTo>
                    <a:close/>
                    <a:moveTo>
                      <a:pt x="326" y="292"/>
                    </a:moveTo>
                    <a:cubicBezTo>
                      <a:pt x="327" y="320"/>
                      <a:pt x="355" y="400"/>
                      <a:pt x="286" y="399"/>
                    </a:cubicBezTo>
                    <a:cubicBezTo>
                      <a:pt x="217" y="398"/>
                      <a:pt x="214" y="409"/>
                      <a:pt x="215" y="321"/>
                    </a:cubicBezTo>
                    <a:cubicBezTo>
                      <a:pt x="216" y="236"/>
                      <a:pt x="225" y="253"/>
                      <a:pt x="230" y="264"/>
                    </a:cubicBezTo>
                    <a:cubicBezTo>
                      <a:pt x="230" y="264"/>
                      <a:pt x="253" y="318"/>
                      <a:pt x="309" y="277"/>
                    </a:cubicBezTo>
                    <a:cubicBezTo>
                      <a:pt x="319" y="269"/>
                      <a:pt x="324" y="263"/>
                      <a:pt x="326" y="292"/>
                    </a:cubicBezTo>
                    <a:close/>
                    <a:moveTo>
                      <a:pt x="318" y="133"/>
                    </a:moveTo>
                    <a:cubicBezTo>
                      <a:pt x="338" y="148"/>
                      <a:pt x="316" y="165"/>
                      <a:pt x="316" y="165"/>
                    </a:cubicBezTo>
                    <a:cubicBezTo>
                      <a:pt x="316" y="165"/>
                      <a:pt x="302" y="189"/>
                      <a:pt x="313" y="213"/>
                    </a:cubicBezTo>
                    <a:cubicBezTo>
                      <a:pt x="324" y="237"/>
                      <a:pt x="324" y="265"/>
                      <a:pt x="301" y="239"/>
                    </a:cubicBezTo>
                    <a:cubicBezTo>
                      <a:pt x="279" y="214"/>
                      <a:pt x="293" y="156"/>
                      <a:pt x="299" y="144"/>
                    </a:cubicBezTo>
                    <a:cubicBezTo>
                      <a:pt x="299" y="144"/>
                      <a:pt x="299" y="118"/>
                      <a:pt x="318" y="133"/>
                    </a:cubicBezTo>
                    <a:close/>
                    <a:moveTo>
                      <a:pt x="507" y="179"/>
                    </a:moveTo>
                    <a:cubicBezTo>
                      <a:pt x="498" y="185"/>
                      <a:pt x="507" y="179"/>
                      <a:pt x="465" y="177"/>
                    </a:cubicBezTo>
                    <a:cubicBezTo>
                      <a:pt x="423" y="176"/>
                      <a:pt x="461" y="162"/>
                      <a:pt x="461" y="162"/>
                    </a:cubicBezTo>
                    <a:cubicBezTo>
                      <a:pt x="565" y="166"/>
                      <a:pt x="516" y="173"/>
                      <a:pt x="507" y="17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37" name="Freeform 237">
                <a:extLst>
                  <a:ext uri="{FF2B5EF4-FFF2-40B4-BE49-F238E27FC236}">
                    <a16:creationId xmlns:a16="http://schemas.microsoft.com/office/drawing/2014/main" id="{6442C382-944B-B750-9FAB-1E098B0E1B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1" y="1287"/>
                <a:ext cx="238" cy="283"/>
              </a:xfrm>
              <a:custGeom>
                <a:avLst/>
                <a:gdLst>
                  <a:gd name="T0" fmla="*/ 40 w 47"/>
                  <a:gd name="T1" fmla="*/ 15 h 56"/>
                  <a:gd name="T2" fmla="*/ 27 w 47"/>
                  <a:gd name="T3" fmla="*/ 56 h 56"/>
                  <a:gd name="T4" fmla="*/ 40 w 47"/>
                  <a:gd name="T5" fmla="*/ 15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7" h="56">
                    <a:moveTo>
                      <a:pt x="40" y="15"/>
                    </a:moveTo>
                    <a:cubicBezTo>
                      <a:pt x="37" y="0"/>
                      <a:pt x="0" y="23"/>
                      <a:pt x="27" y="56"/>
                    </a:cubicBezTo>
                    <a:cubicBezTo>
                      <a:pt x="27" y="56"/>
                      <a:pt x="47" y="49"/>
                      <a:pt x="40" y="1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38" name="Freeform 238">
                <a:extLst>
                  <a:ext uri="{FF2B5EF4-FFF2-40B4-BE49-F238E27FC236}">
                    <a16:creationId xmlns:a16="http://schemas.microsoft.com/office/drawing/2014/main" id="{BBB6F37B-C4F2-F06E-8719-B3AF184892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3" y="1403"/>
                <a:ext cx="208" cy="379"/>
              </a:xfrm>
              <a:custGeom>
                <a:avLst/>
                <a:gdLst>
                  <a:gd name="T0" fmla="*/ 19 w 41"/>
                  <a:gd name="T1" fmla="*/ 27 h 75"/>
                  <a:gd name="T2" fmla="*/ 12 w 41"/>
                  <a:gd name="T3" fmla="*/ 69 h 75"/>
                  <a:gd name="T4" fmla="*/ 40 w 41"/>
                  <a:gd name="T5" fmla="*/ 45 h 75"/>
                  <a:gd name="T6" fmla="*/ 37 w 41"/>
                  <a:gd name="T7" fmla="*/ 24 h 75"/>
                  <a:gd name="T8" fmla="*/ 19 w 41"/>
                  <a:gd name="T9" fmla="*/ 27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75">
                    <a:moveTo>
                      <a:pt x="19" y="27"/>
                    </a:moveTo>
                    <a:cubicBezTo>
                      <a:pt x="0" y="54"/>
                      <a:pt x="6" y="63"/>
                      <a:pt x="12" y="69"/>
                    </a:cubicBezTo>
                    <a:cubicBezTo>
                      <a:pt x="18" y="75"/>
                      <a:pt x="30" y="74"/>
                      <a:pt x="40" y="45"/>
                    </a:cubicBezTo>
                    <a:cubicBezTo>
                      <a:pt x="40" y="45"/>
                      <a:pt x="32" y="31"/>
                      <a:pt x="37" y="24"/>
                    </a:cubicBezTo>
                    <a:cubicBezTo>
                      <a:pt x="41" y="16"/>
                      <a:pt x="38" y="0"/>
                      <a:pt x="19" y="2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39" name="Freeform 239">
                <a:extLst>
                  <a:ext uri="{FF2B5EF4-FFF2-40B4-BE49-F238E27FC236}">
                    <a16:creationId xmlns:a16="http://schemas.microsoft.com/office/drawing/2014/main" id="{CFDC0D3C-2599-545B-10EA-3819253A7A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2" y="645"/>
                <a:ext cx="683" cy="318"/>
              </a:xfrm>
              <a:custGeom>
                <a:avLst/>
                <a:gdLst>
                  <a:gd name="T0" fmla="*/ 112 w 135"/>
                  <a:gd name="T1" fmla="*/ 4 h 63"/>
                  <a:gd name="T2" fmla="*/ 24 w 135"/>
                  <a:gd name="T3" fmla="*/ 4 h 63"/>
                  <a:gd name="T4" fmla="*/ 2 w 135"/>
                  <a:gd name="T5" fmla="*/ 25 h 63"/>
                  <a:gd name="T6" fmla="*/ 60 w 135"/>
                  <a:gd name="T7" fmla="*/ 58 h 63"/>
                  <a:gd name="T8" fmla="*/ 96 w 135"/>
                  <a:gd name="T9" fmla="*/ 54 h 63"/>
                  <a:gd name="T10" fmla="*/ 113 w 135"/>
                  <a:gd name="T11" fmla="*/ 53 h 63"/>
                  <a:gd name="T12" fmla="*/ 112 w 135"/>
                  <a:gd name="T13" fmla="*/ 4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5" h="63">
                    <a:moveTo>
                      <a:pt x="112" y="4"/>
                    </a:moveTo>
                    <a:cubicBezTo>
                      <a:pt x="105" y="9"/>
                      <a:pt x="24" y="4"/>
                      <a:pt x="24" y="4"/>
                    </a:cubicBezTo>
                    <a:cubicBezTo>
                      <a:pt x="15" y="4"/>
                      <a:pt x="3" y="1"/>
                      <a:pt x="2" y="25"/>
                    </a:cubicBezTo>
                    <a:cubicBezTo>
                      <a:pt x="0" y="63"/>
                      <a:pt x="48" y="58"/>
                      <a:pt x="60" y="58"/>
                    </a:cubicBezTo>
                    <a:cubicBezTo>
                      <a:pt x="72" y="58"/>
                      <a:pt x="84" y="48"/>
                      <a:pt x="96" y="54"/>
                    </a:cubicBezTo>
                    <a:cubicBezTo>
                      <a:pt x="96" y="54"/>
                      <a:pt x="107" y="63"/>
                      <a:pt x="113" y="53"/>
                    </a:cubicBezTo>
                    <a:cubicBezTo>
                      <a:pt x="135" y="13"/>
                      <a:pt x="120" y="0"/>
                      <a:pt x="112" y="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0" name="Freeform 240">
                <a:extLst>
                  <a:ext uri="{FF2B5EF4-FFF2-40B4-BE49-F238E27FC236}">
                    <a16:creationId xmlns:a16="http://schemas.microsoft.com/office/drawing/2014/main" id="{26F8C337-F0B1-7F15-E916-F5E88BD395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6" y="1545"/>
                <a:ext cx="490" cy="515"/>
              </a:xfrm>
              <a:custGeom>
                <a:avLst/>
                <a:gdLst>
                  <a:gd name="T0" fmla="*/ 67 w 97"/>
                  <a:gd name="T1" fmla="*/ 5 h 102"/>
                  <a:gd name="T2" fmla="*/ 31 w 97"/>
                  <a:gd name="T3" fmla="*/ 5 h 102"/>
                  <a:gd name="T4" fmla="*/ 12 w 97"/>
                  <a:gd name="T5" fmla="*/ 57 h 102"/>
                  <a:gd name="T6" fmla="*/ 79 w 97"/>
                  <a:gd name="T7" fmla="*/ 62 h 102"/>
                  <a:gd name="T8" fmla="*/ 67 w 97"/>
                  <a:gd name="T9" fmla="*/ 5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7" h="102">
                    <a:moveTo>
                      <a:pt x="67" y="5"/>
                    </a:moveTo>
                    <a:cubicBezTo>
                      <a:pt x="55" y="10"/>
                      <a:pt x="31" y="5"/>
                      <a:pt x="31" y="5"/>
                    </a:cubicBezTo>
                    <a:cubicBezTo>
                      <a:pt x="0" y="6"/>
                      <a:pt x="16" y="39"/>
                      <a:pt x="12" y="57"/>
                    </a:cubicBezTo>
                    <a:cubicBezTo>
                      <a:pt x="8" y="76"/>
                      <a:pt x="63" y="102"/>
                      <a:pt x="79" y="62"/>
                    </a:cubicBezTo>
                    <a:cubicBezTo>
                      <a:pt x="97" y="20"/>
                      <a:pt x="79" y="0"/>
                      <a:pt x="67" y="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1" name="Freeform 241">
                <a:extLst>
                  <a:ext uri="{FF2B5EF4-FFF2-40B4-BE49-F238E27FC236}">
                    <a16:creationId xmlns:a16="http://schemas.microsoft.com/office/drawing/2014/main" id="{03C7EFFE-B15B-FD11-302F-7F14AA4391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24"/>
                <a:ext cx="501" cy="96"/>
              </a:xfrm>
              <a:custGeom>
                <a:avLst/>
                <a:gdLst>
                  <a:gd name="T0" fmla="*/ 15 w 99"/>
                  <a:gd name="T1" fmla="*/ 0 h 19"/>
                  <a:gd name="T2" fmla="*/ 40 w 99"/>
                  <a:gd name="T3" fmla="*/ 15 h 19"/>
                  <a:gd name="T4" fmla="*/ 15 w 99"/>
                  <a:gd name="T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19">
                    <a:moveTo>
                      <a:pt x="15" y="0"/>
                    </a:moveTo>
                    <a:cubicBezTo>
                      <a:pt x="0" y="0"/>
                      <a:pt x="19" y="19"/>
                      <a:pt x="40" y="15"/>
                    </a:cubicBezTo>
                    <a:cubicBezTo>
                      <a:pt x="99" y="1"/>
                      <a:pt x="15" y="0"/>
                      <a:pt x="1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2" name="Freeform 242">
                <a:extLst>
                  <a:ext uri="{FF2B5EF4-FFF2-40B4-BE49-F238E27FC236}">
                    <a16:creationId xmlns:a16="http://schemas.microsoft.com/office/drawing/2014/main" id="{4AB6C551-AC42-2EAA-3115-C062E8E4B5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0" y="1004"/>
                <a:ext cx="385" cy="237"/>
              </a:xfrm>
              <a:custGeom>
                <a:avLst/>
                <a:gdLst>
                  <a:gd name="T0" fmla="*/ 21 w 76"/>
                  <a:gd name="T1" fmla="*/ 37 h 47"/>
                  <a:gd name="T2" fmla="*/ 70 w 76"/>
                  <a:gd name="T3" fmla="*/ 17 h 47"/>
                  <a:gd name="T4" fmla="*/ 48 w 76"/>
                  <a:gd name="T5" fmla="*/ 3 h 47"/>
                  <a:gd name="T6" fmla="*/ 19 w 76"/>
                  <a:gd name="T7" fmla="*/ 32 h 47"/>
                  <a:gd name="T8" fmla="*/ 21 w 76"/>
                  <a:gd name="T9" fmla="*/ 3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47">
                    <a:moveTo>
                      <a:pt x="21" y="37"/>
                    </a:moveTo>
                    <a:cubicBezTo>
                      <a:pt x="21" y="37"/>
                      <a:pt x="50" y="47"/>
                      <a:pt x="70" y="17"/>
                    </a:cubicBezTo>
                    <a:cubicBezTo>
                      <a:pt x="76" y="7"/>
                      <a:pt x="65" y="0"/>
                      <a:pt x="48" y="3"/>
                    </a:cubicBezTo>
                    <a:cubicBezTo>
                      <a:pt x="39" y="5"/>
                      <a:pt x="39" y="32"/>
                      <a:pt x="19" y="32"/>
                    </a:cubicBezTo>
                    <a:cubicBezTo>
                      <a:pt x="0" y="32"/>
                      <a:pt x="21" y="37"/>
                      <a:pt x="21" y="3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3" name="Freeform 243">
                <a:extLst>
                  <a:ext uri="{FF2B5EF4-FFF2-40B4-BE49-F238E27FC236}">
                    <a16:creationId xmlns:a16="http://schemas.microsoft.com/office/drawing/2014/main" id="{50F799EF-C0C3-DCEA-54CB-E29E34C9CF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5" y="1201"/>
                <a:ext cx="415" cy="187"/>
              </a:xfrm>
              <a:custGeom>
                <a:avLst/>
                <a:gdLst>
                  <a:gd name="T0" fmla="*/ 72 w 82"/>
                  <a:gd name="T1" fmla="*/ 6 h 37"/>
                  <a:gd name="T2" fmla="*/ 24 w 82"/>
                  <a:gd name="T3" fmla="*/ 17 h 37"/>
                  <a:gd name="T4" fmla="*/ 17 w 82"/>
                  <a:gd name="T5" fmla="*/ 26 h 37"/>
                  <a:gd name="T6" fmla="*/ 76 w 82"/>
                  <a:gd name="T7" fmla="*/ 23 h 37"/>
                  <a:gd name="T8" fmla="*/ 82 w 82"/>
                  <a:gd name="T9" fmla="*/ 20 h 37"/>
                  <a:gd name="T10" fmla="*/ 82 w 82"/>
                  <a:gd name="T11" fmla="*/ 0 h 37"/>
                  <a:gd name="T12" fmla="*/ 72 w 82"/>
                  <a:gd name="T13" fmla="*/ 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" h="37">
                    <a:moveTo>
                      <a:pt x="72" y="6"/>
                    </a:moveTo>
                    <a:cubicBezTo>
                      <a:pt x="57" y="23"/>
                      <a:pt x="24" y="17"/>
                      <a:pt x="24" y="17"/>
                    </a:cubicBezTo>
                    <a:cubicBezTo>
                      <a:pt x="24" y="17"/>
                      <a:pt x="0" y="16"/>
                      <a:pt x="17" y="26"/>
                    </a:cubicBezTo>
                    <a:cubicBezTo>
                      <a:pt x="33" y="37"/>
                      <a:pt x="53" y="32"/>
                      <a:pt x="76" y="23"/>
                    </a:cubicBezTo>
                    <a:cubicBezTo>
                      <a:pt x="78" y="22"/>
                      <a:pt x="80" y="21"/>
                      <a:pt x="82" y="20"/>
                    </a:cubicBezTo>
                    <a:lnTo>
                      <a:pt x="82" y="0"/>
                    </a:lnTo>
                    <a:cubicBezTo>
                      <a:pt x="79" y="1"/>
                      <a:pt x="75" y="2"/>
                      <a:pt x="72" y="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4" name="Freeform 244">
                <a:extLst>
                  <a:ext uri="{FF2B5EF4-FFF2-40B4-BE49-F238E27FC236}">
                    <a16:creationId xmlns:a16="http://schemas.microsoft.com/office/drawing/2014/main" id="{DEFF9623-0EFD-0A4F-0A2C-D1582DF617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1" y="1378"/>
                <a:ext cx="698" cy="167"/>
              </a:xfrm>
              <a:custGeom>
                <a:avLst/>
                <a:gdLst>
                  <a:gd name="T0" fmla="*/ 21 w 138"/>
                  <a:gd name="T1" fmla="*/ 1 h 33"/>
                  <a:gd name="T2" fmla="*/ 8 w 138"/>
                  <a:gd name="T3" fmla="*/ 14 h 33"/>
                  <a:gd name="T4" fmla="*/ 57 w 138"/>
                  <a:gd name="T5" fmla="*/ 22 h 33"/>
                  <a:gd name="T6" fmla="*/ 117 w 138"/>
                  <a:gd name="T7" fmla="*/ 23 h 33"/>
                  <a:gd name="T8" fmla="*/ 114 w 138"/>
                  <a:gd name="T9" fmla="*/ 8 h 33"/>
                  <a:gd name="T10" fmla="*/ 82 w 138"/>
                  <a:gd name="T11" fmla="*/ 3 h 33"/>
                  <a:gd name="T12" fmla="*/ 21 w 138"/>
                  <a:gd name="T13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" h="33">
                    <a:moveTo>
                      <a:pt x="21" y="1"/>
                    </a:moveTo>
                    <a:cubicBezTo>
                      <a:pt x="21" y="1"/>
                      <a:pt x="0" y="8"/>
                      <a:pt x="8" y="14"/>
                    </a:cubicBezTo>
                    <a:cubicBezTo>
                      <a:pt x="15" y="20"/>
                      <a:pt x="48" y="22"/>
                      <a:pt x="57" y="22"/>
                    </a:cubicBezTo>
                    <a:cubicBezTo>
                      <a:pt x="66" y="22"/>
                      <a:pt x="96" y="33"/>
                      <a:pt x="117" y="23"/>
                    </a:cubicBezTo>
                    <a:cubicBezTo>
                      <a:pt x="138" y="12"/>
                      <a:pt x="123" y="9"/>
                      <a:pt x="114" y="8"/>
                    </a:cubicBezTo>
                    <a:cubicBezTo>
                      <a:pt x="105" y="6"/>
                      <a:pt x="102" y="0"/>
                      <a:pt x="82" y="3"/>
                    </a:cubicBezTo>
                    <a:cubicBezTo>
                      <a:pt x="37" y="11"/>
                      <a:pt x="21" y="1"/>
                      <a:pt x="21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5" name="Freeform 245">
                <a:extLst>
                  <a:ext uri="{FF2B5EF4-FFF2-40B4-BE49-F238E27FC236}">
                    <a16:creationId xmlns:a16="http://schemas.microsoft.com/office/drawing/2014/main" id="{69391AEE-F3DD-AD50-9031-A5A99A3B7B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7" y="1540"/>
                <a:ext cx="567" cy="146"/>
              </a:xfrm>
              <a:custGeom>
                <a:avLst/>
                <a:gdLst>
                  <a:gd name="T0" fmla="*/ 98 w 112"/>
                  <a:gd name="T1" fmla="*/ 19 h 29"/>
                  <a:gd name="T2" fmla="*/ 103 w 112"/>
                  <a:gd name="T3" fmla="*/ 4 h 29"/>
                  <a:gd name="T4" fmla="*/ 74 w 112"/>
                  <a:gd name="T5" fmla="*/ 10 h 29"/>
                  <a:gd name="T6" fmla="*/ 36 w 112"/>
                  <a:gd name="T7" fmla="*/ 6 h 29"/>
                  <a:gd name="T8" fmla="*/ 2 w 112"/>
                  <a:gd name="T9" fmla="*/ 4 h 29"/>
                  <a:gd name="T10" fmla="*/ 98 w 112"/>
                  <a:gd name="T11" fmla="*/ 1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29">
                    <a:moveTo>
                      <a:pt x="98" y="19"/>
                    </a:moveTo>
                    <a:cubicBezTo>
                      <a:pt x="112" y="13"/>
                      <a:pt x="111" y="0"/>
                      <a:pt x="103" y="4"/>
                    </a:cubicBezTo>
                    <a:cubicBezTo>
                      <a:pt x="96" y="9"/>
                      <a:pt x="83" y="10"/>
                      <a:pt x="74" y="10"/>
                    </a:cubicBezTo>
                    <a:cubicBezTo>
                      <a:pt x="65" y="11"/>
                      <a:pt x="45" y="3"/>
                      <a:pt x="36" y="6"/>
                    </a:cubicBezTo>
                    <a:cubicBezTo>
                      <a:pt x="27" y="9"/>
                      <a:pt x="2" y="4"/>
                      <a:pt x="2" y="4"/>
                    </a:cubicBezTo>
                    <a:cubicBezTo>
                      <a:pt x="0" y="29"/>
                      <a:pt x="83" y="25"/>
                      <a:pt x="98" y="1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6" name="Freeform 246">
                <a:extLst>
                  <a:ext uri="{FF2B5EF4-FFF2-40B4-BE49-F238E27FC236}">
                    <a16:creationId xmlns:a16="http://schemas.microsoft.com/office/drawing/2014/main" id="{8CBC2A0A-81C7-C8B9-364B-591D0C1EE8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2" y="1656"/>
                <a:ext cx="581" cy="480"/>
              </a:xfrm>
              <a:custGeom>
                <a:avLst/>
                <a:gdLst>
                  <a:gd name="T0" fmla="*/ 3 w 115"/>
                  <a:gd name="T1" fmla="*/ 53 h 95"/>
                  <a:gd name="T2" fmla="*/ 26 w 115"/>
                  <a:gd name="T3" fmla="*/ 54 h 95"/>
                  <a:gd name="T4" fmla="*/ 50 w 115"/>
                  <a:gd name="T5" fmla="*/ 77 h 95"/>
                  <a:gd name="T6" fmla="*/ 59 w 115"/>
                  <a:gd name="T7" fmla="*/ 84 h 95"/>
                  <a:gd name="T8" fmla="*/ 81 w 115"/>
                  <a:gd name="T9" fmla="*/ 52 h 95"/>
                  <a:gd name="T10" fmla="*/ 111 w 115"/>
                  <a:gd name="T11" fmla="*/ 52 h 95"/>
                  <a:gd name="T12" fmla="*/ 79 w 115"/>
                  <a:gd name="T13" fmla="*/ 27 h 95"/>
                  <a:gd name="T14" fmla="*/ 37 w 115"/>
                  <a:gd name="T15" fmla="*/ 16 h 95"/>
                  <a:gd name="T16" fmla="*/ 12 w 115"/>
                  <a:gd name="T17" fmla="*/ 41 h 95"/>
                  <a:gd name="T18" fmla="*/ 3 w 115"/>
                  <a:gd name="T19" fmla="*/ 53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5" h="95">
                    <a:moveTo>
                      <a:pt x="3" y="53"/>
                    </a:moveTo>
                    <a:cubicBezTo>
                      <a:pt x="5" y="60"/>
                      <a:pt x="14" y="68"/>
                      <a:pt x="26" y="54"/>
                    </a:cubicBezTo>
                    <a:cubicBezTo>
                      <a:pt x="48" y="29"/>
                      <a:pt x="48" y="72"/>
                      <a:pt x="50" y="77"/>
                    </a:cubicBezTo>
                    <a:cubicBezTo>
                      <a:pt x="51" y="81"/>
                      <a:pt x="54" y="95"/>
                      <a:pt x="59" y="84"/>
                    </a:cubicBezTo>
                    <a:cubicBezTo>
                      <a:pt x="63" y="74"/>
                      <a:pt x="70" y="39"/>
                      <a:pt x="81" y="52"/>
                    </a:cubicBezTo>
                    <a:cubicBezTo>
                      <a:pt x="100" y="76"/>
                      <a:pt x="115" y="54"/>
                      <a:pt x="111" y="52"/>
                    </a:cubicBezTo>
                    <a:cubicBezTo>
                      <a:pt x="106" y="51"/>
                      <a:pt x="79" y="37"/>
                      <a:pt x="79" y="27"/>
                    </a:cubicBezTo>
                    <a:cubicBezTo>
                      <a:pt x="79" y="16"/>
                      <a:pt x="42" y="0"/>
                      <a:pt x="37" y="16"/>
                    </a:cubicBezTo>
                    <a:cubicBezTo>
                      <a:pt x="33" y="33"/>
                      <a:pt x="12" y="41"/>
                      <a:pt x="12" y="41"/>
                    </a:cubicBezTo>
                    <a:cubicBezTo>
                      <a:pt x="0" y="44"/>
                      <a:pt x="2" y="45"/>
                      <a:pt x="3" y="5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  <p:sp>
            <p:nvSpPr>
              <p:cNvPr id="717047" name="Freeform 247">
                <a:extLst>
                  <a:ext uri="{FF2B5EF4-FFF2-40B4-BE49-F238E27FC236}">
                    <a16:creationId xmlns:a16="http://schemas.microsoft.com/office/drawing/2014/main" id="{198D7A6F-EC92-8125-9B83-F2B84F39DB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1" y="1464"/>
                <a:ext cx="329" cy="854"/>
              </a:xfrm>
              <a:custGeom>
                <a:avLst/>
                <a:gdLst>
                  <a:gd name="T0" fmla="*/ 51 w 65"/>
                  <a:gd name="T1" fmla="*/ 40 h 169"/>
                  <a:gd name="T2" fmla="*/ 22 w 65"/>
                  <a:gd name="T3" fmla="*/ 49 h 169"/>
                  <a:gd name="T4" fmla="*/ 22 w 65"/>
                  <a:gd name="T5" fmla="*/ 59 h 169"/>
                  <a:gd name="T6" fmla="*/ 50 w 65"/>
                  <a:gd name="T7" fmla="*/ 90 h 169"/>
                  <a:gd name="T8" fmla="*/ 34 w 65"/>
                  <a:gd name="T9" fmla="*/ 118 h 169"/>
                  <a:gd name="T10" fmla="*/ 0 w 65"/>
                  <a:gd name="T11" fmla="*/ 148 h 169"/>
                  <a:gd name="T12" fmla="*/ 17 w 65"/>
                  <a:gd name="T13" fmla="*/ 155 h 169"/>
                  <a:gd name="T14" fmla="*/ 47 w 65"/>
                  <a:gd name="T15" fmla="*/ 166 h 169"/>
                  <a:gd name="T16" fmla="*/ 63 w 65"/>
                  <a:gd name="T17" fmla="*/ 162 h 169"/>
                  <a:gd name="T18" fmla="*/ 65 w 65"/>
                  <a:gd name="T19" fmla="*/ 0 h 169"/>
                  <a:gd name="T20" fmla="*/ 51 w 65"/>
                  <a:gd name="T21" fmla="*/ 40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5" h="169">
                    <a:moveTo>
                      <a:pt x="51" y="40"/>
                    </a:moveTo>
                    <a:cubicBezTo>
                      <a:pt x="44" y="46"/>
                      <a:pt x="30" y="49"/>
                      <a:pt x="22" y="49"/>
                    </a:cubicBezTo>
                    <a:cubicBezTo>
                      <a:pt x="13" y="48"/>
                      <a:pt x="14" y="56"/>
                      <a:pt x="22" y="59"/>
                    </a:cubicBezTo>
                    <a:cubicBezTo>
                      <a:pt x="30" y="62"/>
                      <a:pt x="49" y="75"/>
                      <a:pt x="50" y="90"/>
                    </a:cubicBezTo>
                    <a:cubicBezTo>
                      <a:pt x="50" y="104"/>
                      <a:pt x="51" y="115"/>
                      <a:pt x="34" y="118"/>
                    </a:cubicBezTo>
                    <a:cubicBezTo>
                      <a:pt x="18" y="122"/>
                      <a:pt x="3" y="124"/>
                      <a:pt x="0" y="148"/>
                    </a:cubicBezTo>
                    <a:cubicBezTo>
                      <a:pt x="0" y="148"/>
                      <a:pt x="10" y="154"/>
                      <a:pt x="17" y="155"/>
                    </a:cubicBezTo>
                    <a:cubicBezTo>
                      <a:pt x="23" y="155"/>
                      <a:pt x="42" y="163"/>
                      <a:pt x="47" y="166"/>
                    </a:cubicBezTo>
                    <a:cubicBezTo>
                      <a:pt x="51" y="169"/>
                      <a:pt x="58" y="167"/>
                      <a:pt x="63" y="162"/>
                    </a:cubicBezTo>
                    <a:lnTo>
                      <a:pt x="65" y="0"/>
                    </a:lnTo>
                    <a:cubicBezTo>
                      <a:pt x="64" y="8"/>
                      <a:pt x="58" y="36"/>
                      <a:pt x="51" y="4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 sz="1800"/>
              </a:p>
            </p:txBody>
          </p:sp>
        </p:grpSp>
      </p:grpSp>
      <p:sp>
        <p:nvSpPr>
          <p:cNvPr id="717048" name="Rectangle 248">
            <a:extLst>
              <a:ext uri="{FF2B5EF4-FFF2-40B4-BE49-F238E27FC236}">
                <a16:creationId xmlns:a16="http://schemas.microsoft.com/office/drawing/2014/main" id="{1EDA1561-46CE-A6E8-7A91-6CBF9EF56A9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97933" y="228600"/>
            <a:ext cx="1138766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17049" name="Rectangle 249">
            <a:extLst>
              <a:ext uri="{FF2B5EF4-FFF2-40B4-BE49-F238E27FC236}">
                <a16:creationId xmlns:a16="http://schemas.microsoft.com/office/drawing/2014/main" id="{2C123ABD-A09E-51D5-DB39-BCBCFC88AAC0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812800" y="1600200"/>
            <a:ext cx="1087120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17050" name="Rectangle 250">
            <a:extLst>
              <a:ext uri="{FF2B5EF4-FFF2-40B4-BE49-F238E27FC236}">
                <a16:creationId xmlns:a16="http://schemas.microsoft.com/office/drawing/2014/main" id="{822726E2-D5B3-AB04-6983-8000179360D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97934" y="6245225"/>
            <a:ext cx="305223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717051" name="Rectangle 251">
            <a:extLst>
              <a:ext uri="{FF2B5EF4-FFF2-40B4-BE49-F238E27FC236}">
                <a16:creationId xmlns:a16="http://schemas.microsoft.com/office/drawing/2014/main" id="{150FD294-4B3D-4E8E-9A69-24D36385664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1367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717052" name="Rectangle 252">
            <a:extLst>
              <a:ext uri="{FF2B5EF4-FFF2-40B4-BE49-F238E27FC236}">
                <a16:creationId xmlns:a16="http://schemas.microsoft.com/office/drawing/2014/main" id="{BA4BDA46-EC7D-2EA6-7E3C-E83B9F1EEC8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3368" y="6245225"/>
            <a:ext cx="305223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>
                <a:latin typeface="+mn-lt"/>
              </a:defRPr>
            </a:lvl1pPr>
          </a:lstStyle>
          <a:p>
            <a:fld id="{F0ADA939-E493-6A48-B724-89A6BA7B738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244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 2" pitchFamily="2" charset="2"/>
        <a:buChar char="¡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9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2" charset="2"/>
        <a:buChar char="¡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178" name="Rectangle 2">
            <a:extLst>
              <a:ext uri="{FF2B5EF4-FFF2-40B4-BE49-F238E27FC236}">
                <a16:creationId xmlns:a16="http://schemas.microsoft.com/office/drawing/2014/main" id="{7A2CCF0D-E990-F45A-34CD-1C3A7A4FE7C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02167" y="609600"/>
            <a:ext cx="1138766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90179" name="Rectangle 3">
            <a:extLst>
              <a:ext uri="{FF2B5EF4-FFF2-40B4-BE49-F238E27FC236}">
                <a16:creationId xmlns:a16="http://schemas.microsoft.com/office/drawing/2014/main" id="{54838996-C484-23D2-0C23-31B69C97A199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402167" y="1905001"/>
            <a:ext cx="11387667" cy="419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90180" name="Rectangle 4">
            <a:extLst>
              <a:ext uri="{FF2B5EF4-FFF2-40B4-BE49-F238E27FC236}">
                <a16:creationId xmlns:a16="http://schemas.microsoft.com/office/drawing/2014/main" id="{E1F1393E-A359-A511-9760-CC65AB5686B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02167" y="6245225"/>
            <a:ext cx="305223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690181" name="Rectangle 5">
            <a:extLst>
              <a:ext uri="{FF2B5EF4-FFF2-40B4-BE49-F238E27FC236}">
                <a16:creationId xmlns:a16="http://schemas.microsoft.com/office/drawing/2014/main" id="{5F060D59-A59C-9166-5D6B-DC53F393718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690182" name="Rectangle 6">
            <a:extLst>
              <a:ext uri="{FF2B5EF4-FFF2-40B4-BE49-F238E27FC236}">
                <a16:creationId xmlns:a16="http://schemas.microsoft.com/office/drawing/2014/main" id="{D573F5EA-3AFB-BB9D-7C1E-C674747FA05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1" y="6245225"/>
            <a:ext cx="305223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>
                <a:latin typeface="+mn-lt"/>
              </a:defRPr>
            </a:lvl1pPr>
          </a:lstStyle>
          <a:p>
            <a:fld id="{5424F24A-3D81-BB4A-8253-361AEAC9FF4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4395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v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itchFamily="2" charset="2"/>
        <a:buChar char="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8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jpeg"/><Relationship Id="rId5" Type="http://schemas.openxmlformats.org/officeDocument/2006/relationships/hyperlink" Target="../&#27010;&#29575;&#32479;&#35745;&#30005;&#23376;&#25945;&#26696;.ppt#-1,10,&#31532;&#19971;&#31456;  &#21442;&#25968;&#20272;&#35745;" TargetMode="Externa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8.xml"/><Relationship Id="rId4" Type="http://schemas.openxmlformats.org/officeDocument/2006/relationships/slide" Target="slide2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9.emf"/><Relationship Id="rId4" Type="http://schemas.openxmlformats.org/officeDocument/2006/relationships/image" Target="../media/image6.emf"/><Relationship Id="rId9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6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e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5.emf"/><Relationship Id="rId4" Type="http://schemas.openxmlformats.org/officeDocument/2006/relationships/image" Target="../media/image12.emf"/><Relationship Id="rId9" Type="http://schemas.openxmlformats.org/officeDocument/2006/relationships/oleObject" Target="../embeddings/oleObject1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6.emf"/><Relationship Id="rId4" Type="http://schemas.openxmlformats.org/officeDocument/2006/relationships/image" Target="../media/image17.emf"/><Relationship Id="rId9" Type="http://schemas.openxmlformats.org/officeDocument/2006/relationships/oleObject" Target="../embeddings/oleObject16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0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4.emf"/><Relationship Id="rId4" Type="http://schemas.openxmlformats.org/officeDocument/2006/relationships/image" Target="../media/image21.emf"/><Relationship Id="rId9" Type="http://schemas.openxmlformats.org/officeDocument/2006/relationships/oleObject" Target="../embeddings/oleObject21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13" Type="http://schemas.openxmlformats.org/officeDocument/2006/relationships/oleObject" Target="../embeddings/oleObject27.bin"/><Relationship Id="rId18" Type="http://schemas.openxmlformats.org/officeDocument/2006/relationships/image" Target="../media/image32.e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9.emf"/><Relationship Id="rId17" Type="http://schemas.openxmlformats.org/officeDocument/2006/relationships/oleObject" Target="../embeddings/oleObject29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31.emf"/><Relationship Id="rId20" Type="http://schemas.openxmlformats.org/officeDocument/2006/relationships/image" Target="../media/image33.e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26.e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10" Type="http://schemas.openxmlformats.org/officeDocument/2006/relationships/image" Target="../media/image28.emf"/><Relationship Id="rId19" Type="http://schemas.openxmlformats.org/officeDocument/2006/relationships/oleObject" Target="../embeddings/oleObject30.bin"/><Relationship Id="rId4" Type="http://schemas.openxmlformats.org/officeDocument/2006/relationships/image" Target="../media/image25.e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30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5.e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4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13" Type="http://schemas.openxmlformats.org/officeDocument/2006/relationships/oleObject" Target="../embeddings/oleObject38.bin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40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7.e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39.emf"/><Relationship Id="rId4" Type="http://schemas.openxmlformats.org/officeDocument/2006/relationships/image" Target="../media/image36.e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41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13" Type="http://schemas.openxmlformats.org/officeDocument/2006/relationships/oleObject" Target="../embeddings/oleObject44.bin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46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3.e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45.emf"/><Relationship Id="rId4" Type="http://schemas.openxmlformats.org/officeDocument/2006/relationships/image" Target="../media/image42.e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47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52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9.e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0" Type="http://schemas.openxmlformats.org/officeDocument/2006/relationships/image" Target="../media/image51.emf"/><Relationship Id="rId4" Type="http://schemas.openxmlformats.org/officeDocument/2006/relationships/image" Target="../media/image48.emf"/><Relationship Id="rId9" Type="http://schemas.openxmlformats.org/officeDocument/2006/relationships/oleObject" Target="../embeddings/oleObject48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13" Type="http://schemas.openxmlformats.org/officeDocument/2006/relationships/oleObject" Target="../embeddings/oleObject55.bin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57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4.e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0" Type="http://schemas.openxmlformats.org/officeDocument/2006/relationships/image" Target="../media/image56.emf"/><Relationship Id="rId4" Type="http://schemas.openxmlformats.org/officeDocument/2006/relationships/image" Target="../media/image53.e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58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63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0.e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0" Type="http://schemas.openxmlformats.org/officeDocument/2006/relationships/image" Target="../media/image62.emf"/><Relationship Id="rId4" Type="http://schemas.openxmlformats.org/officeDocument/2006/relationships/image" Target="../media/image59.emf"/><Relationship Id="rId9" Type="http://schemas.openxmlformats.org/officeDocument/2006/relationships/oleObject" Target="../embeddings/oleObject59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e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5.emf"/><Relationship Id="rId11" Type="http://schemas.openxmlformats.org/officeDocument/2006/relationships/oleObject" Target="../embeddings/oleObject65.bin"/><Relationship Id="rId5" Type="http://schemas.openxmlformats.org/officeDocument/2006/relationships/oleObject" Target="../embeddings/oleObject62.bin"/><Relationship Id="rId10" Type="http://schemas.openxmlformats.org/officeDocument/2006/relationships/image" Target="../media/image67.emf"/><Relationship Id="rId4" Type="http://schemas.openxmlformats.org/officeDocument/2006/relationships/image" Target="../media/image64.emf"/><Relationship Id="rId9" Type="http://schemas.openxmlformats.org/officeDocument/2006/relationships/oleObject" Target="../embeddings/oleObject64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emf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7.emf"/><Relationship Id="rId5" Type="http://schemas.openxmlformats.org/officeDocument/2006/relationships/oleObject" Target="../embeddings/oleObject67.bin"/><Relationship Id="rId10" Type="http://schemas.openxmlformats.org/officeDocument/2006/relationships/image" Target="../media/image70.emf"/><Relationship Id="rId4" Type="http://schemas.openxmlformats.org/officeDocument/2006/relationships/image" Target="../media/image68.emf"/><Relationship Id="rId9" Type="http://schemas.openxmlformats.org/officeDocument/2006/relationships/oleObject" Target="../embeddings/oleObject69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20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emf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75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72.emf"/><Relationship Id="rId11" Type="http://schemas.openxmlformats.org/officeDocument/2006/relationships/oleObject" Target="../embeddings/oleObject76.bin"/><Relationship Id="rId5" Type="http://schemas.openxmlformats.org/officeDocument/2006/relationships/oleObject" Target="../embeddings/oleObject73.bin"/><Relationship Id="rId10" Type="http://schemas.openxmlformats.org/officeDocument/2006/relationships/image" Target="../media/image74.emf"/><Relationship Id="rId4" Type="http://schemas.openxmlformats.org/officeDocument/2006/relationships/image" Target="../media/image71.emf"/><Relationship Id="rId9" Type="http://schemas.openxmlformats.org/officeDocument/2006/relationships/oleObject" Target="../embeddings/oleObject75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emf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9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7.e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76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79.e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20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emf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81.emf"/><Relationship Id="rId5" Type="http://schemas.openxmlformats.org/officeDocument/2006/relationships/oleObject" Target="../embeddings/oleObject83.bin"/><Relationship Id="rId10" Type="http://schemas.openxmlformats.org/officeDocument/2006/relationships/image" Target="../media/image83.emf"/><Relationship Id="rId4" Type="http://schemas.openxmlformats.org/officeDocument/2006/relationships/image" Target="../media/image80.emf"/><Relationship Id="rId9" Type="http://schemas.openxmlformats.org/officeDocument/2006/relationships/oleObject" Target="../embeddings/oleObject85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emf"/><Relationship Id="rId3" Type="http://schemas.openxmlformats.org/officeDocument/2006/relationships/oleObject" Target="../embeddings/oleObject86.bin"/><Relationship Id="rId7" Type="http://schemas.openxmlformats.org/officeDocument/2006/relationships/oleObject" Target="../embeddings/oleObject8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85.emf"/><Relationship Id="rId5" Type="http://schemas.openxmlformats.org/officeDocument/2006/relationships/oleObject" Target="../embeddings/oleObject87.bin"/><Relationship Id="rId4" Type="http://schemas.openxmlformats.org/officeDocument/2006/relationships/image" Target="../media/image84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emf"/><Relationship Id="rId3" Type="http://schemas.openxmlformats.org/officeDocument/2006/relationships/oleObject" Target="../embeddings/oleObject89.bin"/><Relationship Id="rId7" Type="http://schemas.openxmlformats.org/officeDocument/2006/relationships/oleObject" Target="../embeddings/oleObject9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88.emf"/><Relationship Id="rId5" Type="http://schemas.openxmlformats.org/officeDocument/2006/relationships/oleObject" Target="../embeddings/oleObject90.bin"/><Relationship Id="rId10" Type="http://schemas.openxmlformats.org/officeDocument/2006/relationships/image" Target="../media/image90.emf"/><Relationship Id="rId4" Type="http://schemas.openxmlformats.org/officeDocument/2006/relationships/image" Target="../media/image87.emf"/><Relationship Id="rId9" Type="http://schemas.openxmlformats.org/officeDocument/2006/relationships/oleObject" Target="../embeddings/oleObject92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82.emf"/><Relationship Id="rId5" Type="http://schemas.openxmlformats.org/officeDocument/2006/relationships/oleObject" Target="../embeddings/oleObject94.bin"/><Relationship Id="rId4" Type="http://schemas.openxmlformats.org/officeDocument/2006/relationships/image" Target="../media/image91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emf"/><Relationship Id="rId13" Type="http://schemas.openxmlformats.org/officeDocument/2006/relationships/oleObject" Target="../embeddings/oleObject100.bin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96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93.e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0" Type="http://schemas.openxmlformats.org/officeDocument/2006/relationships/image" Target="../media/image95.emf"/><Relationship Id="rId4" Type="http://schemas.openxmlformats.org/officeDocument/2006/relationships/image" Target="../media/image92.e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97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emf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99.emf"/><Relationship Id="rId5" Type="http://schemas.openxmlformats.org/officeDocument/2006/relationships/oleObject" Target="../embeddings/oleObject102.bin"/><Relationship Id="rId10" Type="http://schemas.openxmlformats.org/officeDocument/2006/relationships/image" Target="../media/image101.emf"/><Relationship Id="rId4" Type="http://schemas.openxmlformats.org/officeDocument/2006/relationships/image" Target="../media/image98.emf"/><Relationship Id="rId9" Type="http://schemas.openxmlformats.org/officeDocument/2006/relationships/oleObject" Target="../embeddings/oleObject104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emf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12" Type="http://schemas.openxmlformats.org/officeDocument/2006/relationships/image" Target="../media/image106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03.emf"/><Relationship Id="rId11" Type="http://schemas.openxmlformats.org/officeDocument/2006/relationships/oleObject" Target="../embeddings/oleObject109.bin"/><Relationship Id="rId5" Type="http://schemas.openxmlformats.org/officeDocument/2006/relationships/oleObject" Target="../embeddings/oleObject106.bin"/><Relationship Id="rId10" Type="http://schemas.openxmlformats.org/officeDocument/2006/relationships/image" Target="../media/image105.emf"/><Relationship Id="rId4" Type="http://schemas.openxmlformats.org/officeDocument/2006/relationships/image" Target="../media/image102.emf"/><Relationship Id="rId9" Type="http://schemas.openxmlformats.org/officeDocument/2006/relationships/oleObject" Target="../embeddings/oleObject108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emf"/><Relationship Id="rId13" Type="http://schemas.openxmlformats.org/officeDocument/2006/relationships/oleObject" Target="../embeddings/oleObject115.bin"/><Relationship Id="rId3" Type="http://schemas.openxmlformats.org/officeDocument/2006/relationships/oleObject" Target="../embeddings/oleObject110.bin"/><Relationship Id="rId7" Type="http://schemas.openxmlformats.org/officeDocument/2006/relationships/oleObject" Target="../embeddings/oleObject112.bin"/><Relationship Id="rId12" Type="http://schemas.openxmlformats.org/officeDocument/2006/relationships/image" Target="../media/image111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08.emf"/><Relationship Id="rId11" Type="http://schemas.openxmlformats.org/officeDocument/2006/relationships/oleObject" Target="../embeddings/oleObject114.bin"/><Relationship Id="rId5" Type="http://schemas.openxmlformats.org/officeDocument/2006/relationships/oleObject" Target="../embeddings/oleObject111.bin"/><Relationship Id="rId10" Type="http://schemas.openxmlformats.org/officeDocument/2006/relationships/image" Target="../media/image110.emf"/><Relationship Id="rId4" Type="http://schemas.openxmlformats.org/officeDocument/2006/relationships/image" Target="../media/image107.emf"/><Relationship Id="rId9" Type="http://schemas.openxmlformats.org/officeDocument/2006/relationships/oleObject" Target="../embeddings/oleObject113.bin"/><Relationship Id="rId14" Type="http://schemas.openxmlformats.org/officeDocument/2006/relationships/image" Target="../media/image112.e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emf"/><Relationship Id="rId13" Type="http://schemas.openxmlformats.org/officeDocument/2006/relationships/oleObject" Target="../embeddings/oleObject121.bin"/><Relationship Id="rId3" Type="http://schemas.openxmlformats.org/officeDocument/2006/relationships/oleObject" Target="../embeddings/oleObject116.bin"/><Relationship Id="rId7" Type="http://schemas.openxmlformats.org/officeDocument/2006/relationships/oleObject" Target="../embeddings/oleObject118.bin"/><Relationship Id="rId12" Type="http://schemas.openxmlformats.org/officeDocument/2006/relationships/image" Target="../media/image116.e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18.e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13.emf"/><Relationship Id="rId11" Type="http://schemas.openxmlformats.org/officeDocument/2006/relationships/oleObject" Target="../embeddings/oleObject120.bin"/><Relationship Id="rId5" Type="http://schemas.openxmlformats.org/officeDocument/2006/relationships/oleObject" Target="../embeddings/oleObject117.bin"/><Relationship Id="rId15" Type="http://schemas.openxmlformats.org/officeDocument/2006/relationships/oleObject" Target="../embeddings/oleObject122.bin"/><Relationship Id="rId10" Type="http://schemas.openxmlformats.org/officeDocument/2006/relationships/image" Target="../media/image115.emf"/><Relationship Id="rId4" Type="http://schemas.openxmlformats.org/officeDocument/2006/relationships/image" Target="../media/image24.emf"/><Relationship Id="rId9" Type="http://schemas.openxmlformats.org/officeDocument/2006/relationships/oleObject" Target="../embeddings/oleObject119.bin"/><Relationship Id="rId14" Type="http://schemas.openxmlformats.org/officeDocument/2006/relationships/image" Target="../media/image117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3.bin"/><Relationship Id="rId7" Type="http://schemas.openxmlformats.org/officeDocument/2006/relationships/image" Target="../media/image120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125.bin"/><Relationship Id="rId5" Type="http://schemas.openxmlformats.org/officeDocument/2006/relationships/oleObject" Target="../embeddings/oleObject124.bin"/><Relationship Id="rId4" Type="http://schemas.openxmlformats.org/officeDocument/2006/relationships/image" Target="../media/image119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22.e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121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emf"/><Relationship Id="rId3" Type="http://schemas.openxmlformats.org/officeDocument/2006/relationships/oleObject" Target="../embeddings/oleObject128.bin"/><Relationship Id="rId7" Type="http://schemas.openxmlformats.org/officeDocument/2006/relationships/oleObject" Target="../embeddings/oleObject130.bin"/><Relationship Id="rId12" Type="http://schemas.openxmlformats.org/officeDocument/2006/relationships/image" Target="../media/image127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24.emf"/><Relationship Id="rId11" Type="http://schemas.openxmlformats.org/officeDocument/2006/relationships/oleObject" Target="../embeddings/oleObject132.bin"/><Relationship Id="rId5" Type="http://schemas.openxmlformats.org/officeDocument/2006/relationships/oleObject" Target="../embeddings/oleObject129.bin"/><Relationship Id="rId10" Type="http://schemas.openxmlformats.org/officeDocument/2006/relationships/image" Target="../media/image126.emf"/><Relationship Id="rId4" Type="http://schemas.openxmlformats.org/officeDocument/2006/relationships/image" Target="../media/image123.emf"/><Relationship Id="rId9" Type="http://schemas.openxmlformats.org/officeDocument/2006/relationships/oleObject" Target="../embeddings/oleObject131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emf"/><Relationship Id="rId3" Type="http://schemas.openxmlformats.org/officeDocument/2006/relationships/oleObject" Target="../embeddings/oleObject133.bin"/><Relationship Id="rId7" Type="http://schemas.openxmlformats.org/officeDocument/2006/relationships/oleObject" Target="../embeddings/oleObject13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29.emf"/><Relationship Id="rId5" Type="http://schemas.openxmlformats.org/officeDocument/2006/relationships/oleObject" Target="../embeddings/oleObject134.bin"/><Relationship Id="rId10" Type="http://schemas.openxmlformats.org/officeDocument/2006/relationships/image" Target="../media/image130.emf"/><Relationship Id="rId4" Type="http://schemas.openxmlformats.org/officeDocument/2006/relationships/image" Target="../media/image128.emf"/><Relationship Id="rId9" Type="http://schemas.openxmlformats.org/officeDocument/2006/relationships/oleObject" Target="../embeddings/oleObject136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emf"/><Relationship Id="rId3" Type="http://schemas.openxmlformats.org/officeDocument/2006/relationships/oleObject" Target="../embeddings/oleObject137.bin"/><Relationship Id="rId7" Type="http://schemas.openxmlformats.org/officeDocument/2006/relationships/oleObject" Target="../embeddings/oleObject139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32.emf"/><Relationship Id="rId5" Type="http://schemas.openxmlformats.org/officeDocument/2006/relationships/oleObject" Target="../embeddings/oleObject138.bin"/><Relationship Id="rId10" Type="http://schemas.openxmlformats.org/officeDocument/2006/relationships/image" Target="../media/image134.emf"/><Relationship Id="rId4" Type="http://schemas.openxmlformats.org/officeDocument/2006/relationships/image" Target="../media/image131.emf"/><Relationship Id="rId9" Type="http://schemas.openxmlformats.org/officeDocument/2006/relationships/oleObject" Target="../embeddings/oleObject140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5.vml"/><Relationship Id="rId4" Type="http://schemas.openxmlformats.org/officeDocument/2006/relationships/image" Target="../media/image135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37.emf"/><Relationship Id="rId5" Type="http://schemas.openxmlformats.org/officeDocument/2006/relationships/oleObject" Target="../embeddings/oleObject143.bin"/><Relationship Id="rId4" Type="http://schemas.openxmlformats.org/officeDocument/2006/relationships/image" Target="../media/image136.e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emf"/><Relationship Id="rId3" Type="http://schemas.openxmlformats.org/officeDocument/2006/relationships/oleObject" Target="../embeddings/oleObject144.bin"/><Relationship Id="rId7" Type="http://schemas.openxmlformats.org/officeDocument/2006/relationships/oleObject" Target="../embeddings/oleObject146.bin"/><Relationship Id="rId12" Type="http://schemas.openxmlformats.org/officeDocument/2006/relationships/image" Target="../media/image142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39.emf"/><Relationship Id="rId11" Type="http://schemas.openxmlformats.org/officeDocument/2006/relationships/oleObject" Target="../embeddings/oleObject148.bin"/><Relationship Id="rId5" Type="http://schemas.openxmlformats.org/officeDocument/2006/relationships/oleObject" Target="../embeddings/oleObject145.bin"/><Relationship Id="rId10" Type="http://schemas.openxmlformats.org/officeDocument/2006/relationships/image" Target="../media/image141.emf"/><Relationship Id="rId4" Type="http://schemas.openxmlformats.org/officeDocument/2006/relationships/image" Target="../media/image138.emf"/><Relationship Id="rId9" Type="http://schemas.openxmlformats.org/officeDocument/2006/relationships/oleObject" Target="../embeddings/oleObject147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emf"/><Relationship Id="rId3" Type="http://schemas.openxmlformats.org/officeDocument/2006/relationships/oleObject" Target="../embeddings/oleObject149.bin"/><Relationship Id="rId7" Type="http://schemas.openxmlformats.org/officeDocument/2006/relationships/oleObject" Target="../embeddings/oleObject15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44.emf"/><Relationship Id="rId5" Type="http://schemas.openxmlformats.org/officeDocument/2006/relationships/oleObject" Target="../embeddings/oleObject150.bin"/><Relationship Id="rId10" Type="http://schemas.openxmlformats.org/officeDocument/2006/relationships/image" Target="../media/image145.emf"/><Relationship Id="rId4" Type="http://schemas.openxmlformats.org/officeDocument/2006/relationships/image" Target="../media/image143.emf"/><Relationship Id="rId9" Type="http://schemas.openxmlformats.org/officeDocument/2006/relationships/oleObject" Target="../embeddings/oleObject152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emf"/><Relationship Id="rId3" Type="http://schemas.openxmlformats.org/officeDocument/2006/relationships/oleObject" Target="../embeddings/oleObject153.bin"/><Relationship Id="rId7" Type="http://schemas.openxmlformats.org/officeDocument/2006/relationships/oleObject" Target="../embeddings/oleObject155.bin"/><Relationship Id="rId12" Type="http://schemas.openxmlformats.org/officeDocument/2006/relationships/image" Target="../media/image150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47.emf"/><Relationship Id="rId11" Type="http://schemas.openxmlformats.org/officeDocument/2006/relationships/oleObject" Target="../embeddings/oleObject157.bin"/><Relationship Id="rId5" Type="http://schemas.openxmlformats.org/officeDocument/2006/relationships/oleObject" Target="../embeddings/oleObject154.bin"/><Relationship Id="rId10" Type="http://schemas.openxmlformats.org/officeDocument/2006/relationships/image" Target="../media/image149.emf"/><Relationship Id="rId4" Type="http://schemas.openxmlformats.org/officeDocument/2006/relationships/image" Target="../media/image146.emf"/><Relationship Id="rId9" Type="http://schemas.openxmlformats.org/officeDocument/2006/relationships/oleObject" Target="../embeddings/oleObject156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emf"/><Relationship Id="rId3" Type="http://schemas.openxmlformats.org/officeDocument/2006/relationships/oleObject" Target="../embeddings/oleObject158.bin"/><Relationship Id="rId7" Type="http://schemas.openxmlformats.org/officeDocument/2006/relationships/oleObject" Target="../embeddings/oleObject16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52.emf"/><Relationship Id="rId5" Type="http://schemas.openxmlformats.org/officeDocument/2006/relationships/oleObject" Target="../embeddings/oleObject159.bin"/><Relationship Id="rId10" Type="http://schemas.openxmlformats.org/officeDocument/2006/relationships/image" Target="../media/image154.emf"/><Relationship Id="rId4" Type="http://schemas.openxmlformats.org/officeDocument/2006/relationships/image" Target="../media/image151.emf"/><Relationship Id="rId9" Type="http://schemas.openxmlformats.org/officeDocument/2006/relationships/oleObject" Target="../embeddings/oleObject161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emf"/><Relationship Id="rId3" Type="http://schemas.openxmlformats.org/officeDocument/2006/relationships/oleObject" Target="../embeddings/oleObject162.bin"/><Relationship Id="rId7" Type="http://schemas.openxmlformats.org/officeDocument/2006/relationships/oleObject" Target="../embeddings/oleObject16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56.emf"/><Relationship Id="rId5" Type="http://schemas.openxmlformats.org/officeDocument/2006/relationships/oleObject" Target="../embeddings/oleObject163.bin"/><Relationship Id="rId10" Type="http://schemas.openxmlformats.org/officeDocument/2006/relationships/image" Target="../media/image158.emf"/><Relationship Id="rId4" Type="http://schemas.openxmlformats.org/officeDocument/2006/relationships/image" Target="../media/image155.emf"/><Relationship Id="rId9" Type="http://schemas.openxmlformats.org/officeDocument/2006/relationships/oleObject" Target="../embeddings/oleObject165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../&#27010;&#29575;&#32479;&#35745;&#30005;&#23376;&#25945;&#26696;.ppt#-1,10,&#31532;&#19971;&#31456;  &#21442;&#25968;&#20272;&#35745;" TargetMode="External"/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71.xml"/><Relationship Id="rId2" Type="http://schemas.openxmlformats.org/officeDocument/2006/relationships/slide" Target="slide5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gi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emf"/><Relationship Id="rId3" Type="http://schemas.openxmlformats.org/officeDocument/2006/relationships/oleObject" Target="../embeddings/oleObject166.bin"/><Relationship Id="rId7" Type="http://schemas.openxmlformats.org/officeDocument/2006/relationships/oleObject" Target="../embeddings/oleObject168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160.emf"/><Relationship Id="rId5" Type="http://schemas.openxmlformats.org/officeDocument/2006/relationships/oleObject" Target="../embeddings/oleObject167.bin"/><Relationship Id="rId10" Type="http://schemas.openxmlformats.org/officeDocument/2006/relationships/image" Target="../media/image162.emf"/><Relationship Id="rId4" Type="http://schemas.openxmlformats.org/officeDocument/2006/relationships/image" Target="../media/image159.emf"/><Relationship Id="rId9" Type="http://schemas.openxmlformats.org/officeDocument/2006/relationships/oleObject" Target="../embeddings/oleObject169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3.bin"/><Relationship Id="rId13" Type="http://schemas.openxmlformats.org/officeDocument/2006/relationships/image" Target="../media/image166.emf"/><Relationship Id="rId3" Type="http://schemas.openxmlformats.org/officeDocument/2006/relationships/oleObject" Target="../embeddings/oleObject170.bin"/><Relationship Id="rId7" Type="http://schemas.openxmlformats.org/officeDocument/2006/relationships/oleObject" Target="../embeddings/oleObject172.bin"/><Relationship Id="rId12" Type="http://schemas.openxmlformats.org/officeDocument/2006/relationships/oleObject" Target="../embeddings/oleObject17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163.emf"/><Relationship Id="rId11" Type="http://schemas.openxmlformats.org/officeDocument/2006/relationships/image" Target="../media/image165.emf"/><Relationship Id="rId5" Type="http://schemas.openxmlformats.org/officeDocument/2006/relationships/oleObject" Target="../embeddings/oleObject171.bin"/><Relationship Id="rId15" Type="http://schemas.openxmlformats.org/officeDocument/2006/relationships/image" Target="../media/image167.emf"/><Relationship Id="rId10" Type="http://schemas.openxmlformats.org/officeDocument/2006/relationships/oleObject" Target="../embeddings/oleObject174.bin"/><Relationship Id="rId4" Type="http://schemas.openxmlformats.org/officeDocument/2006/relationships/image" Target="../media/image162.emf"/><Relationship Id="rId9" Type="http://schemas.openxmlformats.org/officeDocument/2006/relationships/image" Target="../media/image164.emf"/><Relationship Id="rId14" Type="http://schemas.openxmlformats.org/officeDocument/2006/relationships/oleObject" Target="../embeddings/oleObject176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emf"/><Relationship Id="rId13" Type="http://schemas.openxmlformats.org/officeDocument/2006/relationships/oleObject" Target="../embeddings/oleObject182.bin"/><Relationship Id="rId18" Type="http://schemas.openxmlformats.org/officeDocument/2006/relationships/image" Target="../media/image175.emf"/><Relationship Id="rId3" Type="http://schemas.openxmlformats.org/officeDocument/2006/relationships/oleObject" Target="../embeddings/oleObject177.bin"/><Relationship Id="rId7" Type="http://schemas.openxmlformats.org/officeDocument/2006/relationships/oleObject" Target="../embeddings/oleObject179.bin"/><Relationship Id="rId12" Type="http://schemas.openxmlformats.org/officeDocument/2006/relationships/image" Target="../media/image172.emf"/><Relationship Id="rId17" Type="http://schemas.openxmlformats.org/officeDocument/2006/relationships/oleObject" Target="../embeddings/oleObject184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74.e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169.emf"/><Relationship Id="rId11" Type="http://schemas.openxmlformats.org/officeDocument/2006/relationships/oleObject" Target="../embeddings/oleObject181.bin"/><Relationship Id="rId5" Type="http://schemas.openxmlformats.org/officeDocument/2006/relationships/oleObject" Target="../embeddings/oleObject178.bin"/><Relationship Id="rId15" Type="http://schemas.openxmlformats.org/officeDocument/2006/relationships/oleObject" Target="../embeddings/oleObject183.bin"/><Relationship Id="rId10" Type="http://schemas.openxmlformats.org/officeDocument/2006/relationships/image" Target="../media/image171.emf"/><Relationship Id="rId4" Type="http://schemas.openxmlformats.org/officeDocument/2006/relationships/image" Target="../media/image168.emf"/><Relationship Id="rId9" Type="http://schemas.openxmlformats.org/officeDocument/2006/relationships/oleObject" Target="../embeddings/oleObject180.bin"/><Relationship Id="rId14" Type="http://schemas.openxmlformats.org/officeDocument/2006/relationships/image" Target="../media/image173.e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emf"/><Relationship Id="rId3" Type="http://schemas.openxmlformats.org/officeDocument/2006/relationships/oleObject" Target="../embeddings/oleObject185.bin"/><Relationship Id="rId7" Type="http://schemas.openxmlformats.org/officeDocument/2006/relationships/oleObject" Target="../embeddings/oleObject18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177.emf"/><Relationship Id="rId5" Type="http://schemas.openxmlformats.org/officeDocument/2006/relationships/oleObject" Target="../embeddings/oleObject186.bin"/><Relationship Id="rId10" Type="http://schemas.openxmlformats.org/officeDocument/2006/relationships/image" Target="../media/image179.emf"/><Relationship Id="rId4" Type="http://schemas.openxmlformats.org/officeDocument/2006/relationships/image" Target="../media/image176.emf"/><Relationship Id="rId9" Type="http://schemas.openxmlformats.org/officeDocument/2006/relationships/oleObject" Target="../embeddings/oleObject188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emf"/><Relationship Id="rId13" Type="http://schemas.openxmlformats.org/officeDocument/2006/relationships/oleObject" Target="../embeddings/oleObject194.bin"/><Relationship Id="rId3" Type="http://schemas.openxmlformats.org/officeDocument/2006/relationships/oleObject" Target="../embeddings/oleObject189.bin"/><Relationship Id="rId7" Type="http://schemas.openxmlformats.org/officeDocument/2006/relationships/oleObject" Target="../embeddings/oleObject191.bin"/><Relationship Id="rId12" Type="http://schemas.openxmlformats.org/officeDocument/2006/relationships/image" Target="../media/image184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181.emf"/><Relationship Id="rId11" Type="http://schemas.openxmlformats.org/officeDocument/2006/relationships/oleObject" Target="../embeddings/oleObject193.bin"/><Relationship Id="rId5" Type="http://schemas.openxmlformats.org/officeDocument/2006/relationships/oleObject" Target="../embeddings/oleObject190.bin"/><Relationship Id="rId10" Type="http://schemas.openxmlformats.org/officeDocument/2006/relationships/image" Target="../media/image183.emf"/><Relationship Id="rId4" Type="http://schemas.openxmlformats.org/officeDocument/2006/relationships/image" Target="../media/image180.emf"/><Relationship Id="rId9" Type="http://schemas.openxmlformats.org/officeDocument/2006/relationships/oleObject" Target="../embeddings/oleObject192.bin"/><Relationship Id="rId14" Type="http://schemas.openxmlformats.org/officeDocument/2006/relationships/image" Target="../media/image185.e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emf"/><Relationship Id="rId13" Type="http://schemas.openxmlformats.org/officeDocument/2006/relationships/oleObject" Target="../embeddings/oleObject200.bin"/><Relationship Id="rId3" Type="http://schemas.openxmlformats.org/officeDocument/2006/relationships/oleObject" Target="../embeddings/oleObject195.bin"/><Relationship Id="rId7" Type="http://schemas.openxmlformats.org/officeDocument/2006/relationships/oleObject" Target="../embeddings/oleObject197.bin"/><Relationship Id="rId12" Type="http://schemas.openxmlformats.org/officeDocument/2006/relationships/image" Target="../media/image190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187.emf"/><Relationship Id="rId11" Type="http://schemas.openxmlformats.org/officeDocument/2006/relationships/oleObject" Target="../embeddings/oleObject199.bin"/><Relationship Id="rId5" Type="http://schemas.openxmlformats.org/officeDocument/2006/relationships/oleObject" Target="../embeddings/oleObject196.bin"/><Relationship Id="rId10" Type="http://schemas.openxmlformats.org/officeDocument/2006/relationships/image" Target="../media/image189.emf"/><Relationship Id="rId4" Type="http://schemas.openxmlformats.org/officeDocument/2006/relationships/image" Target="../media/image186.emf"/><Relationship Id="rId9" Type="http://schemas.openxmlformats.org/officeDocument/2006/relationships/oleObject" Target="../embeddings/oleObject198.bin"/><Relationship Id="rId14" Type="http://schemas.openxmlformats.org/officeDocument/2006/relationships/image" Target="../media/image191.e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emf"/><Relationship Id="rId13" Type="http://schemas.openxmlformats.org/officeDocument/2006/relationships/oleObject" Target="../embeddings/oleObject206.bin"/><Relationship Id="rId3" Type="http://schemas.openxmlformats.org/officeDocument/2006/relationships/oleObject" Target="../embeddings/oleObject201.bin"/><Relationship Id="rId7" Type="http://schemas.openxmlformats.org/officeDocument/2006/relationships/oleObject" Target="../embeddings/oleObject203.bin"/><Relationship Id="rId12" Type="http://schemas.openxmlformats.org/officeDocument/2006/relationships/image" Target="../media/image196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193.emf"/><Relationship Id="rId11" Type="http://schemas.openxmlformats.org/officeDocument/2006/relationships/oleObject" Target="../embeddings/oleObject205.bin"/><Relationship Id="rId5" Type="http://schemas.openxmlformats.org/officeDocument/2006/relationships/oleObject" Target="../embeddings/oleObject202.bin"/><Relationship Id="rId10" Type="http://schemas.openxmlformats.org/officeDocument/2006/relationships/image" Target="../media/image195.emf"/><Relationship Id="rId4" Type="http://schemas.openxmlformats.org/officeDocument/2006/relationships/image" Target="../media/image192.emf"/><Relationship Id="rId9" Type="http://schemas.openxmlformats.org/officeDocument/2006/relationships/oleObject" Target="../embeddings/oleObject204.bin"/><Relationship Id="rId14" Type="http://schemas.openxmlformats.org/officeDocument/2006/relationships/image" Target="../media/image197.e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emf"/><Relationship Id="rId13" Type="http://schemas.openxmlformats.org/officeDocument/2006/relationships/oleObject" Target="../embeddings/oleObject212.bin"/><Relationship Id="rId18" Type="http://schemas.openxmlformats.org/officeDocument/2006/relationships/image" Target="../media/image205.emf"/><Relationship Id="rId3" Type="http://schemas.openxmlformats.org/officeDocument/2006/relationships/oleObject" Target="../embeddings/oleObject207.bin"/><Relationship Id="rId7" Type="http://schemas.openxmlformats.org/officeDocument/2006/relationships/oleObject" Target="../embeddings/oleObject209.bin"/><Relationship Id="rId12" Type="http://schemas.openxmlformats.org/officeDocument/2006/relationships/image" Target="../media/image202.emf"/><Relationship Id="rId17" Type="http://schemas.openxmlformats.org/officeDocument/2006/relationships/oleObject" Target="../embeddings/oleObject214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04.emf"/><Relationship Id="rId1" Type="http://schemas.openxmlformats.org/officeDocument/2006/relationships/vmlDrawing" Target="../drawings/vmlDrawing49.vml"/><Relationship Id="rId6" Type="http://schemas.openxmlformats.org/officeDocument/2006/relationships/image" Target="../media/image199.emf"/><Relationship Id="rId11" Type="http://schemas.openxmlformats.org/officeDocument/2006/relationships/oleObject" Target="../embeddings/oleObject211.bin"/><Relationship Id="rId5" Type="http://schemas.openxmlformats.org/officeDocument/2006/relationships/oleObject" Target="../embeddings/oleObject208.bin"/><Relationship Id="rId15" Type="http://schemas.openxmlformats.org/officeDocument/2006/relationships/oleObject" Target="../embeddings/oleObject213.bin"/><Relationship Id="rId10" Type="http://schemas.openxmlformats.org/officeDocument/2006/relationships/image" Target="../media/image201.emf"/><Relationship Id="rId19" Type="http://schemas.openxmlformats.org/officeDocument/2006/relationships/oleObject" Target="../embeddings/oleObject215.bin"/><Relationship Id="rId4" Type="http://schemas.openxmlformats.org/officeDocument/2006/relationships/image" Target="../media/image198.emf"/><Relationship Id="rId9" Type="http://schemas.openxmlformats.org/officeDocument/2006/relationships/oleObject" Target="../embeddings/oleObject210.bin"/><Relationship Id="rId14" Type="http://schemas.openxmlformats.org/officeDocument/2006/relationships/image" Target="../media/image203.emf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emf"/><Relationship Id="rId13" Type="http://schemas.openxmlformats.org/officeDocument/2006/relationships/oleObject" Target="../embeddings/oleObject221.bin"/><Relationship Id="rId3" Type="http://schemas.openxmlformats.org/officeDocument/2006/relationships/oleObject" Target="../embeddings/oleObject216.bin"/><Relationship Id="rId7" Type="http://schemas.openxmlformats.org/officeDocument/2006/relationships/oleObject" Target="../embeddings/oleObject218.bin"/><Relationship Id="rId12" Type="http://schemas.openxmlformats.org/officeDocument/2006/relationships/image" Target="../media/image210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207.emf"/><Relationship Id="rId11" Type="http://schemas.openxmlformats.org/officeDocument/2006/relationships/oleObject" Target="../embeddings/oleObject220.bin"/><Relationship Id="rId5" Type="http://schemas.openxmlformats.org/officeDocument/2006/relationships/oleObject" Target="../embeddings/oleObject217.bin"/><Relationship Id="rId10" Type="http://schemas.openxmlformats.org/officeDocument/2006/relationships/image" Target="../media/image209.emf"/><Relationship Id="rId4" Type="http://schemas.openxmlformats.org/officeDocument/2006/relationships/image" Target="../media/image206.emf"/><Relationship Id="rId9" Type="http://schemas.openxmlformats.org/officeDocument/2006/relationships/oleObject" Target="../embeddings/oleObject219.bin"/><Relationship Id="rId14" Type="http://schemas.openxmlformats.org/officeDocument/2006/relationships/image" Target="../media/image211.e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5.bin"/><Relationship Id="rId3" Type="http://schemas.openxmlformats.org/officeDocument/2006/relationships/oleObject" Target="../embeddings/oleObject222.bin"/><Relationship Id="rId7" Type="http://schemas.openxmlformats.org/officeDocument/2006/relationships/oleObject" Target="../embeddings/oleObject22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213.emf"/><Relationship Id="rId5" Type="http://schemas.openxmlformats.org/officeDocument/2006/relationships/oleObject" Target="../embeddings/oleObject223.bin"/><Relationship Id="rId4" Type="http://schemas.openxmlformats.org/officeDocument/2006/relationships/image" Target="../media/image212.e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emf"/><Relationship Id="rId3" Type="http://schemas.openxmlformats.org/officeDocument/2006/relationships/oleObject" Target="../embeddings/oleObject226.bin"/><Relationship Id="rId7" Type="http://schemas.openxmlformats.org/officeDocument/2006/relationships/oleObject" Target="../embeddings/oleObject228.bin"/><Relationship Id="rId12" Type="http://schemas.openxmlformats.org/officeDocument/2006/relationships/image" Target="../media/image218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215.emf"/><Relationship Id="rId11" Type="http://schemas.openxmlformats.org/officeDocument/2006/relationships/oleObject" Target="../embeddings/oleObject230.bin"/><Relationship Id="rId5" Type="http://schemas.openxmlformats.org/officeDocument/2006/relationships/oleObject" Target="../embeddings/oleObject227.bin"/><Relationship Id="rId10" Type="http://schemas.openxmlformats.org/officeDocument/2006/relationships/image" Target="../media/image217.emf"/><Relationship Id="rId4" Type="http://schemas.openxmlformats.org/officeDocument/2006/relationships/image" Target="../media/image214.emf"/><Relationship Id="rId9" Type="http://schemas.openxmlformats.org/officeDocument/2006/relationships/oleObject" Target="../embeddings/oleObject229.bin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emf"/><Relationship Id="rId3" Type="http://schemas.openxmlformats.org/officeDocument/2006/relationships/oleObject" Target="../embeddings/oleObject231.bin"/><Relationship Id="rId7" Type="http://schemas.openxmlformats.org/officeDocument/2006/relationships/oleObject" Target="../embeddings/oleObject233.bin"/><Relationship Id="rId12" Type="http://schemas.openxmlformats.org/officeDocument/2006/relationships/image" Target="../media/image223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220.emf"/><Relationship Id="rId11" Type="http://schemas.openxmlformats.org/officeDocument/2006/relationships/oleObject" Target="../embeddings/oleObject235.bin"/><Relationship Id="rId5" Type="http://schemas.openxmlformats.org/officeDocument/2006/relationships/oleObject" Target="../embeddings/oleObject232.bin"/><Relationship Id="rId10" Type="http://schemas.openxmlformats.org/officeDocument/2006/relationships/image" Target="../media/image222.emf"/><Relationship Id="rId4" Type="http://schemas.openxmlformats.org/officeDocument/2006/relationships/image" Target="../media/image219.emf"/><Relationship Id="rId9" Type="http://schemas.openxmlformats.org/officeDocument/2006/relationships/oleObject" Target="../embeddings/oleObject234.bin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emf"/><Relationship Id="rId13" Type="http://schemas.openxmlformats.org/officeDocument/2006/relationships/oleObject" Target="../embeddings/oleObject241.bin"/><Relationship Id="rId18" Type="http://schemas.openxmlformats.org/officeDocument/2006/relationships/oleObject" Target="../embeddings/oleObject244.bin"/><Relationship Id="rId3" Type="http://schemas.openxmlformats.org/officeDocument/2006/relationships/oleObject" Target="../embeddings/oleObject236.bin"/><Relationship Id="rId7" Type="http://schemas.openxmlformats.org/officeDocument/2006/relationships/oleObject" Target="../embeddings/oleObject238.bin"/><Relationship Id="rId12" Type="http://schemas.openxmlformats.org/officeDocument/2006/relationships/image" Target="../media/image228.emf"/><Relationship Id="rId17" Type="http://schemas.openxmlformats.org/officeDocument/2006/relationships/oleObject" Target="../embeddings/oleObject243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30.emf"/><Relationship Id="rId1" Type="http://schemas.openxmlformats.org/officeDocument/2006/relationships/vmlDrawing" Target="../drawings/vmlDrawing54.vml"/><Relationship Id="rId6" Type="http://schemas.openxmlformats.org/officeDocument/2006/relationships/image" Target="../media/image225.emf"/><Relationship Id="rId11" Type="http://schemas.openxmlformats.org/officeDocument/2006/relationships/oleObject" Target="../embeddings/oleObject240.bin"/><Relationship Id="rId5" Type="http://schemas.openxmlformats.org/officeDocument/2006/relationships/oleObject" Target="../embeddings/oleObject237.bin"/><Relationship Id="rId15" Type="http://schemas.openxmlformats.org/officeDocument/2006/relationships/oleObject" Target="../embeddings/oleObject242.bin"/><Relationship Id="rId10" Type="http://schemas.openxmlformats.org/officeDocument/2006/relationships/image" Target="../media/image227.emf"/><Relationship Id="rId19" Type="http://schemas.openxmlformats.org/officeDocument/2006/relationships/image" Target="../media/image231.emf"/><Relationship Id="rId4" Type="http://schemas.openxmlformats.org/officeDocument/2006/relationships/image" Target="../media/image224.emf"/><Relationship Id="rId9" Type="http://schemas.openxmlformats.org/officeDocument/2006/relationships/oleObject" Target="../embeddings/oleObject239.bin"/><Relationship Id="rId14" Type="http://schemas.openxmlformats.org/officeDocument/2006/relationships/image" Target="../media/image229.e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emf"/><Relationship Id="rId13" Type="http://schemas.openxmlformats.org/officeDocument/2006/relationships/oleObject" Target="../embeddings/oleObject250.bin"/><Relationship Id="rId18" Type="http://schemas.openxmlformats.org/officeDocument/2006/relationships/image" Target="../media/image239.emf"/><Relationship Id="rId3" Type="http://schemas.openxmlformats.org/officeDocument/2006/relationships/oleObject" Target="../embeddings/oleObject245.bin"/><Relationship Id="rId7" Type="http://schemas.openxmlformats.org/officeDocument/2006/relationships/oleObject" Target="../embeddings/oleObject247.bin"/><Relationship Id="rId12" Type="http://schemas.openxmlformats.org/officeDocument/2006/relationships/image" Target="../media/image236.emf"/><Relationship Id="rId17" Type="http://schemas.openxmlformats.org/officeDocument/2006/relationships/oleObject" Target="../embeddings/oleObject252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38.emf"/><Relationship Id="rId20" Type="http://schemas.openxmlformats.org/officeDocument/2006/relationships/image" Target="../media/image240.emf"/><Relationship Id="rId1" Type="http://schemas.openxmlformats.org/officeDocument/2006/relationships/vmlDrawing" Target="../drawings/vmlDrawing55.vml"/><Relationship Id="rId6" Type="http://schemas.openxmlformats.org/officeDocument/2006/relationships/image" Target="../media/image233.emf"/><Relationship Id="rId11" Type="http://schemas.openxmlformats.org/officeDocument/2006/relationships/oleObject" Target="../embeddings/oleObject249.bin"/><Relationship Id="rId5" Type="http://schemas.openxmlformats.org/officeDocument/2006/relationships/oleObject" Target="../embeddings/oleObject246.bin"/><Relationship Id="rId15" Type="http://schemas.openxmlformats.org/officeDocument/2006/relationships/oleObject" Target="../embeddings/oleObject251.bin"/><Relationship Id="rId10" Type="http://schemas.openxmlformats.org/officeDocument/2006/relationships/image" Target="../media/image235.emf"/><Relationship Id="rId19" Type="http://schemas.openxmlformats.org/officeDocument/2006/relationships/oleObject" Target="../embeddings/oleObject253.bin"/><Relationship Id="rId4" Type="http://schemas.openxmlformats.org/officeDocument/2006/relationships/image" Target="../media/image232.emf"/><Relationship Id="rId9" Type="http://schemas.openxmlformats.org/officeDocument/2006/relationships/oleObject" Target="../embeddings/oleObject248.bin"/><Relationship Id="rId14" Type="http://schemas.openxmlformats.org/officeDocument/2006/relationships/image" Target="../media/image237.e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emf"/><Relationship Id="rId13" Type="http://schemas.openxmlformats.org/officeDocument/2006/relationships/oleObject" Target="../embeddings/oleObject259.bin"/><Relationship Id="rId3" Type="http://schemas.openxmlformats.org/officeDocument/2006/relationships/oleObject" Target="../embeddings/oleObject254.bin"/><Relationship Id="rId7" Type="http://schemas.openxmlformats.org/officeDocument/2006/relationships/oleObject" Target="../embeddings/oleObject256.bin"/><Relationship Id="rId12" Type="http://schemas.openxmlformats.org/officeDocument/2006/relationships/image" Target="../media/image245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242.emf"/><Relationship Id="rId11" Type="http://schemas.openxmlformats.org/officeDocument/2006/relationships/oleObject" Target="../embeddings/oleObject258.bin"/><Relationship Id="rId5" Type="http://schemas.openxmlformats.org/officeDocument/2006/relationships/oleObject" Target="../embeddings/oleObject255.bin"/><Relationship Id="rId10" Type="http://schemas.openxmlformats.org/officeDocument/2006/relationships/image" Target="../media/image244.emf"/><Relationship Id="rId4" Type="http://schemas.openxmlformats.org/officeDocument/2006/relationships/image" Target="../media/image241.emf"/><Relationship Id="rId9" Type="http://schemas.openxmlformats.org/officeDocument/2006/relationships/oleObject" Target="../embeddings/oleObject257.bin"/><Relationship Id="rId14" Type="http://schemas.openxmlformats.org/officeDocument/2006/relationships/image" Target="../media/image246.e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emf"/><Relationship Id="rId13" Type="http://schemas.openxmlformats.org/officeDocument/2006/relationships/oleObject" Target="../embeddings/oleObject265.bin"/><Relationship Id="rId3" Type="http://schemas.openxmlformats.org/officeDocument/2006/relationships/oleObject" Target="../embeddings/oleObject260.bin"/><Relationship Id="rId7" Type="http://schemas.openxmlformats.org/officeDocument/2006/relationships/oleObject" Target="../embeddings/oleObject262.bin"/><Relationship Id="rId12" Type="http://schemas.openxmlformats.org/officeDocument/2006/relationships/image" Target="../media/image251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248.emf"/><Relationship Id="rId11" Type="http://schemas.openxmlformats.org/officeDocument/2006/relationships/oleObject" Target="../embeddings/oleObject264.bin"/><Relationship Id="rId5" Type="http://schemas.openxmlformats.org/officeDocument/2006/relationships/oleObject" Target="../embeddings/oleObject261.bin"/><Relationship Id="rId10" Type="http://schemas.openxmlformats.org/officeDocument/2006/relationships/image" Target="../media/image250.emf"/><Relationship Id="rId4" Type="http://schemas.openxmlformats.org/officeDocument/2006/relationships/image" Target="../media/image247.emf"/><Relationship Id="rId9" Type="http://schemas.openxmlformats.org/officeDocument/2006/relationships/oleObject" Target="../embeddings/oleObject263.bin"/><Relationship Id="rId14" Type="http://schemas.openxmlformats.org/officeDocument/2006/relationships/image" Target="../media/image252.e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emf"/><Relationship Id="rId13" Type="http://schemas.openxmlformats.org/officeDocument/2006/relationships/oleObject" Target="../embeddings/oleObject271.bin"/><Relationship Id="rId3" Type="http://schemas.openxmlformats.org/officeDocument/2006/relationships/oleObject" Target="../embeddings/oleObject266.bin"/><Relationship Id="rId7" Type="http://schemas.openxmlformats.org/officeDocument/2006/relationships/oleObject" Target="../embeddings/oleObject268.bin"/><Relationship Id="rId12" Type="http://schemas.openxmlformats.org/officeDocument/2006/relationships/image" Target="../media/image257.e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59.emf"/><Relationship Id="rId1" Type="http://schemas.openxmlformats.org/officeDocument/2006/relationships/vmlDrawing" Target="../drawings/vmlDrawing58.vml"/><Relationship Id="rId6" Type="http://schemas.openxmlformats.org/officeDocument/2006/relationships/image" Target="../media/image254.emf"/><Relationship Id="rId11" Type="http://schemas.openxmlformats.org/officeDocument/2006/relationships/oleObject" Target="../embeddings/oleObject270.bin"/><Relationship Id="rId5" Type="http://schemas.openxmlformats.org/officeDocument/2006/relationships/oleObject" Target="../embeddings/oleObject267.bin"/><Relationship Id="rId15" Type="http://schemas.openxmlformats.org/officeDocument/2006/relationships/oleObject" Target="../embeddings/oleObject272.bin"/><Relationship Id="rId10" Type="http://schemas.openxmlformats.org/officeDocument/2006/relationships/image" Target="../media/image256.emf"/><Relationship Id="rId4" Type="http://schemas.openxmlformats.org/officeDocument/2006/relationships/image" Target="../media/image253.emf"/><Relationship Id="rId9" Type="http://schemas.openxmlformats.org/officeDocument/2006/relationships/oleObject" Target="../embeddings/oleObject269.bin"/><Relationship Id="rId14" Type="http://schemas.openxmlformats.org/officeDocument/2006/relationships/image" Target="../media/image258.e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emf"/><Relationship Id="rId13" Type="http://schemas.openxmlformats.org/officeDocument/2006/relationships/oleObject" Target="../embeddings/oleObject278.bin"/><Relationship Id="rId3" Type="http://schemas.openxmlformats.org/officeDocument/2006/relationships/oleObject" Target="../embeddings/oleObject273.bin"/><Relationship Id="rId7" Type="http://schemas.openxmlformats.org/officeDocument/2006/relationships/oleObject" Target="../embeddings/oleObject275.bin"/><Relationship Id="rId12" Type="http://schemas.openxmlformats.org/officeDocument/2006/relationships/image" Target="../media/image264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261.emf"/><Relationship Id="rId11" Type="http://schemas.openxmlformats.org/officeDocument/2006/relationships/oleObject" Target="../embeddings/oleObject277.bin"/><Relationship Id="rId5" Type="http://schemas.openxmlformats.org/officeDocument/2006/relationships/oleObject" Target="../embeddings/oleObject274.bin"/><Relationship Id="rId10" Type="http://schemas.openxmlformats.org/officeDocument/2006/relationships/image" Target="../media/image263.emf"/><Relationship Id="rId4" Type="http://schemas.openxmlformats.org/officeDocument/2006/relationships/image" Target="../media/image260.emf"/><Relationship Id="rId9" Type="http://schemas.openxmlformats.org/officeDocument/2006/relationships/oleObject" Target="../embeddings/oleObject276.bin"/><Relationship Id="rId14" Type="http://schemas.openxmlformats.org/officeDocument/2006/relationships/image" Target="../media/image265.e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8.emf"/><Relationship Id="rId3" Type="http://schemas.openxmlformats.org/officeDocument/2006/relationships/oleObject" Target="../embeddings/oleObject279.bin"/><Relationship Id="rId7" Type="http://schemas.openxmlformats.org/officeDocument/2006/relationships/oleObject" Target="../embeddings/oleObject281.bin"/><Relationship Id="rId12" Type="http://schemas.openxmlformats.org/officeDocument/2006/relationships/image" Target="../media/image270.e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60.vml"/><Relationship Id="rId6" Type="http://schemas.openxmlformats.org/officeDocument/2006/relationships/image" Target="../media/image267.emf"/><Relationship Id="rId11" Type="http://schemas.openxmlformats.org/officeDocument/2006/relationships/oleObject" Target="../embeddings/oleObject283.bin"/><Relationship Id="rId5" Type="http://schemas.openxmlformats.org/officeDocument/2006/relationships/oleObject" Target="../embeddings/oleObject280.bin"/><Relationship Id="rId10" Type="http://schemas.openxmlformats.org/officeDocument/2006/relationships/image" Target="../media/image269.emf"/><Relationship Id="rId4" Type="http://schemas.openxmlformats.org/officeDocument/2006/relationships/image" Target="../media/image266.emf"/><Relationship Id="rId9" Type="http://schemas.openxmlformats.org/officeDocument/2006/relationships/oleObject" Target="../embeddings/oleObject282.bin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3.emf"/><Relationship Id="rId3" Type="http://schemas.openxmlformats.org/officeDocument/2006/relationships/oleObject" Target="../embeddings/oleObject284.bin"/><Relationship Id="rId7" Type="http://schemas.openxmlformats.org/officeDocument/2006/relationships/oleObject" Target="../embeddings/oleObject28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61.vml"/><Relationship Id="rId6" Type="http://schemas.openxmlformats.org/officeDocument/2006/relationships/image" Target="../media/image272.emf"/><Relationship Id="rId5" Type="http://schemas.openxmlformats.org/officeDocument/2006/relationships/oleObject" Target="../embeddings/oleObject285.bin"/><Relationship Id="rId10" Type="http://schemas.openxmlformats.org/officeDocument/2006/relationships/image" Target="../media/image274.emf"/><Relationship Id="rId4" Type="http://schemas.openxmlformats.org/officeDocument/2006/relationships/image" Target="../media/image271.emf"/><Relationship Id="rId9" Type="http://schemas.openxmlformats.org/officeDocument/2006/relationships/oleObject" Target="../embeddings/oleObject287.bin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emf"/><Relationship Id="rId13" Type="http://schemas.openxmlformats.org/officeDocument/2006/relationships/image" Target="../media/image279.emf"/><Relationship Id="rId18" Type="http://schemas.openxmlformats.org/officeDocument/2006/relationships/oleObject" Target="../embeddings/oleObject296.bin"/><Relationship Id="rId3" Type="http://schemas.openxmlformats.org/officeDocument/2006/relationships/oleObject" Target="../embeddings/oleObject288.bin"/><Relationship Id="rId21" Type="http://schemas.openxmlformats.org/officeDocument/2006/relationships/image" Target="../media/image283.emf"/><Relationship Id="rId7" Type="http://schemas.openxmlformats.org/officeDocument/2006/relationships/oleObject" Target="../embeddings/oleObject290.bin"/><Relationship Id="rId12" Type="http://schemas.openxmlformats.org/officeDocument/2006/relationships/oleObject" Target="../embeddings/oleObject293.bin"/><Relationship Id="rId17" Type="http://schemas.openxmlformats.org/officeDocument/2006/relationships/image" Target="../media/image281.emf"/><Relationship Id="rId2" Type="http://schemas.openxmlformats.org/officeDocument/2006/relationships/slideLayout" Target="../slideLayouts/slideLayout18.xml"/><Relationship Id="rId16" Type="http://schemas.openxmlformats.org/officeDocument/2006/relationships/oleObject" Target="../embeddings/oleObject295.bin"/><Relationship Id="rId20" Type="http://schemas.openxmlformats.org/officeDocument/2006/relationships/oleObject" Target="../embeddings/oleObject297.bin"/><Relationship Id="rId1" Type="http://schemas.openxmlformats.org/officeDocument/2006/relationships/vmlDrawing" Target="../drawings/vmlDrawing62.vml"/><Relationship Id="rId6" Type="http://schemas.openxmlformats.org/officeDocument/2006/relationships/image" Target="../media/image276.emf"/><Relationship Id="rId11" Type="http://schemas.openxmlformats.org/officeDocument/2006/relationships/image" Target="../media/image278.emf"/><Relationship Id="rId5" Type="http://schemas.openxmlformats.org/officeDocument/2006/relationships/oleObject" Target="../embeddings/oleObject289.bin"/><Relationship Id="rId15" Type="http://schemas.openxmlformats.org/officeDocument/2006/relationships/image" Target="../media/image280.emf"/><Relationship Id="rId10" Type="http://schemas.openxmlformats.org/officeDocument/2006/relationships/oleObject" Target="../embeddings/oleObject292.bin"/><Relationship Id="rId19" Type="http://schemas.openxmlformats.org/officeDocument/2006/relationships/image" Target="../media/image282.emf"/><Relationship Id="rId4" Type="http://schemas.openxmlformats.org/officeDocument/2006/relationships/image" Target="../media/image275.emf"/><Relationship Id="rId9" Type="http://schemas.openxmlformats.org/officeDocument/2006/relationships/oleObject" Target="../embeddings/oleObject291.bin"/><Relationship Id="rId14" Type="http://schemas.openxmlformats.org/officeDocument/2006/relationships/oleObject" Target="../embeddings/oleObject294.bin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emf"/><Relationship Id="rId13" Type="http://schemas.openxmlformats.org/officeDocument/2006/relationships/oleObject" Target="../embeddings/oleObject303.bin"/><Relationship Id="rId18" Type="http://schemas.openxmlformats.org/officeDocument/2006/relationships/image" Target="../media/image291.emf"/><Relationship Id="rId3" Type="http://schemas.openxmlformats.org/officeDocument/2006/relationships/oleObject" Target="../embeddings/oleObject298.bin"/><Relationship Id="rId7" Type="http://schemas.openxmlformats.org/officeDocument/2006/relationships/oleObject" Target="../embeddings/oleObject300.bin"/><Relationship Id="rId12" Type="http://schemas.openxmlformats.org/officeDocument/2006/relationships/image" Target="../media/image288.emf"/><Relationship Id="rId17" Type="http://schemas.openxmlformats.org/officeDocument/2006/relationships/oleObject" Target="../embeddings/oleObject305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90.emf"/><Relationship Id="rId20" Type="http://schemas.openxmlformats.org/officeDocument/2006/relationships/image" Target="../media/image292.emf"/><Relationship Id="rId1" Type="http://schemas.openxmlformats.org/officeDocument/2006/relationships/vmlDrawing" Target="../drawings/vmlDrawing63.vml"/><Relationship Id="rId6" Type="http://schemas.openxmlformats.org/officeDocument/2006/relationships/image" Target="../media/image285.emf"/><Relationship Id="rId11" Type="http://schemas.openxmlformats.org/officeDocument/2006/relationships/oleObject" Target="../embeddings/oleObject302.bin"/><Relationship Id="rId5" Type="http://schemas.openxmlformats.org/officeDocument/2006/relationships/oleObject" Target="../embeddings/oleObject299.bin"/><Relationship Id="rId15" Type="http://schemas.openxmlformats.org/officeDocument/2006/relationships/oleObject" Target="../embeddings/oleObject304.bin"/><Relationship Id="rId10" Type="http://schemas.openxmlformats.org/officeDocument/2006/relationships/image" Target="../media/image287.emf"/><Relationship Id="rId19" Type="http://schemas.openxmlformats.org/officeDocument/2006/relationships/oleObject" Target="../embeddings/oleObject306.bin"/><Relationship Id="rId4" Type="http://schemas.openxmlformats.org/officeDocument/2006/relationships/image" Target="../media/image284.emf"/><Relationship Id="rId9" Type="http://schemas.openxmlformats.org/officeDocument/2006/relationships/oleObject" Target="../embeddings/oleObject301.bin"/><Relationship Id="rId14" Type="http://schemas.openxmlformats.org/officeDocument/2006/relationships/image" Target="../media/image289.emf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4.emf"/><Relationship Id="rId13" Type="http://schemas.openxmlformats.org/officeDocument/2006/relationships/oleObject" Target="../embeddings/oleObject312.bin"/><Relationship Id="rId18" Type="http://schemas.openxmlformats.org/officeDocument/2006/relationships/image" Target="../media/image299.emf"/><Relationship Id="rId3" Type="http://schemas.openxmlformats.org/officeDocument/2006/relationships/oleObject" Target="../embeddings/oleObject307.bin"/><Relationship Id="rId7" Type="http://schemas.openxmlformats.org/officeDocument/2006/relationships/oleObject" Target="../embeddings/oleObject309.bin"/><Relationship Id="rId12" Type="http://schemas.openxmlformats.org/officeDocument/2006/relationships/image" Target="../media/image296.emf"/><Relationship Id="rId17" Type="http://schemas.openxmlformats.org/officeDocument/2006/relationships/oleObject" Target="../embeddings/oleObject314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98.emf"/><Relationship Id="rId20" Type="http://schemas.openxmlformats.org/officeDocument/2006/relationships/image" Target="../media/image276.emf"/><Relationship Id="rId1" Type="http://schemas.openxmlformats.org/officeDocument/2006/relationships/vmlDrawing" Target="../drawings/vmlDrawing64.vml"/><Relationship Id="rId6" Type="http://schemas.openxmlformats.org/officeDocument/2006/relationships/image" Target="../media/image277.emf"/><Relationship Id="rId11" Type="http://schemas.openxmlformats.org/officeDocument/2006/relationships/oleObject" Target="../embeddings/oleObject311.bin"/><Relationship Id="rId5" Type="http://schemas.openxmlformats.org/officeDocument/2006/relationships/oleObject" Target="../embeddings/oleObject308.bin"/><Relationship Id="rId15" Type="http://schemas.openxmlformats.org/officeDocument/2006/relationships/oleObject" Target="../embeddings/oleObject313.bin"/><Relationship Id="rId10" Type="http://schemas.openxmlformats.org/officeDocument/2006/relationships/image" Target="../media/image295.emf"/><Relationship Id="rId19" Type="http://schemas.openxmlformats.org/officeDocument/2006/relationships/oleObject" Target="../embeddings/oleObject315.bin"/><Relationship Id="rId4" Type="http://schemas.openxmlformats.org/officeDocument/2006/relationships/image" Target="../media/image293.emf"/><Relationship Id="rId9" Type="http://schemas.openxmlformats.org/officeDocument/2006/relationships/oleObject" Target="../embeddings/oleObject310.bin"/><Relationship Id="rId14" Type="http://schemas.openxmlformats.org/officeDocument/2006/relationships/image" Target="../media/image297.emf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2.emf"/><Relationship Id="rId3" Type="http://schemas.openxmlformats.org/officeDocument/2006/relationships/oleObject" Target="../embeddings/oleObject316.bin"/><Relationship Id="rId7" Type="http://schemas.openxmlformats.org/officeDocument/2006/relationships/oleObject" Target="../embeddings/oleObject318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5.vml"/><Relationship Id="rId6" Type="http://schemas.openxmlformats.org/officeDocument/2006/relationships/image" Target="../media/image301.emf"/><Relationship Id="rId5" Type="http://schemas.openxmlformats.org/officeDocument/2006/relationships/oleObject" Target="../embeddings/oleObject317.bin"/><Relationship Id="rId4" Type="http://schemas.openxmlformats.org/officeDocument/2006/relationships/image" Target="../media/image300.em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../&#27010;&#29575;&#32479;&#35745;&#30005;&#23376;&#25945;&#26696;.ppt#-1,10,&#31532;&#19971;&#31456;  &#21442;&#25968;&#20272;&#35745;" TargetMode="External"/><Relationship Id="rId1" Type="http://schemas.openxmlformats.org/officeDocument/2006/relationships/slideLayout" Target="../slideLayouts/slideLayout18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9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66.vml"/><Relationship Id="rId4" Type="http://schemas.openxmlformats.org/officeDocument/2006/relationships/image" Target="../media/image303.em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0.bin"/><Relationship Id="rId7" Type="http://schemas.openxmlformats.org/officeDocument/2006/relationships/image" Target="../media/image305.e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7.vml"/><Relationship Id="rId6" Type="http://schemas.openxmlformats.org/officeDocument/2006/relationships/oleObject" Target="../embeddings/oleObject321.bin"/><Relationship Id="rId5" Type="http://schemas.openxmlformats.org/officeDocument/2006/relationships/image" Target="../media/image306.png"/><Relationship Id="rId4" Type="http://schemas.openxmlformats.org/officeDocument/2006/relationships/image" Target="../media/image304.em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6.png"/><Relationship Id="rId7" Type="http://schemas.openxmlformats.org/officeDocument/2006/relationships/image" Target="../media/image308.emf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68.vml"/><Relationship Id="rId6" Type="http://schemas.openxmlformats.org/officeDocument/2006/relationships/oleObject" Target="../embeddings/oleObject323.bin"/><Relationship Id="rId5" Type="http://schemas.openxmlformats.org/officeDocument/2006/relationships/image" Target="../media/image307.emf"/><Relationship Id="rId4" Type="http://schemas.openxmlformats.org/officeDocument/2006/relationships/oleObject" Target="../embeddings/oleObject322.bin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6.bin"/><Relationship Id="rId13" Type="http://schemas.openxmlformats.org/officeDocument/2006/relationships/image" Target="../media/image313.emf"/><Relationship Id="rId18" Type="http://schemas.openxmlformats.org/officeDocument/2006/relationships/oleObject" Target="../embeddings/oleObject331.bin"/><Relationship Id="rId3" Type="http://schemas.openxmlformats.org/officeDocument/2006/relationships/image" Target="../media/image306.png"/><Relationship Id="rId21" Type="http://schemas.openxmlformats.org/officeDocument/2006/relationships/image" Target="../media/image317.emf"/><Relationship Id="rId7" Type="http://schemas.openxmlformats.org/officeDocument/2006/relationships/image" Target="../media/image310.emf"/><Relationship Id="rId12" Type="http://schemas.openxmlformats.org/officeDocument/2006/relationships/oleObject" Target="../embeddings/oleObject328.bin"/><Relationship Id="rId17" Type="http://schemas.openxmlformats.org/officeDocument/2006/relationships/image" Target="../media/image315.e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330.bin"/><Relationship Id="rId20" Type="http://schemas.openxmlformats.org/officeDocument/2006/relationships/oleObject" Target="../embeddings/oleObject332.bin"/><Relationship Id="rId1" Type="http://schemas.openxmlformats.org/officeDocument/2006/relationships/vmlDrawing" Target="../drawings/vmlDrawing69.vml"/><Relationship Id="rId6" Type="http://schemas.openxmlformats.org/officeDocument/2006/relationships/oleObject" Target="../embeddings/oleObject325.bin"/><Relationship Id="rId11" Type="http://schemas.openxmlformats.org/officeDocument/2006/relationships/image" Target="../media/image312.emf"/><Relationship Id="rId5" Type="http://schemas.openxmlformats.org/officeDocument/2006/relationships/image" Target="../media/image309.emf"/><Relationship Id="rId15" Type="http://schemas.openxmlformats.org/officeDocument/2006/relationships/image" Target="../media/image314.emf"/><Relationship Id="rId23" Type="http://schemas.openxmlformats.org/officeDocument/2006/relationships/image" Target="../media/image318.emf"/><Relationship Id="rId10" Type="http://schemas.openxmlformats.org/officeDocument/2006/relationships/oleObject" Target="../embeddings/oleObject327.bin"/><Relationship Id="rId19" Type="http://schemas.openxmlformats.org/officeDocument/2006/relationships/image" Target="../media/image316.emf"/><Relationship Id="rId4" Type="http://schemas.openxmlformats.org/officeDocument/2006/relationships/oleObject" Target="../embeddings/oleObject324.bin"/><Relationship Id="rId9" Type="http://schemas.openxmlformats.org/officeDocument/2006/relationships/image" Target="../media/image311.emf"/><Relationship Id="rId14" Type="http://schemas.openxmlformats.org/officeDocument/2006/relationships/oleObject" Target="../embeddings/oleObject329.bin"/><Relationship Id="rId22" Type="http://schemas.openxmlformats.org/officeDocument/2006/relationships/oleObject" Target="../embeddings/oleObject333.bin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emf"/><Relationship Id="rId13" Type="http://schemas.openxmlformats.org/officeDocument/2006/relationships/oleObject" Target="../embeddings/oleObject339.bin"/><Relationship Id="rId18" Type="http://schemas.openxmlformats.org/officeDocument/2006/relationships/image" Target="../media/image326.emf"/><Relationship Id="rId3" Type="http://schemas.openxmlformats.org/officeDocument/2006/relationships/oleObject" Target="../embeddings/oleObject334.bin"/><Relationship Id="rId21" Type="http://schemas.openxmlformats.org/officeDocument/2006/relationships/oleObject" Target="../embeddings/oleObject343.bin"/><Relationship Id="rId7" Type="http://schemas.openxmlformats.org/officeDocument/2006/relationships/oleObject" Target="../embeddings/oleObject336.bin"/><Relationship Id="rId12" Type="http://schemas.openxmlformats.org/officeDocument/2006/relationships/image" Target="../media/image323.emf"/><Relationship Id="rId17" Type="http://schemas.openxmlformats.org/officeDocument/2006/relationships/oleObject" Target="../embeddings/oleObject341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25.emf"/><Relationship Id="rId20" Type="http://schemas.openxmlformats.org/officeDocument/2006/relationships/image" Target="../media/image327.emf"/><Relationship Id="rId1" Type="http://schemas.openxmlformats.org/officeDocument/2006/relationships/vmlDrawing" Target="../drawings/vmlDrawing70.vml"/><Relationship Id="rId6" Type="http://schemas.openxmlformats.org/officeDocument/2006/relationships/image" Target="../media/image320.emf"/><Relationship Id="rId11" Type="http://schemas.openxmlformats.org/officeDocument/2006/relationships/oleObject" Target="../embeddings/oleObject338.bin"/><Relationship Id="rId5" Type="http://schemas.openxmlformats.org/officeDocument/2006/relationships/oleObject" Target="../embeddings/oleObject335.bin"/><Relationship Id="rId15" Type="http://schemas.openxmlformats.org/officeDocument/2006/relationships/oleObject" Target="../embeddings/oleObject340.bin"/><Relationship Id="rId10" Type="http://schemas.openxmlformats.org/officeDocument/2006/relationships/image" Target="../media/image322.emf"/><Relationship Id="rId19" Type="http://schemas.openxmlformats.org/officeDocument/2006/relationships/oleObject" Target="../embeddings/oleObject342.bin"/><Relationship Id="rId4" Type="http://schemas.openxmlformats.org/officeDocument/2006/relationships/image" Target="../media/image319.emf"/><Relationship Id="rId9" Type="http://schemas.openxmlformats.org/officeDocument/2006/relationships/oleObject" Target="../embeddings/oleObject337.bin"/><Relationship Id="rId14" Type="http://schemas.openxmlformats.org/officeDocument/2006/relationships/image" Target="../media/image324.emf"/><Relationship Id="rId22" Type="http://schemas.openxmlformats.org/officeDocument/2006/relationships/image" Target="../media/image328.emf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emf"/><Relationship Id="rId13" Type="http://schemas.openxmlformats.org/officeDocument/2006/relationships/oleObject" Target="../embeddings/oleObject349.bin"/><Relationship Id="rId18" Type="http://schemas.openxmlformats.org/officeDocument/2006/relationships/image" Target="../media/image336.emf"/><Relationship Id="rId26" Type="http://schemas.openxmlformats.org/officeDocument/2006/relationships/oleObject" Target="../embeddings/oleObject356.bin"/><Relationship Id="rId3" Type="http://schemas.openxmlformats.org/officeDocument/2006/relationships/oleObject" Target="../embeddings/oleObject344.bin"/><Relationship Id="rId21" Type="http://schemas.openxmlformats.org/officeDocument/2006/relationships/oleObject" Target="../embeddings/oleObject353.bin"/><Relationship Id="rId7" Type="http://schemas.openxmlformats.org/officeDocument/2006/relationships/oleObject" Target="../embeddings/oleObject346.bin"/><Relationship Id="rId12" Type="http://schemas.openxmlformats.org/officeDocument/2006/relationships/image" Target="../media/image333.emf"/><Relationship Id="rId17" Type="http://schemas.openxmlformats.org/officeDocument/2006/relationships/oleObject" Target="../embeddings/oleObject351.bin"/><Relationship Id="rId25" Type="http://schemas.openxmlformats.org/officeDocument/2006/relationships/image" Target="../media/image339.e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35.emf"/><Relationship Id="rId20" Type="http://schemas.openxmlformats.org/officeDocument/2006/relationships/image" Target="../media/image337.emf"/><Relationship Id="rId1" Type="http://schemas.openxmlformats.org/officeDocument/2006/relationships/vmlDrawing" Target="../drawings/vmlDrawing71.vml"/><Relationship Id="rId6" Type="http://schemas.openxmlformats.org/officeDocument/2006/relationships/image" Target="../media/image330.emf"/><Relationship Id="rId11" Type="http://schemas.openxmlformats.org/officeDocument/2006/relationships/oleObject" Target="../embeddings/oleObject348.bin"/><Relationship Id="rId24" Type="http://schemas.openxmlformats.org/officeDocument/2006/relationships/oleObject" Target="../embeddings/oleObject355.bin"/><Relationship Id="rId5" Type="http://schemas.openxmlformats.org/officeDocument/2006/relationships/oleObject" Target="../embeddings/oleObject345.bin"/><Relationship Id="rId15" Type="http://schemas.openxmlformats.org/officeDocument/2006/relationships/oleObject" Target="../embeddings/oleObject350.bin"/><Relationship Id="rId23" Type="http://schemas.openxmlformats.org/officeDocument/2006/relationships/oleObject" Target="../embeddings/oleObject354.bin"/><Relationship Id="rId10" Type="http://schemas.openxmlformats.org/officeDocument/2006/relationships/image" Target="../media/image332.emf"/><Relationship Id="rId19" Type="http://schemas.openxmlformats.org/officeDocument/2006/relationships/oleObject" Target="../embeddings/oleObject352.bin"/><Relationship Id="rId4" Type="http://schemas.openxmlformats.org/officeDocument/2006/relationships/image" Target="../media/image329.emf"/><Relationship Id="rId9" Type="http://schemas.openxmlformats.org/officeDocument/2006/relationships/oleObject" Target="../embeddings/oleObject347.bin"/><Relationship Id="rId14" Type="http://schemas.openxmlformats.org/officeDocument/2006/relationships/image" Target="../media/image334.emf"/><Relationship Id="rId22" Type="http://schemas.openxmlformats.org/officeDocument/2006/relationships/image" Target="../media/image338.emf"/><Relationship Id="rId27" Type="http://schemas.openxmlformats.org/officeDocument/2006/relationships/image" Target="../media/image340.emf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9.bin"/><Relationship Id="rId13" Type="http://schemas.openxmlformats.org/officeDocument/2006/relationships/image" Target="../media/image345.emf"/><Relationship Id="rId3" Type="http://schemas.openxmlformats.org/officeDocument/2006/relationships/oleObject" Target="../embeddings/oleObject357.bin"/><Relationship Id="rId7" Type="http://schemas.openxmlformats.org/officeDocument/2006/relationships/image" Target="../media/image342.emf"/><Relationship Id="rId12" Type="http://schemas.openxmlformats.org/officeDocument/2006/relationships/oleObject" Target="../embeddings/oleObject361.bin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72.vml"/><Relationship Id="rId6" Type="http://schemas.openxmlformats.org/officeDocument/2006/relationships/oleObject" Target="../embeddings/oleObject358.bin"/><Relationship Id="rId11" Type="http://schemas.openxmlformats.org/officeDocument/2006/relationships/image" Target="../media/image344.emf"/><Relationship Id="rId5" Type="http://schemas.openxmlformats.org/officeDocument/2006/relationships/image" Target="../media/image347.png"/><Relationship Id="rId15" Type="http://schemas.openxmlformats.org/officeDocument/2006/relationships/image" Target="../media/image346.emf"/><Relationship Id="rId10" Type="http://schemas.openxmlformats.org/officeDocument/2006/relationships/oleObject" Target="../embeddings/oleObject360.bin"/><Relationship Id="rId4" Type="http://schemas.openxmlformats.org/officeDocument/2006/relationships/image" Target="../media/image341.emf"/><Relationship Id="rId9" Type="http://schemas.openxmlformats.org/officeDocument/2006/relationships/image" Target="../media/image343.emf"/><Relationship Id="rId14" Type="http://schemas.openxmlformats.org/officeDocument/2006/relationships/oleObject" Target="../embeddings/oleObject362.bin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emf"/><Relationship Id="rId13" Type="http://schemas.openxmlformats.org/officeDocument/2006/relationships/oleObject" Target="../embeddings/oleObject368.bin"/><Relationship Id="rId3" Type="http://schemas.openxmlformats.org/officeDocument/2006/relationships/oleObject" Target="../embeddings/oleObject363.bin"/><Relationship Id="rId7" Type="http://schemas.openxmlformats.org/officeDocument/2006/relationships/oleObject" Target="../embeddings/oleObject365.bin"/><Relationship Id="rId12" Type="http://schemas.openxmlformats.org/officeDocument/2006/relationships/image" Target="../media/image352.emf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354.emf"/><Relationship Id="rId1" Type="http://schemas.openxmlformats.org/officeDocument/2006/relationships/vmlDrawing" Target="../drawings/vmlDrawing73.vml"/><Relationship Id="rId6" Type="http://schemas.openxmlformats.org/officeDocument/2006/relationships/image" Target="../media/image349.emf"/><Relationship Id="rId11" Type="http://schemas.openxmlformats.org/officeDocument/2006/relationships/oleObject" Target="../embeddings/oleObject367.bin"/><Relationship Id="rId5" Type="http://schemas.openxmlformats.org/officeDocument/2006/relationships/oleObject" Target="../embeddings/oleObject364.bin"/><Relationship Id="rId15" Type="http://schemas.openxmlformats.org/officeDocument/2006/relationships/oleObject" Target="../embeddings/oleObject369.bin"/><Relationship Id="rId10" Type="http://schemas.openxmlformats.org/officeDocument/2006/relationships/image" Target="../media/image351.emf"/><Relationship Id="rId4" Type="http://schemas.openxmlformats.org/officeDocument/2006/relationships/image" Target="../media/image348.emf"/><Relationship Id="rId9" Type="http://schemas.openxmlformats.org/officeDocument/2006/relationships/oleObject" Target="../embeddings/oleObject366.bin"/><Relationship Id="rId14" Type="http://schemas.openxmlformats.org/officeDocument/2006/relationships/image" Target="../media/image353.emf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7.emf"/><Relationship Id="rId3" Type="http://schemas.openxmlformats.org/officeDocument/2006/relationships/oleObject" Target="../embeddings/oleObject370.bin"/><Relationship Id="rId7" Type="http://schemas.openxmlformats.org/officeDocument/2006/relationships/oleObject" Target="../embeddings/oleObject37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4.vml"/><Relationship Id="rId6" Type="http://schemas.openxmlformats.org/officeDocument/2006/relationships/image" Target="../media/image356.emf"/><Relationship Id="rId5" Type="http://schemas.openxmlformats.org/officeDocument/2006/relationships/oleObject" Target="../embeddings/oleObject371.bin"/><Relationship Id="rId10" Type="http://schemas.openxmlformats.org/officeDocument/2006/relationships/image" Target="../media/image358.emf"/><Relationship Id="rId4" Type="http://schemas.openxmlformats.org/officeDocument/2006/relationships/image" Target="../media/image355.emf"/><Relationship Id="rId9" Type="http://schemas.openxmlformats.org/officeDocument/2006/relationships/oleObject" Target="../embeddings/oleObject373.bin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1.emf"/><Relationship Id="rId13" Type="http://schemas.openxmlformats.org/officeDocument/2006/relationships/oleObject" Target="../embeddings/oleObject379.bin"/><Relationship Id="rId3" Type="http://schemas.openxmlformats.org/officeDocument/2006/relationships/oleObject" Target="../embeddings/oleObject374.bin"/><Relationship Id="rId7" Type="http://schemas.openxmlformats.org/officeDocument/2006/relationships/oleObject" Target="../embeddings/oleObject376.bin"/><Relationship Id="rId12" Type="http://schemas.openxmlformats.org/officeDocument/2006/relationships/image" Target="../media/image363.emf"/><Relationship Id="rId17" Type="http://schemas.openxmlformats.org/officeDocument/2006/relationships/oleObject" Target="../embeddings/oleObject381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65.emf"/><Relationship Id="rId1" Type="http://schemas.openxmlformats.org/officeDocument/2006/relationships/vmlDrawing" Target="../drawings/vmlDrawing75.vml"/><Relationship Id="rId6" Type="http://schemas.openxmlformats.org/officeDocument/2006/relationships/image" Target="../media/image360.emf"/><Relationship Id="rId11" Type="http://schemas.openxmlformats.org/officeDocument/2006/relationships/oleObject" Target="../embeddings/oleObject378.bin"/><Relationship Id="rId5" Type="http://schemas.openxmlformats.org/officeDocument/2006/relationships/oleObject" Target="../embeddings/oleObject375.bin"/><Relationship Id="rId15" Type="http://schemas.openxmlformats.org/officeDocument/2006/relationships/oleObject" Target="../embeddings/oleObject380.bin"/><Relationship Id="rId10" Type="http://schemas.openxmlformats.org/officeDocument/2006/relationships/image" Target="../media/image362.emf"/><Relationship Id="rId4" Type="http://schemas.openxmlformats.org/officeDocument/2006/relationships/image" Target="../media/image359.emf"/><Relationship Id="rId9" Type="http://schemas.openxmlformats.org/officeDocument/2006/relationships/oleObject" Target="../embeddings/oleObject377.bin"/><Relationship Id="rId14" Type="http://schemas.openxmlformats.org/officeDocument/2006/relationships/image" Target="../media/image364.emf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4.bin"/><Relationship Id="rId13" Type="http://schemas.openxmlformats.org/officeDocument/2006/relationships/image" Target="../media/image370.emf"/><Relationship Id="rId18" Type="http://schemas.openxmlformats.org/officeDocument/2006/relationships/oleObject" Target="../embeddings/oleObject389.bin"/><Relationship Id="rId3" Type="http://schemas.openxmlformats.org/officeDocument/2006/relationships/oleObject" Target="../embeddings/oleObject382.bin"/><Relationship Id="rId7" Type="http://schemas.openxmlformats.org/officeDocument/2006/relationships/image" Target="../media/image367.emf"/><Relationship Id="rId12" Type="http://schemas.openxmlformats.org/officeDocument/2006/relationships/oleObject" Target="../embeddings/oleObject386.bin"/><Relationship Id="rId17" Type="http://schemas.openxmlformats.org/officeDocument/2006/relationships/image" Target="../media/image372.e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388.bin"/><Relationship Id="rId1" Type="http://schemas.openxmlformats.org/officeDocument/2006/relationships/vmlDrawing" Target="../drawings/vmlDrawing76.vml"/><Relationship Id="rId6" Type="http://schemas.openxmlformats.org/officeDocument/2006/relationships/oleObject" Target="../embeddings/oleObject383.bin"/><Relationship Id="rId11" Type="http://schemas.openxmlformats.org/officeDocument/2006/relationships/image" Target="../media/image369.emf"/><Relationship Id="rId5" Type="http://schemas.openxmlformats.org/officeDocument/2006/relationships/image" Target="../media/image347.png"/><Relationship Id="rId15" Type="http://schemas.openxmlformats.org/officeDocument/2006/relationships/image" Target="../media/image371.emf"/><Relationship Id="rId10" Type="http://schemas.openxmlformats.org/officeDocument/2006/relationships/oleObject" Target="../embeddings/oleObject385.bin"/><Relationship Id="rId19" Type="http://schemas.openxmlformats.org/officeDocument/2006/relationships/image" Target="../media/image373.emf"/><Relationship Id="rId4" Type="http://schemas.openxmlformats.org/officeDocument/2006/relationships/image" Target="../media/image366.emf"/><Relationship Id="rId9" Type="http://schemas.openxmlformats.org/officeDocument/2006/relationships/image" Target="../media/image368.emf"/><Relationship Id="rId14" Type="http://schemas.openxmlformats.org/officeDocument/2006/relationships/oleObject" Target="../embeddings/oleObject387.bin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6.emf"/><Relationship Id="rId13" Type="http://schemas.openxmlformats.org/officeDocument/2006/relationships/oleObject" Target="../embeddings/oleObject395.bin"/><Relationship Id="rId3" Type="http://schemas.openxmlformats.org/officeDocument/2006/relationships/oleObject" Target="../embeddings/oleObject390.bin"/><Relationship Id="rId7" Type="http://schemas.openxmlformats.org/officeDocument/2006/relationships/oleObject" Target="../embeddings/oleObject392.bin"/><Relationship Id="rId12" Type="http://schemas.openxmlformats.org/officeDocument/2006/relationships/image" Target="../media/image378.e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80.emf"/><Relationship Id="rId1" Type="http://schemas.openxmlformats.org/officeDocument/2006/relationships/vmlDrawing" Target="../drawings/vmlDrawing77.vml"/><Relationship Id="rId6" Type="http://schemas.openxmlformats.org/officeDocument/2006/relationships/image" Target="../media/image375.emf"/><Relationship Id="rId11" Type="http://schemas.openxmlformats.org/officeDocument/2006/relationships/oleObject" Target="../embeddings/oleObject394.bin"/><Relationship Id="rId5" Type="http://schemas.openxmlformats.org/officeDocument/2006/relationships/oleObject" Target="../embeddings/oleObject391.bin"/><Relationship Id="rId15" Type="http://schemas.openxmlformats.org/officeDocument/2006/relationships/oleObject" Target="../embeddings/oleObject396.bin"/><Relationship Id="rId10" Type="http://schemas.openxmlformats.org/officeDocument/2006/relationships/image" Target="../media/image377.emf"/><Relationship Id="rId4" Type="http://schemas.openxmlformats.org/officeDocument/2006/relationships/image" Target="../media/image374.emf"/><Relationship Id="rId9" Type="http://schemas.openxmlformats.org/officeDocument/2006/relationships/oleObject" Target="../embeddings/oleObject393.bin"/><Relationship Id="rId14" Type="http://schemas.openxmlformats.org/officeDocument/2006/relationships/image" Target="../media/image379.emf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3.emf"/><Relationship Id="rId3" Type="http://schemas.openxmlformats.org/officeDocument/2006/relationships/oleObject" Target="../embeddings/oleObject397.bin"/><Relationship Id="rId7" Type="http://schemas.openxmlformats.org/officeDocument/2006/relationships/oleObject" Target="../embeddings/oleObject39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8.vml"/><Relationship Id="rId6" Type="http://schemas.openxmlformats.org/officeDocument/2006/relationships/image" Target="../media/image382.emf"/><Relationship Id="rId5" Type="http://schemas.openxmlformats.org/officeDocument/2006/relationships/oleObject" Target="../embeddings/oleObject398.bin"/><Relationship Id="rId10" Type="http://schemas.openxmlformats.org/officeDocument/2006/relationships/image" Target="../media/image384.emf"/><Relationship Id="rId4" Type="http://schemas.openxmlformats.org/officeDocument/2006/relationships/image" Target="../media/image381.emf"/><Relationship Id="rId9" Type="http://schemas.openxmlformats.org/officeDocument/2006/relationships/oleObject" Target="../embeddings/oleObject400.bin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7.emf"/><Relationship Id="rId13" Type="http://schemas.openxmlformats.org/officeDocument/2006/relationships/oleObject" Target="../embeddings/oleObject406.bin"/><Relationship Id="rId3" Type="http://schemas.openxmlformats.org/officeDocument/2006/relationships/oleObject" Target="../embeddings/oleObject401.bin"/><Relationship Id="rId7" Type="http://schemas.openxmlformats.org/officeDocument/2006/relationships/oleObject" Target="../embeddings/oleObject403.bin"/><Relationship Id="rId12" Type="http://schemas.openxmlformats.org/officeDocument/2006/relationships/image" Target="../media/image389.e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79.vml"/><Relationship Id="rId6" Type="http://schemas.openxmlformats.org/officeDocument/2006/relationships/image" Target="../media/image386.emf"/><Relationship Id="rId11" Type="http://schemas.openxmlformats.org/officeDocument/2006/relationships/oleObject" Target="../embeddings/oleObject405.bin"/><Relationship Id="rId5" Type="http://schemas.openxmlformats.org/officeDocument/2006/relationships/oleObject" Target="../embeddings/oleObject402.bin"/><Relationship Id="rId10" Type="http://schemas.openxmlformats.org/officeDocument/2006/relationships/image" Target="../media/image388.emf"/><Relationship Id="rId4" Type="http://schemas.openxmlformats.org/officeDocument/2006/relationships/image" Target="../media/image385.emf"/><Relationship Id="rId9" Type="http://schemas.openxmlformats.org/officeDocument/2006/relationships/oleObject" Target="../embeddings/oleObject404.bin"/><Relationship Id="rId14" Type="http://schemas.openxmlformats.org/officeDocument/2006/relationships/image" Target="../media/image390.emf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7.png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80.vml"/><Relationship Id="rId5" Type="http://schemas.openxmlformats.org/officeDocument/2006/relationships/image" Target="../media/image391.emf"/><Relationship Id="rId4" Type="http://schemas.openxmlformats.org/officeDocument/2006/relationships/oleObject" Target="../embeddings/oleObject407.bin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4.emf"/><Relationship Id="rId13" Type="http://schemas.openxmlformats.org/officeDocument/2006/relationships/oleObject" Target="../embeddings/oleObject413.bin"/><Relationship Id="rId18" Type="http://schemas.openxmlformats.org/officeDocument/2006/relationships/image" Target="../media/image399.emf"/><Relationship Id="rId3" Type="http://schemas.openxmlformats.org/officeDocument/2006/relationships/oleObject" Target="../embeddings/oleObject408.bin"/><Relationship Id="rId7" Type="http://schemas.openxmlformats.org/officeDocument/2006/relationships/oleObject" Target="../embeddings/oleObject410.bin"/><Relationship Id="rId12" Type="http://schemas.openxmlformats.org/officeDocument/2006/relationships/image" Target="../media/image396.emf"/><Relationship Id="rId17" Type="http://schemas.openxmlformats.org/officeDocument/2006/relationships/oleObject" Target="../embeddings/oleObject415.bin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398.emf"/><Relationship Id="rId20" Type="http://schemas.openxmlformats.org/officeDocument/2006/relationships/image" Target="../media/image400.emf"/><Relationship Id="rId1" Type="http://schemas.openxmlformats.org/officeDocument/2006/relationships/vmlDrawing" Target="../drawings/vmlDrawing81.vml"/><Relationship Id="rId6" Type="http://schemas.openxmlformats.org/officeDocument/2006/relationships/image" Target="../media/image393.emf"/><Relationship Id="rId11" Type="http://schemas.openxmlformats.org/officeDocument/2006/relationships/oleObject" Target="../embeddings/oleObject412.bin"/><Relationship Id="rId5" Type="http://schemas.openxmlformats.org/officeDocument/2006/relationships/oleObject" Target="../embeddings/oleObject409.bin"/><Relationship Id="rId15" Type="http://schemas.openxmlformats.org/officeDocument/2006/relationships/oleObject" Target="../embeddings/oleObject414.bin"/><Relationship Id="rId10" Type="http://schemas.openxmlformats.org/officeDocument/2006/relationships/image" Target="../media/image395.emf"/><Relationship Id="rId19" Type="http://schemas.openxmlformats.org/officeDocument/2006/relationships/oleObject" Target="../embeddings/oleObject416.bin"/><Relationship Id="rId4" Type="http://schemas.openxmlformats.org/officeDocument/2006/relationships/image" Target="../media/image392.emf"/><Relationship Id="rId9" Type="http://schemas.openxmlformats.org/officeDocument/2006/relationships/oleObject" Target="../embeddings/oleObject411.bin"/><Relationship Id="rId14" Type="http://schemas.openxmlformats.org/officeDocument/2006/relationships/image" Target="../media/image397.emf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9.bin"/><Relationship Id="rId13" Type="http://schemas.openxmlformats.org/officeDocument/2006/relationships/image" Target="../media/image405.emf"/><Relationship Id="rId3" Type="http://schemas.openxmlformats.org/officeDocument/2006/relationships/image" Target="../media/image406.png"/><Relationship Id="rId7" Type="http://schemas.openxmlformats.org/officeDocument/2006/relationships/image" Target="../media/image402.emf"/><Relationship Id="rId12" Type="http://schemas.openxmlformats.org/officeDocument/2006/relationships/oleObject" Target="../embeddings/oleObject421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82.vml"/><Relationship Id="rId6" Type="http://schemas.openxmlformats.org/officeDocument/2006/relationships/oleObject" Target="../embeddings/oleObject418.bin"/><Relationship Id="rId11" Type="http://schemas.openxmlformats.org/officeDocument/2006/relationships/image" Target="../media/image404.emf"/><Relationship Id="rId5" Type="http://schemas.openxmlformats.org/officeDocument/2006/relationships/image" Target="../media/image401.emf"/><Relationship Id="rId10" Type="http://schemas.openxmlformats.org/officeDocument/2006/relationships/oleObject" Target="../embeddings/oleObject420.bin"/><Relationship Id="rId4" Type="http://schemas.openxmlformats.org/officeDocument/2006/relationships/oleObject" Target="../embeddings/oleObject417.bin"/><Relationship Id="rId9" Type="http://schemas.openxmlformats.org/officeDocument/2006/relationships/image" Target="../media/image403.emf"/></Relationships>
</file>

<file path=ppt/slides/_rels/slide9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27.bin"/><Relationship Id="rId18" Type="http://schemas.openxmlformats.org/officeDocument/2006/relationships/image" Target="../media/image414.emf"/><Relationship Id="rId26" Type="http://schemas.openxmlformats.org/officeDocument/2006/relationships/image" Target="../media/image418.emf"/><Relationship Id="rId39" Type="http://schemas.openxmlformats.org/officeDocument/2006/relationships/oleObject" Target="../embeddings/oleObject440.bin"/><Relationship Id="rId21" Type="http://schemas.openxmlformats.org/officeDocument/2006/relationships/oleObject" Target="../embeddings/oleObject431.bin"/><Relationship Id="rId34" Type="http://schemas.openxmlformats.org/officeDocument/2006/relationships/image" Target="../media/image422.emf"/><Relationship Id="rId42" Type="http://schemas.openxmlformats.org/officeDocument/2006/relationships/image" Target="../media/image426.emf"/><Relationship Id="rId47" Type="http://schemas.openxmlformats.org/officeDocument/2006/relationships/oleObject" Target="../embeddings/oleObject444.bin"/><Relationship Id="rId50" Type="http://schemas.openxmlformats.org/officeDocument/2006/relationships/image" Target="../media/image430.emf"/><Relationship Id="rId55" Type="http://schemas.openxmlformats.org/officeDocument/2006/relationships/oleObject" Target="../embeddings/oleObject448.bin"/><Relationship Id="rId63" Type="http://schemas.openxmlformats.org/officeDocument/2006/relationships/oleObject" Target="../embeddings/oleObject452.bin"/><Relationship Id="rId7" Type="http://schemas.openxmlformats.org/officeDocument/2006/relationships/oleObject" Target="../embeddings/oleObject424.bin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413.emf"/><Relationship Id="rId20" Type="http://schemas.openxmlformats.org/officeDocument/2006/relationships/image" Target="../media/image415.emf"/><Relationship Id="rId29" Type="http://schemas.openxmlformats.org/officeDocument/2006/relationships/oleObject" Target="../embeddings/oleObject435.bin"/><Relationship Id="rId41" Type="http://schemas.openxmlformats.org/officeDocument/2006/relationships/oleObject" Target="../embeddings/oleObject441.bin"/><Relationship Id="rId54" Type="http://schemas.openxmlformats.org/officeDocument/2006/relationships/image" Target="../media/image432.emf"/><Relationship Id="rId62" Type="http://schemas.openxmlformats.org/officeDocument/2006/relationships/image" Target="../media/image436.emf"/><Relationship Id="rId1" Type="http://schemas.openxmlformats.org/officeDocument/2006/relationships/vmlDrawing" Target="../drawings/vmlDrawing83.vml"/><Relationship Id="rId6" Type="http://schemas.openxmlformats.org/officeDocument/2006/relationships/image" Target="../media/image408.emf"/><Relationship Id="rId11" Type="http://schemas.openxmlformats.org/officeDocument/2006/relationships/oleObject" Target="../embeddings/oleObject426.bin"/><Relationship Id="rId24" Type="http://schemas.openxmlformats.org/officeDocument/2006/relationships/image" Target="../media/image417.emf"/><Relationship Id="rId32" Type="http://schemas.openxmlformats.org/officeDocument/2006/relationships/image" Target="../media/image421.emf"/><Relationship Id="rId37" Type="http://schemas.openxmlformats.org/officeDocument/2006/relationships/oleObject" Target="../embeddings/oleObject439.bin"/><Relationship Id="rId40" Type="http://schemas.openxmlformats.org/officeDocument/2006/relationships/image" Target="../media/image425.emf"/><Relationship Id="rId45" Type="http://schemas.openxmlformats.org/officeDocument/2006/relationships/oleObject" Target="../embeddings/oleObject443.bin"/><Relationship Id="rId53" Type="http://schemas.openxmlformats.org/officeDocument/2006/relationships/oleObject" Target="../embeddings/oleObject447.bin"/><Relationship Id="rId58" Type="http://schemas.openxmlformats.org/officeDocument/2006/relationships/image" Target="../media/image434.emf"/><Relationship Id="rId5" Type="http://schemas.openxmlformats.org/officeDocument/2006/relationships/oleObject" Target="../embeddings/oleObject423.bin"/><Relationship Id="rId15" Type="http://schemas.openxmlformats.org/officeDocument/2006/relationships/oleObject" Target="../embeddings/oleObject428.bin"/><Relationship Id="rId23" Type="http://schemas.openxmlformats.org/officeDocument/2006/relationships/oleObject" Target="../embeddings/oleObject432.bin"/><Relationship Id="rId28" Type="http://schemas.openxmlformats.org/officeDocument/2006/relationships/image" Target="../media/image419.emf"/><Relationship Id="rId36" Type="http://schemas.openxmlformats.org/officeDocument/2006/relationships/image" Target="../media/image423.emf"/><Relationship Id="rId49" Type="http://schemas.openxmlformats.org/officeDocument/2006/relationships/oleObject" Target="../embeddings/oleObject445.bin"/><Relationship Id="rId57" Type="http://schemas.openxmlformats.org/officeDocument/2006/relationships/oleObject" Target="../embeddings/oleObject449.bin"/><Relationship Id="rId61" Type="http://schemas.openxmlformats.org/officeDocument/2006/relationships/oleObject" Target="../embeddings/oleObject451.bin"/><Relationship Id="rId10" Type="http://schemas.openxmlformats.org/officeDocument/2006/relationships/image" Target="../media/image410.emf"/><Relationship Id="rId19" Type="http://schemas.openxmlformats.org/officeDocument/2006/relationships/oleObject" Target="../embeddings/oleObject430.bin"/><Relationship Id="rId31" Type="http://schemas.openxmlformats.org/officeDocument/2006/relationships/oleObject" Target="../embeddings/oleObject436.bin"/><Relationship Id="rId44" Type="http://schemas.openxmlformats.org/officeDocument/2006/relationships/image" Target="../media/image427.emf"/><Relationship Id="rId52" Type="http://schemas.openxmlformats.org/officeDocument/2006/relationships/image" Target="../media/image431.emf"/><Relationship Id="rId60" Type="http://schemas.openxmlformats.org/officeDocument/2006/relationships/image" Target="../media/image435.emf"/><Relationship Id="rId4" Type="http://schemas.openxmlformats.org/officeDocument/2006/relationships/image" Target="../media/image407.emf"/><Relationship Id="rId9" Type="http://schemas.openxmlformats.org/officeDocument/2006/relationships/oleObject" Target="../embeddings/oleObject425.bin"/><Relationship Id="rId14" Type="http://schemas.openxmlformats.org/officeDocument/2006/relationships/image" Target="../media/image412.emf"/><Relationship Id="rId22" Type="http://schemas.openxmlformats.org/officeDocument/2006/relationships/image" Target="../media/image416.emf"/><Relationship Id="rId27" Type="http://schemas.openxmlformats.org/officeDocument/2006/relationships/oleObject" Target="../embeddings/oleObject434.bin"/><Relationship Id="rId30" Type="http://schemas.openxmlformats.org/officeDocument/2006/relationships/image" Target="../media/image420.emf"/><Relationship Id="rId35" Type="http://schemas.openxmlformats.org/officeDocument/2006/relationships/oleObject" Target="../embeddings/oleObject438.bin"/><Relationship Id="rId43" Type="http://schemas.openxmlformats.org/officeDocument/2006/relationships/oleObject" Target="../embeddings/oleObject442.bin"/><Relationship Id="rId48" Type="http://schemas.openxmlformats.org/officeDocument/2006/relationships/image" Target="../media/image429.emf"/><Relationship Id="rId56" Type="http://schemas.openxmlformats.org/officeDocument/2006/relationships/image" Target="../media/image433.emf"/><Relationship Id="rId64" Type="http://schemas.openxmlformats.org/officeDocument/2006/relationships/image" Target="../media/image437.emf"/><Relationship Id="rId8" Type="http://schemas.openxmlformats.org/officeDocument/2006/relationships/image" Target="../media/image409.emf"/><Relationship Id="rId51" Type="http://schemas.openxmlformats.org/officeDocument/2006/relationships/oleObject" Target="../embeddings/oleObject446.bin"/><Relationship Id="rId3" Type="http://schemas.openxmlformats.org/officeDocument/2006/relationships/oleObject" Target="../embeddings/oleObject422.bin"/><Relationship Id="rId12" Type="http://schemas.openxmlformats.org/officeDocument/2006/relationships/image" Target="../media/image411.emf"/><Relationship Id="rId17" Type="http://schemas.openxmlformats.org/officeDocument/2006/relationships/oleObject" Target="../embeddings/oleObject429.bin"/><Relationship Id="rId25" Type="http://schemas.openxmlformats.org/officeDocument/2006/relationships/oleObject" Target="../embeddings/oleObject433.bin"/><Relationship Id="rId33" Type="http://schemas.openxmlformats.org/officeDocument/2006/relationships/oleObject" Target="../embeddings/oleObject437.bin"/><Relationship Id="rId38" Type="http://schemas.openxmlformats.org/officeDocument/2006/relationships/image" Target="../media/image424.emf"/><Relationship Id="rId46" Type="http://schemas.openxmlformats.org/officeDocument/2006/relationships/image" Target="../media/image428.emf"/><Relationship Id="rId59" Type="http://schemas.openxmlformats.org/officeDocument/2006/relationships/oleObject" Target="../embeddings/oleObject45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0" name="Rectangle 2">
            <a:extLst>
              <a:ext uri="{FF2B5EF4-FFF2-40B4-BE49-F238E27FC236}">
                <a16:creationId xmlns:a16="http://schemas.microsoft.com/office/drawing/2014/main" id="{D178C348-2180-A383-6FE8-1172AA99671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66989" y="1989139"/>
            <a:ext cx="6651625" cy="1709737"/>
          </a:xfrm>
        </p:spPr>
        <p:txBody>
          <a:bodyPr/>
          <a:lstStyle/>
          <a:p>
            <a:r>
              <a:rPr lang="en-US" altLang="zh-CN"/>
              <a:t>               </a:t>
            </a:r>
            <a:r>
              <a:rPr lang="zh-CN" altLang="en-US"/>
              <a:t>参数估计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794" name="Picture 2">
            <a:extLst>
              <a:ext uri="{FF2B5EF4-FFF2-40B4-BE49-F238E27FC236}">
                <a16:creationId xmlns:a16="http://schemas.microsoft.com/office/drawing/2014/main" id="{4E0A3DCD-ED46-9305-63BD-15270690BA1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2565401"/>
            <a:ext cx="457200" cy="239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795" name="Picture 3">
            <a:extLst>
              <a:ext uri="{FF2B5EF4-FFF2-40B4-BE49-F238E27FC236}">
                <a16:creationId xmlns:a16="http://schemas.microsoft.com/office/drawing/2014/main" id="{3DDAFB5C-3417-30E5-09C7-9DF1073ABBB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3860801"/>
            <a:ext cx="457200" cy="239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9796" name="Rectangle 4">
            <a:extLst>
              <a:ext uri="{FF2B5EF4-FFF2-40B4-BE49-F238E27FC236}">
                <a16:creationId xmlns:a16="http://schemas.microsoft.com/office/drawing/2014/main" id="{32376309-72EB-CD27-BA04-A82D7EE50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981076"/>
            <a:ext cx="77041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DC5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第一节    参数估计的意义和种类</a:t>
            </a:r>
          </a:p>
        </p:txBody>
      </p:sp>
      <p:sp>
        <p:nvSpPr>
          <p:cNvPr id="289797" name="Rectangle 5">
            <a:extLst>
              <a:ext uri="{FF2B5EF4-FFF2-40B4-BE49-F238E27FC236}">
                <a16:creationId xmlns:a16="http://schemas.microsoft.com/office/drawing/2014/main" id="{45AFD403-2EC8-213A-35E0-1D98389B5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889" y="2420938"/>
            <a:ext cx="49672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3" action="ppaction://hlinksldjump"/>
              </a:rPr>
              <a:t>一、参数估计问题</a:t>
            </a:r>
            <a:endParaRPr lang="zh-CN" altLang="en-US" sz="3600" b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9798" name="Rectangle 6">
            <a:extLst>
              <a:ext uri="{FF2B5EF4-FFF2-40B4-BE49-F238E27FC236}">
                <a16:creationId xmlns:a16="http://schemas.microsoft.com/office/drawing/2014/main" id="{FB205AA8-BEB0-38EA-3133-B660A2E7B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013" y="3573463"/>
            <a:ext cx="7848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4" action="ppaction://hlinksldjump"/>
              </a:rPr>
              <a:t>二、未知参数的估计量和估计值</a:t>
            </a:r>
            <a:endParaRPr lang="zh-CN" altLang="en-US" sz="3600" b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89799" name="Picture 7">
            <a:extLst>
              <a:ext uri="{FF2B5EF4-FFF2-40B4-BE49-F238E27FC236}">
                <a16:creationId xmlns:a16="http://schemas.microsoft.com/office/drawing/2014/main" id="{EE81A0AA-C883-5CA9-0DD4-42BE915E5A6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4868863"/>
            <a:ext cx="457200" cy="239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9800" name="Rectangle 8">
            <a:extLst>
              <a:ext uri="{FF2B5EF4-FFF2-40B4-BE49-F238E27FC236}">
                <a16:creationId xmlns:a16="http://schemas.microsoft.com/office/drawing/2014/main" id="{F64C3244-6470-3CEA-A66F-D6CBD470E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0" y="4652963"/>
            <a:ext cx="49672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5" action="ppaction://hlinksldjump"/>
              </a:rPr>
              <a:t>三、参数估计的种类</a:t>
            </a:r>
            <a:endParaRPr lang="zh-CN" altLang="en-US" sz="3600" b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>
            <a:extLst>
              <a:ext uri="{FF2B5EF4-FFF2-40B4-BE49-F238E27FC236}">
                <a16:creationId xmlns:a16="http://schemas.microsoft.com/office/drawing/2014/main" id="{8B564141-F407-ED39-9625-86778D23E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620714"/>
            <a:ext cx="8713787" cy="329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数理统计的基本问题是根据样本提供的信息，对总体的分布以及分布的某些数字特征作出推断。这个问题中的一类是总体分布的类型为已知，而它的某些参数为未知，根据所得样本对这些参数作出推断，这类问题称为参数估计。如：</a:t>
            </a:r>
          </a:p>
        </p:txBody>
      </p:sp>
      <p:sp>
        <p:nvSpPr>
          <p:cNvPr id="290819" name="Rectangle 3">
            <a:extLst>
              <a:ext uri="{FF2B5EF4-FFF2-40B4-BE49-F238E27FC236}">
                <a16:creationId xmlns:a16="http://schemas.microsoft.com/office/drawing/2014/main" id="{B895E5C7-2606-F8FE-0FB8-D1C1039B3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0"/>
            <a:ext cx="49672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一、 参数估计问题</a:t>
            </a:r>
          </a:p>
        </p:txBody>
      </p:sp>
      <p:sp>
        <p:nvSpPr>
          <p:cNvPr id="290820" name="Rectangle 4">
            <a:extLst>
              <a:ext uri="{FF2B5EF4-FFF2-40B4-BE49-F238E27FC236}">
                <a16:creationId xmlns:a16="http://schemas.microsoft.com/office/drawing/2014/main" id="{A415B4BA-87E5-3A13-A2A5-39714D35E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9" y="3789363"/>
            <a:ext cx="8497887" cy="210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已知显象管的使用寿命服从指数分布，但参数</a:t>
            </a:r>
            <a:r>
              <a:rPr kumimoji="1" lang="el-GR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θ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未知，现抽样得样本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kumimoji="1" lang="en-US" altLang="zh-CN" sz="32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… , </a:t>
            </a:r>
            <a:r>
              <a:rPr kumimoji="1" lang="en-US" altLang="zh-CN" sz="32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32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kumimoji="1" lang="zh-CN" altLang="en-US" sz="32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依据某理论（后述）用样本来估计参数</a:t>
            </a:r>
            <a:r>
              <a:rPr kumimoji="1" lang="el-GR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θ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这就是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参数估计问题</a:t>
            </a: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290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" dur="80"/>
                                        <p:tgtEl>
                                          <p:spTgt spid="2908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" dur="80"/>
                                        <p:tgtEl>
                                          <p:spTgt spid="2908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80"/>
                                        <p:tgtEl>
                                          <p:spTgt spid="2908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120"/>
                            </p:stCondLst>
                            <p:childTnLst>
                              <p:par>
                                <p:cTn id="15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2908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2908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2908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18" grpId="0"/>
      <p:bldP spid="290819" grpId="0"/>
      <p:bldP spid="29082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>
            <a:extLst>
              <a:ext uri="{FF2B5EF4-FFF2-40B4-BE49-F238E27FC236}">
                <a16:creationId xmlns:a16="http://schemas.microsoft.com/office/drawing/2014/main" id="{6BE7C4AA-292D-1BD9-17BE-363E6AE56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88913"/>
            <a:ext cx="7848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二、 未知参数的估计量和估计值</a:t>
            </a:r>
          </a:p>
        </p:txBody>
      </p:sp>
      <p:sp>
        <p:nvSpPr>
          <p:cNvPr id="291843" name="Rectangle 3">
            <a:extLst>
              <a:ext uri="{FF2B5EF4-FFF2-40B4-BE49-F238E27FC236}">
                <a16:creationId xmlns:a16="http://schemas.microsoft.com/office/drawing/2014/main" id="{B5DF2951-A265-070D-C3F3-B90B8722B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276475"/>
            <a:ext cx="77406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样本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… , 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32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32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样本值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… , 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32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32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.</a:t>
            </a:r>
          </a:p>
        </p:txBody>
      </p:sp>
      <p:sp>
        <p:nvSpPr>
          <p:cNvPr id="291844" name="Rectangle 4">
            <a:extLst>
              <a:ext uri="{FF2B5EF4-FFF2-40B4-BE49-F238E27FC236}">
                <a16:creationId xmlns:a16="http://schemas.microsoft.com/office/drawing/2014/main" id="{DCB15F85-BBF0-C3B5-5C5B-CFA7B5131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1052513"/>
            <a:ext cx="82089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设有一个总体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，其分布函数为 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F(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x,</a:t>
            </a:r>
            <a:r>
              <a:rPr kumimoji="1" lang="el-GR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θ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其中</a:t>
            </a:r>
            <a:r>
              <a:rPr kumimoji="1" lang="el-GR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θ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为</a:t>
            </a:r>
          </a:p>
        </p:txBody>
      </p:sp>
      <p:sp>
        <p:nvSpPr>
          <p:cNvPr id="291845" name="Rectangle 5">
            <a:extLst>
              <a:ext uri="{FF2B5EF4-FFF2-40B4-BE49-F238E27FC236}">
                <a16:creationId xmlns:a16="http://schemas.microsoft.com/office/drawing/2014/main" id="{79AF5EF9-5435-CC9D-9C6E-F33CCEE03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628776"/>
            <a:ext cx="8820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未知参数 </a:t>
            </a: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(</a:t>
            </a:r>
            <a:r>
              <a:rPr kumimoji="1" lang="el-GR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θ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也可以是未知向量</a:t>
            </a: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).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现从该总体抽样，得</a:t>
            </a:r>
            <a:endParaRPr kumimoji="1" lang="zh-CN" altLang="zh-CN" sz="2800" b="1">
              <a:solidFill>
                <a:srgbClr val="007A77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1846" name="Rectangle 6">
            <a:extLst>
              <a:ext uri="{FF2B5EF4-FFF2-40B4-BE49-F238E27FC236}">
                <a16:creationId xmlns:a16="http://schemas.microsoft.com/office/drawing/2014/main" id="{B2E4A4B1-6AD4-DFF9-566B-C6D2564F0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3860800"/>
            <a:ext cx="8497887" cy="597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,…X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为</a:t>
            </a:r>
            <a:r>
              <a:rPr kumimoji="1" lang="el-GR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θ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的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估计量</a:t>
            </a: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, 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将样本值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… , 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kumimoji="1" lang="en-US" altLang="zh-CN" sz="2800" b="1">
              <a:solidFill>
                <a:srgbClr val="007A77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1847" name="Text Box 7">
            <a:extLst>
              <a:ext uri="{FF2B5EF4-FFF2-40B4-BE49-F238E27FC236}">
                <a16:creationId xmlns:a16="http://schemas.microsoft.com/office/drawing/2014/main" id="{0880227C-A6D0-E989-3453-99F5E90AB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4214" y="3141663"/>
            <a:ext cx="8713787" cy="56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若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构造出适当的统计量 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,…X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来估计</a:t>
            </a:r>
            <a:r>
              <a:rPr kumimoji="1" lang="el-GR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θ</a:t>
            </a:r>
            <a:r>
              <a:rPr kumimoji="1" lang="zh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则称</a:t>
            </a:r>
          </a:p>
        </p:txBody>
      </p:sp>
      <p:sp>
        <p:nvSpPr>
          <p:cNvPr id="291848" name="Rectangle 8">
            <a:extLst>
              <a:ext uri="{FF2B5EF4-FFF2-40B4-BE49-F238E27FC236}">
                <a16:creationId xmlns:a16="http://schemas.microsoft.com/office/drawing/2014/main" id="{9D89EA28-C65C-0F2B-99D7-0D2CA5F3D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4724400"/>
            <a:ext cx="5934638" cy="597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代入，则称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,…</a:t>
            </a:r>
            <a:r>
              <a:rPr kumimoji="1"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为</a:t>
            </a:r>
            <a:r>
              <a:rPr kumimoji="1" lang="el-GR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θ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的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估计值</a:t>
            </a: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291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9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9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91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91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9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9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42" grpId="0"/>
      <p:bldP spid="291843" grpId="0"/>
      <p:bldP spid="291844" grpId="0"/>
      <p:bldP spid="291845" grpId="0"/>
      <p:bldP spid="291846" grpId="0"/>
      <p:bldP spid="291847" grpId="0"/>
      <p:bldP spid="2918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>
            <a:extLst>
              <a:ext uri="{FF2B5EF4-FFF2-40B4-BE49-F238E27FC236}">
                <a16:creationId xmlns:a16="http://schemas.microsoft.com/office/drawing/2014/main" id="{2246663C-8E93-58C8-E34E-D47EFF09F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3" y="1989139"/>
            <a:ext cx="6780212" cy="669799"/>
          </a:xfrm>
          <a:prstGeom prst="rect">
            <a:avLst/>
          </a:prstGeom>
          <a:solidFill>
            <a:srgbClr val="CC99FF">
              <a:alpha val="39999"/>
            </a:srgbClr>
          </a:solidFill>
          <a:ln w="9525">
            <a:solidFill>
              <a:srgbClr val="FF99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估计未知参数的值</a:t>
            </a:r>
          </a:p>
        </p:txBody>
      </p:sp>
      <p:sp>
        <p:nvSpPr>
          <p:cNvPr id="292867" name="Rectangle 3">
            <a:extLst>
              <a:ext uri="{FF2B5EF4-FFF2-40B4-BE49-F238E27FC236}">
                <a16:creationId xmlns:a16="http://schemas.microsoft.com/office/drawing/2014/main" id="{F312188A-F9DB-34E0-194F-92BF7A0D1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9513" y="4076700"/>
            <a:ext cx="6627812" cy="2001838"/>
          </a:xfrm>
          <a:prstGeom prst="rect">
            <a:avLst/>
          </a:prstGeom>
          <a:solidFill>
            <a:srgbClr val="CC99FF">
              <a:alpha val="39999"/>
            </a:srgbClr>
          </a:solidFill>
          <a:ln w="9525">
            <a:solidFill>
              <a:srgbClr val="FF99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估计未知参数的取值范围，并使此范围包含未知参数真值的概率为给定的值</a:t>
            </a:r>
            <a:r>
              <a:rPr kumimoji="1" lang="en-US" altLang="zh-CN" sz="32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endParaRPr kumimoji="1" lang="en-US" altLang="zh-CN" sz="3200">
              <a:solidFill>
                <a:srgbClr val="007A77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292868" name="Group 4">
            <a:extLst>
              <a:ext uri="{FF2B5EF4-FFF2-40B4-BE49-F238E27FC236}">
                <a16:creationId xmlns:a16="http://schemas.microsoft.com/office/drawing/2014/main" id="{22570274-14E8-4823-E3C2-7468B79380F9}"/>
              </a:ext>
            </a:extLst>
          </p:cNvPr>
          <p:cNvGrpSpPr>
            <a:grpSpLocks/>
          </p:cNvGrpSpPr>
          <p:nvPr/>
        </p:nvGrpSpPr>
        <p:grpSpPr bwMode="auto">
          <a:xfrm>
            <a:off x="1919288" y="1125539"/>
            <a:ext cx="3452812" cy="4899025"/>
            <a:chOff x="249" y="709"/>
            <a:chExt cx="2175" cy="3086"/>
          </a:xfrm>
        </p:grpSpPr>
        <p:sp>
          <p:nvSpPr>
            <p:cNvPr id="292869" name="Text Box 5">
              <a:extLst>
                <a:ext uri="{FF2B5EF4-FFF2-40B4-BE49-F238E27FC236}">
                  <a16:creationId xmlns:a16="http://schemas.microsoft.com/office/drawing/2014/main" id="{EEF7B075-4C1E-110B-5BA8-381FF13996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" y="953"/>
              <a:ext cx="437" cy="27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40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参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40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数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40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估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40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计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40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的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40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种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40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类</a:t>
              </a:r>
            </a:p>
          </p:txBody>
        </p:sp>
        <p:sp>
          <p:nvSpPr>
            <p:cNvPr id="292870" name="AutoShape 6">
              <a:extLst>
                <a:ext uri="{FF2B5EF4-FFF2-40B4-BE49-F238E27FC236}">
                  <a16:creationId xmlns:a16="http://schemas.microsoft.com/office/drawing/2014/main" id="{3161482C-3B89-A9C3-93D7-9A4DBEC0B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" y="819"/>
              <a:ext cx="288" cy="2976"/>
            </a:xfrm>
            <a:prstGeom prst="leftBrace">
              <a:avLst>
                <a:gd name="adj1" fmla="val 86111"/>
                <a:gd name="adj2" fmla="val 50000"/>
              </a:avLst>
            </a:prstGeom>
            <a:noFill/>
            <a:ln w="38100">
              <a:solidFill>
                <a:srgbClr val="FF0066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2871" name="Text Box 7">
              <a:extLst>
                <a:ext uri="{FF2B5EF4-FFF2-40B4-BE49-F238E27FC236}">
                  <a16:creationId xmlns:a16="http://schemas.microsoft.com/office/drawing/2014/main" id="{8C2BECA9-F575-A077-4CF6-C5E3F3E019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9" y="709"/>
              <a:ext cx="1268" cy="40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3600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点估计：</a:t>
              </a:r>
            </a:p>
          </p:txBody>
        </p:sp>
        <p:sp>
          <p:nvSpPr>
            <p:cNvPr id="292872" name="Text Box 8">
              <a:extLst>
                <a:ext uri="{FF2B5EF4-FFF2-40B4-BE49-F238E27FC236}">
                  <a16:creationId xmlns:a16="http://schemas.microsoft.com/office/drawing/2014/main" id="{1A77E374-28BB-D2C4-0D23-FA248E5845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1933"/>
              <a:ext cx="1268" cy="40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3600">
                  <a:solidFill>
                    <a:srgbClr val="FF0066"/>
                  </a:solidFill>
                  <a:latin typeface="楷体_GB2312" pitchFamily="49" charset="-122"/>
                  <a:ea typeface="楷体_GB2312" pitchFamily="49" charset="-122"/>
                </a:rPr>
                <a:t>区间估计</a:t>
              </a:r>
            </a:p>
          </p:txBody>
        </p:sp>
      </p:grpSp>
      <p:sp>
        <p:nvSpPr>
          <p:cNvPr id="292873" name="Rectangle 9">
            <a:extLst>
              <a:ext uri="{FF2B5EF4-FFF2-40B4-BE49-F238E27FC236}">
                <a16:creationId xmlns:a16="http://schemas.microsoft.com/office/drawing/2014/main" id="{C2643219-A3ED-928D-B5DC-CB246655A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260350"/>
            <a:ext cx="49672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三、 参数估计的种类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292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92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292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1000"/>
                                        <p:tgtEl>
                                          <p:spTgt spid="292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66" grpId="0" animBg="1" autoUpdateAnimBg="0"/>
      <p:bldP spid="292867" grpId="0" animBg="1" autoUpdateAnimBg="0"/>
      <p:bldP spid="29287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>
            <a:extLst>
              <a:ext uri="{FF2B5EF4-FFF2-40B4-BE49-F238E27FC236}">
                <a16:creationId xmlns:a16="http://schemas.microsoft.com/office/drawing/2014/main" id="{D337DBB7-872B-EAFC-5315-349942D78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1" y="4076701"/>
            <a:ext cx="23288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设这</a:t>
            </a: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个数是</a:t>
            </a: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293891" name="Rectangle 3">
            <a:extLst>
              <a:ext uri="{FF2B5EF4-FFF2-40B4-BE49-F238E27FC236}">
                <a16:creationId xmlns:a16="http://schemas.microsoft.com/office/drawing/2014/main" id="{4488A17E-86CA-64F4-F096-DD6DAE1B0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2038" y="4076701"/>
            <a:ext cx="4273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1.65   1.67  1.68   1.78   1.69</a:t>
            </a:r>
          </a:p>
        </p:txBody>
      </p:sp>
      <p:sp>
        <p:nvSpPr>
          <p:cNvPr id="293892" name="Rectangle 4">
            <a:extLst>
              <a:ext uri="{FF2B5EF4-FFF2-40B4-BE49-F238E27FC236}">
                <a16:creationId xmlns:a16="http://schemas.microsoft.com/office/drawing/2014/main" id="{283E1D63-45AF-5A36-B2A2-8CC45279A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4724401"/>
            <a:ext cx="41767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若估计</a:t>
            </a:r>
            <a:r>
              <a:rPr kumimoji="1" lang="el-GR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μ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为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1.68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</a:p>
        </p:txBody>
      </p:sp>
      <p:sp>
        <p:nvSpPr>
          <p:cNvPr id="293893" name="Rectangle 5">
            <a:extLst>
              <a:ext uri="{FF2B5EF4-FFF2-40B4-BE49-F238E27FC236}">
                <a16:creationId xmlns:a16="http://schemas.microsoft.com/office/drawing/2014/main" id="{47672A92-564E-C0FD-FAA9-1E0B41AC7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9" y="4724400"/>
            <a:ext cx="22240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这是</a:t>
            </a:r>
            <a:r>
              <a:rPr kumimoji="1"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点估计</a:t>
            </a:r>
            <a:r>
              <a:rPr kumimoji="1" lang="en-US" altLang="zh-CN" sz="32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93894" name="Rectangle 6">
            <a:extLst>
              <a:ext uri="{FF2B5EF4-FFF2-40B4-BE49-F238E27FC236}">
                <a16:creationId xmlns:a16="http://schemas.microsoft.com/office/drawing/2014/main" id="{29CEAFC8-EF76-3344-EE74-ACD1FB27D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6" y="5373689"/>
            <a:ext cx="27352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这是</a:t>
            </a:r>
            <a:r>
              <a:rPr kumimoji="1"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区间估计</a:t>
            </a:r>
            <a:r>
              <a:rPr kumimoji="1" lang="en-US" altLang="zh-CN" sz="32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293895" name="Rectangle 7">
            <a:extLst>
              <a:ext uri="{FF2B5EF4-FFF2-40B4-BE49-F238E27FC236}">
                <a16:creationId xmlns:a16="http://schemas.microsoft.com/office/drawing/2014/main" id="{7B613C5F-328F-1144-1786-7DA880F72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1851" y="5445126"/>
            <a:ext cx="55356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若估计</a:t>
            </a:r>
            <a:r>
              <a:rPr kumimoji="1" lang="el-GR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μ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在区间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kumimoji="1"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1.57, 1.84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kumimoji="1"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内，</a:t>
            </a:r>
          </a:p>
        </p:txBody>
      </p:sp>
      <p:sp>
        <p:nvSpPr>
          <p:cNvPr id="293896" name="Rectangle 8">
            <a:extLst>
              <a:ext uri="{FF2B5EF4-FFF2-40B4-BE49-F238E27FC236}">
                <a16:creationId xmlns:a16="http://schemas.microsoft.com/office/drawing/2014/main" id="{4917E1AC-291F-979B-96B3-BBDC0FB08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798128"/>
            <a:ext cx="8713788" cy="597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现从该总体选取容量为</a:t>
            </a: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的样本，我们的任务是要</a:t>
            </a:r>
          </a:p>
        </p:txBody>
      </p:sp>
      <p:sp>
        <p:nvSpPr>
          <p:cNvPr id="293897" name="Rectangle 9">
            <a:extLst>
              <a:ext uri="{FF2B5EF4-FFF2-40B4-BE49-F238E27FC236}">
                <a16:creationId xmlns:a16="http://schemas.microsoft.com/office/drawing/2014/main" id="{FC45534F-1405-D953-DF20-DDE30BAFA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333375"/>
            <a:ext cx="6769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例如：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我们要估计某队男生的平均身高</a:t>
            </a: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293898" name="Rectangle 10">
            <a:extLst>
              <a:ext uri="{FF2B5EF4-FFF2-40B4-BE49-F238E27FC236}">
                <a16:creationId xmlns:a16="http://schemas.microsoft.com/office/drawing/2014/main" id="{DAB2F995-0997-4A18-DF54-D45927203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125538"/>
            <a:ext cx="79216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且假定身高服从正态分布               </a:t>
            </a:r>
          </a:p>
        </p:txBody>
      </p:sp>
      <p:graphicFrame>
        <p:nvGraphicFramePr>
          <p:cNvPr id="293899" name="Object 11">
            <a:extLst>
              <a:ext uri="{FF2B5EF4-FFF2-40B4-BE49-F238E27FC236}">
                <a16:creationId xmlns:a16="http://schemas.microsoft.com/office/drawing/2014/main" id="{00B23854-FCDB-60B6-DE7F-68BFE24F72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1539" y="1125539"/>
          <a:ext cx="179863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公式" r:id="rId3" imgW="16383000" imgH="5270500" progId="Equation.3">
                  <p:embed/>
                </p:oleObj>
              </mc:Choice>
              <mc:Fallback>
                <p:oleObj name="公式" r:id="rId3" imgW="16383000" imgH="5270500" progId="Equation.3">
                  <p:embed/>
                  <p:pic>
                    <p:nvPicPr>
                      <p:cNvPr id="293899" name="Object 11">
                        <a:extLst>
                          <a:ext uri="{FF2B5EF4-FFF2-40B4-BE49-F238E27FC236}">
                            <a16:creationId xmlns:a16="http://schemas.microsoft.com/office/drawing/2014/main" id="{00B23854-FCDB-60B6-DE7F-68BFE24F72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539" y="1125539"/>
                        <a:ext cx="1798637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00" name="Rectangle 12">
            <a:extLst>
              <a:ext uri="{FF2B5EF4-FFF2-40B4-BE49-F238E27FC236}">
                <a16:creationId xmlns:a16="http://schemas.microsoft.com/office/drawing/2014/main" id="{56A3A5D5-0635-364B-91C3-42C57BD97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492375"/>
            <a:ext cx="8608447" cy="597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根据选出的样本值（</a:t>
            </a: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个数）求出总体均值</a:t>
            </a:r>
            <a:r>
              <a:rPr kumimoji="1" lang="el-GR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μ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的估计值</a:t>
            </a: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293901" name="Rectangle 13">
            <a:extLst>
              <a:ext uri="{FF2B5EF4-FFF2-40B4-BE49-F238E27FC236}">
                <a16:creationId xmlns:a16="http://schemas.microsoft.com/office/drawing/2014/main" id="{0A123A0B-EE97-28C9-FDA3-4ECE510E9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84539"/>
            <a:ext cx="4924746" cy="597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而全部信息就由这</a:t>
            </a: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kumimoji="1"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个数组成 </a:t>
            </a:r>
            <a:r>
              <a:rPr kumimoji="1"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pic>
        <p:nvPicPr>
          <p:cNvPr id="293902" name="Picture 14">
            <a:hlinkClick r:id="rId5" action="ppaction://hlinkpres?slideindex=10&amp;slidetitle=第七章  参数估计"/>
            <a:extLst>
              <a:ext uri="{FF2B5EF4-FFF2-40B4-BE49-F238E27FC236}">
                <a16:creationId xmlns:a16="http://schemas.microsoft.com/office/drawing/2014/main" id="{F4942AB0-EAFE-F4DA-7A25-74EE6792C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1989" y="4437063"/>
            <a:ext cx="930275" cy="69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93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93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93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9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93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93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93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93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93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93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293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293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0" grpId="0"/>
      <p:bldP spid="293892" grpId="0"/>
      <p:bldP spid="293893" grpId="0"/>
      <p:bldP spid="293894" grpId="0"/>
      <p:bldP spid="293895" grpId="0"/>
      <p:bldP spid="293896" grpId="0"/>
      <p:bldP spid="293897" grpId="0"/>
      <p:bldP spid="293898" grpId="0"/>
      <p:bldP spid="293900" grpId="0"/>
      <p:bldP spid="29390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914" name="Picture 2">
            <a:extLst>
              <a:ext uri="{FF2B5EF4-FFF2-40B4-BE49-F238E27FC236}">
                <a16:creationId xmlns:a16="http://schemas.microsoft.com/office/drawing/2014/main" id="{91B4BCC0-A85D-58F5-0143-7F1B5A86D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3" y="2708276"/>
            <a:ext cx="457200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4915" name="Picture 3">
            <a:extLst>
              <a:ext uri="{FF2B5EF4-FFF2-40B4-BE49-F238E27FC236}">
                <a16:creationId xmlns:a16="http://schemas.microsoft.com/office/drawing/2014/main" id="{F36AD0CF-AF0F-12B2-3DA8-EC2D7305F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3" y="3860801"/>
            <a:ext cx="457200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4916" name="Rectangle 4">
            <a:extLst>
              <a:ext uri="{FF2B5EF4-FFF2-40B4-BE49-F238E27FC236}">
                <a16:creationId xmlns:a16="http://schemas.microsoft.com/office/drawing/2014/main" id="{B5E00188-AA3B-13CD-C8DE-6AF303170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889" y="2420938"/>
            <a:ext cx="49672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3" action="ppaction://hlinksldjump"/>
              </a:rPr>
              <a:t>一、矩估计法</a:t>
            </a:r>
            <a:endParaRPr lang="zh-CN" altLang="en-US" sz="3600" b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4917" name="Text Box 5">
            <a:extLst>
              <a:ext uri="{FF2B5EF4-FFF2-40B4-BE49-F238E27FC236}">
                <a16:creationId xmlns:a16="http://schemas.microsoft.com/office/drawing/2014/main" id="{6B5D3363-6526-2044-BCDB-46F09EC6F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3" y="1052514"/>
            <a:ext cx="7162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DC5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第二节   点估计的求法</a:t>
            </a:r>
          </a:p>
        </p:txBody>
      </p:sp>
      <p:sp>
        <p:nvSpPr>
          <p:cNvPr id="294918" name="Text Box 6">
            <a:extLst>
              <a:ext uri="{FF2B5EF4-FFF2-40B4-BE49-F238E27FC236}">
                <a16:creationId xmlns:a16="http://schemas.microsoft.com/office/drawing/2014/main" id="{9D25AAC3-42B9-CAE9-AB26-5F5D985FB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3" y="3644900"/>
            <a:ext cx="5715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36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hlinkClick r:id="rId4" action="ppaction://hlinksldjump"/>
              </a:rPr>
              <a:t>二、极大似然估计法</a:t>
            </a:r>
            <a:endParaRPr lang="zh-CN" altLang="en-US" sz="3600" b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>
            <a:extLst>
              <a:ext uri="{FF2B5EF4-FFF2-40B4-BE49-F238E27FC236}">
                <a16:creationId xmlns:a16="http://schemas.microsoft.com/office/drawing/2014/main" id="{AD3E9592-C286-86B0-D613-AC0B764B6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404813"/>
            <a:ext cx="5638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一</a:t>
            </a:r>
            <a:r>
              <a:rPr lang="en-US" altLang="zh-CN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矩估计法</a:t>
            </a:r>
          </a:p>
        </p:txBody>
      </p:sp>
      <p:sp>
        <p:nvSpPr>
          <p:cNvPr id="295939" name="Text Box 3">
            <a:extLst>
              <a:ext uri="{FF2B5EF4-FFF2-40B4-BE49-F238E27FC236}">
                <a16:creationId xmlns:a16="http://schemas.microsoft.com/office/drawing/2014/main" id="{3EBE3B1B-6158-4A2A-1EE9-3015649D7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1268414"/>
            <a:ext cx="30956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理论依据：</a:t>
            </a:r>
          </a:p>
        </p:txBody>
      </p:sp>
      <p:grpSp>
        <p:nvGrpSpPr>
          <p:cNvPr id="295940" name="Group 4">
            <a:extLst>
              <a:ext uri="{FF2B5EF4-FFF2-40B4-BE49-F238E27FC236}">
                <a16:creationId xmlns:a16="http://schemas.microsoft.com/office/drawing/2014/main" id="{A9981220-A24F-E33F-9ED4-57CCE26BEBFE}"/>
              </a:ext>
            </a:extLst>
          </p:cNvPr>
          <p:cNvGrpSpPr>
            <a:grpSpLocks/>
          </p:cNvGrpSpPr>
          <p:nvPr/>
        </p:nvGrpSpPr>
        <p:grpSpPr bwMode="auto">
          <a:xfrm>
            <a:off x="2782888" y="2133600"/>
            <a:ext cx="5186362" cy="668338"/>
            <a:chOff x="0" y="0"/>
            <a:chExt cx="3267" cy="421"/>
          </a:xfrm>
        </p:grpSpPr>
        <p:sp>
          <p:nvSpPr>
            <p:cNvPr id="295941" name="Rectangle 5">
              <a:extLst>
                <a:ext uri="{FF2B5EF4-FFF2-40B4-BE49-F238E27FC236}">
                  <a16:creationId xmlns:a16="http://schemas.microsoft.com/office/drawing/2014/main" id="{0FBB6F57-7298-3848-0585-E41CB72585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14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33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ct val="13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记总体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k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阶矩为</a:t>
              </a:r>
            </a:p>
          </p:txBody>
        </p:sp>
        <p:graphicFrame>
          <p:nvGraphicFramePr>
            <p:cNvPr id="295942" name="Object 6">
              <a:extLst>
                <a:ext uri="{FF2B5EF4-FFF2-40B4-BE49-F238E27FC236}">
                  <a16:creationId xmlns:a16="http://schemas.microsoft.com/office/drawing/2014/main" id="{11B9EEBD-6EB1-A002-5834-665FE2388E0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51" y="45"/>
            <a:ext cx="1316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8" r:id="rId3" imgW="19304000" imgH="5562600" progId="Equation.3">
                    <p:embed/>
                  </p:oleObj>
                </mc:Choice>
                <mc:Fallback>
                  <p:oleObj r:id="rId3" imgW="19304000" imgH="5562600" progId="Equation.3">
                    <p:embed/>
                    <p:pic>
                      <p:nvPicPr>
                        <p:cNvPr id="295942" name="Object 6">
                          <a:extLst>
                            <a:ext uri="{FF2B5EF4-FFF2-40B4-BE49-F238E27FC236}">
                              <a16:creationId xmlns:a16="http://schemas.microsoft.com/office/drawing/2014/main" id="{11B9EEBD-6EB1-A002-5834-665FE2388E0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1" y="45"/>
                          <a:ext cx="1316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5943" name="Group 7">
            <a:extLst>
              <a:ext uri="{FF2B5EF4-FFF2-40B4-BE49-F238E27FC236}">
                <a16:creationId xmlns:a16="http://schemas.microsoft.com/office/drawing/2014/main" id="{87B7941C-C852-EC0A-E5FA-13EFA2AE8F46}"/>
              </a:ext>
            </a:extLst>
          </p:cNvPr>
          <p:cNvGrpSpPr>
            <a:grpSpLocks/>
          </p:cNvGrpSpPr>
          <p:nvPr/>
        </p:nvGrpSpPr>
        <p:grpSpPr bwMode="auto">
          <a:xfrm>
            <a:off x="2927350" y="2924176"/>
            <a:ext cx="5111750" cy="1052513"/>
            <a:chOff x="0" y="0"/>
            <a:chExt cx="3220" cy="663"/>
          </a:xfrm>
        </p:grpSpPr>
        <p:graphicFrame>
          <p:nvGraphicFramePr>
            <p:cNvPr id="295944" name="Object 8">
              <a:extLst>
                <a:ext uri="{FF2B5EF4-FFF2-40B4-BE49-F238E27FC236}">
                  <a16:creationId xmlns:a16="http://schemas.microsoft.com/office/drawing/2014/main" id="{BF603B68-A3C1-0B52-EC65-1D837197B6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69" y="0"/>
            <a:ext cx="1451" cy="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9" r:id="rId5" imgW="21653500" imgH="9944100" progId="Equation.3">
                    <p:embed/>
                  </p:oleObj>
                </mc:Choice>
                <mc:Fallback>
                  <p:oleObj r:id="rId5" imgW="21653500" imgH="9944100" progId="Equation.3">
                    <p:embed/>
                    <p:pic>
                      <p:nvPicPr>
                        <p:cNvPr id="295944" name="Object 8">
                          <a:extLst>
                            <a:ext uri="{FF2B5EF4-FFF2-40B4-BE49-F238E27FC236}">
                              <a16:creationId xmlns:a16="http://schemas.microsoft.com/office/drawing/2014/main" id="{BF603B68-A3C1-0B52-EC65-1D837197B67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9" y="0"/>
                          <a:ext cx="1451" cy="6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5945" name="Rectangle 9">
              <a:extLst>
                <a:ext uri="{FF2B5EF4-FFF2-40B4-BE49-F238E27FC236}">
                  <a16:creationId xmlns:a16="http://schemas.microsoft.com/office/drawing/2014/main" id="{643E8EB4-9E93-5752-B90F-3268414A9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1"/>
              <a:ext cx="1859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ct val="13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样本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k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阶矩为   </a:t>
              </a:r>
            </a:p>
          </p:txBody>
        </p:sp>
      </p:grpSp>
      <p:sp>
        <p:nvSpPr>
          <p:cNvPr id="295946" name="Rectangle 10">
            <a:extLst>
              <a:ext uri="{FF2B5EF4-FFF2-40B4-BE49-F238E27FC236}">
                <a16:creationId xmlns:a16="http://schemas.microsoft.com/office/drawing/2014/main" id="{F6F894AB-396E-425A-E844-9F00A4541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8439" y="1341439"/>
            <a:ext cx="520527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（辛钦大数定律及其推论）</a:t>
            </a:r>
          </a:p>
        </p:txBody>
      </p:sp>
      <p:grpSp>
        <p:nvGrpSpPr>
          <p:cNvPr id="295947" name="Group 11">
            <a:extLst>
              <a:ext uri="{FF2B5EF4-FFF2-40B4-BE49-F238E27FC236}">
                <a16:creationId xmlns:a16="http://schemas.microsoft.com/office/drawing/2014/main" id="{327B3DD7-6E22-1383-0400-995DE9115965}"/>
              </a:ext>
            </a:extLst>
          </p:cNvPr>
          <p:cNvGrpSpPr>
            <a:grpSpLocks/>
          </p:cNvGrpSpPr>
          <p:nvPr/>
        </p:nvGrpSpPr>
        <p:grpSpPr bwMode="auto">
          <a:xfrm>
            <a:off x="2279651" y="4076701"/>
            <a:ext cx="7777163" cy="639763"/>
            <a:chOff x="0" y="0"/>
            <a:chExt cx="4899" cy="403"/>
          </a:xfrm>
        </p:grpSpPr>
        <p:sp>
          <p:nvSpPr>
            <p:cNvPr id="295948" name="Rectangle 12">
              <a:extLst>
                <a:ext uri="{FF2B5EF4-FFF2-40B4-BE49-F238E27FC236}">
                  <a16:creationId xmlns:a16="http://schemas.microsoft.com/office/drawing/2014/main" id="{0ADE352E-9EE6-188C-08C5-B987D5963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899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ct val="13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则样本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k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阶矩       依概率收敛于总体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k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阶矩       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295949" name="Object 13">
              <a:extLst>
                <a:ext uri="{FF2B5EF4-FFF2-40B4-BE49-F238E27FC236}">
                  <a16:creationId xmlns:a16="http://schemas.microsoft.com/office/drawing/2014/main" id="{B46162D0-934C-FB1E-4DEF-FC6F4F32DA6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09" y="46"/>
            <a:ext cx="319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0" r:id="rId7" imgW="4686300" imgH="5270500" progId="Equation.3">
                    <p:embed/>
                  </p:oleObj>
                </mc:Choice>
                <mc:Fallback>
                  <p:oleObj r:id="rId7" imgW="4686300" imgH="5270500" progId="Equation.3">
                    <p:embed/>
                    <p:pic>
                      <p:nvPicPr>
                        <p:cNvPr id="295949" name="Object 13">
                          <a:extLst>
                            <a:ext uri="{FF2B5EF4-FFF2-40B4-BE49-F238E27FC236}">
                              <a16:creationId xmlns:a16="http://schemas.microsoft.com/office/drawing/2014/main" id="{B46162D0-934C-FB1E-4DEF-FC6F4F32DA6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9" y="46"/>
                          <a:ext cx="319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5950" name="Object 14">
              <a:extLst>
                <a:ext uri="{FF2B5EF4-FFF2-40B4-BE49-F238E27FC236}">
                  <a16:creationId xmlns:a16="http://schemas.microsoft.com/office/drawing/2014/main" id="{57E63A93-D86E-1F72-B317-FF43ECB0F9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51" y="46"/>
            <a:ext cx="333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1" r:id="rId9" imgW="4978400" imgH="5270500" progId="Equation.3">
                    <p:embed/>
                  </p:oleObj>
                </mc:Choice>
                <mc:Fallback>
                  <p:oleObj r:id="rId9" imgW="4978400" imgH="5270500" progId="Equation.3">
                    <p:embed/>
                    <p:pic>
                      <p:nvPicPr>
                        <p:cNvPr id="295950" name="Object 14">
                          <a:extLst>
                            <a:ext uri="{FF2B5EF4-FFF2-40B4-BE49-F238E27FC236}">
                              <a16:creationId xmlns:a16="http://schemas.microsoft.com/office/drawing/2014/main" id="{57E63A93-D86E-1F72-B317-FF43ECB0F97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1" y="46"/>
                          <a:ext cx="333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295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95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95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95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95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95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38" grpId="0" autoUpdateAnimBg="0"/>
      <p:bldP spid="295939" grpId="0" autoUpdateAnimBg="0"/>
      <p:bldP spid="29594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Text Box 2">
            <a:extLst>
              <a:ext uri="{FF2B5EF4-FFF2-40B4-BE49-F238E27FC236}">
                <a16:creationId xmlns:a16="http://schemas.microsoft.com/office/drawing/2014/main" id="{DAF13E1F-C677-FC5E-E3B9-2D42794D4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1125539"/>
            <a:ext cx="16906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方法：</a:t>
            </a:r>
          </a:p>
        </p:txBody>
      </p:sp>
      <p:sp>
        <p:nvSpPr>
          <p:cNvPr id="296963" name="Rectangle 3">
            <a:extLst>
              <a:ext uri="{FF2B5EF4-FFF2-40B4-BE49-F238E27FC236}">
                <a16:creationId xmlns:a16="http://schemas.microsoft.com/office/drawing/2014/main" id="{8CE24BAD-C21B-2C93-2A1D-F875D2BE1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4221163"/>
            <a:ext cx="2069797" cy="597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出待估参数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pSp>
        <p:nvGrpSpPr>
          <p:cNvPr id="296964" name="Group 4">
            <a:extLst>
              <a:ext uri="{FF2B5EF4-FFF2-40B4-BE49-F238E27FC236}">
                <a16:creationId xmlns:a16="http://schemas.microsoft.com/office/drawing/2014/main" id="{8F87C880-33EC-D21D-3566-83C40F7A3406}"/>
              </a:ext>
            </a:extLst>
          </p:cNvPr>
          <p:cNvGrpSpPr>
            <a:grpSpLocks/>
          </p:cNvGrpSpPr>
          <p:nvPr/>
        </p:nvGrpSpPr>
        <p:grpSpPr bwMode="auto">
          <a:xfrm>
            <a:off x="2279651" y="2205038"/>
            <a:ext cx="7370763" cy="1052512"/>
            <a:chOff x="0" y="0"/>
            <a:chExt cx="4643" cy="663"/>
          </a:xfrm>
        </p:grpSpPr>
        <p:sp>
          <p:nvSpPr>
            <p:cNvPr id="296965" name="Rectangle 5">
              <a:extLst>
                <a:ext uri="{FF2B5EF4-FFF2-40B4-BE49-F238E27FC236}">
                  <a16:creationId xmlns:a16="http://schemas.microsoft.com/office/drawing/2014/main" id="{6268481B-2F78-10A9-4DA3-31E59E4F2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2"/>
              <a:ext cx="1588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ct val="13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用样本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k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阶矩</a:t>
              </a:r>
            </a:p>
          </p:txBody>
        </p:sp>
        <p:graphicFrame>
          <p:nvGraphicFramePr>
            <p:cNvPr id="296966" name="Object 6">
              <a:extLst>
                <a:ext uri="{FF2B5EF4-FFF2-40B4-BE49-F238E27FC236}">
                  <a16:creationId xmlns:a16="http://schemas.microsoft.com/office/drawing/2014/main" id="{9E5AECE7-EB3B-DF35-DFE9-BF385A2353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51" y="0"/>
            <a:ext cx="1451" cy="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r:id="rId3" imgW="21653500" imgH="9944100" progId="Equation.3">
                    <p:embed/>
                  </p:oleObj>
                </mc:Choice>
                <mc:Fallback>
                  <p:oleObj r:id="rId3" imgW="21653500" imgH="9944100" progId="Equation.3">
                    <p:embed/>
                    <p:pic>
                      <p:nvPicPr>
                        <p:cNvPr id="296966" name="Object 6">
                          <a:extLst>
                            <a:ext uri="{FF2B5EF4-FFF2-40B4-BE49-F238E27FC236}">
                              <a16:creationId xmlns:a16="http://schemas.microsoft.com/office/drawing/2014/main" id="{9E5AECE7-EB3B-DF35-DFE9-BF385A2353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1" y="0"/>
                          <a:ext cx="1451" cy="6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6967" name="Rectangle 7">
              <a:extLst>
                <a:ext uri="{FF2B5EF4-FFF2-40B4-BE49-F238E27FC236}">
                  <a16:creationId xmlns:a16="http://schemas.microsoft.com/office/drawing/2014/main" id="{3EA5189D-4123-B216-FEFB-9207D77AA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3" y="182"/>
              <a:ext cx="17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估计总体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k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阶矩 </a:t>
              </a:r>
            </a:p>
          </p:txBody>
        </p:sp>
      </p:grpSp>
      <p:grpSp>
        <p:nvGrpSpPr>
          <p:cNvPr id="296968" name="Group 8">
            <a:extLst>
              <a:ext uri="{FF2B5EF4-FFF2-40B4-BE49-F238E27FC236}">
                <a16:creationId xmlns:a16="http://schemas.microsoft.com/office/drawing/2014/main" id="{C8EF3099-9E79-9814-366B-0C9ACF3333A8}"/>
              </a:ext>
            </a:extLst>
          </p:cNvPr>
          <p:cNvGrpSpPr>
            <a:grpSpLocks/>
          </p:cNvGrpSpPr>
          <p:nvPr/>
        </p:nvGrpSpPr>
        <p:grpSpPr bwMode="auto">
          <a:xfrm>
            <a:off x="1919289" y="3357563"/>
            <a:ext cx="8137525" cy="596900"/>
            <a:chOff x="0" y="0"/>
            <a:chExt cx="4861" cy="376"/>
          </a:xfrm>
        </p:grpSpPr>
        <p:graphicFrame>
          <p:nvGraphicFramePr>
            <p:cNvPr id="296969" name="Object 9">
              <a:extLst>
                <a:ext uri="{FF2B5EF4-FFF2-40B4-BE49-F238E27FC236}">
                  <a16:creationId xmlns:a16="http://schemas.microsoft.com/office/drawing/2014/main" id="{D2EA17E9-DC05-A195-1136-B253393731E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1396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r:id="rId5" imgW="20485100" imgH="5562600" progId="Equation.3">
                    <p:embed/>
                  </p:oleObj>
                </mc:Choice>
                <mc:Fallback>
                  <p:oleObj r:id="rId5" imgW="20485100" imgH="5562600" progId="Equation.3">
                    <p:embed/>
                    <p:pic>
                      <p:nvPicPr>
                        <p:cNvPr id="296969" name="Object 9">
                          <a:extLst>
                            <a:ext uri="{FF2B5EF4-FFF2-40B4-BE49-F238E27FC236}">
                              <a16:creationId xmlns:a16="http://schemas.microsoft.com/office/drawing/2014/main" id="{D2EA17E9-DC05-A195-1136-B253393731E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396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6970" name="Rectangle 10">
              <a:extLst>
                <a:ext uri="{FF2B5EF4-FFF2-40B4-BE49-F238E27FC236}">
                  <a16:creationId xmlns:a16="http://schemas.microsoft.com/office/drawing/2014/main" id="{3AF435D5-3C09-29F4-91D9-1EBC2F86A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7" y="0"/>
              <a:ext cx="33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建立含有待估参数的方程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从而解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96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96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96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96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62" grpId="0" autoUpdateAnimBg="0"/>
      <p:bldP spid="296963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Text Box 2">
            <a:extLst>
              <a:ext uri="{FF2B5EF4-FFF2-40B4-BE49-F238E27FC236}">
                <a16:creationId xmlns:a16="http://schemas.microsoft.com/office/drawing/2014/main" id="{0E1BF6B9-D002-3142-0FF4-AC6F33D4E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4581526"/>
            <a:ext cx="66976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样本</a:t>
            </a:r>
            <a:r>
              <a:rPr lang="zh-CN" altLang="en-US" sz="28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,…,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前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en-US" altLang="zh-CN" sz="2800" b="1" i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阶矩记为</a:t>
            </a:r>
          </a:p>
        </p:txBody>
      </p:sp>
      <p:graphicFrame>
        <p:nvGraphicFramePr>
          <p:cNvPr id="297987" name="Object 3">
            <a:extLst>
              <a:ext uri="{FF2B5EF4-FFF2-40B4-BE49-F238E27FC236}">
                <a16:creationId xmlns:a16="http://schemas.microsoft.com/office/drawing/2014/main" id="{08829765-312B-5C03-1790-57682D064B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8" y="5229226"/>
          <a:ext cx="2335212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3" r:id="rId3" imgW="22821900" imgH="9944100" progId="Equation.3">
                  <p:embed/>
                </p:oleObj>
              </mc:Choice>
              <mc:Fallback>
                <p:oleObj r:id="rId3" imgW="22821900" imgH="9944100" progId="Equation.3">
                  <p:embed/>
                  <p:pic>
                    <p:nvPicPr>
                      <p:cNvPr id="297987" name="Object 3">
                        <a:extLst>
                          <a:ext uri="{FF2B5EF4-FFF2-40B4-BE49-F238E27FC236}">
                            <a16:creationId xmlns:a16="http://schemas.microsoft.com/office/drawing/2014/main" id="{08829765-312B-5C03-1790-57682D064B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5229226"/>
                        <a:ext cx="2335212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988" name="Text Box 4">
            <a:extLst>
              <a:ext uri="{FF2B5EF4-FFF2-40B4-BE49-F238E27FC236}">
                <a16:creationId xmlns:a16="http://schemas.microsoft.com/office/drawing/2014/main" id="{0D2C9BAB-F63E-4F51-3A9C-E94E2A942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9" y="188914"/>
            <a:ext cx="16906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步骤：</a:t>
            </a:r>
          </a:p>
        </p:txBody>
      </p:sp>
      <p:graphicFrame>
        <p:nvGraphicFramePr>
          <p:cNvPr id="297989" name="Object 5">
            <a:extLst>
              <a:ext uri="{FF2B5EF4-FFF2-40B4-BE49-F238E27FC236}">
                <a16:creationId xmlns:a16="http://schemas.microsoft.com/office/drawing/2014/main" id="{364BBDAC-2ED0-287B-21DE-A85D7F7AF4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8301" y="5462588"/>
          <a:ext cx="23034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4" r:id="rId5" imgW="18719800" imgH="4394200" progId="Equation.3">
                  <p:embed/>
                </p:oleObj>
              </mc:Choice>
              <mc:Fallback>
                <p:oleObj r:id="rId5" imgW="18719800" imgH="4394200" progId="Equation.3">
                  <p:embed/>
                  <p:pic>
                    <p:nvPicPr>
                      <p:cNvPr id="297989" name="Object 5">
                        <a:extLst>
                          <a:ext uri="{FF2B5EF4-FFF2-40B4-BE49-F238E27FC236}">
                            <a16:creationId xmlns:a16="http://schemas.microsoft.com/office/drawing/2014/main" id="{364BBDAC-2ED0-287B-21DE-A85D7F7AF4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1" y="5462588"/>
                        <a:ext cx="230346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990" name="Text Box 6">
            <a:extLst>
              <a:ext uri="{FF2B5EF4-FFF2-40B4-BE49-F238E27FC236}">
                <a16:creationId xmlns:a16="http://schemas.microsoft.com/office/drawing/2014/main" id="{50CED452-E325-88E0-D81C-1F50E8AF9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692151"/>
            <a:ext cx="7740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设总体的分布函数的形式已知，待估参数为</a:t>
            </a:r>
          </a:p>
        </p:txBody>
      </p:sp>
      <p:grpSp>
        <p:nvGrpSpPr>
          <p:cNvPr id="297991" name="Group 7">
            <a:extLst>
              <a:ext uri="{FF2B5EF4-FFF2-40B4-BE49-F238E27FC236}">
                <a16:creationId xmlns:a16="http://schemas.microsoft.com/office/drawing/2014/main" id="{104F37DA-DE91-3B77-0EDB-1C1D3D8907FA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1341438"/>
            <a:ext cx="6424152" cy="647700"/>
            <a:chOff x="0" y="0"/>
            <a:chExt cx="3656" cy="408"/>
          </a:xfrm>
        </p:grpSpPr>
        <p:graphicFrame>
          <p:nvGraphicFramePr>
            <p:cNvPr id="297992" name="Object 8">
              <a:extLst>
                <a:ext uri="{FF2B5EF4-FFF2-40B4-BE49-F238E27FC236}">
                  <a16:creationId xmlns:a16="http://schemas.microsoft.com/office/drawing/2014/main" id="{29CB2257-1126-A6A0-1AC0-7DD87B12B9C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1542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5" r:id="rId7" imgW="19900900" imgH="5270500" progId="Equation.3">
                    <p:embed/>
                  </p:oleObj>
                </mc:Choice>
                <mc:Fallback>
                  <p:oleObj r:id="rId7" imgW="19900900" imgH="5270500" progId="Equation.3">
                    <p:embed/>
                    <p:pic>
                      <p:nvPicPr>
                        <p:cNvPr id="297992" name="Object 8">
                          <a:extLst>
                            <a:ext uri="{FF2B5EF4-FFF2-40B4-BE49-F238E27FC236}">
                              <a16:creationId xmlns:a16="http://schemas.microsoft.com/office/drawing/2014/main" id="{29CB2257-1126-A6A0-1AC0-7DD87B12B9C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542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993" name="Text Box 9">
              <a:extLst>
                <a:ext uri="{FF2B5EF4-FFF2-40B4-BE49-F238E27FC236}">
                  <a16:creationId xmlns:a16="http://schemas.microsoft.com/office/drawing/2014/main" id="{0372AA0B-4298-7CC3-F523-C00A4C29E2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3" y="45"/>
              <a:ext cx="202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总体的前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k</a:t>
              </a:r>
              <a:r>
                <a:rPr lang="en-US" altLang="zh-CN" sz="2800" b="1" i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阶矩存在</a:t>
              </a:r>
              <a:r>
                <a:rPr lang="en-US" altLang="zh-CN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.</a:t>
              </a:r>
              <a:endPara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aphicFrame>
        <p:nvGraphicFramePr>
          <p:cNvPr id="297994" name="Object 10">
            <a:extLst>
              <a:ext uri="{FF2B5EF4-FFF2-40B4-BE49-F238E27FC236}">
                <a16:creationId xmlns:a16="http://schemas.microsoft.com/office/drawing/2014/main" id="{CE402A52-CD8C-B466-ADDF-DE2F7E6882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9289" y="3716338"/>
          <a:ext cx="453707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6" r:id="rId9" imgW="39789100" imgH="5562600" progId="Equation.3">
                  <p:embed/>
                </p:oleObj>
              </mc:Choice>
              <mc:Fallback>
                <p:oleObj r:id="rId9" imgW="39789100" imgH="5562600" progId="Equation.3">
                  <p:embed/>
                  <p:pic>
                    <p:nvPicPr>
                      <p:cNvPr id="297994" name="Object 10">
                        <a:extLst>
                          <a:ext uri="{FF2B5EF4-FFF2-40B4-BE49-F238E27FC236}">
                            <a16:creationId xmlns:a16="http://schemas.microsoft.com/office/drawing/2014/main" id="{CE402A52-CD8C-B466-ADDF-DE2F7E6882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9" y="3716338"/>
                        <a:ext cx="4537075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995" name="Object 11">
            <a:extLst>
              <a:ext uri="{FF2B5EF4-FFF2-40B4-BE49-F238E27FC236}">
                <a16:creationId xmlns:a16="http://schemas.microsoft.com/office/drawing/2014/main" id="{70434339-8ABB-8E17-02AF-3494D567D8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88163" y="3789363"/>
          <a:ext cx="2303462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7" r:id="rId11" imgW="18719800" imgH="4686300" progId="Equation.3">
                  <p:embed/>
                </p:oleObj>
              </mc:Choice>
              <mc:Fallback>
                <p:oleObj r:id="rId11" imgW="18719800" imgH="4686300" progId="Equation.3">
                  <p:embed/>
                  <p:pic>
                    <p:nvPicPr>
                      <p:cNvPr id="297995" name="Object 11">
                        <a:extLst>
                          <a:ext uri="{FF2B5EF4-FFF2-40B4-BE49-F238E27FC236}">
                            <a16:creationId xmlns:a16="http://schemas.microsoft.com/office/drawing/2014/main" id="{70434339-8ABB-8E17-02AF-3494D567D8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3" y="3789363"/>
                        <a:ext cx="2303462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996" name="Rectangle 12">
            <a:extLst>
              <a:ext uri="{FF2B5EF4-FFF2-40B4-BE49-F238E27FC236}">
                <a16:creationId xmlns:a16="http://schemas.microsoft.com/office/drawing/2014/main" id="{595685AB-59A0-93D6-75B2-5E6D75ACC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060576"/>
            <a:ext cx="8569325" cy="662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）求出总体的前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en-US" altLang="zh-CN" sz="2800" b="1" i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阶矩，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一般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是这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k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个参数的函</a:t>
            </a:r>
          </a:p>
        </p:txBody>
      </p:sp>
      <p:sp>
        <p:nvSpPr>
          <p:cNvPr id="297997" name="Rectangle 13">
            <a:extLst>
              <a:ext uri="{FF2B5EF4-FFF2-40B4-BE49-F238E27FC236}">
                <a16:creationId xmlns:a16="http://schemas.microsoft.com/office/drawing/2014/main" id="{61C72104-67A3-47EF-C012-AED6472E6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6" y="2924176"/>
            <a:ext cx="2149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函数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记为：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97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97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97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97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97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297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1000"/>
                                        <p:tgtEl>
                                          <p:spTgt spid="297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97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97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6" dur="1000"/>
                                        <p:tgtEl>
                                          <p:spTgt spid="297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6" grpId="0" autoUpdateAnimBg="0"/>
      <p:bldP spid="297988" grpId="0" autoUpdateAnimBg="0"/>
      <p:bldP spid="297990" grpId="0" autoUpdateAnimBg="0"/>
      <p:bldP spid="297996" grpId="0" autoUpdateAnimBg="0"/>
      <p:bldP spid="29799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Text Box 2">
            <a:extLst>
              <a:ext uri="{FF2B5EF4-FFF2-40B4-BE49-F238E27FC236}">
                <a16:creationId xmlns:a16="http://schemas.microsoft.com/office/drawing/2014/main" id="{AA95541B-6FE1-4ED6-1D5E-7DD64C5DA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2200" y="1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7-12</a:t>
            </a:r>
          </a:p>
        </p:txBody>
      </p:sp>
      <p:sp>
        <p:nvSpPr>
          <p:cNvPr id="299011" name="Text Box 3">
            <a:extLst>
              <a:ext uri="{FF2B5EF4-FFF2-40B4-BE49-F238E27FC236}">
                <a16:creationId xmlns:a16="http://schemas.microsoft.com/office/drawing/2014/main" id="{05F3C64D-B050-E826-5281-540D57274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2492376"/>
            <a:ext cx="59039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）解此方程组 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得</a:t>
            </a:r>
            <a:r>
              <a:rPr lang="zh-CN" altLang="en-US" sz="28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en-US" altLang="zh-CN" sz="28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个统计量：</a:t>
            </a:r>
          </a:p>
        </p:txBody>
      </p:sp>
      <p:graphicFrame>
        <p:nvGraphicFramePr>
          <p:cNvPr id="299012" name="Object 4">
            <a:extLst>
              <a:ext uri="{FF2B5EF4-FFF2-40B4-BE49-F238E27FC236}">
                <a16:creationId xmlns:a16="http://schemas.microsoft.com/office/drawing/2014/main" id="{3061B2D7-BEC7-2205-45B8-96C20FD604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9288" y="3429000"/>
          <a:ext cx="3382962" cy="177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0" r:id="rId3" imgW="33934400" imgH="17259300" progId="Equation.DSMT4">
                  <p:embed/>
                </p:oleObj>
              </mc:Choice>
              <mc:Fallback>
                <p:oleObj r:id="rId3" imgW="33934400" imgH="17259300" progId="Equation.DSMT4">
                  <p:embed/>
                  <p:pic>
                    <p:nvPicPr>
                      <p:cNvPr id="299012" name="Object 4">
                        <a:extLst>
                          <a:ext uri="{FF2B5EF4-FFF2-40B4-BE49-F238E27FC236}">
                            <a16:creationId xmlns:a16="http://schemas.microsoft.com/office/drawing/2014/main" id="{3061B2D7-BEC7-2205-45B8-96C20FD604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3429000"/>
                        <a:ext cx="3382962" cy="177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9013" name="Rectangle 5">
            <a:extLst>
              <a:ext uri="{FF2B5EF4-FFF2-40B4-BE49-F238E27FC236}">
                <a16:creationId xmlns:a16="http://schemas.microsoft.com/office/drawing/2014/main" id="{35EAFACD-3D95-18D8-CEBF-6DB980764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1539" y="3573463"/>
            <a:ext cx="4427537" cy="15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6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称为未知参数</a:t>
            </a:r>
            <a:r>
              <a:rPr lang="zh-CN" altLang="en-US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</a:t>
            </a:r>
            <a:r>
              <a:rPr lang="en-US" altLang="zh-CN" sz="2800" b="1" baseline="-25000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1</a:t>
            </a:r>
            <a:r>
              <a:rPr lang="en-US" altLang="zh-CN" sz="2800" b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, ,</a:t>
            </a:r>
            <a:r>
              <a:rPr lang="en-US" altLang="zh-CN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</a:t>
            </a:r>
            <a:r>
              <a:rPr lang="en-US" altLang="zh-CN" sz="2800" b="1" i="1" baseline="-25000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k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矩估计量</a:t>
            </a:r>
          </a:p>
        </p:txBody>
      </p:sp>
      <p:sp>
        <p:nvSpPr>
          <p:cNvPr id="299014" name="AutoShape 6">
            <a:extLst>
              <a:ext uri="{FF2B5EF4-FFF2-40B4-BE49-F238E27FC236}">
                <a16:creationId xmlns:a16="http://schemas.microsoft.com/office/drawing/2014/main" id="{F41DA6C6-4AB3-C77E-7134-EEC51FDE73D5}"/>
              </a:ext>
            </a:extLst>
          </p:cNvPr>
          <p:cNvSpPr>
            <a:spLocks/>
          </p:cNvSpPr>
          <p:nvPr/>
        </p:nvSpPr>
        <p:spPr bwMode="auto">
          <a:xfrm>
            <a:off x="5519738" y="3644900"/>
            <a:ext cx="215900" cy="1473200"/>
          </a:xfrm>
          <a:prstGeom prst="rightBrace">
            <a:avLst>
              <a:gd name="adj1" fmla="val 56863"/>
              <a:gd name="adj2" fmla="val 50000"/>
            </a:avLst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9015" name="Text Box 7">
            <a:extLst>
              <a:ext uri="{FF2B5EF4-FFF2-40B4-BE49-F238E27FC236}">
                <a16:creationId xmlns:a16="http://schemas.microsoft.com/office/drawing/2014/main" id="{9B828FD9-2C70-7536-48E4-7A1DEB511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6" y="1700213"/>
            <a:ext cx="88931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这是含未知参数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</a:t>
            </a:r>
            <a:r>
              <a:rPr lang="en-US" altLang="zh-CN" sz="2800" b="1" baseline="-25000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1</a:t>
            </a:r>
            <a:r>
              <a:rPr lang="en-US" altLang="zh-CN" sz="2800" b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,</a:t>
            </a:r>
            <a:r>
              <a:rPr lang="en-US" altLang="zh-CN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</a:t>
            </a:r>
            <a:r>
              <a:rPr lang="en-US" altLang="zh-CN" sz="2800" b="1" baseline="-25000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2</a:t>
            </a:r>
            <a:r>
              <a:rPr lang="en-US" altLang="zh-CN" sz="2800" b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, ,</a:t>
            </a:r>
            <a:r>
              <a:rPr lang="en-US" altLang="zh-CN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</a:t>
            </a:r>
            <a:r>
              <a:rPr lang="en-US" altLang="zh-CN" sz="2800" b="1" i="1" baseline="-25000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k</a:t>
            </a:r>
            <a:r>
              <a:rPr lang="en-US" altLang="zh-CN" sz="28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个方程构成的方程组，</a:t>
            </a:r>
          </a:p>
        </p:txBody>
      </p:sp>
      <p:grpSp>
        <p:nvGrpSpPr>
          <p:cNvPr id="299016" name="Group 8">
            <a:extLst>
              <a:ext uri="{FF2B5EF4-FFF2-40B4-BE49-F238E27FC236}">
                <a16:creationId xmlns:a16="http://schemas.microsoft.com/office/drawing/2014/main" id="{DB729D86-63B8-737C-0988-C0FB723E8BC1}"/>
              </a:ext>
            </a:extLst>
          </p:cNvPr>
          <p:cNvGrpSpPr>
            <a:grpSpLocks/>
          </p:cNvGrpSpPr>
          <p:nvPr/>
        </p:nvGrpSpPr>
        <p:grpSpPr bwMode="auto">
          <a:xfrm>
            <a:off x="1774826" y="476250"/>
            <a:ext cx="8569325" cy="990600"/>
            <a:chOff x="0" y="0"/>
            <a:chExt cx="5398" cy="624"/>
          </a:xfrm>
        </p:grpSpPr>
        <p:sp>
          <p:nvSpPr>
            <p:cNvPr id="299017" name="Text Box 9">
              <a:extLst>
                <a:ext uri="{FF2B5EF4-FFF2-40B4-BE49-F238E27FC236}">
                  <a16:creationId xmlns:a16="http://schemas.microsoft.com/office/drawing/2014/main" id="{39DCB1CC-2C98-A318-88E9-4FBDD4CFAF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36"/>
              <a:ext cx="93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（</a:t>
              </a:r>
              <a:r>
                <a:rPr lang="en-US" altLang="zh-CN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2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）令</a:t>
              </a:r>
            </a:p>
          </p:txBody>
        </p:sp>
        <p:graphicFrame>
          <p:nvGraphicFramePr>
            <p:cNvPr id="299018" name="Object 10">
              <a:extLst>
                <a:ext uri="{FF2B5EF4-FFF2-40B4-BE49-F238E27FC236}">
                  <a16:creationId xmlns:a16="http://schemas.microsoft.com/office/drawing/2014/main" id="{B361D535-E543-277D-2D0B-48E685B31D2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89" y="136"/>
            <a:ext cx="1497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1" r:id="rId5" imgW="24866600" imgH="5270500" progId="Equation.3">
                    <p:embed/>
                  </p:oleObj>
                </mc:Choice>
                <mc:Fallback>
                  <p:oleObj r:id="rId5" imgW="24866600" imgH="5270500" progId="Equation.3">
                    <p:embed/>
                    <p:pic>
                      <p:nvPicPr>
                        <p:cNvPr id="299018" name="Object 10">
                          <a:extLst>
                            <a:ext uri="{FF2B5EF4-FFF2-40B4-BE49-F238E27FC236}">
                              <a16:creationId xmlns:a16="http://schemas.microsoft.com/office/drawing/2014/main" id="{B361D535-E543-277D-2D0B-48E685B31D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9" y="136"/>
                          <a:ext cx="1497" cy="3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9019" name="Object 11">
              <a:extLst>
                <a:ext uri="{FF2B5EF4-FFF2-40B4-BE49-F238E27FC236}">
                  <a16:creationId xmlns:a16="http://schemas.microsoft.com/office/drawing/2014/main" id="{2D4EA30B-CB73-6505-65A6-58F490A692C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31" y="0"/>
            <a:ext cx="952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2" r:id="rId7" imgW="17259300" imgH="9944100" progId="Equation.3">
                    <p:embed/>
                  </p:oleObj>
                </mc:Choice>
                <mc:Fallback>
                  <p:oleObj r:id="rId7" imgW="17259300" imgH="9944100" progId="Equation.3">
                    <p:embed/>
                    <p:pic>
                      <p:nvPicPr>
                        <p:cNvPr id="299019" name="Object 11">
                          <a:extLst>
                            <a:ext uri="{FF2B5EF4-FFF2-40B4-BE49-F238E27FC236}">
                              <a16:creationId xmlns:a16="http://schemas.microsoft.com/office/drawing/2014/main" id="{2D4EA30B-CB73-6505-65A6-58F490A692C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1" y="0"/>
                          <a:ext cx="952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9020" name="Object 12">
              <a:extLst>
                <a:ext uri="{FF2B5EF4-FFF2-40B4-BE49-F238E27FC236}">
                  <a16:creationId xmlns:a16="http://schemas.microsoft.com/office/drawing/2014/main" id="{CA637CCE-A629-7D1E-92AB-AEC451056EF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47" y="136"/>
            <a:ext cx="1451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3" r:id="rId9" imgW="18719800" imgH="4686300" progId="Equation.3">
                    <p:embed/>
                  </p:oleObj>
                </mc:Choice>
                <mc:Fallback>
                  <p:oleObj r:id="rId9" imgW="18719800" imgH="4686300" progId="Equation.3">
                    <p:embed/>
                    <p:pic>
                      <p:nvPicPr>
                        <p:cNvPr id="299020" name="Object 12">
                          <a:extLst>
                            <a:ext uri="{FF2B5EF4-FFF2-40B4-BE49-F238E27FC236}">
                              <a16:creationId xmlns:a16="http://schemas.microsoft.com/office/drawing/2014/main" id="{CA637CCE-A629-7D1E-92AB-AEC451056EF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7" y="136"/>
                          <a:ext cx="1451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99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99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99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99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99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1000"/>
                                        <p:tgtEl>
                                          <p:spTgt spid="299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1" grpId="0" autoUpdateAnimBg="0"/>
      <p:bldP spid="299013" grpId="0" autoUpdateAnimBg="0"/>
      <p:bldP spid="299015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Text Box 2">
            <a:extLst>
              <a:ext uri="{FF2B5EF4-FFF2-40B4-BE49-F238E27FC236}">
                <a16:creationId xmlns:a16="http://schemas.microsoft.com/office/drawing/2014/main" id="{30136F4A-036F-90B0-DCB3-9322AEE5A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2200" y="1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7-12</a:t>
            </a:r>
          </a:p>
        </p:txBody>
      </p:sp>
      <p:graphicFrame>
        <p:nvGraphicFramePr>
          <p:cNvPr id="300035" name="Object 3">
            <a:extLst>
              <a:ext uri="{FF2B5EF4-FFF2-40B4-BE49-F238E27FC236}">
                <a16:creationId xmlns:a16="http://schemas.microsoft.com/office/drawing/2014/main" id="{534035AF-13A1-8438-5948-567B06DF5B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6988" y="2565401"/>
          <a:ext cx="2990850" cy="213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r:id="rId3" imgW="31597600" imgH="17259300" progId="Equation.DSMT4">
                  <p:embed/>
                </p:oleObj>
              </mc:Choice>
              <mc:Fallback>
                <p:oleObj r:id="rId3" imgW="31597600" imgH="17259300" progId="Equation.DSMT4">
                  <p:embed/>
                  <p:pic>
                    <p:nvPicPr>
                      <p:cNvPr id="300035" name="Object 3">
                        <a:extLst>
                          <a:ext uri="{FF2B5EF4-FFF2-40B4-BE49-F238E27FC236}">
                            <a16:creationId xmlns:a16="http://schemas.microsoft.com/office/drawing/2014/main" id="{534035AF-13A1-8438-5948-567B06DF5B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2565401"/>
                        <a:ext cx="2990850" cy="213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0036" name="Text Box 4">
            <a:extLst>
              <a:ext uri="{FF2B5EF4-FFF2-40B4-BE49-F238E27FC236}">
                <a16:creationId xmlns:a16="http://schemas.microsoft.com/office/drawing/2014/main" id="{2783BC8A-AFA5-CFC5-CA93-DBEC4AF51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13" y="1484313"/>
            <a:ext cx="38735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代入样本值，得</a:t>
            </a:r>
            <a:r>
              <a:rPr lang="zh-CN" altLang="en-US" sz="28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k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个数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sp>
        <p:nvSpPr>
          <p:cNvPr id="300037" name="AutoShape 5">
            <a:extLst>
              <a:ext uri="{FF2B5EF4-FFF2-40B4-BE49-F238E27FC236}">
                <a16:creationId xmlns:a16="http://schemas.microsoft.com/office/drawing/2014/main" id="{3255EFDC-1060-BB8D-5C07-33A31BBC4E5E}"/>
              </a:ext>
            </a:extLst>
          </p:cNvPr>
          <p:cNvSpPr>
            <a:spLocks/>
          </p:cNvSpPr>
          <p:nvPr/>
        </p:nvSpPr>
        <p:spPr bwMode="auto">
          <a:xfrm>
            <a:off x="5808664" y="2852739"/>
            <a:ext cx="142875" cy="1735137"/>
          </a:xfrm>
          <a:prstGeom prst="rightBrace">
            <a:avLst>
              <a:gd name="adj1" fmla="val 101204"/>
              <a:gd name="adj2" fmla="val 50000"/>
            </a:avLst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0038" name="Rectangle 6">
            <a:extLst>
              <a:ext uri="{FF2B5EF4-FFF2-40B4-BE49-F238E27FC236}">
                <a16:creationId xmlns:a16="http://schemas.microsoft.com/office/drawing/2014/main" id="{EEEA68AF-5EA4-64D7-3934-D30E840AD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2997200"/>
            <a:ext cx="4032250" cy="1366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称为未知参数</a:t>
            </a:r>
            <a:r>
              <a:rPr lang="zh-CN" altLang="en-US" sz="2800">
                <a:solidFill>
                  <a:srgbClr val="EBF7FF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1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, ,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</a:t>
            </a:r>
            <a:r>
              <a:rPr lang="en-US" altLang="zh-CN" sz="28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k</a:t>
            </a: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i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矩估计值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00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00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0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1000"/>
                                        <p:tgtEl>
                                          <p:spTgt spid="300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6" grpId="0" autoUpdateAnimBg="0"/>
      <p:bldP spid="30003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Text Box 2">
            <a:extLst>
              <a:ext uri="{FF2B5EF4-FFF2-40B4-BE49-F238E27FC236}">
                <a16:creationId xmlns:a16="http://schemas.microsoft.com/office/drawing/2014/main" id="{0F64087F-48D4-EEC2-C65F-BDEA4D964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549276"/>
            <a:ext cx="8496300" cy="1400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设总体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 ~ B( m, p),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其中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p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未知，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,…,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为总体的样本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求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p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的矩估计量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.</a:t>
            </a:r>
          </a:p>
        </p:txBody>
      </p:sp>
      <p:sp>
        <p:nvSpPr>
          <p:cNvPr id="301059" name="Text Box 3">
            <a:extLst>
              <a:ext uri="{FF2B5EF4-FFF2-40B4-BE49-F238E27FC236}">
                <a16:creationId xmlns:a16="http://schemas.microsoft.com/office/drawing/2014/main" id="{D4640552-5F9E-E9EB-D66E-89B504C48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2133600"/>
            <a:ext cx="1295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301060" name="Object 4">
            <a:extLst>
              <a:ext uri="{FF2B5EF4-FFF2-40B4-BE49-F238E27FC236}">
                <a16:creationId xmlns:a16="http://schemas.microsoft.com/office/drawing/2014/main" id="{A8E09F55-47D4-11D2-2807-4E57C56AD5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5050" y="2386013"/>
          <a:ext cx="187325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8" r:id="rId3" imgW="17843500" imgH="4686300" progId="Equation.DSMT4">
                  <p:embed/>
                </p:oleObj>
              </mc:Choice>
              <mc:Fallback>
                <p:oleObj r:id="rId3" imgW="17843500" imgH="4686300" progId="Equation.DSMT4">
                  <p:embed/>
                  <p:pic>
                    <p:nvPicPr>
                      <p:cNvPr id="301060" name="Object 4">
                        <a:extLst>
                          <a:ext uri="{FF2B5EF4-FFF2-40B4-BE49-F238E27FC236}">
                            <a16:creationId xmlns:a16="http://schemas.microsoft.com/office/drawing/2014/main" id="{A8E09F55-47D4-11D2-2807-4E57C56AD5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2386013"/>
                        <a:ext cx="187325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1061" name="Group 5">
            <a:extLst>
              <a:ext uri="{FF2B5EF4-FFF2-40B4-BE49-F238E27FC236}">
                <a16:creationId xmlns:a16="http://schemas.microsoft.com/office/drawing/2014/main" id="{4C82C836-7041-0B91-9DE7-AD62C91B7C24}"/>
              </a:ext>
            </a:extLst>
          </p:cNvPr>
          <p:cNvGrpSpPr>
            <a:grpSpLocks/>
          </p:cNvGrpSpPr>
          <p:nvPr/>
        </p:nvGrpSpPr>
        <p:grpSpPr bwMode="auto">
          <a:xfrm>
            <a:off x="3792539" y="3652838"/>
            <a:ext cx="2363787" cy="652462"/>
            <a:chOff x="0" y="0"/>
            <a:chExt cx="1626" cy="455"/>
          </a:xfrm>
        </p:grpSpPr>
        <p:graphicFrame>
          <p:nvGraphicFramePr>
            <p:cNvPr id="301062" name="Object 6">
              <a:extLst>
                <a:ext uri="{FF2B5EF4-FFF2-40B4-BE49-F238E27FC236}">
                  <a16:creationId xmlns:a16="http://schemas.microsoft.com/office/drawing/2014/main" id="{EB113733-B22D-9CC2-A4AF-357A7B7A1A8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1" y="0"/>
            <a:ext cx="1175" cy="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9" r:id="rId5" imgW="13754100" imgH="5562600" progId="Equation.DSMT4">
                    <p:embed/>
                  </p:oleObj>
                </mc:Choice>
                <mc:Fallback>
                  <p:oleObj r:id="rId5" imgW="13754100" imgH="5562600" progId="Equation.DSMT4">
                    <p:embed/>
                    <p:pic>
                      <p:nvPicPr>
                        <p:cNvPr id="301062" name="Object 6">
                          <a:extLst>
                            <a:ext uri="{FF2B5EF4-FFF2-40B4-BE49-F238E27FC236}">
                              <a16:creationId xmlns:a16="http://schemas.microsoft.com/office/drawing/2014/main" id="{EB113733-B22D-9CC2-A4AF-357A7B7A1A8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" y="0"/>
                          <a:ext cx="1175" cy="4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1063" name="Text Box 7">
              <a:extLst>
                <a:ext uri="{FF2B5EF4-FFF2-40B4-BE49-F238E27FC236}">
                  <a16:creationId xmlns:a16="http://schemas.microsoft.com/office/drawing/2014/main" id="{3BCA6202-71F6-21CE-C3CD-9B9922F368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1"/>
              <a:ext cx="372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令</a:t>
              </a:r>
            </a:p>
          </p:txBody>
        </p:sp>
      </p:grpSp>
      <p:sp>
        <p:nvSpPr>
          <p:cNvPr id="301064" name="Text Box 8">
            <a:extLst>
              <a:ext uri="{FF2B5EF4-FFF2-40B4-BE49-F238E27FC236}">
                <a16:creationId xmlns:a16="http://schemas.microsoft.com/office/drawing/2014/main" id="{65F7B1B0-DAA8-CB1D-C99E-068E59930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2200" y="1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7-13</a:t>
            </a:r>
          </a:p>
        </p:txBody>
      </p:sp>
      <p:grpSp>
        <p:nvGrpSpPr>
          <p:cNvPr id="301065" name="Group 9">
            <a:extLst>
              <a:ext uri="{FF2B5EF4-FFF2-40B4-BE49-F238E27FC236}">
                <a16:creationId xmlns:a16="http://schemas.microsoft.com/office/drawing/2014/main" id="{E81F9AA6-6717-F3D6-19A8-602FD11080BC}"/>
              </a:ext>
            </a:extLst>
          </p:cNvPr>
          <p:cNvGrpSpPr>
            <a:grpSpLocks/>
          </p:cNvGrpSpPr>
          <p:nvPr/>
        </p:nvGrpSpPr>
        <p:grpSpPr bwMode="auto">
          <a:xfrm>
            <a:off x="3648075" y="4868863"/>
            <a:ext cx="2520950" cy="792162"/>
            <a:chOff x="0" y="0"/>
            <a:chExt cx="1810" cy="600"/>
          </a:xfrm>
        </p:grpSpPr>
        <p:sp>
          <p:nvSpPr>
            <p:cNvPr id="301066" name="Text Box 10">
              <a:extLst>
                <a:ext uri="{FF2B5EF4-FFF2-40B4-BE49-F238E27FC236}">
                  <a16:creationId xmlns:a16="http://schemas.microsoft.com/office/drawing/2014/main" id="{5195BFF7-94CB-D2AC-2BE7-F3D1F03606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81"/>
              <a:ext cx="389" cy="3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得</a:t>
              </a:r>
            </a:p>
          </p:txBody>
        </p:sp>
        <p:grpSp>
          <p:nvGrpSpPr>
            <p:cNvPr id="301067" name="Group 11">
              <a:extLst>
                <a:ext uri="{FF2B5EF4-FFF2-40B4-BE49-F238E27FC236}">
                  <a16:creationId xmlns:a16="http://schemas.microsoft.com/office/drawing/2014/main" id="{7DAF4315-13B2-FA15-C893-B956CB528A5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28" y="0"/>
              <a:ext cx="1282" cy="600"/>
              <a:chOff x="0" y="0"/>
              <a:chExt cx="1282" cy="600"/>
            </a:xfrm>
          </p:grpSpPr>
          <p:graphicFrame>
            <p:nvGraphicFramePr>
              <p:cNvPr id="301068" name="Object 12">
                <a:extLst>
                  <a:ext uri="{FF2B5EF4-FFF2-40B4-BE49-F238E27FC236}">
                    <a16:creationId xmlns:a16="http://schemas.microsoft.com/office/drawing/2014/main" id="{9B7E4B4A-1875-6C2A-D7A6-20DA0E6B2D0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0" y="87"/>
              <a:ext cx="1282" cy="5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00" r:id="rId7" imgW="16090900" imgH="5562600" progId="Equation.DSMT4">
                      <p:embed/>
                    </p:oleObj>
                  </mc:Choice>
                  <mc:Fallback>
                    <p:oleObj r:id="rId7" imgW="16090900" imgH="5562600" progId="Equation.DSMT4">
                      <p:embed/>
                      <p:pic>
                        <p:nvPicPr>
                          <p:cNvPr id="301068" name="Object 12">
                            <a:extLst>
                              <a:ext uri="{FF2B5EF4-FFF2-40B4-BE49-F238E27FC236}">
                                <a16:creationId xmlns:a16="http://schemas.microsoft.com/office/drawing/2014/main" id="{9B7E4B4A-1875-6C2A-D7A6-20DA0E6B2D0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87"/>
                            <a:ext cx="1282" cy="5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1069" name="Object 13">
                <a:extLst>
                  <a:ext uri="{FF2B5EF4-FFF2-40B4-BE49-F238E27FC236}">
                    <a16:creationId xmlns:a16="http://schemas.microsoft.com/office/drawing/2014/main" id="{3969C16F-A741-C5A1-0276-3F830043AC4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3" y="0"/>
              <a:ext cx="154" cy="2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01" r:id="rId9" imgW="2628900" imgH="4978400" progId="Equation.3">
                      <p:embed/>
                    </p:oleObj>
                  </mc:Choice>
                  <mc:Fallback>
                    <p:oleObj r:id="rId9" imgW="2628900" imgH="4978400" progId="Equation.3">
                      <p:embed/>
                      <p:pic>
                        <p:nvPicPr>
                          <p:cNvPr id="301069" name="Object 13">
                            <a:extLst>
                              <a:ext uri="{FF2B5EF4-FFF2-40B4-BE49-F238E27FC236}">
                                <a16:creationId xmlns:a16="http://schemas.microsoft.com/office/drawing/2014/main" id="{3969C16F-A741-C5A1-0276-3F830043AC4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3" y="0"/>
                            <a:ext cx="154" cy="2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01070" name="AutoShape 14">
            <a:extLst>
              <a:ext uri="{FF2B5EF4-FFF2-40B4-BE49-F238E27FC236}">
                <a16:creationId xmlns:a16="http://schemas.microsoft.com/office/drawing/2014/main" id="{AF2377EA-7BEF-507F-A5DC-F54FA9865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1901" y="3357564"/>
            <a:ext cx="1368425" cy="606425"/>
          </a:xfrm>
          <a:prstGeom prst="wedgeRectCallout">
            <a:avLst>
              <a:gd name="adj1" fmla="val -83296"/>
              <a:gd name="adj2" fmla="val 47907"/>
            </a:avLst>
          </a:prstGeom>
          <a:solidFill>
            <a:srgbClr val="CC99FF">
              <a:alpha val="40999"/>
            </a:srgbClr>
          </a:solidFill>
          <a:ln w="9525">
            <a:solidFill>
              <a:srgbClr val="FF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总体矩</a:t>
            </a:r>
          </a:p>
        </p:txBody>
      </p:sp>
      <p:sp>
        <p:nvSpPr>
          <p:cNvPr id="301071" name="AutoShape 15">
            <a:extLst>
              <a:ext uri="{FF2B5EF4-FFF2-40B4-BE49-F238E27FC236}">
                <a16:creationId xmlns:a16="http://schemas.microsoft.com/office/drawing/2014/main" id="{06C4E145-3E2E-0CDC-1ED9-C08733D88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3141664"/>
            <a:ext cx="1295400" cy="503237"/>
          </a:xfrm>
          <a:prstGeom prst="wedgeRectCallout">
            <a:avLst>
              <a:gd name="adj1" fmla="val 134315"/>
              <a:gd name="adj2" fmla="val 73977"/>
            </a:avLst>
          </a:prstGeom>
          <a:solidFill>
            <a:srgbClr val="FFFF99">
              <a:alpha val="56999"/>
            </a:srgbClr>
          </a:solidFill>
          <a:ln w="9525">
            <a:solidFill>
              <a:srgbClr val="FF99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样本矩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0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0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1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1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1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1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30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58" grpId="0" autoUpdateAnimBg="0"/>
      <p:bldP spid="301059" grpId="0" autoUpdateAnimBg="0"/>
      <p:bldP spid="301070" grpId="0" animBg="1" autoUpdateAnimBg="0"/>
      <p:bldP spid="301071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Text Box 2">
            <a:extLst>
              <a:ext uri="{FF2B5EF4-FFF2-40B4-BE49-F238E27FC236}">
                <a16:creationId xmlns:a16="http://schemas.microsoft.com/office/drawing/2014/main" id="{F315C3DB-25AA-F25B-86D5-8AB1DDAD4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260350"/>
            <a:ext cx="7921625" cy="67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设总体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的概率密度为</a:t>
            </a:r>
          </a:p>
        </p:txBody>
      </p:sp>
      <p:graphicFrame>
        <p:nvGraphicFramePr>
          <p:cNvPr id="302083" name="Object 3">
            <a:extLst>
              <a:ext uri="{FF2B5EF4-FFF2-40B4-BE49-F238E27FC236}">
                <a16:creationId xmlns:a16="http://schemas.microsoft.com/office/drawing/2014/main" id="{8A52EED1-6DDE-476E-A44D-D15AD1A4C2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1539" y="188913"/>
          <a:ext cx="2232025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7" r:id="rId3" imgW="23114000" imgH="10236200" progId="Equation.3">
                  <p:embed/>
                </p:oleObj>
              </mc:Choice>
              <mc:Fallback>
                <p:oleObj r:id="rId3" imgW="23114000" imgH="10236200" progId="Equation.3">
                  <p:embed/>
                  <p:pic>
                    <p:nvPicPr>
                      <p:cNvPr id="302083" name="Object 3">
                        <a:extLst>
                          <a:ext uri="{FF2B5EF4-FFF2-40B4-BE49-F238E27FC236}">
                            <a16:creationId xmlns:a16="http://schemas.microsoft.com/office/drawing/2014/main" id="{8A52EED1-6DDE-476E-A44D-D15AD1A4C2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539" y="188913"/>
                        <a:ext cx="2232025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84" name="Object 4">
            <a:extLst>
              <a:ext uri="{FF2B5EF4-FFF2-40B4-BE49-F238E27FC236}">
                <a16:creationId xmlns:a16="http://schemas.microsoft.com/office/drawing/2014/main" id="{2E7A5C8A-D182-CCDA-799A-C390485FFF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0013" y="2133600"/>
          <a:ext cx="403225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8" r:id="rId5" imgW="41249600" imgH="9652000" progId="Equation.DSMT4">
                  <p:embed/>
                </p:oleObj>
              </mc:Choice>
              <mc:Fallback>
                <p:oleObj r:id="rId5" imgW="41249600" imgH="9652000" progId="Equation.DSMT4">
                  <p:embed/>
                  <p:pic>
                    <p:nvPicPr>
                      <p:cNvPr id="302084" name="Object 4">
                        <a:extLst>
                          <a:ext uri="{FF2B5EF4-FFF2-40B4-BE49-F238E27FC236}">
                            <a16:creationId xmlns:a16="http://schemas.microsoft.com/office/drawing/2014/main" id="{2E7A5C8A-D182-CCDA-799A-C390485FFF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2133600"/>
                        <a:ext cx="4032250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085" name="Text Box 5">
            <a:extLst>
              <a:ext uri="{FF2B5EF4-FFF2-40B4-BE49-F238E27FC236}">
                <a16:creationId xmlns:a16="http://schemas.microsoft.com/office/drawing/2014/main" id="{B5BC7C47-E436-E026-D7EE-FF893A24C0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8" y="2276475"/>
            <a:ext cx="1225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302086" name="Object 6">
            <a:extLst>
              <a:ext uri="{FF2B5EF4-FFF2-40B4-BE49-F238E27FC236}">
                <a16:creationId xmlns:a16="http://schemas.microsoft.com/office/drawing/2014/main" id="{B5B58360-3BF6-FA39-DE77-789CD00EBD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4826" y="3213101"/>
          <a:ext cx="4176713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9" r:id="rId7" imgW="38912800" imgH="9652000" progId="Equation.DSMT4">
                  <p:embed/>
                </p:oleObj>
              </mc:Choice>
              <mc:Fallback>
                <p:oleObj r:id="rId7" imgW="38912800" imgH="9652000" progId="Equation.DSMT4">
                  <p:embed/>
                  <p:pic>
                    <p:nvPicPr>
                      <p:cNvPr id="302086" name="Object 6">
                        <a:extLst>
                          <a:ext uri="{FF2B5EF4-FFF2-40B4-BE49-F238E27FC236}">
                            <a16:creationId xmlns:a16="http://schemas.microsoft.com/office/drawing/2014/main" id="{B5B58360-3BF6-FA39-DE77-789CD00EBD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6" y="3213101"/>
                        <a:ext cx="4176713" cy="112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87" name="Object 7">
            <a:extLst>
              <a:ext uri="{FF2B5EF4-FFF2-40B4-BE49-F238E27FC236}">
                <a16:creationId xmlns:a16="http://schemas.microsoft.com/office/drawing/2014/main" id="{EA3EF6F1-640A-C12F-568D-FC4B8D26CB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4426" y="5589589"/>
          <a:ext cx="936625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0" r:id="rId9" imgW="9359900" imgH="4686300" progId="Equation.DSMT4">
                  <p:embed/>
                </p:oleObj>
              </mc:Choice>
              <mc:Fallback>
                <p:oleObj r:id="rId9" imgW="9359900" imgH="4686300" progId="Equation.DSMT4">
                  <p:embed/>
                  <p:pic>
                    <p:nvPicPr>
                      <p:cNvPr id="302087" name="Object 7">
                        <a:extLst>
                          <a:ext uri="{FF2B5EF4-FFF2-40B4-BE49-F238E27FC236}">
                            <a16:creationId xmlns:a16="http://schemas.microsoft.com/office/drawing/2014/main" id="{EA3EF6F1-640A-C12F-568D-FC4B8D26CB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426" y="5589589"/>
                        <a:ext cx="936625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088" name="Rectangle 8">
            <a:extLst>
              <a:ext uri="{FF2B5EF4-FFF2-40B4-BE49-F238E27FC236}">
                <a16:creationId xmlns:a16="http://schemas.microsoft.com/office/drawing/2014/main" id="{766CB799-6B61-CF48-054D-B18D2544C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1341439"/>
            <a:ext cx="6657592" cy="596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， 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…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， 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为样本，求参数</a:t>
            </a:r>
            <a:r>
              <a:rPr lang="zh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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的矩估计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.</a:t>
            </a:r>
          </a:p>
        </p:txBody>
      </p:sp>
      <p:graphicFrame>
        <p:nvGraphicFramePr>
          <p:cNvPr id="302089" name="Object 9">
            <a:extLst>
              <a:ext uri="{FF2B5EF4-FFF2-40B4-BE49-F238E27FC236}">
                <a16:creationId xmlns:a16="http://schemas.microsoft.com/office/drawing/2014/main" id="{C834CCB8-AC67-B15D-EEAD-3C669F8C28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1" y="4365626"/>
          <a:ext cx="2544763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1" r:id="rId11" imgW="23698200" imgH="8775700" progId="Equation.DSMT4">
                  <p:embed/>
                </p:oleObj>
              </mc:Choice>
              <mc:Fallback>
                <p:oleObj r:id="rId11" imgW="23698200" imgH="8775700" progId="Equation.DSMT4">
                  <p:embed/>
                  <p:pic>
                    <p:nvPicPr>
                      <p:cNvPr id="302089" name="Object 9">
                        <a:extLst>
                          <a:ext uri="{FF2B5EF4-FFF2-40B4-BE49-F238E27FC236}">
                            <a16:creationId xmlns:a16="http://schemas.microsoft.com/office/drawing/2014/main" id="{C834CCB8-AC67-B15D-EEAD-3C669F8C28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4365626"/>
                        <a:ext cx="2544763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90" name="Object 10">
            <a:extLst>
              <a:ext uri="{FF2B5EF4-FFF2-40B4-BE49-F238E27FC236}">
                <a16:creationId xmlns:a16="http://schemas.microsoft.com/office/drawing/2014/main" id="{4F7DAC9A-7A9C-22E8-74D3-8AB80B7EEF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3475" y="5300663"/>
          <a:ext cx="2357438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2" r:id="rId13" imgW="21945600" imgH="8775700" progId="Equation.DSMT4">
                  <p:embed/>
                </p:oleObj>
              </mc:Choice>
              <mc:Fallback>
                <p:oleObj r:id="rId13" imgW="21945600" imgH="8775700" progId="Equation.DSMT4">
                  <p:embed/>
                  <p:pic>
                    <p:nvPicPr>
                      <p:cNvPr id="302090" name="Object 10">
                        <a:extLst>
                          <a:ext uri="{FF2B5EF4-FFF2-40B4-BE49-F238E27FC236}">
                            <a16:creationId xmlns:a16="http://schemas.microsoft.com/office/drawing/2014/main" id="{4F7DAC9A-7A9C-22E8-74D3-8AB80B7EEF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475" y="5300663"/>
                        <a:ext cx="2357438" cy="1020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91" name="Object 11">
            <a:extLst>
              <a:ext uri="{FF2B5EF4-FFF2-40B4-BE49-F238E27FC236}">
                <a16:creationId xmlns:a16="http://schemas.microsoft.com/office/drawing/2014/main" id="{DCCE1793-4BCA-F18C-4E56-30A2501C7C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14550" y="5300663"/>
          <a:ext cx="2859088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3" r:id="rId15" imgW="26619200" imgH="8775700" progId="Equation.DSMT4">
                  <p:embed/>
                </p:oleObj>
              </mc:Choice>
              <mc:Fallback>
                <p:oleObj r:id="rId15" imgW="26619200" imgH="8775700" progId="Equation.DSMT4">
                  <p:embed/>
                  <p:pic>
                    <p:nvPicPr>
                      <p:cNvPr id="302091" name="Object 11">
                        <a:extLst>
                          <a:ext uri="{FF2B5EF4-FFF2-40B4-BE49-F238E27FC236}">
                            <a16:creationId xmlns:a16="http://schemas.microsoft.com/office/drawing/2014/main" id="{DCCE1793-4BCA-F18C-4E56-30A2501C7C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4550" y="5300663"/>
                        <a:ext cx="2859088" cy="1020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92" name="Object 12">
            <a:extLst>
              <a:ext uri="{FF2B5EF4-FFF2-40B4-BE49-F238E27FC236}">
                <a16:creationId xmlns:a16="http://schemas.microsoft.com/office/drawing/2014/main" id="{21A63C2C-0DC8-E37F-64BF-D57F7100C0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3114" y="4292601"/>
          <a:ext cx="4554537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4" r:id="rId17" imgW="42418000" imgH="8775700" progId="Equation.DSMT4">
                  <p:embed/>
                </p:oleObj>
              </mc:Choice>
              <mc:Fallback>
                <p:oleObj r:id="rId17" imgW="42418000" imgH="8775700" progId="Equation.DSMT4">
                  <p:embed/>
                  <p:pic>
                    <p:nvPicPr>
                      <p:cNvPr id="302092" name="Object 12">
                        <a:extLst>
                          <a:ext uri="{FF2B5EF4-FFF2-40B4-BE49-F238E27FC236}">
                            <a16:creationId xmlns:a16="http://schemas.microsoft.com/office/drawing/2014/main" id="{21A63C2C-0DC8-E37F-64BF-D57F7100C0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114" y="4292601"/>
                        <a:ext cx="4554537" cy="102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93" name="Object 13">
            <a:extLst>
              <a:ext uri="{FF2B5EF4-FFF2-40B4-BE49-F238E27FC236}">
                <a16:creationId xmlns:a16="http://schemas.microsoft.com/office/drawing/2014/main" id="{C6577E53-60EC-E4FD-B425-0AC5052A02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4564" y="3213101"/>
          <a:ext cx="2795587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5" r:id="rId19" imgW="26035000" imgH="9652000" progId="Equation.DSMT4">
                  <p:embed/>
                </p:oleObj>
              </mc:Choice>
              <mc:Fallback>
                <p:oleObj r:id="rId19" imgW="26035000" imgH="9652000" progId="Equation.DSMT4">
                  <p:embed/>
                  <p:pic>
                    <p:nvPicPr>
                      <p:cNvPr id="302093" name="Object 13">
                        <a:extLst>
                          <a:ext uri="{FF2B5EF4-FFF2-40B4-BE49-F238E27FC236}">
                            <a16:creationId xmlns:a16="http://schemas.microsoft.com/office/drawing/2014/main" id="{C6577E53-60EC-E4FD-B425-0AC5052A02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4" y="3213101"/>
                        <a:ext cx="2795587" cy="112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0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0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02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0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02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02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0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02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5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106" name="Group 2">
            <a:extLst>
              <a:ext uri="{FF2B5EF4-FFF2-40B4-BE49-F238E27FC236}">
                <a16:creationId xmlns:a16="http://schemas.microsoft.com/office/drawing/2014/main" id="{B6E6E63E-B371-34DC-EB76-4AF665DD5EDD}"/>
              </a:ext>
            </a:extLst>
          </p:cNvPr>
          <p:cNvGrpSpPr>
            <a:grpSpLocks/>
          </p:cNvGrpSpPr>
          <p:nvPr/>
        </p:nvGrpSpPr>
        <p:grpSpPr bwMode="auto">
          <a:xfrm>
            <a:off x="2566989" y="1412876"/>
            <a:ext cx="4852987" cy="1249363"/>
            <a:chOff x="0" y="0"/>
            <a:chExt cx="3057" cy="787"/>
          </a:xfrm>
        </p:grpSpPr>
        <p:sp>
          <p:nvSpPr>
            <p:cNvPr id="303107" name="Rectangle 3">
              <a:extLst>
                <a:ext uri="{FF2B5EF4-FFF2-40B4-BE49-F238E27FC236}">
                  <a16:creationId xmlns:a16="http://schemas.microsoft.com/office/drawing/2014/main" id="{A6E95522-3E6D-F643-0BA5-124ABC483A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1"/>
              <a:ext cx="37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令</a:t>
              </a:r>
            </a:p>
          </p:txBody>
        </p:sp>
        <p:graphicFrame>
          <p:nvGraphicFramePr>
            <p:cNvPr id="303108" name="Object 4">
              <a:extLst>
                <a:ext uri="{FF2B5EF4-FFF2-40B4-BE49-F238E27FC236}">
                  <a16:creationId xmlns:a16="http://schemas.microsoft.com/office/drawing/2014/main" id="{D2E9827C-18A2-21AB-C23E-06057DA43F1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08" y="0"/>
            <a:ext cx="2149" cy="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2" r:id="rId3" imgW="29552900" imgH="9944100" progId="Equation.DSMT4">
                    <p:embed/>
                  </p:oleObj>
                </mc:Choice>
                <mc:Fallback>
                  <p:oleObj r:id="rId3" imgW="29552900" imgH="9944100" progId="Equation.DSMT4">
                    <p:embed/>
                    <p:pic>
                      <p:nvPicPr>
                        <p:cNvPr id="303108" name="Object 4">
                          <a:extLst>
                            <a:ext uri="{FF2B5EF4-FFF2-40B4-BE49-F238E27FC236}">
                              <a16:creationId xmlns:a16="http://schemas.microsoft.com/office/drawing/2014/main" id="{D2E9827C-18A2-21AB-C23E-06057DA43F1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8" y="0"/>
                          <a:ext cx="2149" cy="7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3109" name="Rectangle 5">
            <a:extLst>
              <a:ext uri="{FF2B5EF4-FFF2-40B4-BE49-F238E27FC236}">
                <a16:creationId xmlns:a16="http://schemas.microsoft.com/office/drawing/2014/main" id="{E3FD1994-0089-FE5B-0721-DCE20F941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889" y="4076700"/>
            <a:ext cx="5921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得</a:t>
            </a:r>
          </a:p>
        </p:txBody>
      </p:sp>
      <p:graphicFrame>
        <p:nvGraphicFramePr>
          <p:cNvPr id="303110" name="Object 6">
            <a:extLst>
              <a:ext uri="{FF2B5EF4-FFF2-40B4-BE49-F238E27FC236}">
                <a16:creationId xmlns:a16="http://schemas.microsoft.com/office/drawing/2014/main" id="{6EF0F6E8-6A6B-B938-9494-B772F03367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40239" y="3860800"/>
          <a:ext cx="2701925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3" r:id="rId5" imgW="23406100" imgH="11112500" progId="Equation.DSMT4">
                  <p:embed/>
                </p:oleObj>
              </mc:Choice>
              <mc:Fallback>
                <p:oleObj r:id="rId5" imgW="23406100" imgH="11112500" progId="Equation.DSMT4">
                  <p:embed/>
                  <p:pic>
                    <p:nvPicPr>
                      <p:cNvPr id="303110" name="Object 6">
                        <a:extLst>
                          <a:ext uri="{FF2B5EF4-FFF2-40B4-BE49-F238E27FC236}">
                            <a16:creationId xmlns:a16="http://schemas.microsoft.com/office/drawing/2014/main" id="{6EF0F6E8-6A6B-B938-9494-B772F03367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9" y="3860800"/>
                        <a:ext cx="2701925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111" name="AutoShape 7">
            <a:extLst>
              <a:ext uri="{FF2B5EF4-FFF2-40B4-BE49-F238E27FC236}">
                <a16:creationId xmlns:a16="http://schemas.microsoft.com/office/drawing/2014/main" id="{2E61BD72-FDBC-2DB5-43DA-D13D9C774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6" y="1485901"/>
            <a:ext cx="2016125" cy="606425"/>
          </a:xfrm>
          <a:prstGeom prst="wedgeRectCallout">
            <a:avLst>
              <a:gd name="adj1" fmla="val -68977"/>
              <a:gd name="adj2" fmla="val 47907"/>
            </a:avLst>
          </a:prstGeom>
          <a:solidFill>
            <a:srgbClr val="CC99FF">
              <a:alpha val="67000"/>
            </a:srgbClr>
          </a:solidFill>
          <a:ln w="9525">
            <a:solidFill>
              <a:srgbClr val="FF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总体矩</a:t>
            </a:r>
          </a:p>
        </p:txBody>
      </p:sp>
      <p:sp>
        <p:nvSpPr>
          <p:cNvPr id="303112" name="AutoShape 8">
            <a:extLst>
              <a:ext uri="{FF2B5EF4-FFF2-40B4-BE49-F238E27FC236}">
                <a16:creationId xmlns:a16="http://schemas.microsoft.com/office/drawing/2014/main" id="{0256920E-03B2-7CC4-C5E3-9BD084E6E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8" y="2420938"/>
            <a:ext cx="1657350" cy="647700"/>
          </a:xfrm>
          <a:prstGeom prst="wedgeRectCallout">
            <a:avLst>
              <a:gd name="adj1" fmla="val 68199"/>
              <a:gd name="adj2" fmla="val -64704"/>
            </a:avLst>
          </a:prstGeom>
          <a:solidFill>
            <a:srgbClr val="FFFF99">
              <a:alpha val="62000"/>
            </a:srgbClr>
          </a:solidFill>
          <a:ln w="9525">
            <a:solidFill>
              <a:srgbClr val="FF99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样本矩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3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3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3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3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0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9" grpId="0" autoUpdateAnimBg="0"/>
      <p:bldP spid="303111" grpId="0" animBg="1" autoUpdateAnimBg="0"/>
      <p:bldP spid="303112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>
            <a:extLst>
              <a:ext uri="{FF2B5EF4-FFF2-40B4-BE49-F238E27FC236}">
                <a16:creationId xmlns:a16="http://schemas.microsoft.com/office/drawing/2014/main" id="{A1C22C95-1C50-0E69-65E2-9CF5074D5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549275"/>
            <a:ext cx="6991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,…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是取自总体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的一个样本</a:t>
            </a:r>
          </a:p>
        </p:txBody>
      </p:sp>
      <p:graphicFrame>
        <p:nvGraphicFramePr>
          <p:cNvPr id="304131" name="Object 3">
            <a:extLst>
              <a:ext uri="{FF2B5EF4-FFF2-40B4-BE49-F238E27FC236}">
                <a16:creationId xmlns:a16="http://schemas.microsoft.com/office/drawing/2014/main" id="{ACDC70D9-57C9-7CD5-9BFC-5C168C2CEA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8" y="1196975"/>
          <a:ext cx="7493000" cy="1379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4" r:id="rId3" imgW="74599800" imgH="13754100" progId="Equation.3">
                  <p:embed/>
                </p:oleObj>
              </mc:Choice>
              <mc:Fallback>
                <p:oleObj r:id="rId3" imgW="74599800" imgH="13754100" progId="Equation.3">
                  <p:embed/>
                  <p:pic>
                    <p:nvPicPr>
                      <p:cNvPr id="304131" name="Object 3">
                        <a:extLst>
                          <a:ext uri="{FF2B5EF4-FFF2-40B4-BE49-F238E27FC236}">
                            <a16:creationId xmlns:a16="http://schemas.microsoft.com/office/drawing/2014/main" id="{ACDC70D9-57C9-7CD5-9BFC-5C168C2CEA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1196975"/>
                        <a:ext cx="7493000" cy="1379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4132" name="Rectangle 4">
            <a:extLst>
              <a:ext uri="{FF2B5EF4-FFF2-40B4-BE49-F238E27FC236}">
                <a16:creationId xmlns:a16="http://schemas.microsoft.com/office/drawing/2014/main" id="{77E4F927-EC22-6E29-2FDA-EAF006D68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7341" y="2634784"/>
            <a:ext cx="42899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其中</a:t>
            </a:r>
            <a:r>
              <a:rPr lang="el-GR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θ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&gt;0, 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求</a:t>
            </a:r>
            <a:r>
              <a:rPr lang="el-GR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θ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l-GR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μ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的矩估计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304133" name="Rectangle 5">
            <a:extLst>
              <a:ext uri="{FF2B5EF4-FFF2-40B4-BE49-F238E27FC236}">
                <a16:creationId xmlns:a16="http://schemas.microsoft.com/office/drawing/2014/main" id="{9FA8C2C6-B379-7D04-94D6-37F408EB8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213100"/>
            <a:ext cx="10445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en-US" altLang="zh-CN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304134" name="Object 6">
            <a:extLst>
              <a:ext uri="{FF2B5EF4-FFF2-40B4-BE49-F238E27FC236}">
                <a16:creationId xmlns:a16="http://schemas.microsoft.com/office/drawing/2014/main" id="{F76F79F3-60CB-CA64-38DB-9824CBD83F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6975" y="3284538"/>
          <a:ext cx="3544888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5" r:id="rId5" imgW="36283900" imgH="9652000" progId="Equation.DSMT4">
                  <p:embed/>
                </p:oleObj>
              </mc:Choice>
              <mc:Fallback>
                <p:oleObj r:id="rId5" imgW="36283900" imgH="9652000" progId="Equation.DSMT4">
                  <p:embed/>
                  <p:pic>
                    <p:nvPicPr>
                      <p:cNvPr id="304134" name="Object 6">
                        <a:extLst>
                          <a:ext uri="{FF2B5EF4-FFF2-40B4-BE49-F238E27FC236}">
                            <a16:creationId xmlns:a16="http://schemas.microsoft.com/office/drawing/2014/main" id="{F76F79F3-60CB-CA64-38DB-9824CBD83F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975" y="3284538"/>
                        <a:ext cx="3544888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35" name="Object 7">
            <a:extLst>
              <a:ext uri="{FF2B5EF4-FFF2-40B4-BE49-F238E27FC236}">
                <a16:creationId xmlns:a16="http://schemas.microsoft.com/office/drawing/2014/main" id="{DC6B3E79-EFEA-69D3-B1DE-12C50262F0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0463" y="3213100"/>
          <a:ext cx="2773362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6" r:id="rId7" imgW="28384500" imgH="9067800" progId="Equation.DSMT4">
                  <p:embed/>
                </p:oleObj>
              </mc:Choice>
              <mc:Fallback>
                <p:oleObj r:id="rId7" imgW="28384500" imgH="9067800" progId="Equation.DSMT4">
                  <p:embed/>
                  <p:pic>
                    <p:nvPicPr>
                      <p:cNvPr id="304135" name="Object 7">
                        <a:extLst>
                          <a:ext uri="{FF2B5EF4-FFF2-40B4-BE49-F238E27FC236}">
                            <a16:creationId xmlns:a16="http://schemas.microsoft.com/office/drawing/2014/main" id="{DC6B3E79-EFEA-69D3-B1DE-12C50262F0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3" y="3213100"/>
                        <a:ext cx="2773362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36" name="Object 8">
            <a:extLst>
              <a:ext uri="{FF2B5EF4-FFF2-40B4-BE49-F238E27FC236}">
                <a16:creationId xmlns:a16="http://schemas.microsoft.com/office/drawing/2014/main" id="{DB899E64-2453-5D8F-8FBF-90845FFCDC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0" y="4365625"/>
          <a:ext cx="4432300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7" r:id="rId9" imgW="45351700" imgH="9067800" progId="Equation.DSMT4">
                  <p:embed/>
                </p:oleObj>
              </mc:Choice>
              <mc:Fallback>
                <p:oleObj r:id="rId9" imgW="45351700" imgH="9067800" progId="Equation.DSMT4">
                  <p:embed/>
                  <p:pic>
                    <p:nvPicPr>
                      <p:cNvPr id="304136" name="Object 8">
                        <a:extLst>
                          <a:ext uri="{FF2B5EF4-FFF2-40B4-BE49-F238E27FC236}">
                            <a16:creationId xmlns:a16="http://schemas.microsoft.com/office/drawing/2014/main" id="{DB899E64-2453-5D8F-8FBF-90845FFCDC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4365625"/>
                        <a:ext cx="4432300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37" name="Object 9">
            <a:extLst>
              <a:ext uri="{FF2B5EF4-FFF2-40B4-BE49-F238E27FC236}">
                <a16:creationId xmlns:a16="http://schemas.microsoft.com/office/drawing/2014/main" id="{1EDF8A36-F59F-C90B-F2B1-1A17A2C899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43700" y="4365626"/>
          <a:ext cx="226060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8" r:id="rId11" imgW="23114000" imgH="8191500" progId="Equation.DSMT4">
                  <p:embed/>
                </p:oleObj>
              </mc:Choice>
              <mc:Fallback>
                <p:oleObj r:id="rId11" imgW="23114000" imgH="8191500" progId="Equation.DSMT4">
                  <p:embed/>
                  <p:pic>
                    <p:nvPicPr>
                      <p:cNvPr id="304137" name="Object 9">
                        <a:extLst>
                          <a:ext uri="{FF2B5EF4-FFF2-40B4-BE49-F238E27FC236}">
                            <a16:creationId xmlns:a16="http://schemas.microsoft.com/office/drawing/2014/main" id="{1EDF8A36-F59F-C90B-F2B1-1A17A2C899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700" y="4365626"/>
                        <a:ext cx="2260600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38" name="Object 10">
            <a:extLst>
              <a:ext uri="{FF2B5EF4-FFF2-40B4-BE49-F238E27FC236}">
                <a16:creationId xmlns:a16="http://schemas.microsoft.com/office/drawing/2014/main" id="{2AF17C9A-7452-6035-D113-A51C096E65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0014" y="5516564"/>
          <a:ext cx="1144587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9" r:id="rId13" imgW="11696700" imgH="4686300" progId="Equation.DSMT4">
                  <p:embed/>
                </p:oleObj>
              </mc:Choice>
              <mc:Fallback>
                <p:oleObj r:id="rId13" imgW="11696700" imgH="4686300" progId="Equation.DSMT4">
                  <p:embed/>
                  <p:pic>
                    <p:nvPicPr>
                      <p:cNvPr id="304138" name="Object 10">
                        <a:extLst>
                          <a:ext uri="{FF2B5EF4-FFF2-40B4-BE49-F238E27FC236}">
                            <a16:creationId xmlns:a16="http://schemas.microsoft.com/office/drawing/2014/main" id="{2AF17C9A-7452-6035-D113-A51C096E65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4" y="5516564"/>
                        <a:ext cx="1144587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04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04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04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04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0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0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0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0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04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30" grpId="0" autoUpdateAnimBg="0"/>
      <p:bldP spid="304132" grpId="0" autoUpdateAnimBg="0"/>
      <p:bldP spid="304133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5154" name="Object 2">
            <a:extLst>
              <a:ext uri="{FF2B5EF4-FFF2-40B4-BE49-F238E27FC236}">
                <a16:creationId xmlns:a16="http://schemas.microsoft.com/office/drawing/2014/main" id="{ADE59A1F-9810-0427-0DE8-8B4A649A7B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4" y="836613"/>
          <a:ext cx="3830637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8" r:id="rId3" imgW="39204900" imgH="9652000" progId="Equation.DSMT4">
                  <p:embed/>
                </p:oleObj>
              </mc:Choice>
              <mc:Fallback>
                <p:oleObj r:id="rId3" imgW="39204900" imgH="9652000" progId="Equation.DSMT4">
                  <p:embed/>
                  <p:pic>
                    <p:nvPicPr>
                      <p:cNvPr id="305154" name="Object 2">
                        <a:extLst>
                          <a:ext uri="{FF2B5EF4-FFF2-40B4-BE49-F238E27FC236}">
                            <a16:creationId xmlns:a16="http://schemas.microsoft.com/office/drawing/2014/main" id="{ADE59A1F-9810-0427-0DE8-8B4A649A7B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836613"/>
                        <a:ext cx="3830637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155" name="Object 3">
            <a:extLst>
              <a:ext uri="{FF2B5EF4-FFF2-40B4-BE49-F238E27FC236}">
                <a16:creationId xmlns:a16="http://schemas.microsoft.com/office/drawing/2014/main" id="{AFA862B7-1D56-ED63-4FDC-4BAF509733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1" y="1989139"/>
          <a:ext cx="2887663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9" r:id="rId5" imgW="29552900" imgH="9067800" progId="Equation.DSMT4">
                  <p:embed/>
                </p:oleObj>
              </mc:Choice>
              <mc:Fallback>
                <p:oleObj r:id="rId5" imgW="29552900" imgH="9067800" progId="Equation.DSMT4">
                  <p:embed/>
                  <p:pic>
                    <p:nvPicPr>
                      <p:cNvPr id="305155" name="Object 3">
                        <a:extLst>
                          <a:ext uri="{FF2B5EF4-FFF2-40B4-BE49-F238E27FC236}">
                            <a16:creationId xmlns:a16="http://schemas.microsoft.com/office/drawing/2014/main" id="{AFA862B7-1D56-ED63-4FDC-4BAF509733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1989139"/>
                        <a:ext cx="2887663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156" name="Object 4">
            <a:extLst>
              <a:ext uri="{FF2B5EF4-FFF2-40B4-BE49-F238E27FC236}">
                <a16:creationId xmlns:a16="http://schemas.microsoft.com/office/drawing/2014/main" id="{691EDE5C-55E8-F2FC-1757-88CF809D1A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5064" y="2060575"/>
          <a:ext cx="4948237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0" r:id="rId7" imgW="50609500" imgH="9067800" progId="Equation.DSMT4">
                  <p:embed/>
                </p:oleObj>
              </mc:Choice>
              <mc:Fallback>
                <p:oleObj r:id="rId7" imgW="50609500" imgH="9067800" progId="Equation.DSMT4">
                  <p:embed/>
                  <p:pic>
                    <p:nvPicPr>
                      <p:cNvPr id="305156" name="Object 4">
                        <a:extLst>
                          <a:ext uri="{FF2B5EF4-FFF2-40B4-BE49-F238E27FC236}">
                            <a16:creationId xmlns:a16="http://schemas.microsoft.com/office/drawing/2014/main" id="{691EDE5C-55E8-F2FC-1757-88CF809D1A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5064" y="2060575"/>
                        <a:ext cx="4948237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157" name="Object 5">
            <a:extLst>
              <a:ext uri="{FF2B5EF4-FFF2-40B4-BE49-F238E27FC236}">
                <a16:creationId xmlns:a16="http://schemas.microsoft.com/office/drawing/2014/main" id="{80F6BD4B-B690-11AA-B550-B29753CEA9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4564" y="3357563"/>
          <a:ext cx="217487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1" r:id="rId9" imgW="22237700" imgH="5270500" progId="Equation.DSMT4">
                  <p:embed/>
                </p:oleObj>
              </mc:Choice>
              <mc:Fallback>
                <p:oleObj r:id="rId9" imgW="22237700" imgH="5270500" progId="Equation.DSMT4">
                  <p:embed/>
                  <p:pic>
                    <p:nvPicPr>
                      <p:cNvPr id="305157" name="Object 5">
                        <a:extLst>
                          <a:ext uri="{FF2B5EF4-FFF2-40B4-BE49-F238E27FC236}">
                            <a16:creationId xmlns:a16="http://schemas.microsoft.com/office/drawing/2014/main" id="{80F6BD4B-B690-11AA-B550-B29753CEA9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4" y="3357563"/>
                        <a:ext cx="217487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5158" name="Object 6">
            <a:extLst>
              <a:ext uri="{FF2B5EF4-FFF2-40B4-BE49-F238E27FC236}">
                <a16:creationId xmlns:a16="http://schemas.microsoft.com/office/drawing/2014/main" id="{EB53BD7C-9320-34E1-6B6D-1584C83D70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4365625"/>
          <a:ext cx="24892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2" r:id="rId11" imgW="25450800" imgH="5270500" progId="Equation.DSMT4">
                  <p:embed/>
                </p:oleObj>
              </mc:Choice>
              <mc:Fallback>
                <p:oleObj r:id="rId11" imgW="25450800" imgH="5270500" progId="Equation.DSMT4">
                  <p:embed/>
                  <p:pic>
                    <p:nvPicPr>
                      <p:cNvPr id="305158" name="Object 6">
                        <a:extLst>
                          <a:ext uri="{FF2B5EF4-FFF2-40B4-BE49-F238E27FC236}">
                            <a16:creationId xmlns:a16="http://schemas.microsoft.com/office/drawing/2014/main" id="{EB53BD7C-9320-34E1-6B6D-1584C83D70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4365625"/>
                        <a:ext cx="24892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159" name="AutoShape 7">
            <a:extLst>
              <a:ext uri="{FF2B5EF4-FFF2-40B4-BE49-F238E27FC236}">
                <a16:creationId xmlns:a16="http://schemas.microsoft.com/office/drawing/2014/main" id="{B98E2DA8-4983-23FF-0B22-F119BA2835DD}"/>
              </a:ext>
            </a:extLst>
          </p:cNvPr>
          <p:cNvSpPr>
            <a:spLocks/>
          </p:cNvSpPr>
          <p:nvPr/>
        </p:nvSpPr>
        <p:spPr bwMode="auto">
          <a:xfrm>
            <a:off x="3105150" y="4908550"/>
            <a:ext cx="152400" cy="1219200"/>
          </a:xfrm>
          <a:prstGeom prst="leftBrace">
            <a:avLst>
              <a:gd name="adj1" fmla="val 66667"/>
              <a:gd name="adj2" fmla="val 5000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05160" name="Object 8">
            <a:extLst>
              <a:ext uri="{FF2B5EF4-FFF2-40B4-BE49-F238E27FC236}">
                <a16:creationId xmlns:a16="http://schemas.microsoft.com/office/drawing/2014/main" id="{277E4C52-1866-4027-D083-C466DC4D38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20876" y="3141663"/>
          <a:ext cx="377507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3" r:id="rId13" imgW="38620700" imgH="9652000" progId="Equation.DSMT4">
                  <p:embed/>
                </p:oleObj>
              </mc:Choice>
              <mc:Fallback>
                <p:oleObj r:id="rId13" imgW="38620700" imgH="9652000" progId="Equation.DSMT4">
                  <p:embed/>
                  <p:pic>
                    <p:nvPicPr>
                      <p:cNvPr id="305160" name="Object 8">
                        <a:extLst>
                          <a:ext uri="{FF2B5EF4-FFF2-40B4-BE49-F238E27FC236}">
                            <a16:creationId xmlns:a16="http://schemas.microsoft.com/office/drawing/2014/main" id="{277E4C52-1866-4027-D083-C466DC4D38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876" y="3141663"/>
                        <a:ext cx="3775075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05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05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0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05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0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0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>
            <a:extLst>
              <a:ext uri="{FF2B5EF4-FFF2-40B4-BE49-F238E27FC236}">
                <a16:creationId xmlns:a16="http://schemas.microsoft.com/office/drawing/2014/main" id="{1A0D70DB-CECD-A379-68E1-99701977D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692150"/>
            <a:ext cx="5921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令</a:t>
            </a:r>
          </a:p>
        </p:txBody>
      </p:sp>
      <p:sp>
        <p:nvSpPr>
          <p:cNvPr id="306179" name="Rectangle 3">
            <a:extLst>
              <a:ext uri="{FF2B5EF4-FFF2-40B4-BE49-F238E27FC236}">
                <a16:creationId xmlns:a16="http://schemas.microsoft.com/office/drawing/2014/main" id="{D8B83E02-ED69-B2F0-15AD-3D2CE2A17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8" y="4191000"/>
            <a:ext cx="51816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6180" name="AutoShape 4">
            <a:extLst>
              <a:ext uri="{FF2B5EF4-FFF2-40B4-BE49-F238E27FC236}">
                <a16:creationId xmlns:a16="http://schemas.microsoft.com/office/drawing/2014/main" id="{C9E5B9DC-8D18-B0E4-F0B8-5A9CC4ABECD1}"/>
              </a:ext>
            </a:extLst>
          </p:cNvPr>
          <p:cNvSpPr>
            <a:spLocks/>
          </p:cNvSpPr>
          <p:nvPr/>
        </p:nvSpPr>
        <p:spPr bwMode="auto">
          <a:xfrm>
            <a:off x="3105150" y="4908550"/>
            <a:ext cx="152400" cy="1219200"/>
          </a:xfrm>
          <a:prstGeom prst="leftBrace">
            <a:avLst>
              <a:gd name="adj1" fmla="val 66667"/>
              <a:gd name="adj2" fmla="val 5000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6181" name="Rectangle 5">
            <a:extLst>
              <a:ext uri="{FF2B5EF4-FFF2-40B4-BE49-F238E27FC236}">
                <a16:creationId xmlns:a16="http://schemas.microsoft.com/office/drawing/2014/main" id="{C4EC1279-51F3-9EAB-E54B-38EA02EB6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2924175"/>
            <a:ext cx="10033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解得</a:t>
            </a:r>
          </a:p>
        </p:txBody>
      </p:sp>
      <p:sp>
        <p:nvSpPr>
          <p:cNvPr id="306182" name="AutoShape 6">
            <a:extLst>
              <a:ext uri="{FF2B5EF4-FFF2-40B4-BE49-F238E27FC236}">
                <a16:creationId xmlns:a16="http://schemas.microsoft.com/office/drawing/2014/main" id="{3C56A7A8-FEA0-A243-7FA2-4ABA83B45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438" y="188913"/>
            <a:ext cx="2057400" cy="1219200"/>
          </a:xfrm>
          <a:prstGeom prst="wedgeRoundRectCallout">
            <a:avLst>
              <a:gd name="adj1" fmla="val -73995"/>
              <a:gd name="adj2" fmla="val 79949"/>
              <a:gd name="adj3" fmla="val 16667"/>
            </a:avLst>
          </a:prstGeom>
          <a:solidFill>
            <a:srgbClr val="FFFF99">
              <a:alpha val="57999"/>
            </a:srgbClr>
          </a:solidFill>
          <a:ln w="9525">
            <a:solidFill>
              <a:srgbClr val="FF99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用样本矩估计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总体矩</a:t>
            </a:r>
          </a:p>
        </p:txBody>
      </p:sp>
      <p:grpSp>
        <p:nvGrpSpPr>
          <p:cNvPr id="306183" name="Group 7">
            <a:extLst>
              <a:ext uri="{FF2B5EF4-FFF2-40B4-BE49-F238E27FC236}">
                <a16:creationId xmlns:a16="http://schemas.microsoft.com/office/drawing/2014/main" id="{AB9BE2CB-44C2-0705-729E-A5FDE1A0D700}"/>
              </a:ext>
            </a:extLst>
          </p:cNvPr>
          <p:cNvGrpSpPr>
            <a:grpSpLocks/>
          </p:cNvGrpSpPr>
          <p:nvPr/>
        </p:nvGrpSpPr>
        <p:grpSpPr bwMode="auto">
          <a:xfrm>
            <a:off x="3071814" y="765175"/>
            <a:ext cx="4079875" cy="1919288"/>
            <a:chOff x="0" y="0"/>
            <a:chExt cx="2570" cy="1209"/>
          </a:xfrm>
        </p:grpSpPr>
        <p:graphicFrame>
          <p:nvGraphicFramePr>
            <p:cNvPr id="306184" name="Object 8">
              <a:extLst>
                <a:ext uri="{FF2B5EF4-FFF2-40B4-BE49-F238E27FC236}">
                  <a16:creationId xmlns:a16="http://schemas.microsoft.com/office/drawing/2014/main" id="{7114FBBB-AFF9-3625-C4ED-A0F5A0E555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7" y="0"/>
            <a:ext cx="1028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5" r:id="rId3" imgW="16675100" imgH="5562600" progId="Equation.DSMT4">
                    <p:embed/>
                  </p:oleObj>
                </mc:Choice>
                <mc:Fallback>
                  <p:oleObj r:id="rId3" imgW="16675100" imgH="5562600" progId="Equation.DSMT4">
                    <p:embed/>
                    <p:pic>
                      <p:nvPicPr>
                        <p:cNvPr id="306184" name="Object 8">
                          <a:extLst>
                            <a:ext uri="{FF2B5EF4-FFF2-40B4-BE49-F238E27FC236}">
                              <a16:creationId xmlns:a16="http://schemas.microsoft.com/office/drawing/2014/main" id="{7114FBBB-AFF9-3625-C4ED-A0F5A0E5558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" y="0"/>
                          <a:ext cx="1028" cy="3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6185" name="Object 9">
              <a:extLst>
                <a:ext uri="{FF2B5EF4-FFF2-40B4-BE49-F238E27FC236}">
                  <a16:creationId xmlns:a16="http://schemas.microsoft.com/office/drawing/2014/main" id="{53DB0AF9-E167-87DF-66FE-AF2FE036659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7" y="544"/>
            <a:ext cx="2343" cy="6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6" r:id="rId5" imgW="38036500" imgH="9944100" progId="Equation.DSMT4">
                    <p:embed/>
                  </p:oleObj>
                </mc:Choice>
                <mc:Fallback>
                  <p:oleObj r:id="rId5" imgW="38036500" imgH="9944100" progId="Equation.DSMT4">
                    <p:embed/>
                    <p:pic>
                      <p:nvPicPr>
                        <p:cNvPr id="306185" name="Object 9">
                          <a:extLst>
                            <a:ext uri="{FF2B5EF4-FFF2-40B4-BE49-F238E27FC236}">
                              <a16:creationId xmlns:a16="http://schemas.microsoft.com/office/drawing/2014/main" id="{53DB0AF9-E167-87DF-66FE-AF2FE036659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" y="544"/>
                          <a:ext cx="2343" cy="6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6186" name="AutoShape 10">
              <a:extLst>
                <a:ext uri="{FF2B5EF4-FFF2-40B4-BE49-F238E27FC236}">
                  <a16:creationId xmlns:a16="http://schemas.microsoft.com/office/drawing/2014/main" id="{04FB84C6-66CA-69CE-5D4B-FC738D337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81"/>
              <a:ext cx="136" cy="771"/>
            </a:xfrm>
            <a:prstGeom prst="leftBrace">
              <a:avLst>
                <a:gd name="adj1" fmla="val 47243"/>
                <a:gd name="adj2" fmla="val 50000"/>
              </a:avLst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06187" name="Group 11">
            <a:extLst>
              <a:ext uri="{FF2B5EF4-FFF2-40B4-BE49-F238E27FC236}">
                <a16:creationId xmlns:a16="http://schemas.microsoft.com/office/drawing/2014/main" id="{CC0FE860-98C7-3B19-FB28-9F2A4AADA8B6}"/>
              </a:ext>
            </a:extLst>
          </p:cNvPr>
          <p:cNvGrpSpPr>
            <a:grpSpLocks/>
          </p:cNvGrpSpPr>
          <p:nvPr/>
        </p:nvGrpSpPr>
        <p:grpSpPr bwMode="auto">
          <a:xfrm>
            <a:off x="3143251" y="2997201"/>
            <a:ext cx="4264025" cy="2479675"/>
            <a:chOff x="0" y="0"/>
            <a:chExt cx="2686" cy="1562"/>
          </a:xfrm>
        </p:grpSpPr>
        <p:graphicFrame>
          <p:nvGraphicFramePr>
            <p:cNvPr id="306188" name="Object 12">
              <a:extLst>
                <a:ext uri="{FF2B5EF4-FFF2-40B4-BE49-F238E27FC236}">
                  <a16:creationId xmlns:a16="http://schemas.microsoft.com/office/drawing/2014/main" id="{EC5F1898-83CF-667A-9380-F80EADA49B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" y="862"/>
            <a:ext cx="1959" cy="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7" r:id="rId7" imgW="30721300" imgH="11112500" progId="Equation.3">
                    <p:embed/>
                  </p:oleObj>
                </mc:Choice>
                <mc:Fallback>
                  <p:oleObj r:id="rId7" imgW="30721300" imgH="11112500" progId="Equation.3">
                    <p:embed/>
                    <p:pic>
                      <p:nvPicPr>
                        <p:cNvPr id="306188" name="Object 12">
                          <a:extLst>
                            <a:ext uri="{FF2B5EF4-FFF2-40B4-BE49-F238E27FC236}">
                              <a16:creationId xmlns:a16="http://schemas.microsoft.com/office/drawing/2014/main" id="{EC5F1898-83CF-667A-9380-F80EADA49BC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" y="862"/>
                          <a:ext cx="1959" cy="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660033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06189" name="Group 13">
              <a:extLst>
                <a:ext uri="{FF2B5EF4-FFF2-40B4-BE49-F238E27FC236}">
                  <a16:creationId xmlns:a16="http://schemas.microsoft.com/office/drawing/2014/main" id="{D6191188-1B3D-BFBA-6DF7-B4D13BF6EFA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" y="0"/>
              <a:ext cx="2550" cy="700"/>
              <a:chOff x="0" y="0"/>
              <a:chExt cx="2550" cy="700"/>
            </a:xfrm>
          </p:grpSpPr>
          <p:graphicFrame>
            <p:nvGraphicFramePr>
              <p:cNvPr id="306190" name="Object 14">
                <a:extLst>
                  <a:ext uri="{FF2B5EF4-FFF2-40B4-BE49-F238E27FC236}">
                    <a16:creationId xmlns:a16="http://schemas.microsoft.com/office/drawing/2014/main" id="{E29549B4-6676-7250-63F9-CAA4A406CA4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0" y="148"/>
              <a:ext cx="961" cy="3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28" r:id="rId9" imgW="13169900" imgH="5270500" progId="Equation.3">
                      <p:embed/>
                    </p:oleObj>
                  </mc:Choice>
                  <mc:Fallback>
                    <p:oleObj r:id="rId9" imgW="13169900" imgH="5270500" progId="Equation.3">
                      <p:embed/>
                      <p:pic>
                        <p:nvPicPr>
                          <p:cNvPr id="306190" name="Object 14">
                            <a:extLst>
                              <a:ext uri="{FF2B5EF4-FFF2-40B4-BE49-F238E27FC236}">
                                <a16:creationId xmlns:a16="http://schemas.microsoft.com/office/drawing/2014/main" id="{E29549B4-6676-7250-63F9-CAA4A406CA4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148"/>
                            <a:ext cx="961" cy="3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660033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6191" name="Object 15">
                <a:extLst>
                  <a:ext uri="{FF2B5EF4-FFF2-40B4-BE49-F238E27FC236}">
                    <a16:creationId xmlns:a16="http://schemas.microsoft.com/office/drawing/2014/main" id="{1486BACA-773D-965F-070B-5408C0554B2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64" y="0"/>
              <a:ext cx="1586" cy="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29" r:id="rId11" imgW="24866600" imgH="11112500" progId="Equation.3">
                      <p:embed/>
                    </p:oleObj>
                  </mc:Choice>
                  <mc:Fallback>
                    <p:oleObj r:id="rId11" imgW="24866600" imgH="11112500" progId="Equation.3">
                      <p:embed/>
                      <p:pic>
                        <p:nvPicPr>
                          <p:cNvPr id="306191" name="Object 15">
                            <a:extLst>
                              <a:ext uri="{FF2B5EF4-FFF2-40B4-BE49-F238E27FC236}">
                                <a16:creationId xmlns:a16="http://schemas.microsoft.com/office/drawing/2014/main" id="{1486BACA-773D-965F-070B-5408C0554B2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64" y="0"/>
                            <a:ext cx="1586" cy="7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660033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06192" name="AutoShape 16">
              <a:extLst>
                <a:ext uri="{FF2B5EF4-FFF2-40B4-BE49-F238E27FC236}">
                  <a16:creationId xmlns:a16="http://schemas.microsoft.com/office/drawing/2014/main" id="{304BE492-4C52-91D0-19A1-15C8E9AAB50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317"/>
              <a:ext cx="46" cy="1044"/>
            </a:xfrm>
            <a:prstGeom prst="leftBrace">
              <a:avLst>
                <a:gd name="adj1" fmla="val 189130"/>
                <a:gd name="adj2" fmla="val 50000"/>
              </a:avLst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06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0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1000"/>
                                        <p:tgtEl>
                                          <p:spTgt spid="306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0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06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78" grpId="0" autoUpdateAnimBg="0"/>
      <p:bldP spid="306181" grpId="0" autoUpdateAnimBg="0"/>
      <p:bldP spid="306182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Text Box 2">
            <a:extLst>
              <a:ext uri="{FF2B5EF4-FFF2-40B4-BE49-F238E27FC236}">
                <a16:creationId xmlns:a16="http://schemas.microsoft.com/office/drawing/2014/main" id="{0E4C03EB-A0BC-3715-2147-F902AB148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1" y="260350"/>
            <a:ext cx="8086725" cy="2947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4.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设从某灯泡厂某天生产的灯泡中随机</a:t>
            </a: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抽取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10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只灯泡，测得其寿命为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单位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小时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1050,   1100,   1080,   1120,   1200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1250,   1040,   1130,   1300,   1200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试用矩法估计该厂这天生产的灯泡的平均寿命及寿命分布的方差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308227" name="Text Box 3">
            <a:extLst>
              <a:ext uri="{FF2B5EF4-FFF2-40B4-BE49-F238E27FC236}">
                <a16:creationId xmlns:a16="http://schemas.microsoft.com/office/drawing/2014/main" id="{C198818B-04E8-58DB-E18E-BFF4B2A4C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9" y="3644900"/>
            <a:ext cx="11445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308228" name="Object 4">
            <a:extLst>
              <a:ext uri="{FF2B5EF4-FFF2-40B4-BE49-F238E27FC236}">
                <a16:creationId xmlns:a16="http://schemas.microsoft.com/office/drawing/2014/main" id="{2F2220F1-4656-3FFD-2052-6C821BDCF5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0013" y="4941888"/>
          <a:ext cx="4445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6" r:id="rId3" imgW="4686300" imgH="4686300" progId="Equation.DSMT4">
                  <p:embed/>
                </p:oleObj>
              </mc:Choice>
              <mc:Fallback>
                <p:oleObj r:id="rId3" imgW="4686300" imgH="4686300" progId="Equation.DSMT4">
                  <p:embed/>
                  <p:pic>
                    <p:nvPicPr>
                      <p:cNvPr id="308228" name="Object 4">
                        <a:extLst>
                          <a:ext uri="{FF2B5EF4-FFF2-40B4-BE49-F238E27FC236}">
                            <a16:creationId xmlns:a16="http://schemas.microsoft.com/office/drawing/2014/main" id="{2F2220F1-4656-3FFD-2052-6C821BDCF5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4941888"/>
                        <a:ext cx="4445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29" name="Text Box 5">
            <a:extLst>
              <a:ext uri="{FF2B5EF4-FFF2-40B4-BE49-F238E27FC236}">
                <a16:creationId xmlns:a16="http://schemas.microsoft.com/office/drawing/2014/main" id="{07C6D1F7-E08B-0D1B-62FC-1E1763E2F1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2200" y="1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7-14</a:t>
            </a:r>
          </a:p>
        </p:txBody>
      </p:sp>
      <p:graphicFrame>
        <p:nvGraphicFramePr>
          <p:cNvPr id="308230" name="Object 6">
            <a:extLst>
              <a:ext uri="{FF2B5EF4-FFF2-40B4-BE49-F238E27FC236}">
                <a16:creationId xmlns:a16="http://schemas.microsoft.com/office/drawing/2014/main" id="{CF71D885-E677-30E7-7934-5DB2D87732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0376" y="3644900"/>
          <a:ext cx="1204913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7" r:id="rId5" imgW="9359900" imgH="4978400" progId="Equation.3">
                  <p:embed/>
                </p:oleObj>
              </mc:Choice>
              <mc:Fallback>
                <p:oleObj r:id="rId5" imgW="9359900" imgH="4978400" progId="Equation.3">
                  <p:embed/>
                  <p:pic>
                    <p:nvPicPr>
                      <p:cNvPr id="308230" name="Object 6">
                        <a:extLst>
                          <a:ext uri="{FF2B5EF4-FFF2-40B4-BE49-F238E27FC236}">
                            <a16:creationId xmlns:a16="http://schemas.microsoft.com/office/drawing/2014/main" id="{CF71D885-E677-30E7-7934-5DB2D87732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3644900"/>
                        <a:ext cx="1204913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31" name="Object 7">
            <a:extLst>
              <a:ext uri="{FF2B5EF4-FFF2-40B4-BE49-F238E27FC236}">
                <a16:creationId xmlns:a16="http://schemas.microsoft.com/office/drawing/2014/main" id="{4977A21D-6E9B-12DE-84B3-C563867D15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67213" y="3357564"/>
          <a:ext cx="360045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8" r:id="rId7" imgW="31305500" imgH="9944100" progId="Equation.3">
                  <p:embed/>
                </p:oleObj>
              </mc:Choice>
              <mc:Fallback>
                <p:oleObj r:id="rId7" imgW="31305500" imgH="9944100" progId="Equation.3">
                  <p:embed/>
                  <p:pic>
                    <p:nvPicPr>
                      <p:cNvPr id="308231" name="Object 7">
                        <a:extLst>
                          <a:ext uri="{FF2B5EF4-FFF2-40B4-BE49-F238E27FC236}">
                            <a16:creationId xmlns:a16="http://schemas.microsoft.com/office/drawing/2014/main" id="{4977A21D-6E9B-12DE-84B3-C563867D15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213" y="3357564"/>
                        <a:ext cx="3600450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32" name="Object 8">
            <a:extLst>
              <a:ext uri="{FF2B5EF4-FFF2-40B4-BE49-F238E27FC236}">
                <a16:creationId xmlns:a16="http://schemas.microsoft.com/office/drawing/2014/main" id="{D02D053A-91BB-4F37-385C-5DC58D90BA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22726" y="4654550"/>
          <a:ext cx="2498725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9" r:id="rId9" imgW="25450800" imgH="9944100" progId="Equation.DSMT4">
                  <p:embed/>
                </p:oleObj>
              </mc:Choice>
              <mc:Fallback>
                <p:oleObj r:id="rId9" imgW="25450800" imgH="9944100" progId="Equation.DSMT4">
                  <p:embed/>
                  <p:pic>
                    <p:nvPicPr>
                      <p:cNvPr id="308232" name="Object 8">
                        <a:extLst>
                          <a:ext uri="{FF2B5EF4-FFF2-40B4-BE49-F238E27FC236}">
                            <a16:creationId xmlns:a16="http://schemas.microsoft.com/office/drawing/2014/main" id="{D02D053A-91BB-4F37-385C-5DC58D90BA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2726" y="4654550"/>
                        <a:ext cx="2498725" cy="1144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33" name="Object 9">
            <a:extLst>
              <a:ext uri="{FF2B5EF4-FFF2-40B4-BE49-F238E27FC236}">
                <a16:creationId xmlns:a16="http://schemas.microsoft.com/office/drawing/2014/main" id="{3D8EFB08-BC7B-1EE2-3833-CA3A7CA36F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3251" y="4941888"/>
          <a:ext cx="93662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0" r:id="rId11" imgW="8483600" imgH="4978400" progId="Equation.3">
                  <p:embed/>
                </p:oleObj>
              </mc:Choice>
              <mc:Fallback>
                <p:oleObj r:id="rId11" imgW="8483600" imgH="4978400" progId="Equation.3">
                  <p:embed/>
                  <p:pic>
                    <p:nvPicPr>
                      <p:cNvPr id="308233" name="Object 9">
                        <a:extLst>
                          <a:ext uri="{FF2B5EF4-FFF2-40B4-BE49-F238E27FC236}">
                            <a16:creationId xmlns:a16="http://schemas.microsoft.com/office/drawing/2014/main" id="{3D8EFB08-BC7B-1EE2-3833-CA3A7CA36F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4941888"/>
                        <a:ext cx="93662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34" name="Object 10">
            <a:extLst>
              <a:ext uri="{FF2B5EF4-FFF2-40B4-BE49-F238E27FC236}">
                <a16:creationId xmlns:a16="http://schemas.microsoft.com/office/drawing/2014/main" id="{9DAF829B-984B-1A7A-E15C-4DB4537144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56363" y="4941889"/>
          <a:ext cx="15113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1" r:id="rId13" imgW="17843500" imgH="5270500" progId="Equation.DSMT4">
                  <p:embed/>
                </p:oleObj>
              </mc:Choice>
              <mc:Fallback>
                <p:oleObj r:id="rId13" imgW="17843500" imgH="5270500" progId="Equation.DSMT4">
                  <p:embed/>
                  <p:pic>
                    <p:nvPicPr>
                      <p:cNvPr id="308234" name="Object 10">
                        <a:extLst>
                          <a:ext uri="{FF2B5EF4-FFF2-40B4-BE49-F238E27FC236}">
                            <a16:creationId xmlns:a16="http://schemas.microsoft.com/office/drawing/2014/main" id="{9DAF829B-984B-1A7A-E15C-4DB4537144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363" y="4941889"/>
                        <a:ext cx="151130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8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8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8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8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08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8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08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8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8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8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26" grpId="0" autoUpdateAnimBg="0"/>
      <p:bldP spid="308227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Text Box 2">
            <a:extLst>
              <a:ext uri="{FF2B5EF4-FFF2-40B4-BE49-F238E27FC236}">
                <a16:creationId xmlns:a16="http://schemas.microsoft.com/office/drawing/2014/main" id="{C02BE85E-5E7D-8EEA-9F7D-9CADF0321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8" y="188913"/>
            <a:ext cx="5715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36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二、 极大似然估计法</a:t>
            </a:r>
          </a:p>
        </p:txBody>
      </p:sp>
      <p:sp>
        <p:nvSpPr>
          <p:cNvPr id="309251" name="Rectangle 3">
            <a:extLst>
              <a:ext uri="{FF2B5EF4-FFF2-40B4-BE49-F238E27FC236}">
                <a16:creationId xmlns:a16="http://schemas.microsoft.com/office/drawing/2014/main" id="{B13B1221-494F-1232-24E5-6F758A5DA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4797426"/>
            <a:ext cx="8424862" cy="597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即：在一次试验中，概率最大的事件最有可能发生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309252" name="Text Box 4">
            <a:extLst>
              <a:ext uri="{FF2B5EF4-FFF2-40B4-BE49-F238E27FC236}">
                <a16:creationId xmlns:a16="http://schemas.microsoft.com/office/drawing/2014/main" id="{D106C58F-E30D-24B8-DF1D-D8E14134F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1052513"/>
            <a:ext cx="8496300" cy="732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引例</a:t>
            </a:r>
            <a:r>
              <a:rPr lang="en-US" altLang="zh-CN" sz="32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en-US" altLang="zh-CN" sz="2800" b="1" dirty="0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有两个外形相同的箱子</a:t>
            </a:r>
            <a:r>
              <a:rPr lang="en-US" altLang="zh-CN" sz="2800" b="1" dirty="0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 dirty="0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各装</a:t>
            </a:r>
            <a:r>
              <a:rPr lang="en-US" altLang="zh-CN" sz="2800" b="1" dirty="0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100</a:t>
            </a:r>
            <a:r>
              <a:rPr lang="zh-CN" altLang="en-US" sz="2800" b="1" dirty="0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个球，一</a:t>
            </a:r>
            <a:r>
              <a:rPr lang="zh-CN" altLang="en-US" sz="2800" b="1" dirty="0" smtClean="0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箱</a:t>
            </a:r>
            <a:endParaRPr lang="zh-CN" altLang="en-US" sz="2800" b="1" dirty="0">
              <a:solidFill>
                <a:srgbClr val="007A77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9253" name="Text Box 5">
            <a:extLst>
              <a:ext uri="{FF2B5EF4-FFF2-40B4-BE49-F238E27FC236}">
                <a16:creationId xmlns:a16="http://schemas.microsoft.com/office/drawing/2014/main" id="{1B7F1FAF-E322-0407-8E38-B56A58A53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9" y="3284539"/>
            <a:ext cx="8137525" cy="597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取得的球是白球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问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: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所取的球来自哪一箱？</a:t>
            </a:r>
          </a:p>
        </p:txBody>
      </p:sp>
      <p:sp>
        <p:nvSpPr>
          <p:cNvPr id="309254" name="Text Box 6">
            <a:extLst>
              <a:ext uri="{FF2B5EF4-FFF2-40B4-BE49-F238E27FC236}">
                <a16:creationId xmlns:a16="http://schemas.microsoft.com/office/drawing/2014/main" id="{90651EF1-992C-6BC9-D174-DCEF37948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9" y="4076701"/>
            <a:ext cx="199926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答</a:t>
            </a:r>
            <a:r>
              <a:rPr lang="en-US" altLang="zh-CN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第一箱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309255" name="Rectangle 7">
            <a:extLst>
              <a:ext uri="{FF2B5EF4-FFF2-40B4-BE49-F238E27FC236}">
                <a16:creationId xmlns:a16="http://schemas.microsoft.com/office/drawing/2014/main" id="{005AFE43-CE3E-46FA-7467-C03A5E6C0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1987550"/>
            <a:ext cx="869340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中有</a:t>
            </a:r>
            <a:r>
              <a:rPr lang="en-US" altLang="zh-CN" sz="2800" b="1" dirty="0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99</a:t>
            </a:r>
            <a:r>
              <a:rPr lang="zh-CN" altLang="en-US" sz="2800" b="1" dirty="0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个白球</a:t>
            </a:r>
            <a:r>
              <a:rPr lang="en-US" altLang="zh-CN" sz="2800" b="1" dirty="0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个红球，一箱中有</a:t>
            </a:r>
            <a:r>
              <a:rPr lang="en-US" altLang="zh-CN" sz="2800" b="1" dirty="0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个白球</a:t>
            </a:r>
            <a:r>
              <a:rPr lang="en-US" altLang="zh-CN" sz="2800" b="1" dirty="0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99</a:t>
            </a:r>
            <a:r>
              <a:rPr lang="zh-CN" altLang="en-US" sz="2800" b="1" dirty="0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个红球。</a:t>
            </a:r>
          </a:p>
        </p:txBody>
      </p:sp>
      <p:sp>
        <p:nvSpPr>
          <p:cNvPr id="309256" name="Rectangle 8">
            <a:extLst>
              <a:ext uri="{FF2B5EF4-FFF2-40B4-BE49-F238E27FC236}">
                <a16:creationId xmlns:a16="http://schemas.microsoft.com/office/drawing/2014/main" id="{59E261D7-70B7-D638-C69C-063339CC6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2636838"/>
            <a:ext cx="7829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现从两箱中任取一箱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并从箱中任取一球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结果所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309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0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0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0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0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309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50" grpId="0" autoUpdateAnimBg="0"/>
      <p:bldP spid="309251" grpId="0" autoUpdateAnimBg="0"/>
      <p:bldP spid="309252" grpId="0" autoUpdateAnimBg="0"/>
      <p:bldP spid="309253" grpId="0" autoUpdateAnimBg="0"/>
      <p:bldP spid="309254" grpId="0" autoUpdateAnimBg="0"/>
      <p:bldP spid="309255" grpId="0" autoUpdateAnimBg="0"/>
      <p:bldP spid="309256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>
            <a:extLst>
              <a:ext uri="{FF2B5EF4-FFF2-40B4-BE49-F238E27FC236}">
                <a16:creationId xmlns:a16="http://schemas.microsoft.com/office/drawing/2014/main" id="{642B4FD2-29B4-4642-4369-471A671DD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1" y="1844676"/>
            <a:ext cx="8137525" cy="329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一般说，若事件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发生的概率与参数</a:t>
            </a:r>
            <a:r>
              <a:rPr lang="zh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有关，</a:t>
            </a:r>
            <a:r>
              <a:rPr lang="zh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取值不同，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P(A)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也不同。则应记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事件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发生的概率为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P(A|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 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).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若一次试验，事件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A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发生了，可认为此时的</a:t>
            </a:r>
            <a:r>
              <a:rPr lang="zh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值应是在中使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P(A|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 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)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达到最大的那一个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。这就是</a:t>
            </a:r>
            <a:r>
              <a:rPr lang="zh-CN" altLang="en-US" sz="28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极大似然原理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310275" name="Rectangle 3">
            <a:extLst>
              <a:ext uri="{FF2B5EF4-FFF2-40B4-BE49-F238E27FC236}">
                <a16:creationId xmlns:a16="http://schemas.microsoft.com/office/drawing/2014/main" id="{FA4B3FFC-CD29-B947-2877-2F684EFB4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825" y="908051"/>
            <a:ext cx="35317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（极大似然原理）</a:t>
            </a:r>
          </a:p>
        </p:txBody>
      </p:sp>
      <p:sp>
        <p:nvSpPr>
          <p:cNvPr id="310276" name="Rectangle 4">
            <a:extLst>
              <a:ext uri="{FF2B5EF4-FFF2-40B4-BE49-F238E27FC236}">
                <a16:creationId xmlns:a16="http://schemas.microsoft.com/office/drawing/2014/main" id="{31544E0F-736A-CF11-6C79-600A87404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908050"/>
            <a:ext cx="57610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极大似然估计法的理论依据：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0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6" dur="80"/>
                                        <p:tgtEl>
                                          <p:spTgt spid="3102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7" dur="80"/>
                                        <p:tgtEl>
                                          <p:spTgt spid="3102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80"/>
                                        <p:tgtEl>
                                          <p:spTgt spid="3102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274" grpId="0" autoUpdateAnimBg="0"/>
      <p:bldP spid="310275" grpId="0" autoUpdateAnimBg="0"/>
      <p:bldP spid="310276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>
            <a:extLst>
              <a:ext uri="{FF2B5EF4-FFF2-40B4-BE49-F238E27FC236}">
                <a16:creationId xmlns:a16="http://schemas.microsoft.com/office/drawing/2014/main" id="{B6BC76FF-615F-601E-0362-46D5F3FA3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464" y="908051"/>
            <a:ext cx="8694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,…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是取自总体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的样本，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800" b="1">
                <a:solidFill>
                  <a:srgbClr val="007A7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是样本值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311299" name="Rectangle 3">
            <a:extLst>
              <a:ext uri="{FF2B5EF4-FFF2-40B4-BE49-F238E27FC236}">
                <a16:creationId xmlns:a16="http://schemas.microsoft.com/office/drawing/2014/main" id="{5923973C-4657-81A0-3A48-FCD3C5955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3716338"/>
            <a:ext cx="57610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样本的联合分布律为：</a:t>
            </a:r>
          </a:p>
        </p:txBody>
      </p:sp>
      <p:graphicFrame>
        <p:nvGraphicFramePr>
          <p:cNvPr id="311300" name="Object 4">
            <a:extLst>
              <a:ext uri="{FF2B5EF4-FFF2-40B4-BE49-F238E27FC236}">
                <a16:creationId xmlns:a16="http://schemas.microsoft.com/office/drawing/2014/main" id="{7B621BD9-82A0-A5A4-CF9C-46C71D3242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3475" y="2349501"/>
          <a:ext cx="44323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3" r:id="rId3" imgW="42418000" imgH="5270500" progId="Equation.DSMT4">
                  <p:embed/>
                </p:oleObj>
              </mc:Choice>
              <mc:Fallback>
                <p:oleObj r:id="rId3" imgW="42418000" imgH="5270500" progId="Equation.DSMT4">
                  <p:embed/>
                  <p:pic>
                    <p:nvPicPr>
                      <p:cNvPr id="311300" name="Object 4">
                        <a:extLst>
                          <a:ext uri="{FF2B5EF4-FFF2-40B4-BE49-F238E27FC236}">
                            <a16:creationId xmlns:a16="http://schemas.microsoft.com/office/drawing/2014/main" id="{7B621BD9-82A0-A5A4-CF9C-46C71D3242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475" y="2349501"/>
                        <a:ext cx="4432300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301" name="Rectangle 5">
            <a:extLst>
              <a:ext uri="{FF2B5EF4-FFF2-40B4-BE49-F238E27FC236}">
                <a16:creationId xmlns:a16="http://schemas.microsoft.com/office/drawing/2014/main" id="{FFFF3205-4FF2-563F-C808-E192E32E0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6" y="260351"/>
            <a:ext cx="2951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似然函数：</a:t>
            </a:r>
          </a:p>
        </p:txBody>
      </p:sp>
      <p:graphicFrame>
        <p:nvGraphicFramePr>
          <p:cNvPr id="311302" name="Object 6">
            <a:extLst>
              <a:ext uri="{FF2B5EF4-FFF2-40B4-BE49-F238E27FC236}">
                <a16:creationId xmlns:a16="http://schemas.microsoft.com/office/drawing/2014/main" id="{125EDBF1-E567-07B3-2A89-DD96826B05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3" y="5445125"/>
          <a:ext cx="360045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4" r:id="rId5" imgW="33350200" imgH="9944100" progId="Equation.DSMT4">
                  <p:embed/>
                </p:oleObj>
              </mc:Choice>
              <mc:Fallback>
                <p:oleObj r:id="rId5" imgW="33350200" imgH="9944100" progId="Equation.DSMT4">
                  <p:embed/>
                  <p:pic>
                    <p:nvPicPr>
                      <p:cNvPr id="311302" name="Object 6">
                        <a:extLst>
                          <a:ext uri="{FF2B5EF4-FFF2-40B4-BE49-F238E27FC236}">
                            <a16:creationId xmlns:a16="http://schemas.microsoft.com/office/drawing/2014/main" id="{125EDBF1-E567-07B3-2A89-DD96826B05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5445125"/>
                        <a:ext cx="3600450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1303" name="Group 7">
            <a:extLst>
              <a:ext uri="{FF2B5EF4-FFF2-40B4-BE49-F238E27FC236}">
                <a16:creationId xmlns:a16="http://schemas.microsoft.com/office/drawing/2014/main" id="{EF3E624F-8EB9-F999-1FCD-21B5E581B0F4}"/>
              </a:ext>
            </a:extLst>
          </p:cNvPr>
          <p:cNvGrpSpPr>
            <a:grpSpLocks/>
          </p:cNvGrpSpPr>
          <p:nvPr/>
        </p:nvGrpSpPr>
        <p:grpSpPr bwMode="auto">
          <a:xfrm>
            <a:off x="2063751" y="2997200"/>
            <a:ext cx="6481763" cy="622300"/>
            <a:chOff x="0" y="0"/>
            <a:chExt cx="4083" cy="392"/>
          </a:xfrm>
        </p:grpSpPr>
        <p:sp>
          <p:nvSpPr>
            <p:cNvPr id="311304" name="Rectangle 8">
              <a:extLst>
                <a:ext uri="{FF2B5EF4-FFF2-40B4-BE49-F238E27FC236}">
                  <a16:creationId xmlns:a16="http://schemas.microsoft.com/office/drawing/2014/main" id="{B5E0F747-4123-4309-5465-A80A44A3E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7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其中</a:t>
              </a:r>
            </a:p>
          </p:txBody>
        </p:sp>
        <p:graphicFrame>
          <p:nvGraphicFramePr>
            <p:cNvPr id="311305" name="Object 9">
              <a:extLst>
                <a:ext uri="{FF2B5EF4-FFF2-40B4-BE49-F238E27FC236}">
                  <a16:creationId xmlns:a16="http://schemas.microsoft.com/office/drawing/2014/main" id="{2277D1BB-D8A9-F118-B51C-D007649A9F3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0" y="45"/>
            <a:ext cx="1059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75" r:id="rId7" imgW="16090900" imgH="5270500" progId="Equation.DSMT4">
                    <p:embed/>
                  </p:oleObj>
                </mc:Choice>
                <mc:Fallback>
                  <p:oleObj r:id="rId7" imgW="16090900" imgH="5270500" progId="Equation.DSMT4">
                    <p:embed/>
                    <p:pic>
                      <p:nvPicPr>
                        <p:cNvPr id="311305" name="Object 9">
                          <a:extLst>
                            <a:ext uri="{FF2B5EF4-FFF2-40B4-BE49-F238E27FC236}">
                              <a16:creationId xmlns:a16="http://schemas.microsoft.com/office/drawing/2014/main" id="{2277D1BB-D8A9-F118-B51C-D007649A9F3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0" y="45"/>
                          <a:ext cx="1059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1306" name="Rectangle 10">
              <a:extLst>
                <a:ext uri="{FF2B5EF4-FFF2-40B4-BE49-F238E27FC236}">
                  <a16:creationId xmlns:a16="http://schemas.microsoft.com/office/drawing/2014/main" id="{4755BC50-4A19-DD88-46B9-C38DA419A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9" y="0"/>
              <a:ext cx="24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为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未知待估参数，</a:t>
              </a:r>
            </a:p>
          </p:txBody>
        </p:sp>
      </p:grpSp>
      <p:graphicFrame>
        <p:nvGraphicFramePr>
          <p:cNvPr id="311307" name="Object 11">
            <a:extLst>
              <a:ext uri="{FF2B5EF4-FFF2-40B4-BE49-F238E27FC236}">
                <a16:creationId xmlns:a16="http://schemas.microsoft.com/office/drawing/2014/main" id="{25619149-FD3E-1E1B-BDC0-09C21C9B46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47875" y="4365626"/>
          <a:ext cx="45910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6" r:id="rId9" imgW="47980600" imgH="5270500" progId="Equation.DSMT4">
                  <p:embed/>
                </p:oleObj>
              </mc:Choice>
              <mc:Fallback>
                <p:oleObj r:id="rId9" imgW="47980600" imgH="5270500" progId="Equation.DSMT4">
                  <p:embed/>
                  <p:pic>
                    <p:nvPicPr>
                      <p:cNvPr id="311307" name="Object 11">
                        <a:extLst>
                          <a:ext uri="{FF2B5EF4-FFF2-40B4-BE49-F238E27FC236}">
                            <a16:creationId xmlns:a16="http://schemas.microsoft.com/office/drawing/2014/main" id="{25619149-FD3E-1E1B-BDC0-09C21C9B46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5" y="4365626"/>
                        <a:ext cx="459105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8" name="Object 12">
            <a:extLst>
              <a:ext uri="{FF2B5EF4-FFF2-40B4-BE49-F238E27FC236}">
                <a16:creationId xmlns:a16="http://schemas.microsoft.com/office/drawing/2014/main" id="{FD8D49DE-75BA-E64B-BBEB-B62FD22E37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17714" y="4941888"/>
          <a:ext cx="8650287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7" r:id="rId11" imgW="82804000" imgH="5270500" progId="Equation.DSMT4">
                  <p:embed/>
                </p:oleObj>
              </mc:Choice>
              <mc:Fallback>
                <p:oleObj r:id="rId11" imgW="82804000" imgH="5270500" progId="Equation.DSMT4">
                  <p:embed/>
                  <p:pic>
                    <p:nvPicPr>
                      <p:cNvPr id="311308" name="Object 12">
                        <a:extLst>
                          <a:ext uri="{FF2B5EF4-FFF2-40B4-BE49-F238E27FC236}">
                            <a16:creationId xmlns:a16="http://schemas.microsoft.com/office/drawing/2014/main" id="{FD8D49DE-75BA-E64B-BBEB-B62FD22E37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7714" y="4941888"/>
                        <a:ext cx="8650287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309" name="Rectangle 13">
            <a:extLst>
              <a:ext uri="{FF2B5EF4-FFF2-40B4-BE49-F238E27FC236}">
                <a16:creationId xmlns:a16="http://schemas.microsoft.com/office/drawing/2014/main" id="{36AFAA64-2910-4E4D-5F63-71494FCF8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6" y="1700213"/>
            <a:ext cx="52562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1.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离散型总体，其分布律为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: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1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11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1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1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1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1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31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298" grpId="0" autoUpdateAnimBg="0"/>
      <p:bldP spid="311299" grpId="0" autoUpdateAnimBg="0"/>
      <p:bldP spid="311301" grpId="0" autoUpdateAnimBg="0"/>
      <p:bldP spid="311309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322" name="Group 2">
            <a:extLst>
              <a:ext uri="{FF2B5EF4-FFF2-40B4-BE49-F238E27FC236}">
                <a16:creationId xmlns:a16="http://schemas.microsoft.com/office/drawing/2014/main" id="{87E112A4-E9C0-F18A-C1E8-22C633C52E72}"/>
              </a:ext>
            </a:extLst>
          </p:cNvPr>
          <p:cNvGrpSpPr>
            <a:grpSpLocks/>
          </p:cNvGrpSpPr>
          <p:nvPr/>
        </p:nvGrpSpPr>
        <p:grpSpPr bwMode="auto">
          <a:xfrm>
            <a:off x="1774825" y="404813"/>
            <a:ext cx="6078538" cy="965200"/>
            <a:chOff x="0" y="0"/>
            <a:chExt cx="3829" cy="608"/>
          </a:xfrm>
        </p:grpSpPr>
        <p:sp>
          <p:nvSpPr>
            <p:cNvPr id="312323" name="Rectangle 3">
              <a:extLst>
                <a:ext uri="{FF2B5EF4-FFF2-40B4-BE49-F238E27FC236}">
                  <a16:creationId xmlns:a16="http://schemas.microsoft.com/office/drawing/2014/main" id="{FFF11E1E-CCE7-D6D1-7006-84B96600B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817" cy="3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记</a:t>
              </a:r>
              <a:endPara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312324" name="Object 4">
              <a:extLst>
                <a:ext uri="{FF2B5EF4-FFF2-40B4-BE49-F238E27FC236}">
                  <a16:creationId xmlns:a16="http://schemas.microsoft.com/office/drawing/2014/main" id="{EF8BF87D-6118-985D-732D-6D28772048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9" y="0"/>
            <a:ext cx="3330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7" r:id="rId3" imgW="54419500" imgH="9944100" progId="Equation.DSMT4">
                    <p:embed/>
                  </p:oleObj>
                </mc:Choice>
                <mc:Fallback>
                  <p:oleObj r:id="rId3" imgW="54419500" imgH="9944100" progId="Equation.DSMT4">
                    <p:embed/>
                    <p:pic>
                      <p:nvPicPr>
                        <p:cNvPr id="312324" name="Object 4">
                          <a:extLst>
                            <a:ext uri="{FF2B5EF4-FFF2-40B4-BE49-F238E27FC236}">
                              <a16:creationId xmlns:a16="http://schemas.microsoft.com/office/drawing/2014/main" id="{EF8BF87D-6118-985D-732D-6D28772048D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" y="0"/>
                          <a:ext cx="3330" cy="6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2325" name="Group 5">
            <a:extLst>
              <a:ext uri="{FF2B5EF4-FFF2-40B4-BE49-F238E27FC236}">
                <a16:creationId xmlns:a16="http://schemas.microsoft.com/office/drawing/2014/main" id="{8F520ED6-F11E-FCAF-33ED-D0BCE13D68EA}"/>
              </a:ext>
            </a:extLst>
          </p:cNvPr>
          <p:cNvGrpSpPr>
            <a:grpSpLocks/>
          </p:cNvGrpSpPr>
          <p:nvPr/>
        </p:nvGrpSpPr>
        <p:grpSpPr bwMode="auto">
          <a:xfrm>
            <a:off x="1847851" y="2492376"/>
            <a:ext cx="8029575" cy="550863"/>
            <a:chOff x="0" y="0"/>
            <a:chExt cx="5058" cy="347"/>
          </a:xfrm>
        </p:grpSpPr>
        <p:graphicFrame>
          <p:nvGraphicFramePr>
            <p:cNvPr id="312326" name="Object 6">
              <a:extLst>
                <a:ext uri="{FF2B5EF4-FFF2-40B4-BE49-F238E27FC236}">
                  <a16:creationId xmlns:a16="http://schemas.microsoft.com/office/drawing/2014/main" id="{3FFC463B-69D4-D2A8-81A7-544802AD2AE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02" y="0"/>
            <a:ext cx="1656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8" r:id="rId5" imgW="25158700" imgH="5270500" progId="Equation.DSMT4">
                    <p:embed/>
                  </p:oleObj>
                </mc:Choice>
                <mc:Fallback>
                  <p:oleObj r:id="rId5" imgW="25158700" imgH="5270500" progId="Equation.DSMT4">
                    <p:embed/>
                    <p:pic>
                      <p:nvPicPr>
                        <p:cNvPr id="312326" name="Object 6">
                          <a:extLst>
                            <a:ext uri="{FF2B5EF4-FFF2-40B4-BE49-F238E27FC236}">
                              <a16:creationId xmlns:a16="http://schemas.microsoft.com/office/drawing/2014/main" id="{3FFC463B-69D4-D2A8-81A7-544802AD2AE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2" y="0"/>
                          <a:ext cx="1656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2327" name="Rectangle 7">
              <a:extLst>
                <a:ext uri="{FF2B5EF4-FFF2-40B4-BE49-F238E27FC236}">
                  <a16:creationId xmlns:a16="http://schemas.microsoft.com/office/drawing/2014/main" id="{546262D3-6080-F020-CFA7-CFCE1A655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17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2.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连续型总体，其概率密度为 </a:t>
              </a:r>
            </a:p>
          </p:txBody>
        </p:sp>
      </p:grpSp>
      <p:sp>
        <p:nvSpPr>
          <p:cNvPr id="312328" name="Rectangle 8">
            <a:extLst>
              <a:ext uri="{FF2B5EF4-FFF2-40B4-BE49-F238E27FC236}">
                <a16:creationId xmlns:a16="http://schemas.microsoft.com/office/drawing/2014/main" id="{6A549BF7-7679-D27B-DA7E-88A45D477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3933825"/>
            <a:ext cx="3506088" cy="597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为其样本的似然函数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pSp>
        <p:nvGrpSpPr>
          <p:cNvPr id="312329" name="Group 9">
            <a:extLst>
              <a:ext uri="{FF2B5EF4-FFF2-40B4-BE49-F238E27FC236}">
                <a16:creationId xmlns:a16="http://schemas.microsoft.com/office/drawing/2014/main" id="{B609E641-8F7B-52E2-C927-13F946D10B84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3068638"/>
            <a:ext cx="7135812" cy="965200"/>
            <a:chOff x="0" y="0"/>
            <a:chExt cx="4019" cy="608"/>
          </a:xfrm>
        </p:grpSpPr>
        <p:sp>
          <p:nvSpPr>
            <p:cNvPr id="312330" name="Rectangle 10">
              <a:extLst>
                <a:ext uri="{FF2B5EF4-FFF2-40B4-BE49-F238E27FC236}">
                  <a16:creationId xmlns:a16="http://schemas.microsoft.com/office/drawing/2014/main" id="{E7731EF9-A42F-800E-ADB5-0FFA9B5BF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3"/>
              <a:ext cx="566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则称</a:t>
              </a:r>
            </a:p>
          </p:txBody>
        </p:sp>
        <p:graphicFrame>
          <p:nvGraphicFramePr>
            <p:cNvPr id="312331" name="Object 11">
              <a:extLst>
                <a:ext uri="{FF2B5EF4-FFF2-40B4-BE49-F238E27FC236}">
                  <a16:creationId xmlns:a16="http://schemas.microsoft.com/office/drawing/2014/main" id="{50DF07EC-8706-AE93-2825-25DAA73FB8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1" y="0"/>
            <a:ext cx="3348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9" r:id="rId7" imgW="54711600" imgH="9944100" progId="Equation.DSMT4">
                    <p:embed/>
                  </p:oleObj>
                </mc:Choice>
                <mc:Fallback>
                  <p:oleObj r:id="rId7" imgW="54711600" imgH="9944100" progId="Equation.DSMT4">
                    <p:embed/>
                    <p:pic>
                      <p:nvPicPr>
                        <p:cNvPr id="312331" name="Object 11">
                          <a:extLst>
                            <a:ext uri="{FF2B5EF4-FFF2-40B4-BE49-F238E27FC236}">
                              <a16:creationId xmlns:a16="http://schemas.microsoft.com/office/drawing/2014/main" id="{50DF07EC-8706-AE93-2825-25DAA73FB8B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1" y="0"/>
                          <a:ext cx="3348" cy="6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2332" name="Group 12">
            <a:extLst>
              <a:ext uri="{FF2B5EF4-FFF2-40B4-BE49-F238E27FC236}">
                <a16:creationId xmlns:a16="http://schemas.microsoft.com/office/drawing/2014/main" id="{7FF31505-AC4F-5551-751D-85BCD6EF144F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1557338"/>
            <a:ext cx="5810250" cy="654050"/>
            <a:chOff x="0" y="0"/>
            <a:chExt cx="3660" cy="412"/>
          </a:xfrm>
        </p:grpSpPr>
        <p:sp>
          <p:nvSpPr>
            <p:cNvPr id="312333" name="Rectangle 13">
              <a:extLst>
                <a:ext uri="{FF2B5EF4-FFF2-40B4-BE49-F238E27FC236}">
                  <a16:creationId xmlns:a16="http://schemas.microsoft.com/office/drawing/2014/main" id="{F874045A-1AA3-B688-0312-E4B4461DC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44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称</a:t>
              </a:r>
            </a:p>
          </p:txBody>
        </p:sp>
        <p:sp>
          <p:nvSpPr>
            <p:cNvPr id="312334" name="Rectangle 14">
              <a:extLst>
                <a:ext uri="{FF2B5EF4-FFF2-40B4-BE49-F238E27FC236}">
                  <a16:creationId xmlns:a16="http://schemas.microsoft.com/office/drawing/2014/main" id="{707D58F6-CE8B-C46D-E40F-11448334B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8" y="0"/>
              <a:ext cx="1982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为样本的似然函数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312335" name="Object 15">
              <a:extLst>
                <a:ext uri="{FF2B5EF4-FFF2-40B4-BE49-F238E27FC236}">
                  <a16:creationId xmlns:a16="http://schemas.microsoft.com/office/drawing/2014/main" id="{CFD81CFA-590F-0787-C8C2-910D7CF927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3" y="90"/>
            <a:ext cx="1306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00" r:id="rId9" imgW="21361400" imgH="5270500" progId="Equation.DSMT4">
                    <p:embed/>
                  </p:oleObj>
                </mc:Choice>
                <mc:Fallback>
                  <p:oleObj r:id="rId9" imgW="21361400" imgH="5270500" progId="Equation.DSMT4">
                    <p:embed/>
                    <p:pic>
                      <p:nvPicPr>
                        <p:cNvPr id="312335" name="Object 15">
                          <a:extLst>
                            <a:ext uri="{FF2B5EF4-FFF2-40B4-BE49-F238E27FC236}">
                              <a16:creationId xmlns:a16="http://schemas.microsoft.com/office/drawing/2014/main" id="{CFD81CFA-590F-0787-C8C2-910D7CF9275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" y="90"/>
                          <a:ext cx="1306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2336" name="Group 16">
            <a:extLst>
              <a:ext uri="{FF2B5EF4-FFF2-40B4-BE49-F238E27FC236}">
                <a16:creationId xmlns:a16="http://schemas.microsoft.com/office/drawing/2014/main" id="{6C2CC07E-1389-3AAC-6889-C46B96529F30}"/>
              </a:ext>
            </a:extLst>
          </p:cNvPr>
          <p:cNvGrpSpPr>
            <a:grpSpLocks/>
          </p:cNvGrpSpPr>
          <p:nvPr/>
        </p:nvGrpSpPr>
        <p:grpSpPr bwMode="auto">
          <a:xfrm>
            <a:off x="1919289" y="4768851"/>
            <a:ext cx="8569325" cy="684213"/>
            <a:chOff x="0" y="0"/>
            <a:chExt cx="5398" cy="431"/>
          </a:xfrm>
        </p:grpSpPr>
        <p:sp>
          <p:nvSpPr>
            <p:cNvPr id="312337" name="Rectangle 17">
              <a:extLst>
                <a:ext uri="{FF2B5EF4-FFF2-40B4-BE49-F238E27FC236}">
                  <a16:creationId xmlns:a16="http://schemas.microsoft.com/office/drawing/2014/main" id="{C14AAE6B-8A71-FAA3-262F-BB4269EE3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165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似然函数</a:t>
              </a:r>
            </a:p>
          </p:txBody>
        </p:sp>
        <p:graphicFrame>
          <p:nvGraphicFramePr>
            <p:cNvPr id="312338" name="Object 18">
              <a:extLst>
                <a:ext uri="{FF2B5EF4-FFF2-40B4-BE49-F238E27FC236}">
                  <a16:creationId xmlns:a16="http://schemas.microsoft.com/office/drawing/2014/main" id="{2BDD5C99-1A74-CD8B-92FD-47D18872C94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43" y="109"/>
            <a:ext cx="1325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01" r:id="rId11" imgW="21361400" imgH="5270500" progId="Equation.DSMT4">
                    <p:embed/>
                  </p:oleObj>
                </mc:Choice>
                <mc:Fallback>
                  <p:oleObj r:id="rId11" imgW="21361400" imgH="5270500" progId="Equation.DSMT4">
                    <p:embed/>
                    <p:pic>
                      <p:nvPicPr>
                        <p:cNvPr id="312338" name="Object 18">
                          <a:extLst>
                            <a:ext uri="{FF2B5EF4-FFF2-40B4-BE49-F238E27FC236}">
                              <a16:creationId xmlns:a16="http://schemas.microsoft.com/office/drawing/2014/main" id="{2BDD5C99-1A74-CD8B-92FD-47D18872C94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3" y="109"/>
                          <a:ext cx="1325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2339" name="Rectangle 19">
              <a:extLst>
                <a:ext uri="{FF2B5EF4-FFF2-40B4-BE49-F238E27FC236}">
                  <a16:creationId xmlns:a16="http://schemas.microsoft.com/office/drawing/2014/main" id="{63D7B2FC-73D8-D169-78F0-B37A67056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0" y="18"/>
              <a:ext cx="2948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的值的大小实质上反映的是</a:t>
              </a:r>
            </a:p>
          </p:txBody>
        </p:sp>
      </p:grpSp>
      <p:sp>
        <p:nvSpPr>
          <p:cNvPr id="312340" name="Rectangle 20">
            <a:extLst>
              <a:ext uri="{FF2B5EF4-FFF2-40B4-BE49-F238E27FC236}">
                <a16:creationId xmlns:a16="http://schemas.microsoft.com/office/drawing/2014/main" id="{14C16D94-A278-2D9D-93BD-D16DC19A8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988" y="5589588"/>
            <a:ext cx="5041900" cy="597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该样本值出现的可能性大小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12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1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1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1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12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1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28" grpId="0" autoUpdateAnimBg="0"/>
      <p:bldP spid="312340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>
            <a:extLst>
              <a:ext uri="{FF2B5EF4-FFF2-40B4-BE49-F238E27FC236}">
                <a16:creationId xmlns:a16="http://schemas.microsoft.com/office/drawing/2014/main" id="{47E9780C-263B-7201-9B17-20AF00C87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765175"/>
            <a:ext cx="56880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极大似然估计的</a:t>
            </a:r>
            <a:r>
              <a:rPr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方法：</a:t>
            </a:r>
          </a:p>
        </p:txBody>
      </p:sp>
      <p:grpSp>
        <p:nvGrpSpPr>
          <p:cNvPr id="313347" name="Group 3">
            <a:extLst>
              <a:ext uri="{FF2B5EF4-FFF2-40B4-BE49-F238E27FC236}">
                <a16:creationId xmlns:a16="http://schemas.microsoft.com/office/drawing/2014/main" id="{E9431E57-FFE5-B293-71CF-2EFBBC7A45E0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1628776"/>
            <a:ext cx="8431212" cy="550863"/>
            <a:chOff x="0" y="0"/>
            <a:chExt cx="5194" cy="347"/>
          </a:xfrm>
        </p:grpSpPr>
        <p:sp>
          <p:nvSpPr>
            <p:cNvPr id="313348" name="Rectangle 4">
              <a:extLst>
                <a:ext uri="{FF2B5EF4-FFF2-40B4-BE49-F238E27FC236}">
                  <a16:creationId xmlns:a16="http://schemas.microsoft.com/office/drawing/2014/main" id="{21DE178D-3986-080D-D268-72890E6160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4"/>
              <a:ext cx="385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对于给定的样本值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 baseline="-25000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 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,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sz="2800" b="1" baseline="-25000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 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, </a:t>
              </a:r>
              <a:r>
                <a:rPr lang="en-US" altLang="zh-CN" sz="2800" b="1">
                  <a:solidFill>
                    <a:srgbClr val="007A77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…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,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sz="2800" b="1" i="1" baseline="-25000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 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，选取</a:t>
              </a:r>
            </a:p>
          </p:txBody>
        </p:sp>
        <p:graphicFrame>
          <p:nvGraphicFramePr>
            <p:cNvPr id="313349" name="Object 5">
              <a:extLst>
                <a:ext uri="{FF2B5EF4-FFF2-40B4-BE49-F238E27FC236}">
                  <a16:creationId xmlns:a16="http://schemas.microsoft.com/office/drawing/2014/main" id="{80B98446-8215-12C1-6255-C3F09F4F6B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07" y="0"/>
            <a:ext cx="1387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14" r:id="rId3" imgW="21069300" imgH="5270500" progId="Equation.DSMT4">
                    <p:embed/>
                  </p:oleObj>
                </mc:Choice>
                <mc:Fallback>
                  <p:oleObj r:id="rId3" imgW="21069300" imgH="5270500" progId="Equation.DSMT4">
                    <p:embed/>
                    <p:pic>
                      <p:nvPicPr>
                        <p:cNvPr id="313349" name="Object 5">
                          <a:extLst>
                            <a:ext uri="{FF2B5EF4-FFF2-40B4-BE49-F238E27FC236}">
                              <a16:creationId xmlns:a16="http://schemas.microsoft.com/office/drawing/2014/main" id="{80B98446-8215-12C1-6255-C3F09F4F6B2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7" y="0"/>
                          <a:ext cx="1387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3350" name="Group 6">
            <a:extLst>
              <a:ext uri="{FF2B5EF4-FFF2-40B4-BE49-F238E27FC236}">
                <a16:creationId xmlns:a16="http://schemas.microsoft.com/office/drawing/2014/main" id="{E0F0C908-933A-EE3C-523A-F47998F3C8B5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2420938"/>
            <a:ext cx="8353425" cy="582612"/>
            <a:chOff x="0" y="0"/>
            <a:chExt cx="5262" cy="367"/>
          </a:xfrm>
        </p:grpSpPr>
        <p:sp>
          <p:nvSpPr>
            <p:cNvPr id="313351" name="Rectangle 7">
              <a:extLst>
                <a:ext uri="{FF2B5EF4-FFF2-40B4-BE49-F238E27FC236}">
                  <a16:creationId xmlns:a16="http://schemas.microsoft.com/office/drawing/2014/main" id="{3AE27E23-340C-CF57-E45C-32548F2A9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0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使得其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似然函数</a:t>
              </a:r>
            </a:p>
          </p:txBody>
        </p:sp>
        <p:graphicFrame>
          <p:nvGraphicFramePr>
            <p:cNvPr id="313352" name="Object 8">
              <a:extLst>
                <a:ext uri="{FF2B5EF4-FFF2-40B4-BE49-F238E27FC236}">
                  <a16:creationId xmlns:a16="http://schemas.microsoft.com/office/drawing/2014/main" id="{BD46B684-54C3-A15C-E59F-12B271469B1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78" y="45"/>
            <a:ext cx="1306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15" r:id="rId5" imgW="21361400" imgH="5270500" progId="Equation.DSMT4">
                    <p:embed/>
                  </p:oleObj>
                </mc:Choice>
                <mc:Fallback>
                  <p:oleObj r:id="rId5" imgW="21361400" imgH="5270500" progId="Equation.DSMT4">
                    <p:embed/>
                    <p:pic>
                      <p:nvPicPr>
                        <p:cNvPr id="313352" name="Object 8">
                          <a:extLst>
                            <a:ext uri="{FF2B5EF4-FFF2-40B4-BE49-F238E27FC236}">
                              <a16:creationId xmlns:a16="http://schemas.microsoft.com/office/drawing/2014/main" id="{BD46B684-54C3-A15C-E59F-12B271469B1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8" y="45"/>
                          <a:ext cx="1306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3353" name="Rectangle 9">
              <a:extLst>
                <a:ext uri="{FF2B5EF4-FFF2-40B4-BE49-F238E27FC236}">
                  <a16:creationId xmlns:a16="http://schemas.microsoft.com/office/drawing/2014/main" id="{673E21A2-4FFB-0627-54DE-16336CA40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4" y="0"/>
              <a:ext cx="22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达到最大值。即求</a:t>
              </a:r>
              <a:endPara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313354" name="Group 10">
            <a:extLst>
              <a:ext uri="{FF2B5EF4-FFF2-40B4-BE49-F238E27FC236}">
                <a16:creationId xmlns:a16="http://schemas.microsoft.com/office/drawing/2014/main" id="{819CE09C-1A04-9F98-0A6F-919CD7EC157B}"/>
              </a:ext>
            </a:extLst>
          </p:cNvPr>
          <p:cNvGrpSpPr>
            <a:grpSpLocks/>
          </p:cNvGrpSpPr>
          <p:nvPr/>
        </p:nvGrpSpPr>
        <p:grpSpPr bwMode="auto">
          <a:xfrm>
            <a:off x="1703389" y="3141664"/>
            <a:ext cx="7272337" cy="611187"/>
            <a:chOff x="0" y="0"/>
            <a:chExt cx="4581" cy="385"/>
          </a:xfrm>
        </p:grpSpPr>
        <p:graphicFrame>
          <p:nvGraphicFramePr>
            <p:cNvPr id="313355" name="Object 11">
              <a:extLst>
                <a:ext uri="{FF2B5EF4-FFF2-40B4-BE49-F238E27FC236}">
                  <a16:creationId xmlns:a16="http://schemas.microsoft.com/office/drawing/2014/main" id="{6D9533C8-84BC-9E78-AD3E-2A58F846EAE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3406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16" r:id="rId7" imgW="51790600" imgH="5854700" progId="Equation.DSMT4">
                    <p:embed/>
                  </p:oleObj>
                </mc:Choice>
                <mc:Fallback>
                  <p:oleObj r:id="rId7" imgW="51790600" imgH="5854700" progId="Equation.DSMT4">
                    <p:embed/>
                    <p:pic>
                      <p:nvPicPr>
                        <p:cNvPr id="313355" name="Object 11">
                          <a:extLst>
                            <a:ext uri="{FF2B5EF4-FFF2-40B4-BE49-F238E27FC236}">
                              <a16:creationId xmlns:a16="http://schemas.microsoft.com/office/drawing/2014/main" id="{6D9533C8-84BC-9E78-AD3E-2A58F846EAE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406" cy="3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3356" name="Rectangle 12">
              <a:extLst>
                <a:ext uri="{FF2B5EF4-FFF2-40B4-BE49-F238E27FC236}">
                  <a16:creationId xmlns:a16="http://schemas.microsoft.com/office/drawing/2014/main" id="{D9C9B513-2D09-4614-047A-83B6F9EFD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" y="45"/>
              <a:ext cx="104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使得</a:t>
              </a:r>
            </a:p>
          </p:txBody>
        </p:sp>
      </p:grpSp>
      <p:graphicFrame>
        <p:nvGraphicFramePr>
          <p:cNvPr id="313357" name="Object 13">
            <a:extLst>
              <a:ext uri="{FF2B5EF4-FFF2-40B4-BE49-F238E27FC236}">
                <a16:creationId xmlns:a16="http://schemas.microsoft.com/office/drawing/2014/main" id="{6451E00B-388B-AD2A-23BD-7ABAEC8A07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3388" y="4076700"/>
          <a:ext cx="5865812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7" r:id="rId9" imgW="56172100" imgH="5854700" progId="Equation.DSMT4">
                  <p:embed/>
                </p:oleObj>
              </mc:Choice>
              <mc:Fallback>
                <p:oleObj r:id="rId9" imgW="56172100" imgH="5854700" progId="Equation.DSMT4">
                  <p:embed/>
                  <p:pic>
                    <p:nvPicPr>
                      <p:cNvPr id="313357" name="Object 13">
                        <a:extLst>
                          <a:ext uri="{FF2B5EF4-FFF2-40B4-BE49-F238E27FC236}">
                            <a16:creationId xmlns:a16="http://schemas.microsoft.com/office/drawing/2014/main" id="{6451E00B-388B-AD2A-23BD-7ABAEC8A07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4076700"/>
                        <a:ext cx="5865812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3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1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13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13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6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Text Box 2">
            <a:extLst>
              <a:ext uri="{FF2B5EF4-FFF2-40B4-BE49-F238E27FC236}">
                <a16:creationId xmlns:a16="http://schemas.microsoft.com/office/drawing/2014/main" id="{DA2C566B-F643-DF18-FA6B-CD7C49131A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2200" y="1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7-22</a:t>
            </a:r>
          </a:p>
        </p:txBody>
      </p:sp>
      <p:graphicFrame>
        <p:nvGraphicFramePr>
          <p:cNvPr id="314371" name="Object 3">
            <a:extLst>
              <a:ext uri="{FF2B5EF4-FFF2-40B4-BE49-F238E27FC236}">
                <a16:creationId xmlns:a16="http://schemas.microsoft.com/office/drawing/2014/main" id="{A34D7CC1-148C-A1E2-E10F-23D16C67B4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4" y="1052513"/>
          <a:ext cx="2879725" cy="205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4" r:id="rId3" imgW="31597600" imgH="17259300" progId="Equation.DSMT4">
                  <p:embed/>
                </p:oleObj>
              </mc:Choice>
              <mc:Fallback>
                <p:oleObj r:id="rId3" imgW="31597600" imgH="17259300" progId="Equation.DSMT4">
                  <p:embed/>
                  <p:pic>
                    <p:nvPicPr>
                      <p:cNvPr id="314371" name="Object 3">
                        <a:extLst>
                          <a:ext uri="{FF2B5EF4-FFF2-40B4-BE49-F238E27FC236}">
                            <a16:creationId xmlns:a16="http://schemas.microsoft.com/office/drawing/2014/main" id="{A34D7CC1-148C-A1E2-E10F-23D16C67B4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1052513"/>
                        <a:ext cx="2879725" cy="205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4372" name="Rectangle 4">
            <a:extLst>
              <a:ext uri="{FF2B5EF4-FFF2-40B4-BE49-F238E27FC236}">
                <a16:creationId xmlns:a16="http://schemas.microsoft.com/office/drawing/2014/main" id="{B2E9DC0C-0ED8-D825-142E-ABA2BE4F3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100" y="1412875"/>
            <a:ext cx="4464050" cy="1229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称为未知参数   </a:t>
            </a:r>
            <a:r>
              <a:rPr lang="zh-CN" altLang="en-US" sz="2800" b="1" i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</a:t>
            </a:r>
            <a:r>
              <a:rPr lang="en-US" altLang="zh-CN" sz="2800" b="1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1</a:t>
            </a:r>
            <a:r>
              <a:rPr lang="en-US" altLang="zh-CN" sz="2800" b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, ,</a:t>
            </a:r>
            <a:r>
              <a:rPr lang="en-US" altLang="zh-CN" sz="2800" b="1" i="1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</a:t>
            </a:r>
            <a:r>
              <a:rPr lang="en-US" altLang="zh-CN" sz="2800" b="1" i="1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k</a:t>
            </a:r>
            <a:r>
              <a:rPr lang="en-US" altLang="zh-CN" sz="2800" i="1" baseline="-25000" dirty="0">
                <a:solidFill>
                  <a:srgbClr val="002060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 </a:t>
            </a:r>
            <a:r>
              <a:rPr lang="zh-CN" altLang="en-US" sz="2800" b="1" dirty="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lang="zh-CN" altLang="en-US" sz="3200" b="1" dirty="0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极大似然估计值</a:t>
            </a:r>
          </a:p>
        </p:txBody>
      </p:sp>
      <p:sp>
        <p:nvSpPr>
          <p:cNvPr id="314373" name="AutoShape 5">
            <a:extLst>
              <a:ext uri="{FF2B5EF4-FFF2-40B4-BE49-F238E27FC236}">
                <a16:creationId xmlns:a16="http://schemas.microsoft.com/office/drawing/2014/main" id="{14B67369-F884-E221-DE17-1BD920B648E2}"/>
              </a:ext>
            </a:extLst>
          </p:cNvPr>
          <p:cNvSpPr>
            <a:spLocks/>
          </p:cNvSpPr>
          <p:nvPr/>
        </p:nvSpPr>
        <p:spPr bwMode="auto">
          <a:xfrm>
            <a:off x="5160963" y="1339851"/>
            <a:ext cx="304800" cy="1616075"/>
          </a:xfrm>
          <a:prstGeom prst="rightBrace">
            <a:avLst>
              <a:gd name="adj1" fmla="val 44184"/>
              <a:gd name="adj2" fmla="val 50000"/>
            </a:avLst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4374" name="Rectangle 6">
            <a:extLst>
              <a:ext uri="{FF2B5EF4-FFF2-40B4-BE49-F238E27FC236}">
                <a16:creationId xmlns:a16="http://schemas.microsoft.com/office/drawing/2014/main" id="{C43874FA-8973-4DB8-5B00-D557A0B8A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333376"/>
            <a:ext cx="3600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这样得到的估计值</a:t>
            </a:r>
          </a:p>
        </p:txBody>
      </p:sp>
      <p:sp>
        <p:nvSpPr>
          <p:cNvPr id="314375" name="Rectangle 7">
            <a:extLst>
              <a:ext uri="{FF2B5EF4-FFF2-40B4-BE49-F238E27FC236}">
                <a16:creationId xmlns:a16="http://schemas.microsoft.com/office/drawing/2014/main" id="{AE5EEC77-6F81-D291-5F5E-92D3A9CB2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3284538"/>
            <a:ext cx="41767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对应的统计量</a:t>
            </a:r>
            <a:endParaRPr lang="zh-CN" altLang="en-US" sz="2800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14376" name="Object 8">
            <a:extLst>
              <a:ext uri="{FF2B5EF4-FFF2-40B4-BE49-F238E27FC236}">
                <a16:creationId xmlns:a16="http://schemas.microsoft.com/office/drawing/2014/main" id="{7F305324-B01E-3BA1-B05A-59DDDDA0CA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3" y="3933825"/>
          <a:ext cx="3567112" cy="186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5" r:id="rId5" imgW="33934400" imgH="17259300" progId="Equation.DSMT4">
                  <p:embed/>
                </p:oleObj>
              </mc:Choice>
              <mc:Fallback>
                <p:oleObj r:id="rId5" imgW="33934400" imgH="17259300" progId="Equation.DSMT4">
                  <p:embed/>
                  <p:pic>
                    <p:nvPicPr>
                      <p:cNvPr id="314376" name="Object 8">
                        <a:extLst>
                          <a:ext uri="{FF2B5EF4-FFF2-40B4-BE49-F238E27FC236}">
                            <a16:creationId xmlns:a16="http://schemas.microsoft.com/office/drawing/2014/main" id="{7F305324-B01E-3BA1-B05A-59DDDDA0CA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3933825"/>
                        <a:ext cx="3567112" cy="186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4377" name="Rectangle 9">
            <a:extLst>
              <a:ext uri="{FF2B5EF4-FFF2-40B4-BE49-F238E27FC236}">
                <a16:creationId xmlns:a16="http://schemas.microsoft.com/office/drawing/2014/main" id="{137EA88F-135C-CF98-502E-1EFB4CF25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0926" y="4221163"/>
            <a:ext cx="4537075" cy="1229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 dirty="0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称为未知参数</a:t>
            </a:r>
            <a:r>
              <a:rPr lang="en-CN" altLang="en-US" sz="2800" b="1" i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</a:t>
            </a:r>
            <a:r>
              <a:rPr lang="en-CN" altLang="en-US" sz="2800" b="1" baseline="-25000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1</a:t>
            </a:r>
            <a:r>
              <a:rPr lang="en-CN" altLang="en-US" sz="2800" b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,,</a:t>
            </a:r>
            <a:r>
              <a:rPr lang="en-CN" altLang="en-US" sz="2800" b="1" i="1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</a:t>
            </a:r>
            <a:r>
              <a:rPr lang="en-CN" altLang="en-US" sz="2800" b="1" i="1" baseline="-25000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k</a:t>
            </a:r>
            <a:r>
              <a:rPr lang="en-CN" altLang="en-US" sz="2800" i="1" baseline="-25000" dirty="0">
                <a:solidFill>
                  <a:srgbClr val="002060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 </a:t>
            </a:r>
            <a:r>
              <a:rPr lang="en-CN" altLang="en-US" sz="2800" b="1" dirty="0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的   </a:t>
            </a:r>
            <a:r>
              <a:rPr lang="en-CN" altLang="en-US" sz="3200" b="1" dirty="0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极大似然</a:t>
            </a:r>
            <a:r>
              <a:rPr lang="zh-CN" altLang="en-US" sz="3200" b="1" dirty="0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估计</a:t>
            </a:r>
            <a:r>
              <a:rPr lang="en-CN" altLang="en-US" sz="3200" b="1" dirty="0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量</a:t>
            </a:r>
          </a:p>
        </p:txBody>
      </p:sp>
      <p:sp>
        <p:nvSpPr>
          <p:cNvPr id="314378" name="AutoShape 10">
            <a:extLst>
              <a:ext uri="{FF2B5EF4-FFF2-40B4-BE49-F238E27FC236}">
                <a16:creationId xmlns:a16="http://schemas.microsoft.com/office/drawing/2014/main" id="{AF99F504-FB4E-3F75-334D-82B4D910BD34}"/>
              </a:ext>
            </a:extLst>
          </p:cNvPr>
          <p:cNvSpPr>
            <a:spLocks/>
          </p:cNvSpPr>
          <p:nvPr/>
        </p:nvSpPr>
        <p:spPr bwMode="auto">
          <a:xfrm>
            <a:off x="5808663" y="4221163"/>
            <a:ext cx="304800" cy="1401762"/>
          </a:xfrm>
          <a:prstGeom prst="rightBrace">
            <a:avLst>
              <a:gd name="adj1" fmla="val 38325"/>
              <a:gd name="adj2" fmla="val 50000"/>
            </a:avLst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4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14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4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14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14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14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4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14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2" grpId="0" autoUpdateAnimBg="0"/>
      <p:bldP spid="314374" grpId="0" autoUpdateAnimBg="0"/>
      <p:bldP spid="314375" grpId="0" autoUpdateAnimBg="0"/>
      <p:bldP spid="314377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>
            <a:extLst>
              <a:ext uri="{FF2B5EF4-FFF2-40B4-BE49-F238E27FC236}">
                <a16:creationId xmlns:a16="http://schemas.microsoft.com/office/drawing/2014/main" id="{7C52CA76-EB09-9A1C-5FE0-B47FE5FBF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997658"/>
            <a:ext cx="8280400" cy="549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(1)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由总体分布和所给样本，求得似然函数</a:t>
            </a:r>
          </a:p>
        </p:txBody>
      </p:sp>
      <p:sp>
        <p:nvSpPr>
          <p:cNvPr id="315395" name="Text Box 3">
            <a:extLst>
              <a:ext uri="{FF2B5EF4-FFF2-40B4-BE49-F238E27FC236}">
                <a16:creationId xmlns:a16="http://schemas.microsoft.com/office/drawing/2014/main" id="{4E08F69F-2C88-5A2A-00A6-DD9B889CEC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4" y="333375"/>
            <a:ext cx="16906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步骤：</a:t>
            </a:r>
          </a:p>
        </p:txBody>
      </p:sp>
      <p:graphicFrame>
        <p:nvGraphicFramePr>
          <p:cNvPr id="315396" name="Object 4">
            <a:extLst>
              <a:ext uri="{FF2B5EF4-FFF2-40B4-BE49-F238E27FC236}">
                <a16:creationId xmlns:a16="http://schemas.microsoft.com/office/drawing/2014/main" id="{01A2D60D-59DB-BDC2-1F4A-DD89DE724E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1450" y="1649413"/>
          <a:ext cx="5976938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9" r:id="rId3" imgW="54711600" imgH="9944100" progId="Equation.DSMT4">
                  <p:embed/>
                </p:oleObj>
              </mc:Choice>
              <mc:Fallback>
                <p:oleObj r:id="rId3" imgW="54711600" imgH="9944100" progId="Equation.DSMT4">
                  <p:embed/>
                  <p:pic>
                    <p:nvPicPr>
                      <p:cNvPr id="315396" name="Object 4">
                        <a:extLst>
                          <a:ext uri="{FF2B5EF4-FFF2-40B4-BE49-F238E27FC236}">
                            <a16:creationId xmlns:a16="http://schemas.microsoft.com/office/drawing/2014/main" id="{01A2D60D-59DB-BDC2-1F4A-DD89DE724E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1649413"/>
                        <a:ext cx="5976938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5397" name="Group 5">
            <a:extLst>
              <a:ext uri="{FF2B5EF4-FFF2-40B4-BE49-F238E27FC236}">
                <a16:creationId xmlns:a16="http://schemas.microsoft.com/office/drawing/2014/main" id="{A109A419-B6BF-8FCA-F8E4-0FFED45CAE0E}"/>
              </a:ext>
            </a:extLst>
          </p:cNvPr>
          <p:cNvGrpSpPr>
            <a:grpSpLocks/>
          </p:cNvGrpSpPr>
          <p:nvPr/>
        </p:nvGrpSpPr>
        <p:grpSpPr bwMode="auto">
          <a:xfrm>
            <a:off x="1774825" y="2543175"/>
            <a:ext cx="8351838" cy="661988"/>
            <a:chOff x="0" y="10"/>
            <a:chExt cx="5261" cy="417"/>
          </a:xfrm>
        </p:grpSpPr>
        <p:sp>
          <p:nvSpPr>
            <p:cNvPr id="315398" name="Rectangle 6">
              <a:extLst>
                <a:ext uri="{FF2B5EF4-FFF2-40B4-BE49-F238E27FC236}">
                  <a16:creationId xmlns:a16="http://schemas.microsoft.com/office/drawing/2014/main" id="{169AEBD1-C328-173A-4AA6-8029EB567C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0"/>
              <a:ext cx="5035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(</a:t>
              </a:r>
              <a:r>
                <a:rPr lang="en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2</a:t>
              </a:r>
              <a:r>
                <a:rPr lang="en-US" altLang="zh-CN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) </a:t>
              </a:r>
              <a:r>
                <a:rPr lang="en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求似然函数</a:t>
              </a:r>
            </a:p>
          </p:txBody>
        </p:sp>
        <p:graphicFrame>
          <p:nvGraphicFramePr>
            <p:cNvPr id="315399" name="Object 7">
              <a:extLst>
                <a:ext uri="{FF2B5EF4-FFF2-40B4-BE49-F238E27FC236}">
                  <a16:creationId xmlns:a16="http://schemas.microsoft.com/office/drawing/2014/main" id="{799B25EC-188C-2A75-9415-ACEFE1AB765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15" y="69"/>
            <a:ext cx="1452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0" r:id="rId5" imgW="21361400" imgH="5270500" progId="Equation.DSMT4">
                    <p:embed/>
                  </p:oleObj>
                </mc:Choice>
                <mc:Fallback>
                  <p:oleObj r:id="rId5" imgW="21361400" imgH="5270500" progId="Equation.DSMT4">
                    <p:embed/>
                    <p:pic>
                      <p:nvPicPr>
                        <p:cNvPr id="315399" name="Object 7">
                          <a:extLst>
                            <a:ext uri="{FF2B5EF4-FFF2-40B4-BE49-F238E27FC236}">
                              <a16:creationId xmlns:a16="http://schemas.microsoft.com/office/drawing/2014/main" id="{799B25EC-188C-2A75-9415-ACEFE1AB765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5" y="69"/>
                          <a:ext cx="1452" cy="3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5400" name="Rectangle 8">
              <a:extLst>
                <a:ext uri="{FF2B5EF4-FFF2-40B4-BE49-F238E27FC236}">
                  <a16:creationId xmlns:a16="http://schemas.microsoft.com/office/drawing/2014/main" id="{9BCFA07D-0650-4EFA-2752-D1FB7327F4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6" y="69"/>
              <a:ext cx="199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dirty="0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的</a:t>
              </a:r>
              <a:r>
                <a:rPr lang="zh-CN" altLang="en-US" sz="2800" b="1" dirty="0" smtClean="0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对数函数</a:t>
              </a:r>
              <a:endParaRPr lang="zh-CN" altLang="en-US" sz="2800" b="1" dirty="0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pSp>
        <p:nvGrpSpPr>
          <p:cNvPr id="315401" name="Group 9">
            <a:extLst>
              <a:ext uri="{FF2B5EF4-FFF2-40B4-BE49-F238E27FC236}">
                <a16:creationId xmlns:a16="http://schemas.microsoft.com/office/drawing/2014/main" id="{E38B4CBF-9672-4370-30AE-474AA28D1658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4437063"/>
            <a:ext cx="8702675" cy="557212"/>
            <a:chOff x="0" y="0"/>
            <a:chExt cx="5482" cy="351"/>
          </a:xfrm>
        </p:grpSpPr>
        <p:sp>
          <p:nvSpPr>
            <p:cNvPr id="315402" name="Rectangle 10">
              <a:extLst>
                <a:ext uri="{FF2B5EF4-FFF2-40B4-BE49-F238E27FC236}">
                  <a16:creationId xmlns:a16="http://schemas.microsoft.com/office/drawing/2014/main" id="{9DFBA7CB-A98A-0CEB-504A-2A2B67B15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38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（化积商为和差，而</a:t>
              </a:r>
            </a:p>
          </p:txBody>
        </p:sp>
        <p:graphicFrame>
          <p:nvGraphicFramePr>
            <p:cNvPr id="315403" name="Object 11">
              <a:extLst>
                <a:ext uri="{FF2B5EF4-FFF2-40B4-BE49-F238E27FC236}">
                  <a16:creationId xmlns:a16="http://schemas.microsoft.com/office/drawing/2014/main" id="{7ACBEFA0-5A5B-C5E1-4A41-DBFAD6BE637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09" y="0"/>
            <a:ext cx="1588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1" r:id="rId7" imgW="24574500" imgH="5270500" progId="Equation.DSMT4">
                    <p:embed/>
                  </p:oleObj>
                </mc:Choice>
                <mc:Fallback>
                  <p:oleObj r:id="rId7" imgW="24574500" imgH="5270500" progId="Equation.DSMT4">
                    <p:embed/>
                    <p:pic>
                      <p:nvPicPr>
                        <p:cNvPr id="315403" name="Object 11">
                          <a:extLst>
                            <a:ext uri="{FF2B5EF4-FFF2-40B4-BE49-F238E27FC236}">
                              <a16:creationId xmlns:a16="http://schemas.microsoft.com/office/drawing/2014/main" id="{7ACBEFA0-5A5B-C5E1-4A41-DBFAD6BE637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9" y="0"/>
                          <a:ext cx="1588" cy="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5404" name="Rectangle 12">
              <a:extLst>
                <a:ext uri="{FF2B5EF4-FFF2-40B4-BE49-F238E27FC236}">
                  <a16:creationId xmlns:a16="http://schemas.microsoft.com/office/drawing/2014/main" id="{C279A340-3874-1EB2-905B-8B6779D8F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0"/>
              <a:ext cx="4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和</a:t>
              </a:r>
            </a:p>
          </p:txBody>
        </p:sp>
        <p:graphicFrame>
          <p:nvGraphicFramePr>
            <p:cNvPr id="315405" name="Object 13">
              <a:extLst>
                <a:ext uri="{FF2B5EF4-FFF2-40B4-BE49-F238E27FC236}">
                  <a16:creationId xmlns:a16="http://schemas.microsoft.com/office/drawing/2014/main" id="{7CD70C06-E6DB-EEF0-8D2C-FD47133DBB3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59" y="0"/>
            <a:ext cx="1423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2" r:id="rId9" imgW="21361400" imgH="5270500" progId="Equation.DSMT4">
                    <p:embed/>
                  </p:oleObj>
                </mc:Choice>
                <mc:Fallback>
                  <p:oleObj r:id="rId9" imgW="21361400" imgH="5270500" progId="Equation.DSMT4">
                    <p:embed/>
                    <p:pic>
                      <p:nvPicPr>
                        <p:cNvPr id="315405" name="Object 13">
                          <a:extLst>
                            <a:ext uri="{FF2B5EF4-FFF2-40B4-BE49-F238E27FC236}">
                              <a16:creationId xmlns:a16="http://schemas.microsoft.com/office/drawing/2014/main" id="{7CD70C06-E6DB-EEF0-8D2C-FD47133DBB3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9" y="0"/>
                          <a:ext cx="1423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5406" name="Rectangle 14">
            <a:extLst>
              <a:ext uri="{FF2B5EF4-FFF2-40B4-BE49-F238E27FC236}">
                <a16:creationId xmlns:a16="http://schemas.microsoft.com/office/drawing/2014/main" id="{F3DE01E7-3815-1287-FD7B-D73A7EE38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8" y="5229226"/>
            <a:ext cx="3041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同时取得最大值）</a:t>
            </a:r>
          </a:p>
        </p:txBody>
      </p:sp>
      <p:graphicFrame>
        <p:nvGraphicFramePr>
          <p:cNvPr id="315407" name="Object 15">
            <a:extLst>
              <a:ext uri="{FF2B5EF4-FFF2-40B4-BE49-F238E27FC236}">
                <a16:creationId xmlns:a16="http://schemas.microsoft.com/office/drawing/2014/main" id="{64BFDDAF-6C0B-E86D-E8C3-8ED0759DC2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28863" y="3284538"/>
          <a:ext cx="67437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3" r:id="rId11" imgW="61734700" imgH="9944100" progId="Equation.DSMT4">
                  <p:embed/>
                </p:oleObj>
              </mc:Choice>
              <mc:Fallback>
                <p:oleObj r:id="rId11" imgW="61734700" imgH="9944100" progId="Equation.DSMT4">
                  <p:embed/>
                  <p:pic>
                    <p:nvPicPr>
                      <p:cNvPr id="315407" name="Object 15">
                        <a:extLst>
                          <a:ext uri="{FF2B5EF4-FFF2-40B4-BE49-F238E27FC236}">
                            <a16:creationId xmlns:a16="http://schemas.microsoft.com/office/drawing/2014/main" id="{64BFDDAF-6C0B-E86D-E8C3-8ED0759DC2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8863" y="3284538"/>
                        <a:ext cx="6743700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1000"/>
                                        <p:tgtEl>
                                          <p:spTgt spid="3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" dur="1000"/>
                                        <p:tgtEl>
                                          <p:spTgt spid="315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1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15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4" grpId="0" autoUpdateAnimBg="0"/>
      <p:bldP spid="315395" grpId="0" autoUpdateAnimBg="0"/>
      <p:bldP spid="315406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29ECAC41-0E7D-6E72-EB8D-92CD564C7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600783"/>
            <a:ext cx="7634288" cy="549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(3)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解方程组</a:t>
            </a:r>
          </a:p>
        </p:txBody>
      </p:sp>
      <p:grpSp>
        <p:nvGrpSpPr>
          <p:cNvPr id="316419" name="Group 3">
            <a:extLst>
              <a:ext uri="{FF2B5EF4-FFF2-40B4-BE49-F238E27FC236}">
                <a16:creationId xmlns:a16="http://schemas.microsoft.com/office/drawing/2014/main" id="{C78F1229-7071-EE47-7F5E-B2AF5E4CBC2B}"/>
              </a:ext>
            </a:extLst>
          </p:cNvPr>
          <p:cNvGrpSpPr>
            <a:grpSpLocks/>
          </p:cNvGrpSpPr>
          <p:nvPr/>
        </p:nvGrpSpPr>
        <p:grpSpPr bwMode="auto">
          <a:xfrm>
            <a:off x="3935414" y="1268414"/>
            <a:ext cx="4529137" cy="4524375"/>
            <a:chOff x="0" y="0"/>
            <a:chExt cx="2853" cy="2850"/>
          </a:xfrm>
        </p:grpSpPr>
        <p:graphicFrame>
          <p:nvGraphicFramePr>
            <p:cNvPr id="316420" name="Object 4">
              <a:extLst>
                <a:ext uri="{FF2B5EF4-FFF2-40B4-BE49-F238E27FC236}">
                  <a16:creationId xmlns:a16="http://schemas.microsoft.com/office/drawing/2014/main" id="{42B499A1-A382-289B-C13B-C3F336CB63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3" y="0"/>
            <a:ext cx="2445" cy="7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79" r:id="rId3" imgW="32766000" imgH="10236200" progId="Equation.DSMT4">
                    <p:embed/>
                  </p:oleObj>
                </mc:Choice>
                <mc:Fallback>
                  <p:oleObj r:id="rId3" imgW="32766000" imgH="10236200" progId="Equation.DSMT4">
                    <p:embed/>
                    <p:pic>
                      <p:nvPicPr>
                        <p:cNvPr id="316420" name="Object 4">
                          <a:extLst>
                            <a:ext uri="{FF2B5EF4-FFF2-40B4-BE49-F238E27FC236}">
                              <a16:creationId xmlns:a16="http://schemas.microsoft.com/office/drawing/2014/main" id="{42B499A1-A382-289B-C13B-C3F336CB632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" y="0"/>
                          <a:ext cx="2445" cy="7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6421" name="Object 5">
              <a:extLst>
                <a:ext uri="{FF2B5EF4-FFF2-40B4-BE49-F238E27FC236}">
                  <a16:creationId xmlns:a16="http://schemas.microsoft.com/office/drawing/2014/main" id="{89FAD806-FC2E-4003-E66B-F15C55B2B2B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8" y="725"/>
            <a:ext cx="2445" cy="7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80" r:id="rId5" imgW="32766000" imgH="10236200" progId="Equation.DSMT4">
                    <p:embed/>
                  </p:oleObj>
                </mc:Choice>
                <mc:Fallback>
                  <p:oleObj r:id="rId5" imgW="32766000" imgH="10236200" progId="Equation.DSMT4">
                    <p:embed/>
                    <p:pic>
                      <p:nvPicPr>
                        <p:cNvPr id="316421" name="Object 5">
                          <a:extLst>
                            <a:ext uri="{FF2B5EF4-FFF2-40B4-BE49-F238E27FC236}">
                              <a16:creationId xmlns:a16="http://schemas.microsoft.com/office/drawing/2014/main" id="{89FAD806-FC2E-4003-E66B-F15C55B2B2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" y="725"/>
                          <a:ext cx="2445" cy="7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6422" name="Object 6">
              <a:extLst>
                <a:ext uri="{FF2B5EF4-FFF2-40B4-BE49-F238E27FC236}">
                  <a16:creationId xmlns:a16="http://schemas.microsoft.com/office/drawing/2014/main" id="{C90941D4-9E04-96B0-0092-4CC944799D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3" y="2086"/>
            <a:ext cx="2445" cy="7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81" r:id="rId7" imgW="32766000" imgH="10236200" progId="Equation.DSMT4">
                    <p:embed/>
                  </p:oleObj>
                </mc:Choice>
                <mc:Fallback>
                  <p:oleObj r:id="rId7" imgW="32766000" imgH="10236200" progId="Equation.DSMT4">
                    <p:embed/>
                    <p:pic>
                      <p:nvPicPr>
                        <p:cNvPr id="316422" name="Object 6">
                          <a:extLst>
                            <a:ext uri="{FF2B5EF4-FFF2-40B4-BE49-F238E27FC236}">
                              <a16:creationId xmlns:a16="http://schemas.microsoft.com/office/drawing/2014/main" id="{C90941D4-9E04-96B0-0092-4CC944799D8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" y="2086"/>
                          <a:ext cx="2445" cy="7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6423" name="Rectangle 7">
              <a:extLst>
                <a:ext uri="{FF2B5EF4-FFF2-40B4-BE49-F238E27FC236}">
                  <a16:creationId xmlns:a16="http://schemas.microsoft.com/office/drawing/2014/main" id="{91DC3B58-A449-1F5D-EB29-75C6871B0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" y="1633"/>
              <a:ext cx="195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3400" b="1">
                  <a:solidFill>
                    <a:srgbClr val="007A77"/>
                  </a:solidFill>
                  <a:latin typeface="MT Extra" pitchFamily="2" charset="77"/>
                  <a:ea typeface="宋体" panose="02010600030101010101" pitchFamily="2" charset="-122"/>
                </a:rPr>
                <a:t>LLLLLLL</a:t>
              </a:r>
              <a:endParaRPr lang="en-US" altLang="zh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6424" name="AutoShape 8">
              <a:extLst>
                <a:ext uri="{FF2B5EF4-FFF2-40B4-BE49-F238E27FC236}">
                  <a16:creationId xmlns:a16="http://schemas.microsoft.com/office/drawing/2014/main" id="{1D491676-526E-2FD6-09DA-A6945F268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408"/>
              <a:ext cx="226" cy="2132"/>
            </a:xfrm>
            <a:prstGeom prst="leftBrace">
              <a:avLst>
                <a:gd name="adj1" fmla="val 78614"/>
                <a:gd name="adj2" fmla="val 50000"/>
              </a:avLst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1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18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Text Box 2">
            <a:extLst>
              <a:ext uri="{FF2B5EF4-FFF2-40B4-BE49-F238E27FC236}">
                <a16:creationId xmlns:a16="http://schemas.microsoft.com/office/drawing/2014/main" id="{A21E5AEA-D3AF-78A0-9A22-78ECB7063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2200" y="1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7-12</a:t>
            </a:r>
          </a:p>
        </p:txBody>
      </p:sp>
      <p:sp>
        <p:nvSpPr>
          <p:cNvPr id="317443" name="Text Box 3">
            <a:extLst>
              <a:ext uri="{FF2B5EF4-FFF2-40B4-BE49-F238E27FC236}">
                <a16:creationId xmlns:a16="http://schemas.microsoft.com/office/drawing/2014/main" id="{583DCD86-2BB0-5775-CA78-B0838D179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493635"/>
            <a:ext cx="7632700" cy="547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 (4)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得未知参数</a:t>
            </a:r>
            <a:r>
              <a:rPr lang="zh-CN" altLang="en-US" sz="2800" b="1" i="1">
                <a:solidFill>
                  <a:srgbClr val="EBF7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</a:t>
            </a:r>
            <a:r>
              <a:rPr lang="en-US" altLang="zh-CN" sz="2800" b="1" baseline="-25000">
                <a:solidFill>
                  <a:srgbClr val="EBF7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1</a:t>
            </a:r>
            <a:r>
              <a:rPr lang="en-US" altLang="zh-CN" sz="2800" b="1">
                <a:solidFill>
                  <a:srgbClr val="EBF7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, ,</a:t>
            </a:r>
            <a:r>
              <a:rPr lang="en-US" altLang="zh-CN" sz="2800" b="1" i="1">
                <a:solidFill>
                  <a:srgbClr val="EBF7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</a:t>
            </a:r>
            <a:r>
              <a:rPr lang="en-US" altLang="zh-CN" sz="2800" b="1" i="1" baseline="-25000">
                <a:solidFill>
                  <a:srgbClr val="EBF7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k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的极大似然估计值</a:t>
            </a:r>
          </a:p>
        </p:txBody>
      </p:sp>
      <p:grpSp>
        <p:nvGrpSpPr>
          <p:cNvPr id="317444" name="Group 4">
            <a:extLst>
              <a:ext uri="{FF2B5EF4-FFF2-40B4-BE49-F238E27FC236}">
                <a16:creationId xmlns:a16="http://schemas.microsoft.com/office/drawing/2014/main" id="{3C4265A9-1B0B-3F0E-9D3D-EF45A53F3BC6}"/>
              </a:ext>
            </a:extLst>
          </p:cNvPr>
          <p:cNvGrpSpPr>
            <a:grpSpLocks/>
          </p:cNvGrpSpPr>
          <p:nvPr/>
        </p:nvGrpSpPr>
        <p:grpSpPr bwMode="auto">
          <a:xfrm>
            <a:off x="2566989" y="1352550"/>
            <a:ext cx="3024187" cy="2051050"/>
            <a:chOff x="0" y="0"/>
            <a:chExt cx="1905" cy="1292"/>
          </a:xfrm>
        </p:grpSpPr>
        <p:graphicFrame>
          <p:nvGraphicFramePr>
            <p:cNvPr id="317445" name="Object 5">
              <a:extLst>
                <a:ext uri="{FF2B5EF4-FFF2-40B4-BE49-F238E27FC236}">
                  <a16:creationId xmlns:a16="http://schemas.microsoft.com/office/drawing/2014/main" id="{43A6E376-0018-912E-7D98-EACD9B17C14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" y="0"/>
            <a:ext cx="1814" cy="1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6" r:id="rId3" imgW="31597600" imgH="17259300" progId="Equation.DSMT4">
                    <p:embed/>
                  </p:oleObj>
                </mc:Choice>
                <mc:Fallback>
                  <p:oleObj r:id="rId3" imgW="31597600" imgH="17259300" progId="Equation.DSMT4">
                    <p:embed/>
                    <p:pic>
                      <p:nvPicPr>
                        <p:cNvPr id="317445" name="Object 5">
                          <a:extLst>
                            <a:ext uri="{FF2B5EF4-FFF2-40B4-BE49-F238E27FC236}">
                              <a16:creationId xmlns:a16="http://schemas.microsoft.com/office/drawing/2014/main" id="{43A6E376-0018-912E-7D98-EACD9B17C14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" y="0"/>
                          <a:ext cx="1814" cy="1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446" name="AutoShape 6">
              <a:extLst>
                <a:ext uri="{FF2B5EF4-FFF2-40B4-BE49-F238E27FC236}">
                  <a16:creationId xmlns:a16="http://schemas.microsoft.com/office/drawing/2014/main" id="{71808090-06B0-B715-F1B7-AA0739FEE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9"/>
              <a:ext cx="45" cy="1034"/>
            </a:xfrm>
            <a:prstGeom prst="leftBrace">
              <a:avLst>
                <a:gd name="adj1" fmla="val 191481"/>
                <a:gd name="adj2" fmla="val 50000"/>
              </a:avLst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17447" name="Rectangle 7">
            <a:extLst>
              <a:ext uri="{FF2B5EF4-FFF2-40B4-BE49-F238E27FC236}">
                <a16:creationId xmlns:a16="http://schemas.microsoft.com/office/drawing/2014/main" id="{C541C883-65BB-9037-5E6F-4FF8E67D2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3644900"/>
            <a:ext cx="6697662" cy="597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及其对应的极大似然估计量</a:t>
            </a:r>
          </a:p>
        </p:txBody>
      </p:sp>
      <p:grpSp>
        <p:nvGrpSpPr>
          <p:cNvPr id="317448" name="Group 8">
            <a:extLst>
              <a:ext uri="{FF2B5EF4-FFF2-40B4-BE49-F238E27FC236}">
                <a16:creationId xmlns:a16="http://schemas.microsoft.com/office/drawing/2014/main" id="{150F1793-93E9-01D9-8B56-4481BE526AB0}"/>
              </a:ext>
            </a:extLst>
          </p:cNvPr>
          <p:cNvGrpSpPr>
            <a:grpSpLocks/>
          </p:cNvGrpSpPr>
          <p:nvPr/>
        </p:nvGrpSpPr>
        <p:grpSpPr bwMode="auto">
          <a:xfrm>
            <a:off x="3287713" y="4508500"/>
            <a:ext cx="3744912" cy="1849438"/>
            <a:chOff x="0" y="0"/>
            <a:chExt cx="2359" cy="1165"/>
          </a:xfrm>
        </p:grpSpPr>
        <p:graphicFrame>
          <p:nvGraphicFramePr>
            <p:cNvPr id="317449" name="Object 9">
              <a:extLst>
                <a:ext uri="{FF2B5EF4-FFF2-40B4-BE49-F238E27FC236}">
                  <a16:creationId xmlns:a16="http://schemas.microsoft.com/office/drawing/2014/main" id="{AFCA29D5-C295-3F50-F71B-B533A59A33D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6" y="0"/>
            <a:ext cx="2223" cy="1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7" r:id="rId5" imgW="33934400" imgH="17259300" progId="Equation.DSMT4">
                    <p:embed/>
                  </p:oleObj>
                </mc:Choice>
                <mc:Fallback>
                  <p:oleObj r:id="rId5" imgW="33934400" imgH="17259300" progId="Equation.DSMT4">
                    <p:embed/>
                    <p:pic>
                      <p:nvPicPr>
                        <p:cNvPr id="317449" name="Object 9">
                          <a:extLst>
                            <a:ext uri="{FF2B5EF4-FFF2-40B4-BE49-F238E27FC236}">
                              <a16:creationId xmlns:a16="http://schemas.microsoft.com/office/drawing/2014/main" id="{AFCA29D5-C295-3F50-F71B-B533A59A33D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" y="0"/>
                          <a:ext cx="2223" cy="1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450" name="AutoShape 10">
              <a:extLst>
                <a:ext uri="{FF2B5EF4-FFF2-40B4-BE49-F238E27FC236}">
                  <a16:creationId xmlns:a16="http://schemas.microsoft.com/office/drawing/2014/main" id="{2D1E5F42-1CCA-92A2-91D4-DBEBDDB60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1" cy="1089"/>
            </a:xfrm>
            <a:prstGeom prst="leftBrace">
              <a:avLst>
                <a:gd name="adj1" fmla="val 99725"/>
                <a:gd name="adj2" fmla="val 50000"/>
              </a:avLst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1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1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1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3" grpId="0" autoUpdateAnimBg="0"/>
      <p:bldP spid="317447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9490" name="Object 2">
            <a:extLst>
              <a:ext uri="{FF2B5EF4-FFF2-40B4-BE49-F238E27FC236}">
                <a16:creationId xmlns:a16="http://schemas.microsoft.com/office/drawing/2014/main" id="{EBE405DB-9785-624D-6A40-6BCB12F6AD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3" y="4508500"/>
          <a:ext cx="6051550" cy="111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4" r:id="rId3" imgW="57924700" imgH="9652000" progId="Equation.3">
                  <p:embed/>
                </p:oleObj>
              </mc:Choice>
              <mc:Fallback>
                <p:oleObj r:id="rId3" imgW="57924700" imgH="9652000" progId="Equation.3">
                  <p:embed/>
                  <p:pic>
                    <p:nvPicPr>
                      <p:cNvPr id="319490" name="Object 2">
                        <a:extLst>
                          <a:ext uri="{FF2B5EF4-FFF2-40B4-BE49-F238E27FC236}">
                            <a16:creationId xmlns:a16="http://schemas.microsoft.com/office/drawing/2014/main" id="{EBE405DB-9785-624D-6A40-6BCB12F6AD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4508500"/>
                        <a:ext cx="6051550" cy="111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9491" name="Group 3">
            <a:extLst>
              <a:ext uri="{FF2B5EF4-FFF2-40B4-BE49-F238E27FC236}">
                <a16:creationId xmlns:a16="http://schemas.microsoft.com/office/drawing/2014/main" id="{5FD79C5E-94E4-1904-FA24-BE74669A0FFD}"/>
              </a:ext>
            </a:extLst>
          </p:cNvPr>
          <p:cNvGrpSpPr>
            <a:grpSpLocks/>
          </p:cNvGrpSpPr>
          <p:nvPr/>
        </p:nvGrpSpPr>
        <p:grpSpPr bwMode="auto">
          <a:xfrm>
            <a:off x="1919288" y="549275"/>
            <a:ext cx="8208962" cy="604838"/>
            <a:chOff x="0" y="0"/>
            <a:chExt cx="5171" cy="381"/>
          </a:xfrm>
        </p:grpSpPr>
        <p:sp>
          <p:nvSpPr>
            <p:cNvPr id="319492" name="Text Box 4">
              <a:extLst>
                <a:ext uri="{FF2B5EF4-FFF2-40B4-BE49-F238E27FC236}">
                  <a16:creationId xmlns:a16="http://schemas.microsoft.com/office/drawing/2014/main" id="{152DC4D5-6730-D044-9F8D-7FDFC09B2E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326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 sz="3200" b="1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5.</a:t>
              </a:r>
              <a:r>
                <a:rPr lang="en-US" altLang="zh-CN" sz="32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设总体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 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服从参数为</a:t>
              </a:r>
            </a:p>
          </p:txBody>
        </p:sp>
        <p:graphicFrame>
          <p:nvGraphicFramePr>
            <p:cNvPr id="319493" name="Object 5">
              <a:extLst>
                <a:ext uri="{FF2B5EF4-FFF2-40B4-BE49-F238E27FC236}">
                  <a16:creationId xmlns:a16="http://schemas.microsoft.com/office/drawing/2014/main" id="{E06295E4-E064-1CB3-9425-BCB27B9DD4E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67" y="45"/>
            <a:ext cx="82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35" r:id="rId5" imgW="12585700" imgH="4686300" progId="Equation.3">
                    <p:embed/>
                  </p:oleObj>
                </mc:Choice>
                <mc:Fallback>
                  <p:oleObj r:id="rId5" imgW="12585700" imgH="4686300" progId="Equation.3">
                    <p:embed/>
                    <p:pic>
                      <p:nvPicPr>
                        <p:cNvPr id="319493" name="Object 5">
                          <a:extLst>
                            <a:ext uri="{FF2B5EF4-FFF2-40B4-BE49-F238E27FC236}">
                              <a16:creationId xmlns:a16="http://schemas.microsoft.com/office/drawing/2014/main" id="{E06295E4-E064-1CB3-9425-BCB27B9DD4E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7" y="45"/>
                          <a:ext cx="826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9494" name="Text Box 6">
              <a:extLst>
                <a:ext uri="{FF2B5EF4-FFF2-40B4-BE49-F238E27FC236}">
                  <a16:creationId xmlns:a16="http://schemas.microsoft.com/office/drawing/2014/main" id="{1B802CF6-A454-AE02-921D-A269ADA3DC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4" y="45"/>
              <a:ext cx="149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的泊松分</a:t>
              </a:r>
            </a:p>
          </p:txBody>
        </p:sp>
      </p:grpSp>
      <p:sp>
        <p:nvSpPr>
          <p:cNvPr id="319495" name="Text Box 7">
            <a:extLst>
              <a:ext uri="{FF2B5EF4-FFF2-40B4-BE49-F238E27FC236}">
                <a16:creationId xmlns:a16="http://schemas.microsoft.com/office/drawing/2014/main" id="{BE0D1948-D005-E4C4-8F0E-CFE6EF5A0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1344613"/>
            <a:ext cx="5162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布，求参数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λ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的极大似然估计量</a:t>
            </a:r>
          </a:p>
        </p:txBody>
      </p:sp>
      <p:sp>
        <p:nvSpPr>
          <p:cNvPr id="319496" name="Text Box 8">
            <a:extLst>
              <a:ext uri="{FF2B5EF4-FFF2-40B4-BE49-F238E27FC236}">
                <a16:creationId xmlns:a16="http://schemas.microsoft.com/office/drawing/2014/main" id="{7360F3D8-B8E1-C4AA-3186-9FC5A32E5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9" y="2060575"/>
            <a:ext cx="11525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endParaRPr lang="zh-CN" altLang="en-US" sz="2800" b="1">
              <a:solidFill>
                <a:srgbClr val="007A77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19497" name="Group 9">
            <a:extLst>
              <a:ext uri="{FF2B5EF4-FFF2-40B4-BE49-F238E27FC236}">
                <a16:creationId xmlns:a16="http://schemas.microsoft.com/office/drawing/2014/main" id="{A6E429BA-990E-B36F-6B54-E55974F4F5E0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2852739"/>
            <a:ext cx="6248400" cy="593725"/>
            <a:chOff x="0" y="0"/>
            <a:chExt cx="3936" cy="374"/>
          </a:xfrm>
        </p:grpSpPr>
        <p:sp>
          <p:nvSpPr>
            <p:cNvPr id="319498" name="Text Box 10">
              <a:extLst>
                <a:ext uri="{FF2B5EF4-FFF2-40B4-BE49-F238E27FC236}">
                  <a16:creationId xmlns:a16="http://schemas.microsoft.com/office/drawing/2014/main" id="{825A9D77-D019-A90C-13A0-B5B2F2D95B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28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的样本，样本观察值为</a:t>
              </a:r>
            </a:p>
          </p:txBody>
        </p:sp>
        <p:graphicFrame>
          <p:nvGraphicFramePr>
            <p:cNvPr id="319499" name="Object 11">
              <a:extLst>
                <a:ext uri="{FF2B5EF4-FFF2-40B4-BE49-F238E27FC236}">
                  <a16:creationId xmlns:a16="http://schemas.microsoft.com/office/drawing/2014/main" id="{E086623A-3A22-31C0-B2EC-BF3E23B525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58" y="0"/>
            <a:ext cx="1578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36" r:id="rId7" imgW="22237700" imgH="5270500" progId="Equation.3">
                    <p:embed/>
                  </p:oleObj>
                </mc:Choice>
                <mc:Fallback>
                  <p:oleObj r:id="rId7" imgW="22237700" imgH="5270500" progId="Equation.3">
                    <p:embed/>
                    <p:pic>
                      <p:nvPicPr>
                        <p:cNvPr id="319499" name="Object 11">
                          <a:extLst>
                            <a:ext uri="{FF2B5EF4-FFF2-40B4-BE49-F238E27FC236}">
                              <a16:creationId xmlns:a16="http://schemas.microsoft.com/office/drawing/2014/main" id="{E086623A-3A22-31C0-B2EC-BF3E23B525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8" y="0"/>
                          <a:ext cx="1578" cy="3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9500" name="AutoShape 1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4ECBEB94-C199-3D69-DC7A-4DB1339FA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9501" name="AutoShape 13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01C560F-7D5F-9257-0A72-EBFCA4B8A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9502" name="AutoShape 14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EE76E977-4BFC-1EA5-1E87-A842FE5FD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9503" name="Rectangle 15">
            <a:extLst>
              <a:ext uri="{FF2B5EF4-FFF2-40B4-BE49-F238E27FC236}">
                <a16:creationId xmlns:a16="http://schemas.microsoft.com/office/drawing/2014/main" id="{241951C5-37BC-03FA-5C0E-EE97CD1B5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3716338"/>
            <a:ext cx="655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由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服从泊松分布，得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的分布律为</a:t>
            </a:r>
          </a:p>
        </p:txBody>
      </p:sp>
      <p:grpSp>
        <p:nvGrpSpPr>
          <p:cNvPr id="319504" name="Group 16">
            <a:extLst>
              <a:ext uri="{FF2B5EF4-FFF2-40B4-BE49-F238E27FC236}">
                <a16:creationId xmlns:a16="http://schemas.microsoft.com/office/drawing/2014/main" id="{5521FBA2-B67B-52CB-BA77-64396B7D3FEE}"/>
              </a:ext>
            </a:extLst>
          </p:cNvPr>
          <p:cNvGrpSpPr>
            <a:grpSpLocks/>
          </p:cNvGrpSpPr>
          <p:nvPr/>
        </p:nvGrpSpPr>
        <p:grpSpPr bwMode="auto">
          <a:xfrm>
            <a:off x="2495550" y="2133600"/>
            <a:ext cx="7416800" cy="596900"/>
            <a:chOff x="0" y="0"/>
            <a:chExt cx="4672" cy="376"/>
          </a:xfrm>
        </p:grpSpPr>
        <p:graphicFrame>
          <p:nvGraphicFramePr>
            <p:cNvPr id="319505" name="Object 17">
              <a:extLst>
                <a:ext uri="{FF2B5EF4-FFF2-40B4-BE49-F238E27FC236}">
                  <a16:creationId xmlns:a16="http://schemas.microsoft.com/office/drawing/2014/main" id="{9674E13B-2DC2-07A4-9DA7-AF74A02D49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3" y="0"/>
            <a:ext cx="1721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37" r:id="rId9" imgW="24574500" imgH="5270500" progId="Equation.3">
                    <p:embed/>
                  </p:oleObj>
                </mc:Choice>
                <mc:Fallback>
                  <p:oleObj r:id="rId9" imgW="24574500" imgH="5270500" progId="Equation.3">
                    <p:embed/>
                    <p:pic>
                      <p:nvPicPr>
                        <p:cNvPr id="319505" name="Object 17">
                          <a:extLst>
                            <a:ext uri="{FF2B5EF4-FFF2-40B4-BE49-F238E27FC236}">
                              <a16:creationId xmlns:a16="http://schemas.microsoft.com/office/drawing/2014/main" id="{9674E13B-2DC2-07A4-9DA7-AF74A02D496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" y="0"/>
                          <a:ext cx="1721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9506" name="Text Box 18">
              <a:extLst>
                <a:ext uri="{FF2B5EF4-FFF2-40B4-BE49-F238E27FC236}">
                  <a16:creationId xmlns:a16="http://schemas.microsoft.com/office/drawing/2014/main" id="{095E24EA-8350-E971-3C65-4DC7BF6BCE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2" y="0"/>
              <a:ext cx="25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为从总体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中随机抽取</a:t>
              </a:r>
            </a:p>
          </p:txBody>
        </p:sp>
        <p:sp>
          <p:nvSpPr>
            <p:cNvPr id="319507" name="Rectangle 19">
              <a:extLst>
                <a:ext uri="{FF2B5EF4-FFF2-40B4-BE49-F238E27FC236}">
                  <a16:creationId xmlns:a16="http://schemas.microsoft.com/office/drawing/2014/main" id="{7D78F0BB-A918-8DD6-7F7D-D924705B8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设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19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9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19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19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19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1000"/>
                                        <p:tgtEl>
                                          <p:spTgt spid="31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5" grpId="0" autoUpdateAnimBg="0"/>
      <p:bldP spid="319496" grpId="0" autoUpdateAnimBg="0"/>
      <p:bldP spid="319503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0514" name="Object 2">
            <a:extLst>
              <a:ext uri="{FF2B5EF4-FFF2-40B4-BE49-F238E27FC236}">
                <a16:creationId xmlns:a16="http://schemas.microsoft.com/office/drawing/2014/main" id="{62F14F03-DCD7-CF8F-3DDD-AC2C6555D1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0" y="1412876"/>
          <a:ext cx="3568700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1" r:id="rId3" imgW="25450800" imgH="10528300" progId="Equation.3">
                  <p:embed/>
                </p:oleObj>
              </mc:Choice>
              <mc:Fallback>
                <p:oleObj r:id="rId3" imgW="25450800" imgH="10528300" progId="Equation.3">
                  <p:embed/>
                  <p:pic>
                    <p:nvPicPr>
                      <p:cNvPr id="320514" name="Object 2">
                        <a:extLst>
                          <a:ext uri="{FF2B5EF4-FFF2-40B4-BE49-F238E27FC236}">
                            <a16:creationId xmlns:a16="http://schemas.microsoft.com/office/drawing/2014/main" id="{62F14F03-DCD7-CF8F-3DDD-AC2C6555D1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1412876"/>
                        <a:ext cx="3568700" cy="1311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515" name="Text Box 3">
            <a:extLst>
              <a:ext uri="{FF2B5EF4-FFF2-40B4-BE49-F238E27FC236}">
                <a16:creationId xmlns:a16="http://schemas.microsoft.com/office/drawing/2014/main" id="{3C83212C-C612-6B68-B279-A119A7B710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476251"/>
            <a:ext cx="19700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似然函数为</a:t>
            </a:r>
          </a:p>
        </p:txBody>
      </p:sp>
      <p:sp>
        <p:nvSpPr>
          <p:cNvPr id="320516" name="AutoShape 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5821A916-69C6-64EA-9636-8C177B6D5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0517" name="AutoShape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5AD44D5-C08D-5C67-C659-74BF0D084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0518" name="AutoShape 6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DF71B6CA-5375-778C-437C-1A32E85B5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20519" name="Object 7">
            <a:extLst>
              <a:ext uri="{FF2B5EF4-FFF2-40B4-BE49-F238E27FC236}">
                <a16:creationId xmlns:a16="http://schemas.microsoft.com/office/drawing/2014/main" id="{F1A835E6-F35C-8CEC-D455-88732FB37C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64200" y="981075"/>
          <a:ext cx="4248150" cy="183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2" r:id="rId5" imgW="29552900" imgH="14338300" progId="Equation.3">
                  <p:embed/>
                </p:oleObj>
              </mc:Choice>
              <mc:Fallback>
                <p:oleObj r:id="rId5" imgW="29552900" imgH="14338300" progId="Equation.3">
                  <p:embed/>
                  <p:pic>
                    <p:nvPicPr>
                      <p:cNvPr id="320519" name="Object 7">
                        <a:extLst>
                          <a:ext uri="{FF2B5EF4-FFF2-40B4-BE49-F238E27FC236}">
                            <a16:creationId xmlns:a16="http://schemas.microsoft.com/office/drawing/2014/main" id="{F1A835E6-F35C-8CEC-D455-88732FB37C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0" y="981075"/>
                        <a:ext cx="4248150" cy="183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520" name="Text Box 8">
            <a:extLst>
              <a:ext uri="{FF2B5EF4-FFF2-40B4-BE49-F238E27FC236}">
                <a16:creationId xmlns:a16="http://schemas.microsoft.com/office/drawing/2014/main" id="{446C4E8E-C96A-9100-6979-630DBA0E8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1" y="3213101"/>
            <a:ext cx="3311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两边取对数，得</a:t>
            </a:r>
          </a:p>
        </p:txBody>
      </p:sp>
      <p:graphicFrame>
        <p:nvGraphicFramePr>
          <p:cNvPr id="320521" name="Object 9">
            <a:extLst>
              <a:ext uri="{FF2B5EF4-FFF2-40B4-BE49-F238E27FC236}">
                <a16:creationId xmlns:a16="http://schemas.microsoft.com/office/drawing/2014/main" id="{24A838D1-043C-1DA1-8EF0-CD8109F2A1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8" y="4149725"/>
          <a:ext cx="6121400" cy="116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3" r:id="rId7" imgW="54419500" imgH="9944100" progId="Equation.3">
                  <p:embed/>
                </p:oleObj>
              </mc:Choice>
              <mc:Fallback>
                <p:oleObj r:id="rId7" imgW="54419500" imgH="9944100" progId="Equation.3">
                  <p:embed/>
                  <p:pic>
                    <p:nvPicPr>
                      <p:cNvPr id="320521" name="Object 9">
                        <a:extLst>
                          <a:ext uri="{FF2B5EF4-FFF2-40B4-BE49-F238E27FC236}">
                            <a16:creationId xmlns:a16="http://schemas.microsoft.com/office/drawing/2014/main" id="{24A838D1-043C-1DA1-8EF0-CD8109F2A1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4149725"/>
                        <a:ext cx="6121400" cy="1163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20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20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2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0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20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15" grpId="0" autoUpdateAnimBg="0"/>
      <p:bldP spid="320520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1538" name="Object 2">
            <a:extLst>
              <a:ext uri="{FF2B5EF4-FFF2-40B4-BE49-F238E27FC236}">
                <a16:creationId xmlns:a16="http://schemas.microsoft.com/office/drawing/2014/main" id="{4E883F6A-6BEB-6F44-63AD-19C054BE95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4" y="1557339"/>
          <a:ext cx="1730375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2" r:id="rId3" imgW="14922500" imgH="9359900" progId="Equation.3">
                  <p:embed/>
                </p:oleObj>
              </mc:Choice>
              <mc:Fallback>
                <p:oleObj r:id="rId3" imgW="14922500" imgH="9359900" progId="Equation.3">
                  <p:embed/>
                  <p:pic>
                    <p:nvPicPr>
                      <p:cNvPr id="321538" name="Object 2">
                        <a:extLst>
                          <a:ext uri="{FF2B5EF4-FFF2-40B4-BE49-F238E27FC236}">
                            <a16:creationId xmlns:a16="http://schemas.microsoft.com/office/drawing/2014/main" id="{4E883F6A-6BEB-6F44-63AD-19C054BE95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1557339"/>
                        <a:ext cx="1730375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39" name="Rectangle 3">
            <a:extLst>
              <a:ext uri="{FF2B5EF4-FFF2-40B4-BE49-F238E27FC236}">
                <a16:creationId xmlns:a16="http://schemas.microsoft.com/office/drawing/2014/main" id="{50BFA374-029E-19EF-1DE0-1B998340D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9" y="1916114"/>
            <a:ext cx="619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</a:p>
        </p:txBody>
      </p:sp>
      <p:sp>
        <p:nvSpPr>
          <p:cNvPr id="321540" name="Rectangle 4">
            <a:extLst>
              <a:ext uri="{FF2B5EF4-FFF2-40B4-BE49-F238E27FC236}">
                <a16:creationId xmlns:a16="http://schemas.microsoft.com/office/drawing/2014/main" id="{47030F63-1AF1-3CFE-AB8D-261C15B1E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589" y="3314701"/>
            <a:ext cx="541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得</a:t>
            </a:r>
          </a:p>
        </p:txBody>
      </p:sp>
      <p:sp>
        <p:nvSpPr>
          <p:cNvPr id="321541" name="Rectangle 5">
            <a:extLst>
              <a:ext uri="{FF2B5EF4-FFF2-40B4-BE49-F238E27FC236}">
                <a16:creationId xmlns:a16="http://schemas.microsoft.com/office/drawing/2014/main" id="{9CB3874D-7445-2F63-6AD7-34B3D5DD9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476251"/>
            <a:ext cx="48244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对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λ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求导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并令其为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endParaRPr lang="en-CN" altLang="en-US" sz="2800" b="1">
              <a:solidFill>
                <a:srgbClr val="007A77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21542" name="Object 6">
            <a:extLst>
              <a:ext uri="{FF2B5EF4-FFF2-40B4-BE49-F238E27FC236}">
                <a16:creationId xmlns:a16="http://schemas.microsoft.com/office/drawing/2014/main" id="{93969BE8-C7E8-0937-2495-17E36A0141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6275" y="2997201"/>
          <a:ext cx="3259138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3" r:id="rId5" imgW="23698200" imgH="9944100" progId="Equation.3">
                  <p:embed/>
                </p:oleObj>
              </mc:Choice>
              <mc:Fallback>
                <p:oleObj r:id="rId5" imgW="23698200" imgH="9944100" progId="Equation.3">
                  <p:embed/>
                  <p:pic>
                    <p:nvPicPr>
                      <p:cNvPr id="321542" name="Object 6">
                        <a:extLst>
                          <a:ext uri="{FF2B5EF4-FFF2-40B4-BE49-F238E27FC236}">
                            <a16:creationId xmlns:a16="http://schemas.microsoft.com/office/drawing/2014/main" id="{93969BE8-C7E8-0937-2495-17E36A0141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2997201"/>
                        <a:ext cx="3259138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43" name="Text Box 7">
            <a:extLst>
              <a:ext uri="{FF2B5EF4-FFF2-40B4-BE49-F238E27FC236}">
                <a16:creationId xmlns:a16="http://schemas.microsoft.com/office/drawing/2014/main" id="{65CEED21-A9D9-CBA3-52A9-54A25E37F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4489451"/>
            <a:ext cx="66246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所以参数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λ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的极大似然估计量为：</a:t>
            </a:r>
            <a:endParaRPr lang="en-CN" altLang="en-US" sz="2800" b="1" i="1">
              <a:solidFill>
                <a:srgbClr val="007A77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21544" name="Object 8">
            <a:extLst>
              <a:ext uri="{FF2B5EF4-FFF2-40B4-BE49-F238E27FC236}">
                <a16:creationId xmlns:a16="http://schemas.microsoft.com/office/drawing/2014/main" id="{10457A6E-4686-9229-6112-AD29ADA231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06763" y="5084763"/>
          <a:ext cx="3321050" cy="116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4" r:id="rId7" imgW="25158700" imgH="9944100" progId="Equation.3">
                  <p:embed/>
                </p:oleObj>
              </mc:Choice>
              <mc:Fallback>
                <p:oleObj r:id="rId7" imgW="25158700" imgH="9944100" progId="Equation.3">
                  <p:embed/>
                  <p:pic>
                    <p:nvPicPr>
                      <p:cNvPr id="321544" name="Object 8">
                        <a:extLst>
                          <a:ext uri="{FF2B5EF4-FFF2-40B4-BE49-F238E27FC236}">
                            <a16:creationId xmlns:a16="http://schemas.microsoft.com/office/drawing/2014/main" id="{10457A6E-4686-9229-6112-AD29ADA231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6763" y="5084763"/>
                        <a:ext cx="3321050" cy="1160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5" name="Object 9">
            <a:extLst>
              <a:ext uri="{FF2B5EF4-FFF2-40B4-BE49-F238E27FC236}">
                <a16:creationId xmlns:a16="http://schemas.microsoft.com/office/drawing/2014/main" id="{49DDF840-8CD8-49C3-EFDF-0A4A82AB19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08439" y="1052514"/>
          <a:ext cx="2306637" cy="165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5" r:id="rId9" imgW="19900900" imgH="14338300" progId="Equation.3">
                  <p:embed/>
                </p:oleObj>
              </mc:Choice>
              <mc:Fallback>
                <p:oleObj r:id="rId9" imgW="19900900" imgH="14338300" progId="Equation.3">
                  <p:embed/>
                  <p:pic>
                    <p:nvPicPr>
                      <p:cNvPr id="321545" name="Object 9">
                        <a:extLst>
                          <a:ext uri="{FF2B5EF4-FFF2-40B4-BE49-F238E27FC236}">
                            <a16:creationId xmlns:a16="http://schemas.microsoft.com/office/drawing/2014/main" id="{49DDF840-8CD8-49C3-EFDF-0A4A82AB19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9" y="1052514"/>
                        <a:ext cx="2306637" cy="165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2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2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2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2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1000"/>
                                        <p:tgtEl>
                                          <p:spTgt spid="32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2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1000"/>
                                        <p:tgtEl>
                                          <p:spTgt spid="32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39" grpId="0" autoUpdateAnimBg="0"/>
      <p:bldP spid="321540" grpId="0" autoUpdateAnimBg="0"/>
      <p:bldP spid="321541" grpId="0" autoUpdateAnimBg="0"/>
      <p:bldP spid="321543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2562" name="Object 2">
            <a:extLst>
              <a:ext uri="{FF2B5EF4-FFF2-40B4-BE49-F238E27FC236}">
                <a16:creationId xmlns:a16="http://schemas.microsoft.com/office/drawing/2014/main" id="{987BF5E4-E1F0-FDB3-7D7E-8CAD7CFFA5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8" y="1927225"/>
          <a:ext cx="5524500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2" r:id="rId3" imgW="45351700" imgH="11696700" progId="Equation.3">
                  <p:embed/>
                </p:oleObj>
              </mc:Choice>
              <mc:Fallback>
                <p:oleObj r:id="rId3" imgW="45351700" imgH="11696700" progId="Equation.3">
                  <p:embed/>
                  <p:pic>
                    <p:nvPicPr>
                      <p:cNvPr id="322562" name="Object 2">
                        <a:extLst>
                          <a:ext uri="{FF2B5EF4-FFF2-40B4-BE49-F238E27FC236}">
                            <a16:creationId xmlns:a16="http://schemas.microsoft.com/office/drawing/2014/main" id="{987BF5E4-E1F0-FDB3-7D7E-8CAD7CFFA5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1927225"/>
                        <a:ext cx="5524500" cy="144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3" name="Rectangle 3">
            <a:extLst>
              <a:ext uri="{FF2B5EF4-FFF2-40B4-BE49-F238E27FC236}">
                <a16:creationId xmlns:a16="http://schemas.microsoft.com/office/drawing/2014/main" id="{E7049B8D-3190-189C-D17A-3F11842F2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4788" y="2420939"/>
            <a:ext cx="25209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CN" altLang="en-US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其中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λ</a:t>
            </a:r>
            <a:r>
              <a:rPr lang="en-CN" altLang="en-US" sz="2800" b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&gt; 0</a:t>
            </a:r>
          </a:p>
        </p:txBody>
      </p:sp>
      <p:sp>
        <p:nvSpPr>
          <p:cNvPr id="322564" name="Rectangle 4">
            <a:extLst>
              <a:ext uri="{FF2B5EF4-FFF2-40B4-BE49-F238E27FC236}">
                <a16:creationId xmlns:a16="http://schemas.microsoft.com/office/drawing/2014/main" id="{6969D245-8F68-2BED-468D-A04BF523D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4548188"/>
            <a:ext cx="8280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总体</a:t>
            </a:r>
            <a:r>
              <a:rPr lang="en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的样本值，求参数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λ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的极大似然估计值.</a:t>
            </a:r>
            <a:endParaRPr lang="en-CN" altLang="en-US" sz="2800" b="1" i="1">
              <a:solidFill>
                <a:srgbClr val="007A77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2565" name="Rectangle 5">
            <a:extLst>
              <a:ext uri="{FF2B5EF4-FFF2-40B4-BE49-F238E27FC236}">
                <a16:creationId xmlns:a16="http://schemas.microsoft.com/office/drawing/2014/main" id="{954CA51F-722E-2BA2-37AD-6FEE4D3B3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908051"/>
            <a:ext cx="473078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32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</a:t>
            </a:r>
            <a:r>
              <a:rPr lang="en-US" altLang="zh-CN" sz="3600" b="1">
                <a:solidFill>
                  <a:srgbClr val="66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设总体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的概率密度为</a:t>
            </a:r>
          </a:p>
        </p:txBody>
      </p:sp>
      <p:grpSp>
        <p:nvGrpSpPr>
          <p:cNvPr id="322566" name="Group 6">
            <a:extLst>
              <a:ext uri="{FF2B5EF4-FFF2-40B4-BE49-F238E27FC236}">
                <a16:creationId xmlns:a16="http://schemas.microsoft.com/office/drawing/2014/main" id="{F37CF269-0C8E-B8E7-F9EC-AC6149E45E19}"/>
              </a:ext>
            </a:extLst>
          </p:cNvPr>
          <p:cNvGrpSpPr>
            <a:grpSpLocks/>
          </p:cNvGrpSpPr>
          <p:nvPr/>
        </p:nvGrpSpPr>
        <p:grpSpPr bwMode="auto">
          <a:xfrm>
            <a:off x="1703389" y="3582989"/>
            <a:ext cx="8594725" cy="593725"/>
            <a:chOff x="0" y="0"/>
            <a:chExt cx="5414" cy="374"/>
          </a:xfrm>
        </p:grpSpPr>
        <p:sp>
          <p:nvSpPr>
            <p:cNvPr id="322567" name="Rectangle 7">
              <a:extLst>
                <a:ext uri="{FF2B5EF4-FFF2-40B4-BE49-F238E27FC236}">
                  <a16:creationId xmlns:a16="http://schemas.microsoft.com/office/drawing/2014/main" id="{708F011E-E75D-CA21-36FC-EBA417260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9"/>
              <a:ext cx="315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为待估参数，</a:t>
              </a:r>
              <a:r>
                <a:rPr lang="en-US" altLang="zh-CN" sz="2800" b="1" i="1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lang="en-US" altLang="zh-CN" sz="2800" b="1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&gt;0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是已知常数，</a:t>
              </a:r>
            </a:p>
          </p:txBody>
        </p:sp>
        <p:graphicFrame>
          <p:nvGraphicFramePr>
            <p:cNvPr id="322568" name="Object 8">
              <a:extLst>
                <a:ext uri="{FF2B5EF4-FFF2-40B4-BE49-F238E27FC236}">
                  <a16:creationId xmlns:a16="http://schemas.microsoft.com/office/drawing/2014/main" id="{627374CD-EAB8-1D8A-0E09-3C271E8B8D0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39" y="0"/>
            <a:ext cx="1578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3" r:id="rId5" imgW="22237700" imgH="5270500" progId="Equation.3">
                    <p:embed/>
                  </p:oleObj>
                </mc:Choice>
                <mc:Fallback>
                  <p:oleObj r:id="rId5" imgW="22237700" imgH="5270500" progId="Equation.3">
                    <p:embed/>
                    <p:pic>
                      <p:nvPicPr>
                        <p:cNvPr id="322568" name="Object 8">
                          <a:extLst>
                            <a:ext uri="{FF2B5EF4-FFF2-40B4-BE49-F238E27FC236}">
                              <a16:creationId xmlns:a16="http://schemas.microsoft.com/office/drawing/2014/main" id="{627374CD-EAB8-1D8A-0E09-3C271E8B8D0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9" y="0"/>
                          <a:ext cx="1578" cy="3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2569" name="Rectangle 9">
              <a:extLst>
                <a:ext uri="{FF2B5EF4-FFF2-40B4-BE49-F238E27FC236}">
                  <a16:creationId xmlns:a16="http://schemas.microsoft.com/office/drawing/2014/main" id="{12E51DED-C352-3E3B-8BC6-3489D469D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6" y="0"/>
              <a:ext cx="7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是取自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1000"/>
                                        <p:tgtEl>
                                          <p:spTgt spid="32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2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3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3" grpId="0" autoUpdateAnimBg="0"/>
      <p:bldP spid="322564" grpId="0" autoUpdateAnimBg="0"/>
      <p:bldP spid="322565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Text Box 2">
            <a:extLst>
              <a:ext uri="{FF2B5EF4-FFF2-40B4-BE49-F238E27FC236}">
                <a16:creationId xmlns:a16="http://schemas.microsoft.com/office/drawing/2014/main" id="{8674BC2D-4055-D10D-58AC-2F65B56CC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620714"/>
            <a:ext cx="11509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lang="en-US" altLang="zh-CN" sz="32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</a:p>
        </p:txBody>
      </p:sp>
      <p:graphicFrame>
        <p:nvGraphicFramePr>
          <p:cNvPr id="323587" name="Object 3">
            <a:extLst>
              <a:ext uri="{FF2B5EF4-FFF2-40B4-BE49-F238E27FC236}">
                <a16:creationId xmlns:a16="http://schemas.microsoft.com/office/drawing/2014/main" id="{FAE90BD0-888F-D83C-5E9F-0440CC4B44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7351" y="476250"/>
          <a:ext cx="3719513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4" r:id="rId3" imgW="28092400" imgH="9944100" progId="Equation.3">
                  <p:embed/>
                </p:oleObj>
              </mc:Choice>
              <mc:Fallback>
                <p:oleObj r:id="rId3" imgW="28092400" imgH="9944100" progId="Equation.3">
                  <p:embed/>
                  <p:pic>
                    <p:nvPicPr>
                      <p:cNvPr id="323587" name="Object 3">
                        <a:extLst>
                          <a:ext uri="{FF2B5EF4-FFF2-40B4-BE49-F238E27FC236}">
                            <a16:creationId xmlns:a16="http://schemas.microsoft.com/office/drawing/2014/main" id="{FAE90BD0-888F-D83C-5E9F-0440CC4B44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1" y="476250"/>
                        <a:ext cx="3719513" cy="1169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88" name="Object 4">
            <a:extLst>
              <a:ext uri="{FF2B5EF4-FFF2-40B4-BE49-F238E27FC236}">
                <a16:creationId xmlns:a16="http://schemas.microsoft.com/office/drawing/2014/main" id="{4B9B247F-31F5-3EC7-7E47-3BA64BCC82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4" y="1773239"/>
          <a:ext cx="3311525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5" r:id="rId5" imgW="24574500" imgH="9944100" progId="Equation.3">
                  <p:embed/>
                </p:oleObj>
              </mc:Choice>
              <mc:Fallback>
                <p:oleObj r:id="rId5" imgW="24574500" imgH="9944100" progId="Equation.3">
                  <p:embed/>
                  <p:pic>
                    <p:nvPicPr>
                      <p:cNvPr id="323588" name="Object 4">
                        <a:extLst>
                          <a:ext uri="{FF2B5EF4-FFF2-40B4-BE49-F238E27FC236}">
                            <a16:creationId xmlns:a16="http://schemas.microsoft.com/office/drawing/2014/main" id="{4B9B247F-31F5-3EC7-7E47-3BA64BCC82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1773239"/>
                        <a:ext cx="3311525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89" name="Object 5">
            <a:extLst>
              <a:ext uri="{FF2B5EF4-FFF2-40B4-BE49-F238E27FC236}">
                <a16:creationId xmlns:a16="http://schemas.microsoft.com/office/drawing/2014/main" id="{C9B3D620-2A26-18B3-0799-FEA703A0D2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5639" y="1557338"/>
          <a:ext cx="4537075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6" r:id="rId7" imgW="35394900" imgH="12001500" progId="Equation.3">
                  <p:embed/>
                </p:oleObj>
              </mc:Choice>
              <mc:Fallback>
                <p:oleObj r:id="rId7" imgW="35394900" imgH="12001500" progId="Equation.3">
                  <p:embed/>
                  <p:pic>
                    <p:nvPicPr>
                      <p:cNvPr id="323589" name="Object 5">
                        <a:extLst>
                          <a:ext uri="{FF2B5EF4-FFF2-40B4-BE49-F238E27FC236}">
                            <a16:creationId xmlns:a16="http://schemas.microsoft.com/office/drawing/2014/main" id="{C9B3D620-2A26-18B3-0799-FEA703A0D2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639" y="1557338"/>
                        <a:ext cx="4537075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3590" name="Text Box 6">
            <a:extLst>
              <a:ext uri="{FF2B5EF4-FFF2-40B4-BE49-F238E27FC236}">
                <a16:creationId xmlns:a16="http://schemas.microsoft.com/office/drawing/2014/main" id="{FC6C59CD-EC91-E3BE-B779-F80E5F7B3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8" y="3141663"/>
            <a:ext cx="26844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两边取对数，得</a:t>
            </a:r>
          </a:p>
        </p:txBody>
      </p:sp>
      <p:graphicFrame>
        <p:nvGraphicFramePr>
          <p:cNvPr id="323591" name="Object 7">
            <a:extLst>
              <a:ext uri="{FF2B5EF4-FFF2-40B4-BE49-F238E27FC236}">
                <a16:creationId xmlns:a16="http://schemas.microsoft.com/office/drawing/2014/main" id="{BF8B296F-4385-1D15-43DD-F91B18E109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3860801"/>
          <a:ext cx="14859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7" r:id="rId9" imgW="11112500" imgH="4686300" progId="Equation.3">
                  <p:embed/>
                </p:oleObj>
              </mc:Choice>
              <mc:Fallback>
                <p:oleObj r:id="rId9" imgW="11112500" imgH="4686300" progId="Equation.3">
                  <p:embed/>
                  <p:pic>
                    <p:nvPicPr>
                      <p:cNvPr id="323591" name="Object 7">
                        <a:extLst>
                          <a:ext uri="{FF2B5EF4-FFF2-40B4-BE49-F238E27FC236}">
                            <a16:creationId xmlns:a16="http://schemas.microsoft.com/office/drawing/2014/main" id="{BF8B296F-4385-1D15-43DD-F91B18E109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3860801"/>
                        <a:ext cx="14859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3592" name="Group 8">
            <a:extLst>
              <a:ext uri="{FF2B5EF4-FFF2-40B4-BE49-F238E27FC236}">
                <a16:creationId xmlns:a16="http://schemas.microsoft.com/office/drawing/2014/main" id="{723E6925-72E2-C178-5C1C-60B7252DA1B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524000" y="4221164"/>
            <a:ext cx="8281988" cy="1171575"/>
            <a:chOff x="0" y="0"/>
            <a:chExt cx="5217" cy="738"/>
          </a:xfrm>
        </p:grpSpPr>
        <p:graphicFrame>
          <p:nvGraphicFramePr>
            <p:cNvPr id="323593" name="Object 9">
              <a:extLst>
                <a:ext uri="{FF2B5EF4-FFF2-40B4-BE49-F238E27FC236}">
                  <a16:creationId xmlns:a16="http://schemas.microsoft.com/office/drawing/2014/main" id="{65E121D9-E8DC-B3E5-B761-599ED2AD5C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227"/>
            <a:ext cx="1814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48" r:id="rId11" imgW="22821900" imgH="4102100" progId="Equation.3">
                    <p:embed/>
                  </p:oleObj>
                </mc:Choice>
                <mc:Fallback>
                  <p:oleObj r:id="rId11" imgW="22821900" imgH="4102100" progId="Equation.3">
                    <p:embed/>
                    <p:pic>
                      <p:nvPicPr>
                        <p:cNvPr id="323593" name="Object 9">
                          <a:extLst>
                            <a:ext uri="{FF2B5EF4-FFF2-40B4-BE49-F238E27FC236}">
                              <a16:creationId xmlns:a16="http://schemas.microsoft.com/office/drawing/2014/main" id="{65E121D9-E8DC-B3E5-B761-599ED2AD5C4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27"/>
                          <a:ext cx="1814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3594" name="Object 10">
              <a:extLst>
                <a:ext uri="{FF2B5EF4-FFF2-40B4-BE49-F238E27FC236}">
                  <a16:creationId xmlns:a16="http://schemas.microsoft.com/office/drawing/2014/main" id="{F3433EE5-F635-F466-0726-F812E6E602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37" y="0"/>
            <a:ext cx="3380" cy="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49" r:id="rId13" imgW="41833800" imgH="9944100" progId="Equation.3">
                    <p:embed/>
                  </p:oleObj>
                </mc:Choice>
                <mc:Fallback>
                  <p:oleObj r:id="rId13" imgW="41833800" imgH="9944100" progId="Equation.3">
                    <p:embed/>
                    <p:pic>
                      <p:nvPicPr>
                        <p:cNvPr id="323594" name="Object 10">
                          <a:extLst>
                            <a:ext uri="{FF2B5EF4-FFF2-40B4-BE49-F238E27FC236}">
                              <a16:creationId xmlns:a16="http://schemas.microsoft.com/office/drawing/2014/main" id="{F3433EE5-F635-F466-0726-F812E6E602D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7" y="0"/>
                          <a:ext cx="3380" cy="7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3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1000"/>
                                        <p:tgtEl>
                                          <p:spTgt spid="3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1000"/>
                                        <p:tgtEl>
                                          <p:spTgt spid="3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1000"/>
                                        <p:tgtEl>
                                          <p:spTgt spid="32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1000"/>
                                        <p:tgtEl>
                                          <p:spTgt spid="3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90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>
            <a:extLst>
              <a:ext uri="{FF2B5EF4-FFF2-40B4-BE49-F238E27FC236}">
                <a16:creationId xmlns:a16="http://schemas.microsoft.com/office/drawing/2014/main" id="{30822DD3-CCCD-C012-0DB6-D0F60240B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9319" y="474197"/>
            <a:ext cx="353975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对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λ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求导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并令其为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endParaRPr lang="en-CN" altLang="en-US" sz="2800" b="1">
              <a:solidFill>
                <a:srgbClr val="007A77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24611" name="Object 3">
            <a:extLst>
              <a:ext uri="{FF2B5EF4-FFF2-40B4-BE49-F238E27FC236}">
                <a16:creationId xmlns:a16="http://schemas.microsoft.com/office/drawing/2014/main" id="{30DCDABA-7DAA-A433-36A0-B8416A214F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1484314"/>
          <a:ext cx="1968500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4" r:id="rId3" imgW="14046200" imgH="9359900" progId="Equation.3">
                  <p:embed/>
                </p:oleObj>
              </mc:Choice>
              <mc:Fallback>
                <p:oleObj r:id="rId3" imgW="14046200" imgH="9359900" progId="Equation.3">
                  <p:embed/>
                  <p:pic>
                    <p:nvPicPr>
                      <p:cNvPr id="324611" name="Object 3">
                        <a:extLst>
                          <a:ext uri="{FF2B5EF4-FFF2-40B4-BE49-F238E27FC236}">
                            <a16:creationId xmlns:a16="http://schemas.microsoft.com/office/drawing/2014/main" id="{30DCDABA-7DAA-A433-36A0-B8416A214F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1484314"/>
                        <a:ext cx="1968500" cy="116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2" name="Object 4">
            <a:extLst>
              <a:ext uri="{FF2B5EF4-FFF2-40B4-BE49-F238E27FC236}">
                <a16:creationId xmlns:a16="http://schemas.microsoft.com/office/drawing/2014/main" id="{8C15F058-BC66-C154-D421-83B361D9C2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1314" y="1346200"/>
          <a:ext cx="2808287" cy="1347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5" r:id="rId5" imgW="18427700" imgH="9944100" progId="Equation.3">
                  <p:embed/>
                </p:oleObj>
              </mc:Choice>
              <mc:Fallback>
                <p:oleObj r:id="rId5" imgW="18427700" imgH="9944100" progId="Equation.3">
                  <p:embed/>
                  <p:pic>
                    <p:nvPicPr>
                      <p:cNvPr id="324612" name="Object 4">
                        <a:extLst>
                          <a:ext uri="{FF2B5EF4-FFF2-40B4-BE49-F238E27FC236}">
                            <a16:creationId xmlns:a16="http://schemas.microsoft.com/office/drawing/2014/main" id="{8C15F058-BC66-C154-D421-83B361D9C2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4" y="1346200"/>
                        <a:ext cx="2808287" cy="1347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13" name="Object 5">
            <a:extLst>
              <a:ext uri="{FF2B5EF4-FFF2-40B4-BE49-F238E27FC236}">
                <a16:creationId xmlns:a16="http://schemas.microsoft.com/office/drawing/2014/main" id="{59B1A5E8-5590-AEDB-D1B2-4D0DFC1CAA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59601" y="1700214"/>
          <a:ext cx="1046163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6" r:id="rId7" imgW="5854700" imgH="4102100" progId="Equation.3">
                  <p:embed/>
                </p:oleObj>
              </mc:Choice>
              <mc:Fallback>
                <p:oleObj r:id="rId7" imgW="5854700" imgH="4102100" progId="Equation.3">
                  <p:embed/>
                  <p:pic>
                    <p:nvPicPr>
                      <p:cNvPr id="324613" name="Object 5">
                        <a:extLst>
                          <a:ext uri="{FF2B5EF4-FFF2-40B4-BE49-F238E27FC236}">
                            <a16:creationId xmlns:a16="http://schemas.microsoft.com/office/drawing/2014/main" id="{59B1A5E8-5590-AEDB-D1B2-4D0DFC1CAA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9601" y="1700214"/>
                        <a:ext cx="1046163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14" name="Text Box 6">
            <a:extLst>
              <a:ext uri="{FF2B5EF4-FFF2-40B4-BE49-F238E27FC236}">
                <a16:creationId xmlns:a16="http://schemas.microsoft.com/office/drawing/2014/main" id="{27A10B0D-9953-9924-57E0-37C3B631A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9" y="3141663"/>
            <a:ext cx="12969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得</a:t>
            </a:r>
          </a:p>
        </p:txBody>
      </p:sp>
      <p:graphicFrame>
        <p:nvGraphicFramePr>
          <p:cNvPr id="324615" name="Object 7">
            <a:extLst>
              <a:ext uri="{FF2B5EF4-FFF2-40B4-BE49-F238E27FC236}">
                <a16:creationId xmlns:a16="http://schemas.microsoft.com/office/drawing/2014/main" id="{97E0B772-B5B3-E91A-7023-72FC186DED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9513" y="2924175"/>
          <a:ext cx="2519362" cy="211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7" r:id="rId9" imgW="15798800" imgH="14922500" progId="Equation.3">
                  <p:embed/>
                </p:oleObj>
              </mc:Choice>
              <mc:Fallback>
                <p:oleObj r:id="rId9" imgW="15798800" imgH="14922500" progId="Equation.3">
                  <p:embed/>
                  <p:pic>
                    <p:nvPicPr>
                      <p:cNvPr id="324615" name="Object 7">
                        <a:extLst>
                          <a:ext uri="{FF2B5EF4-FFF2-40B4-BE49-F238E27FC236}">
                            <a16:creationId xmlns:a16="http://schemas.microsoft.com/office/drawing/2014/main" id="{97E0B772-B5B3-E91A-7023-72FC186DED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2924175"/>
                        <a:ext cx="2519362" cy="211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4616" name="Rectangle 8">
            <a:extLst>
              <a:ext uri="{FF2B5EF4-FFF2-40B4-BE49-F238E27FC236}">
                <a16:creationId xmlns:a16="http://schemas.microsoft.com/office/drawing/2014/main" id="{941BBF7D-B519-3466-5D51-336C894C4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888" y="5229226"/>
            <a:ext cx="53133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这就是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λ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的极大似然估计值.       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2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500"/>
                                        <p:tgtEl>
                                          <p:spTgt spid="32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1000"/>
                                        <p:tgtEl>
                                          <p:spTgt spid="324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2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1000"/>
                                        <p:tgtEl>
                                          <p:spTgt spid="32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2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0" grpId="0" autoUpdateAnimBg="0"/>
      <p:bldP spid="324614" grpId="0" autoUpdateAnimBg="0"/>
      <p:bldP spid="324616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634" name="Group 2">
            <a:extLst>
              <a:ext uri="{FF2B5EF4-FFF2-40B4-BE49-F238E27FC236}">
                <a16:creationId xmlns:a16="http://schemas.microsoft.com/office/drawing/2014/main" id="{2B0203FC-48FB-EF92-3A84-34D1E0422E17}"/>
              </a:ext>
            </a:extLst>
          </p:cNvPr>
          <p:cNvGrpSpPr>
            <a:grpSpLocks/>
          </p:cNvGrpSpPr>
          <p:nvPr/>
        </p:nvGrpSpPr>
        <p:grpSpPr bwMode="auto">
          <a:xfrm>
            <a:off x="1847851" y="333376"/>
            <a:ext cx="8569325" cy="4678363"/>
            <a:chOff x="0" y="0"/>
            <a:chExt cx="5398" cy="2947"/>
          </a:xfrm>
        </p:grpSpPr>
        <p:grpSp>
          <p:nvGrpSpPr>
            <p:cNvPr id="325635" name="Group 3">
              <a:extLst>
                <a:ext uri="{FF2B5EF4-FFF2-40B4-BE49-F238E27FC236}">
                  <a16:creationId xmlns:a16="http://schemas.microsoft.com/office/drawing/2014/main" id="{18CD876D-9A0E-9C31-69A8-22910F887B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" y="680"/>
              <a:ext cx="4078" cy="761"/>
              <a:chOff x="0" y="0"/>
              <a:chExt cx="4078" cy="761"/>
            </a:xfrm>
          </p:grpSpPr>
          <p:sp>
            <p:nvSpPr>
              <p:cNvPr id="325636" name="Line 4">
                <a:extLst>
                  <a:ext uri="{FF2B5EF4-FFF2-40B4-BE49-F238E27FC236}">
                    <a16:creationId xmlns:a16="http://schemas.microsoft.com/office/drawing/2014/main" id="{BFBCE974-5CF7-5E51-CB22-AD807E7B8A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7" y="58"/>
                <a:ext cx="0" cy="6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CN" sz="2400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25637" name="Group 5">
                <a:extLst>
                  <a:ext uri="{FF2B5EF4-FFF2-40B4-BE49-F238E27FC236}">
                    <a16:creationId xmlns:a16="http://schemas.microsoft.com/office/drawing/2014/main" id="{A66FC561-30BD-4435-8AA2-B4DB5B4352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4078" cy="761"/>
                <a:chOff x="0" y="0"/>
                <a:chExt cx="4078" cy="761"/>
              </a:xfrm>
            </p:grpSpPr>
            <p:sp>
              <p:nvSpPr>
                <p:cNvPr id="325638" name="Line 6">
                  <a:extLst>
                    <a:ext uri="{FF2B5EF4-FFF2-40B4-BE49-F238E27FC236}">
                      <a16:creationId xmlns:a16="http://schemas.microsoft.com/office/drawing/2014/main" id="{4C25AC4C-544E-22A8-AB67-8B7CA65261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0" y="363"/>
                  <a:ext cx="4037" cy="1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CN" sz="2400">
                    <a:solidFill>
                      <a:srgbClr val="007A77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graphicFrame>
              <p:nvGraphicFramePr>
                <p:cNvPr id="325639" name="Object 7">
                  <a:extLst>
                    <a:ext uri="{FF2B5EF4-FFF2-40B4-BE49-F238E27FC236}">
                      <a16:creationId xmlns:a16="http://schemas.microsoft.com/office/drawing/2014/main" id="{DE96AC23-E23C-CC0B-51C8-7F04A71BDB5C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635" y="0"/>
                <a:ext cx="2875" cy="35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685" r:id="rId3" imgW="35699700" imgH="4686300" progId="Equation.DSMT4">
                        <p:embed/>
                      </p:oleObj>
                    </mc:Choice>
                    <mc:Fallback>
                      <p:oleObj r:id="rId3" imgW="35699700" imgH="4686300" progId="Equation.DSMT4">
                        <p:embed/>
                        <p:pic>
                          <p:nvPicPr>
                            <p:cNvPr id="325639" name="Object 7">
                              <a:extLst>
                                <a:ext uri="{FF2B5EF4-FFF2-40B4-BE49-F238E27FC236}">
                                  <a16:creationId xmlns:a16="http://schemas.microsoft.com/office/drawing/2014/main" id="{DE96AC23-E23C-CC0B-51C8-7F04A71BDB5C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35" y="0"/>
                              <a:ext cx="2875" cy="35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25640" name="Object 8">
                  <a:extLst>
                    <a:ext uri="{FF2B5EF4-FFF2-40B4-BE49-F238E27FC236}">
                      <a16:creationId xmlns:a16="http://schemas.microsoft.com/office/drawing/2014/main" id="{2D12A9F8-1F2B-B569-C72D-8E68C552A794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635" y="363"/>
                <a:ext cx="3443" cy="39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686" r:id="rId5" imgW="42710100" imgH="5270500" progId="Equation.DSMT4">
                        <p:embed/>
                      </p:oleObj>
                    </mc:Choice>
                    <mc:Fallback>
                      <p:oleObj r:id="rId5" imgW="42710100" imgH="5270500" progId="Equation.DSMT4">
                        <p:embed/>
                        <p:pic>
                          <p:nvPicPr>
                            <p:cNvPr id="325640" name="Object 8">
                              <a:extLst>
                                <a:ext uri="{FF2B5EF4-FFF2-40B4-BE49-F238E27FC236}">
                                  <a16:creationId xmlns:a16="http://schemas.microsoft.com/office/drawing/2014/main" id="{2D12A9F8-1F2B-B569-C72D-8E68C552A794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35" y="363"/>
                              <a:ext cx="3443" cy="39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25641" name="Object 9">
                  <a:extLst>
                    <a:ext uri="{FF2B5EF4-FFF2-40B4-BE49-F238E27FC236}">
                      <a16:creationId xmlns:a16="http://schemas.microsoft.com/office/drawing/2014/main" id="{D0D57178-877D-9950-C37A-2A10CA25F960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54" y="58"/>
                <a:ext cx="306" cy="26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687" r:id="rId7" imgW="3797300" imgH="3505200" progId="Equation.DSMT4">
                        <p:embed/>
                      </p:oleObj>
                    </mc:Choice>
                    <mc:Fallback>
                      <p:oleObj r:id="rId7" imgW="3797300" imgH="3505200" progId="Equation.DSMT4">
                        <p:embed/>
                        <p:pic>
                          <p:nvPicPr>
                            <p:cNvPr id="325641" name="Object 9">
                              <a:extLst>
                                <a:ext uri="{FF2B5EF4-FFF2-40B4-BE49-F238E27FC236}">
                                  <a16:creationId xmlns:a16="http://schemas.microsoft.com/office/drawing/2014/main" id="{D0D57178-877D-9950-C37A-2A10CA25F960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54" y="58"/>
                              <a:ext cx="306" cy="26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25642" name="Object 10">
                  <a:extLst>
                    <a:ext uri="{FF2B5EF4-FFF2-40B4-BE49-F238E27FC236}">
                      <a16:creationId xmlns:a16="http://schemas.microsoft.com/office/drawing/2014/main" id="{FE3E7500-C081-046D-8946-FF9E726977FC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77" y="421"/>
                <a:ext cx="259" cy="26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688" r:id="rId9" imgW="3213100" imgH="3505200" progId="Equation.DSMT4">
                        <p:embed/>
                      </p:oleObj>
                    </mc:Choice>
                    <mc:Fallback>
                      <p:oleObj r:id="rId9" imgW="3213100" imgH="3505200" progId="Equation.DSMT4">
                        <p:embed/>
                        <p:pic>
                          <p:nvPicPr>
                            <p:cNvPr id="325642" name="Object 10">
                              <a:extLst>
                                <a:ext uri="{FF2B5EF4-FFF2-40B4-BE49-F238E27FC236}">
                                  <a16:creationId xmlns:a16="http://schemas.microsoft.com/office/drawing/2014/main" id="{FE3E7500-C081-046D-8946-FF9E726977FC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7" y="421"/>
                              <a:ext cx="259" cy="26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325643" name="Group 11">
              <a:extLst>
                <a:ext uri="{FF2B5EF4-FFF2-40B4-BE49-F238E27FC236}">
                  <a16:creationId xmlns:a16="http://schemas.microsoft.com/office/drawing/2014/main" id="{2F2FD488-1145-B42F-1A37-AA3C48A397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632"/>
              <a:ext cx="5398" cy="1315"/>
              <a:chOff x="0" y="0"/>
              <a:chExt cx="5398" cy="1315"/>
            </a:xfrm>
          </p:grpSpPr>
          <p:sp>
            <p:nvSpPr>
              <p:cNvPr id="325644" name="Rectangle 12">
                <a:extLst>
                  <a:ext uri="{FF2B5EF4-FFF2-40B4-BE49-F238E27FC236}">
                    <a16:creationId xmlns:a16="http://schemas.microsoft.com/office/drawing/2014/main" id="{23EE1E57-C333-E03E-83EE-864DE42F57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5"/>
                <a:ext cx="5398" cy="12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CN" altLang="en-US" sz="2800" b="1" dirty="0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其中</a:t>
                </a:r>
                <a:r>
                  <a:rPr lang="el-GR" altLang="en-US" sz="2800" b="1" i="1" dirty="0">
                    <a:solidFill>
                      <a:srgbClr val="007A77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θ</a:t>
                </a:r>
                <a:r>
                  <a:rPr lang="en-CN" altLang="en-US" sz="2800" b="1" dirty="0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                      是未知参数</a:t>
                </a:r>
                <a:r>
                  <a:rPr lang="en-CN" altLang="en-US" sz="2800" b="1" dirty="0">
                    <a:solidFill>
                      <a:srgbClr val="007A77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，3，1，3，0，3，1，2，3，</a:t>
                </a:r>
                <a:r>
                  <a:rPr lang="en-CN" altLang="en-US" sz="2800" b="1" dirty="0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是来自总体X的样本观察值,求参数</a:t>
                </a:r>
                <a:r>
                  <a:rPr lang="el-GR" altLang="en-US" sz="2800" b="1" i="1" dirty="0">
                    <a:solidFill>
                      <a:srgbClr val="007A77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</a:rPr>
                  <a:t>θ</a:t>
                </a:r>
                <a:r>
                  <a:rPr lang="en-CN" altLang="en-US" sz="2800" b="1" dirty="0">
                    <a:solidFill>
                      <a:srgbClr val="007A77"/>
                    </a:solidFill>
                    <a:latin typeface="楷体_GB2312" pitchFamily="49" charset="-122"/>
                    <a:ea typeface="楷体_GB2312" pitchFamily="49" charset="-122"/>
                  </a:rPr>
                  <a:t>的极大似然估计值.</a:t>
                </a:r>
              </a:p>
            </p:txBody>
          </p:sp>
          <p:graphicFrame>
            <p:nvGraphicFramePr>
              <p:cNvPr id="325645" name="Object 13">
                <a:extLst>
                  <a:ext uri="{FF2B5EF4-FFF2-40B4-BE49-F238E27FC236}">
                    <a16:creationId xmlns:a16="http://schemas.microsoft.com/office/drawing/2014/main" id="{25053F3D-0CC1-C76F-C9F5-328EB071366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71" y="0"/>
              <a:ext cx="1155" cy="6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689" r:id="rId11" imgW="17551400" imgH="9359900" progId="Equation.3">
                      <p:embed/>
                    </p:oleObj>
                  </mc:Choice>
                  <mc:Fallback>
                    <p:oleObj r:id="rId11" imgW="17551400" imgH="9359900" progId="Equation.3">
                      <p:embed/>
                      <p:pic>
                        <p:nvPicPr>
                          <p:cNvPr id="325645" name="Object 13">
                            <a:extLst>
                              <a:ext uri="{FF2B5EF4-FFF2-40B4-BE49-F238E27FC236}">
                                <a16:creationId xmlns:a16="http://schemas.microsoft.com/office/drawing/2014/main" id="{25053F3D-0CC1-C76F-C9F5-328EB071366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71" y="0"/>
                            <a:ext cx="1155" cy="6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25646" name="Rectangle 14">
              <a:extLst>
                <a:ext uri="{FF2B5EF4-FFF2-40B4-BE49-F238E27FC236}">
                  <a16:creationId xmlns:a16="http://schemas.microsoft.com/office/drawing/2014/main" id="{756F7126-B499-C88D-CB30-FB268F2E3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" y="0"/>
              <a:ext cx="2528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 sz="3200" b="1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7.</a:t>
              </a:r>
              <a:r>
                <a:rPr lang="en-US" altLang="zh-CN" sz="3600" b="1">
                  <a:solidFill>
                    <a:srgbClr val="66FF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设总体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的分布律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2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Text Box 2">
            <a:extLst>
              <a:ext uri="{FF2B5EF4-FFF2-40B4-BE49-F238E27FC236}">
                <a16:creationId xmlns:a16="http://schemas.microsoft.com/office/drawing/2014/main" id="{FBDED8D6-B226-71F4-FD8B-E3DD7654D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635" y="473583"/>
            <a:ext cx="102143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解：</a:t>
            </a:r>
            <a:endParaRPr lang="zh-CN" altLang="en-US" sz="2800" b="1">
              <a:solidFill>
                <a:srgbClr val="007A77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26659" name="Object 3">
            <a:extLst>
              <a:ext uri="{FF2B5EF4-FFF2-40B4-BE49-F238E27FC236}">
                <a16:creationId xmlns:a16="http://schemas.microsoft.com/office/drawing/2014/main" id="{A1AD80F5-7D14-E6E6-37B3-5A1B4DACFE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9288" y="1412875"/>
          <a:ext cx="1625600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6" r:id="rId3" imgW="10820400" imgH="4686300" progId="Equation.3">
                  <p:embed/>
                </p:oleObj>
              </mc:Choice>
              <mc:Fallback>
                <p:oleObj r:id="rId3" imgW="10820400" imgH="4686300" progId="Equation.3">
                  <p:embed/>
                  <p:pic>
                    <p:nvPicPr>
                      <p:cNvPr id="326659" name="Object 3">
                        <a:extLst>
                          <a:ext uri="{FF2B5EF4-FFF2-40B4-BE49-F238E27FC236}">
                            <a16:creationId xmlns:a16="http://schemas.microsoft.com/office/drawing/2014/main" id="{A1AD80F5-7D14-E6E6-37B3-5A1B4DACFE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1412875"/>
                        <a:ext cx="1625600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0" name="Object 4">
            <a:extLst>
              <a:ext uri="{FF2B5EF4-FFF2-40B4-BE49-F238E27FC236}">
                <a16:creationId xmlns:a16="http://schemas.microsoft.com/office/drawing/2014/main" id="{BE3DBDA7-C7D7-DC78-6DB6-9B68E1F943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5051" y="1412876"/>
          <a:ext cx="61817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7" r:id="rId5" imgW="47396400" imgH="4978400" progId="Equation.3">
                  <p:embed/>
                </p:oleObj>
              </mc:Choice>
              <mc:Fallback>
                <p:oleObj r:id="rId5" imgW="47396400" imgH="4978400" progId="Equation.3">
                  <p:embed/>
                  <p:pic>
                    <p:nvPicPr>
                      <p:cNvPr id="326660" name="Object 4">
                        <a:extLst>
                          <a:ext uri="{FF2B5EF4-FFF2-40B4-BE49-F238E27FC236}">
                            <a16:creationId xmlns:a16="http://schemas.microsoft.com/office/drawing/2014/main" id="{BE3DBDA7-C7D7-DC78-6DB6-9B68E1F943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1" y="1412876"/>
                        <a:ext cx="61817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1" name="Object 5">
            <a:extLst>
              <a:ext uri="{FF2B5EF4-FFF2-40B4-BE49-F238E27FC236}">
                <a16:creationId xmlns:a16="http://schemas.microsoft.com/office/drawing/2014/main" id="{1B354838-7360-F774-181E-5171CDF7B3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4" y="2276476"/>
          <a:ext cx="64103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8" r:id="rId7" imgW="49149000" imgH="4978400" progId="Equation.3">
                  <p:embed/>
                </p:oleObj>
              </mc:Choice>
              <mc:Fallback>
                <p:oleObj r:id="rId7" imgW="49149000" imgH="4978400" progId="Equation.3">
                  <p:embed/>
                  <p:pic>
                    <p:nvPicPr>
                      <p:cNvPr id="326661" name="Object 5">
                        <a:extLst>
                          <a:ext uri="{FF2B5EF4-FFF2-40B4-BE49-F238E27FC236}">
                            <a16:creationId xmlns:a16="http://schemas.microsoft.com/office/drawing/2014/main" id="{1B354838-7360-F774-181E-5171CDF7B3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2276476"/>
                        <a:ext cx="64103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2" name="Object 6">
            <a:extLst>
              <a:ext uri="{FF2B5EF4-FFF2-40B4-BE49-F238E27FC236}">
                <a16:creationId xmlns:a16="http://schemas.microsoft.com/office/drawing/2014/main" id="{CFA071A9-47C6-CBFF-720D-8CBB78A2B2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55839" y="3124200"/>
          <a:ext cx="4427537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9" r:id="rId9" imgW="33934400" imgH="5270500" progId="Equation.3">
                  <p:embed/>
                </p:oleObj>
              </mc:Choice>
              <mc:Fallback>
                <p:oleObj r:id="rId9" imgW="33934400" imgH="5270500" progId="Equation.3">
                  <p:embed/>
                  <p:pic>
                    <p:nvPicPr>
                      <p:cNvPr id="326662" name="Object 6">
                        <a:extLst>
                          <a:ext uri="{FF2B5EF4-FFF2-40B4-BE49-F238E27FC236}">
                            <a16:creationId xmlns:a16="http://schemas.microsoft.com/office/drawing/2014/main" id="{CFA071A9-47C6-CBFF-720D-8CBB78A2B2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5839" y="3124200"/>
                        <a:ext cx="4427537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6663" name="Text Box 7">
            <a:extLst>
              <a:ext uri="{FF2B5EF4-FFF2-40B4-BE49-F238E27FC236}">
                <a16:creationId xmlns:a16="http://schemas.microsoft.com/office/drawing/2014/main" id="{61846519-AF29-9190-EC11-62F4ACEBD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1" y="3986213"/>
            <a:ext cx="26844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两边取对数，得</a:t>
            </a:r>
          </a:p>
        </p:txBody>
      </p:sp>
      <p:graphicFrame>
        <p:nvGraphicFramePr>
          <p:cNvPr id="326664" name="Object 8">
            <a:extLst>
              <a:ext uri="{FF2B5EF4-FFF2-40B4-BE49-F238E27FC236}">
                <a16:creationId xmlns:a16="http://schemas.microsoft.com/office/drawing/2014/main" id="{57EA37F8-9164-52AC-1362-0403468D1C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1" y="4797425"/>
          <a:ext cx="1871663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0" r:id="rId11" imgW="14046200" imgH="4686300" progId="Equation.3">
                  <p:embed/>
                </p:oleObj>
              </mc:Choice>
              <mc:Fallback>
                <p:oleObj r:id="rId11" imgW="14046200" imgH="4686300" progId="Equation.3">
                  <p:embed/>
                  <p:pic>
                    <p:nvPicPr>
                      <p:cNvPr id="326664" name="Object 8">
                        <a:extLst>
                          <a:ext uri="{FF2B5EF4-FFF2-40B4-BE49-F238E27FC236}">
                            <a16:creationId xmlns:a16="http://schemas.microsoft.com/office/drawing/2014/main" id="{57EA37F8-9164-52AC-1362-0403468D1C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1" y="4797425"/>
                        <a:ext cx="1871663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5" name="Object 9">
            <a:extLst>
              <a:ext uri="{FF2B5EF4-FFF2-40B4-BE49-F238E27FC236}">
                <a16:creationId xmlns:a16="http://schemas.microsoft.com/office/drawing/2014/main" id="{97FB4AB1-4CE7-FFE8-AAE9-B5DF29CDD0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38538" y="4797426"/>
          <a:ext cx="7129462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1" r:id="rId13" imgW="54419500" imgH="4686300" progId="Equation.3">
                  <p:embed/>
                </p:oleObj>
              </mc:Choice>
              <mc:Fallback>
                <p:oleObj r:id="rId13" imgW="54419500" imgH="4686300" progId="Equation.3">
                  <p:embed/>
                  <p:pic>
                    <p:nvPicPr>
                      <p:cNvPr id="326665" name="Object 9">
                        <a:extLst>
                          <a:ext uri="{FF2B5EF4-FFF2-40B4-BE49-F238E27FC236}">
                            <a16:creationId xmlns:a16="http://schemas.microsoft.com/office/drawing/2014/main" id="{97FB4AB1-4CE7-FFE8-AAE9-B5DF29CDD0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8538" y="4797426"/>
                        <a:ext cx="7129462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6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32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32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1000"/>
                                        <p:tgtEl>
                                          <p:spTgt spid="326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1000"/>
                                        <p:tgtEl>
                                          <p:spTgt spid="32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26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1000"/>
                                        <p:tgtEl>
                                          <p:spTgt spid="326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1000"/>
                                        <p:tgtEl>
                                          <p:spTgt spid="326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58" grpId="0" autoUpdateAnimBg="0"/>
      <p:bldP spid="326663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>
            <a:extLst>
              <a:ext uri="{FF2B5EF4-FFF2-40B4-BE49-F238E27FC236}">
                <a16:creationId xmlns:a16="http://schemas.microsoft.com/office/drawing/2014/main" id="{1A8F4F38-E710-FE08-E010-DC6757A28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4226" y="506413"/>
            <a:ext cx="39354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对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θ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求导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并令其为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endParaRPr lang="en-CN" altLang="en-US" sz="2800" b="1">
              <a:solidFill>
                <a:srgbClr val="007A77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27683" name="Object 3">
            <a:extLst>
              <a:ext uri="{FF2B5EF4-FFF2-40B4-BE49-F238E27FC236}">
                <a16:creationId xmlns:a16="http://schemas.microsoft.com/office/drawing/2014/main" id="{61F3AD66-0707-5C24-3A3D-275BDD63B8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4725" y="1600201"/>
          <a:ext cx="31115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7" r:id="rId3" imgW="2628900" imgH="4978400" progId="Equation.3">
                  <p:embed/>
                </p:oleObj>
              </mc:Choice>
              <mc:Fallback>
                <p:oleObj r:id="rId3" imgW="2628900" imgH="4978400" progId="Equation.3">
                  <p:embed/>
                  <p:pic>
                    <p:nvPicPr>
                      <p:cNvPr id="327683" name="Object 3">
                        <a:extLst>
                          <a:ext uri="{FF2B5EF4-FFF2-40B4-BE49-F238E27FC236}">
                            <a16:creationId xmlns:a16="http://schemas.microsoft.com/office/drawing/2014/main" id="{61F3AD66-0707-5C24-3A3D-275BDD63B8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4725" y="1600201"/>
                        <a:ext cx="31115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684" name="Rectangle 4">
            <a:extLst>
              <a:ext uri="{FF2B5EF4-FFF2-40B4-BE49-F238E27FC236}">
                <a16:creationId xmlns:a16="http://schemas.microsoft.com/office/drawing/2014/main" id="{D9F8CFED-C519-0A87-2491-230A37550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0688" y="1557338"/>
            <a:ext cx="565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</a:p>
        </p:txBody>
      </p:sp>
      <p:grpSp>
        <p:nvGrpSpPr>
          <p:cNvPr id="327685" name="Group 5">
            <a:extLst>
              <a:ext uri="{FF2B5EF4-FFF2-40B4-BE49-F238E27FC236}">
                <a16:creationId xmlns:a16="http://schemas.microsoft.com/office/drawing/2014/main" id="{33870222-6848-AC12-DB99-9E0F8CEE680E}"/>
              </a:ext>
            </a:extLst>
          </p:cNvPr>
          <p:cNvGrpSpPr>
            <a:grpSpLocks/>
          </p:cNvGrpSpPr>
          <p:nvPr/>
        </p:nvGrpSpPr>
        <p:grpSpPr bwMode="auto">
          <a:xfrm>
            <a:off x="1847851" y="2708276"/>
            <a:ext cx="6696075" cy="1127125"/>
            <a:chOff x="0" y="0"/>
            <a:chExt cx="4218" cy="710"/>
          </a:xfrm>
        </p:grpSpPr>
        <p:sp>
          <p:nvSpPr>
            <p:cNvPr id="327686" name="Rectangle 6">
              <a:extLst>
                <a:ext uri="{FF2B5EF4-FFF2-40B4-BE49-F238E27FC236}">
                  <a16:creationId xmlns:a16="http://schemas.microsoft.com/office/drawing/2014/main" id="{FA90C03E-F3F0-D46C-2305-F2E51598F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"/>
              <a:ext cx="4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得</a:t>
              </a:r>
            </a:p>
          </p:txBody>
        </p:sp>
        <p:graphicFrame>
          <p:nvGraphicFramePr>
            <p:cNvPr id="327687" name="Object 7">
              <a:extLst>
                <a:ext uri="{FF2B5EF4-FFF2-40B4-BE49-F238E27FC236}">
                  <a16:creationId xmlns:a16="http://schemas.microsoft.com/office/drawing/2014/main" id="{E9E2AC24-9FCC-0CE8-E565-04015058D7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5" y="0"/>
            <a:ext cx="1316" cy="6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48" r:id="rId5" imgW="18719800" imgH="9944100" progId="Equation.3">
                    <p:embed/>
                  </p:oleObj>
                </mc:Choice>
                <mc:Fallback>
                  <p:oleObj r:id="rId5" imgW="18719800" imgH="9944100" progId="Equation.3">
                    <p:embed/>
                    <p:pic>
                      <p:nvPicPr>
                        <p:cNvPr id="327687" name="Object 7">
                          <a:extLst>
                            <a:ext uri="{FF2B5EF4-FFF2-40B4-BE49-F238E27FC236}">
                              <a16:creationId xmlns:a16="http://schemas.microsoft.com/office/drawing/2014/main" id="{E9E2AC24-9FCC-0CE8-E565-04015058D7F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5" y="0"/>
                          <a:ext cx="1316" cy="6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688" name="Object 8">
              <a:extLst>
                <a:ext uri="{FF2B5EF4-FFF2-40B4-BE49-F238E27FC236}">
                  <a16:creationId xmlns:a16="http://schemas.microsoft.com/office/drawing/2014/main" id="{FE7D8768-882E-EAF5-42A8-F7EBA30EA67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03" y="0"/>
            <a:ext cx="1315" cy="7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49" r:id="rId7" imgW="18427700" imgH="9944100" progId="Equation.3">
                    <p:embed/>
                  </p:oleObj>
                </mc:Choice>
                <mc:Fallback>
                  <p:oleObj r:id="rId7" imgW="18427700" imgH="9944100" progId="Equation.3">
                    <p:embed/>
                    <p:pic>
                      <p:nvPicPr>
                        <p:cNvPr id="327688" name="Object 8">
                          <a:extLst>
                            <a:ext uri="{FF2B5EF4-FFF2-40B4-BE49-F238E27FC236}">
                              <a16:creationId xmlns:a16="http://schemas.microsoft.com/office/drawing/2014/main" id="{FE7D8768-882E-EAF5-42A8-F7EBA30EA67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3" y="0"/>
                          <a:ext cx="1315" cy="7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689" name="Rectangle 9">
              <a:extLst>
                <a:ext uri="{FF2B5EF4-FFF2-40B4-BE49-F238E27FC236}">
                  <a16:creationId xmlns:a16="http://schemas.microsoft.com/office/drawing/2014/main" id="{8E28AA85-F82E-28D8-8858-86E97FEF7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7" y="201"/>
              <a:ext cx="4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和</a:t>
              </a:r>
            </a:p>
          </p:txBody>
        </p:sp>
      </p:grpSp>
      <p:grpSp>
        <p:nvGrpSpPr>
          <p:cNvPr id="327690" name="Group 10">
            <a:extLst>
              <a:ext uri="{FF2B5EF4-FFF2-40B4-BE49-F238E27FC236}">
                <a16:creationId xmlns:a16="http://schemas.microsoft.com/office/drawing/2014/main" id="{93D897ED-9057-C524-70C1-0B46F4B565FD}"/>
              </a:ext>
            </a:extLst>
          </p:cNvPr>
          <p:cNvGrpSpPr>
            <a:grpSpLocks/>
          </p:cNvGrpSpPr>
          <p:nvPr/>
        </p:nvGrpSpPr>
        <p:grpSpPr bwMode="auto">
          <a:xfrm>
            <a:off x="1898650" y="4005264"/>
            <a:ext cx="7005638" cy="1100137"/>
            <a:chOff x="0" y="0"/>
            <a:chExt cx="4413" cy="693"/>
          </a:xfrm>
        </p:grpSpPr>
        <p:sp>
          <p:nvSpPr>
            <p:cNvPr id="327691" name="Rectangle 11">
              <a:extLst>
                <a:ext uri="{FF2B5EF4-FFF2-40B4-BE49-F238E27FC236}">
                  <a16:creationId xmlns:a16="http://schemas.microsoft.com/office/drawing/2014/main" id="{78A40F7A-B21E-A1BE-88E0-9C2442629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55"/>
              <a:ext cx="9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因为</a:t>
              </a:r>
            </a:p>
          </p:txBody>
        </p:sp>
        <p:graphicFrame>
          <p:nvGraphicFramePr>
            <p:cNvPr id="327692" name="Object 12">
              <a:extLst>
                <a:ext uri="{FF2B5EF4-FFF2-40B4-BE49-F238E27FC236}">
                  <a16:creationId xmlns:a16="http://schemas.microsoft.com/office/drawing/2014/main" id="{BC086187-2A51-98A1-1956-AC8A7BD221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39" y="0"/>
            <a:ext cx="1814" cy="6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50" r:id="rId9" imgW="26035000" imgH="9944100" progId="Equation.3">
                    <p:embed/>
                  </p:oleObj>
                </mc:Choice>
                <mc:Fallback>
                  <p:oleObj r:id="rId9" imgW="26035000" imgH="9944100" progId="Equation.3">
                    <p:embed/>
                    <p:pic>
                      <p:nvPicPr>
                        <p:cNvPr id="327692" name="Object 12">
                          <a:extLst>
                            <a:ext uri="{FF2B5EF4-FFF2-40B4-BE49-F238E27FC236}">
                              <a16:creationId xmlns:a16="http://schemas.microsoft.com/office/drawing/2014/main" id="{BC086187-2A51-98A1-1956-AC8A7BD221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9" y="0"/>
                          <a:ext cx="1814" cy="6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693" name="Rectangle 13">
              <a:extLst>
                <a:ext uri="{FF2B5EF4-FFF2-40B4-BE49-F238E27FC236}">
                  <a16:creationId xmlns:a16="http://schemas.microsoft.com/office/drawing/2014/main" id="{E982F55E-7CA8-F159-4F12-B56A2FBF4D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" y="181"/>
              <a:ext cx="176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不合题意，</a:t>
              </a:r>
            </a:p>
          </p:txBody>
        </p:sp>
      </p:grpSp>
      <p:grpSp>
        <p:nvGrpSpPr>
          <p:cNvPr id="327694" name="Group 14">
            <a:extLst>
              <a:ext uri="{FF2B5EF4-FFF2-40B4-BE49-F238E27FC236}">
                <a16:creationId xmlns:a16="http://schemas.microsoft.com/office/drawing/2014/main" id="{D9AD45DA-17D5-13CE-34D5-9A5FBEB4508A}"/>
              </a:ext>
            </a:extLst>
          </p:cNvPr>
          <p:cNvGrpSpPr>
            <a:grpSpLocks/>
          </p:cNvGrpSpPr>
          <p:nvPr/>
        </p:nvGrpSpPr>
        <p:grpSpPr bwMode="auto">
          <a:xfrm>
            <a:off x="2438401" y="5075239"/>
            <a:ext cx="6970713" cy="1089025"/>
            <a:chOff x="0" y="0"/>
            <a:chExt cx="4391" cy="686"/>
          </a:xfrm>
        </p:grpSpPr>
        <p:sp>
          <p:nvSpPr>
            <p:cNvPr id="327695" name="Rectangle 15">
              <a:extLst>
                <a:ext uri="{FF2B5EF4-FFF2-40B4-BE49-F238E27FC236}">
                  <a16:creationId xmlns:a16="http://schemas.microsoft.com/office/drawing/2014/main" id="{4EBFCA56-EA21-BDD9-F38F-7364E75D4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33"/>
              <a:ext cx="3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所以</a:t>
              </a:r>
              <a:r>
                <a:rPr lang="el-GR" altLang="en-US" sz="2800" b="1" i="1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θ</a:t>
              </a:r>
              <a:r>
                <a:rPr lang="en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的极大似然估计值为                 </a:t>
              </a:r>
            </a:p>
          </p:txBody>
        </p:sp>
        <p:graphicFrame>
          <p:nvGraphicFramePr>
            <p:cNvPr id="327696" name="Object 16">
              <a:extLst>
                <a:ext uri="{FF2B5EF4-FFF2-40B4-BE49-F238E27FC236}">
                  <a16:creationId xmlns:a16="http://schemas.microsoft.com/office/drawing/2014/main" id="{AAC41182-5A91-A057-703A-964D8B847B1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20" y="0"/>
            <a:ext cx="1271" cy="6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51" r:id="rId11" imgW="18427700" imgH="9944100" progId="Equation.3">
                    <p:embed/>
                  </p:oleObj>
                </mc:Choice>
                <mc:Fallback>
                  <p:oleObj r:id="rId11" imgW="18427700" imgH="9944100" progId="Equation.3">
                    <p:embed/>
                    <p:pic>
                      <p:nvPicPr>
                        <p:cNvPr id="327696" name="Object 16">
                          <a:extLst>
                            <a:ext uri="{FF2B5EF4-FFF2-40B4-BE49-F238E27FC236}">
                              <a16:creationId xmlns:a16="http://schemas.microsoft.com/office/drawing/2014/main" id="{AAC41182-5A91-A057-703A-964D8B847B1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0"/>
                          <a:ext cx="1271" cy="6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7697" name="Object 17">
            <a:extLst>
              <a:ext uri="{FF2B5EF4-FFF2-40B4-BE49-F238E27FC236}">
                <a16:creationId xmlns:a16="http://schemas.microsoft.com/office/drawing/2014/main" id="{22D85EFB-9FDF-0228-F6EB-8FCF46487B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3" y="1341438"/>
          <a:ext cx="1973262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2" r:id="rId13" imgW="17259300" imgH="9359900" progId="Equation.3">
                  <p:embed/>
                </p:oleObj>
              </mc:Choice>
              <mc:Fallback>
                <p:oleObj r:id="rId13" imgW="17259300" imgH="9359900" progId="Equation.3">
                  <p:embed/>
                  <p:pic>
                    <p:nvPicPr>
                      <p:cNvPr id="327697" name="Object 17">
                        <a:extLst>
                          <a:ext uri="{FF2B5EF4-FFF2-40B4-BE49-F238E27FC236}">
                            <a16:creationId xmlns:a16="http://schemas.microsoft.com/office/drawing/2014/main" id="{22D85EFB-9FDF-0228-F6EB-8FCF46487B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1341438"/>
                        <a:ext cx="1973262" cy="95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698" name="Object 18">
            <a:extLst>
              <a:ext uri="{FF2B5EF4-FFF2-40B4-BE49-F238E27FC236}">
                <a16:creationId xmlns:a16="http://schemas.microsoft.com/office/drawing/2014/main" id="{B053BD1E-B045-CDB2-901A-A6571A7628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3114" y="1268414"/>
          <a:ext cx="3379787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3" r:id="rId15" imgW="26911300" imgH="9359900" progId="Equation.3">
                  <p:embed/>
                </p:oleObj>
              </mc:Choice>
              <mc:Fallback>
                <p:oleObj r:id="rId15" imgW="26911300" imgH="9359900" progId="Equation.3">
                  <p:embed/>
                  <p:pic>
                    <p:nvPicPr>
                      <p:cNvPr id="327698" name="Object 18">
                        <a:extLst>
                          <a:ext uri="{FF2B5EF4-FFF2-40B4-BE49-F238E27FC236}">
                            <a16:creationId xmlns:a16="http://schemas.microsoft.com/office/drawing/2014/main" id="{B053BD1E-B045-CDB2-901A-A6571A7628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114" y="1268414"/>
                        <a:ext cx="3379787" cy="1042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1000"/>
                                        <p:tgtEl>
                                          <p:spTgt spid="327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1000"/>
                                        <p:tgtEl>
                                          <p:spTgt spid="32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1000"/>
                                        <p:tgtEl>
                                          <p:spTgt spid="327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2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27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27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82" grpId="0" autoUpdateAnimBg="0"/>
      <p:bldP spid="327684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>
            <a:extLst>
              <a:ext uri="{FF2B5EF4-FFF2-40B4-BE49-F238E27FC236}">
                <a16:creationId xmlns:a16="http://schemas.microsoft.com/office/drawing/2014/main" id="{F6251F88-994C-27AF-67EB-C178A856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9" y="1484313"/>
            <a:ext cx="6257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可证明极大似然估计具有下述性质：</a:t>
            </a:r>
            <a:endParaRPr lang="zh-CN" altLang="en-US" sz="2800">
              <a:solidFill>
                <a:srgbClr val="007A77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28707" name="Group 3">
            <a:extLst>
              <a:ext uri="{FF2B5EF4-FFF2-40B4-BE49-F238E27FC236}">
                <a16:creationId xmlns:a16="http://schemas.microsoft.com/office/drawing/2014/main" id="{7F3BB10C-A4A3-6DE9-475A-355F962CDBFD}"/>
              </a:ext>
            </a:extLst>
          </p:cNvPr>
          <p:cNvGrpSpPr>
            <a:grpSpLocks/>
          </p:cNvGrpSpPr>
          <p:nvPr/>
        </p:nvGrpSpPr>
        <p:grpSpPr bwMode="auto">
          <a:xfrm>
            <a:off x="2063750" y="2349501"/>
            <a:ext cx="8280400" cy="2016125"/>
            <a:chOff x="0" y="0"/>
            <a:chExt cx="5216" cy="1270"/>
          </a:xfrm>
        </p:grpSpPr>
        <p:sp>
          <p:nvSpPr>
            <p:cNvPr id="328708" name="Text Box 4">
              <a:extLst>
                <a:ext uri="{FF2B5EF4-FFF2-40B4-BE49-F238E27FC236}">
                  <a16:creationId xmlns:a16="http://schemas.microsoft.com/office/drawing/2014/main" id="{F7B4770B-1474-0108-A5BB-957F9014A3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216" cy="1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CN" altLang="en-US" sz="2800" b="1" dirty="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  设</a:t>
              </a:r>
              <a:r>
                <a:rPr lang="el-GR" altLang="en-US" sz="2800" b="1" i="1" dirty="0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θ</a:t>
              </a:r>
              <a:r>
                <a:rPr lang="en-CN" altLang="en-US" sz="2800" b="1" dirty="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的函数g=g(</a:t>
              </a:r>
              <a:r>
                <a:rPr lang="el-GR" altLang="en-US" sz="2800" b="1" i="1" dirty="0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θ</a:t>
              </a:r>
              <a:r>
                <a:rPr lang="en-CN" altLang="en-US" sz="2800" b="1" dirty="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)是    上的实值函数,且有唯一反函数 .  如果   是</a:t>
              </a:r>
              <a:r>
                <a:rPr lang="el-GR" altLang="en-US" sz="2800" b="1" i="1" dirty="0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θ</a:t>
              </a:r>
              <a:r>
                <a:rPr lang="en-CN" altLang="en-US" sz="2800" b="1" dirty="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的极大似然估计，则g(   )也是g(</a:t>
              </a:r>
              <a:r>
                <a:rPr lang="el-GR" altLang="en-US" sz="2800" b="1" i="1" dirty="0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θ</a:t>
              </a:r>
              <a:r>
                <a:rPr lang="en-CN" altLang="en-US" sz="2800" b="1" dirty="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)的极大似然估计.</a:t>
              </a:r>
            </a:p>
          </p:txBody>
        </p:sp>
        <p:graphicFrame>
          <p:nvGraphicFramePr>
            <p:cNvPr id="328709" name="Object 5">
              <a:extLst>
                <a:ext uri="{FF2B5EF4-FFF2-40B4-BE49-F238E27FC236}">
                  <a16:creationId xmlns:a16="http://schemas.microsoft.com/office/drawing/2014/main" id="{594022C0-EDF1-7F82-82EF-5EB4155629E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87845959"/>
                </p:ext>
              </p:extLst>
            </p:nvPr>
          </p:nvGraphicFramePr>
          <p:xfrm>
            <a:off x="3903" y="531"/>
            <a:ext cx="194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43" r:id="rId3" imgW="3213100" imgH="4978400" progId="Equation.3">
                    <p:embed/>
                  </p:oleObj>
                </mc:Choice>
                <mc:Fallback>
                  <p:oleObj r:id="rId3" imgW="3213100" imgH="4978400" progId="Equation.3">
                    <p:embed/>
                    <p:pic>
                      <p:nvPicPr>
                        <p:cNvPr id="328709" name="Object 5">
                          <a:extLst>
                            <a:ext uri="{FF2B5EF4-FFF2-40B4-BE49-F238E27FC236}">
                              <a16:creationId xmlns:a16="http://schemas.microsoft.com/office/drawing/2014/main" id="{594022C0-EDF1-7F82-82EF-5EB4155629E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3" y="531"/>
                          <a:ext cx="194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8710" name="Object 6">
              <a:extLst>
                <a:ext uri="{FF2B5EF4-FFF2-40B4-BE49-F238E27FC236}">
                  <a16:creationId xmlns:a16="http://schemas.microsoft.com/office/drawing/2014/main" id="{EBE5F80F-F90A-B910-1B67-DA3BB1091F5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8857591"/>
                </p:ext>
              </p:extLst>
            </p:nvPr>
          </p:nvGraphicFramePr>
          <p:xfrm>
            <a:off x="1160" y="485"/>
            <a:ext cx="225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44" r:id="rId5" imgW="3213100" imgH="4978400" progId="Equation.3">
                    <p:embed/>
                  </p:oleObj>
                </mc:Choice>
                <mc:Fallback>
                  <p:oleObj r:id="rId5" imgW="3213100" imgH="4978400" progId="Equation.3">
                    <p:embed/>
                    <p:pic>
                      <p:nvPicPr>
                        <p:cNvPr id="328710" name="Object 6">
                          <a:extLst>
                            <a:ext uri="{FF2B5EF4-FFF2-40B4-BE49-F238E27FC236}">
                              <a16:creationId xmlns:a16="http://schemas.microsoft.com/office/drawing/2014/main" id="{EBE5F80F-F90A-B910-1B67-DA3BB1091F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0" y="485"/>
                          <a:ext cx="225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8711" name="Object 7">
              <a:extLst>
                <a:ext uri="{FF2B5EF4-FFF2-40B4-BE49-F238E27FC236}">
                  <a16:creationId xmlns:a16="http://schemas.microsoft.com/office/drawing/2014/main" id="{707F5D5F-53BA-99FF-922B-26D09DD381D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4093555"/>
                </p:ext>
              </p:extLst>
            </p:nvPr>
          </p:nvGraphicFramePr>
          <p:xfrm>
            <a:off x="2357" y="117"/>
            <a:ext cx="276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45" r:id="rId6" imgW="3505200" imgH="4102100" progId="Equation.3">
                    <p:embed/>
                  </p:oleObj>
                </mc:Choice>
                <mc:Fallback>
                  <p:oleObj r:id="rId6" imgW="3505200" imgH="4102100" progId="Equation.3">
                    <p:embed/>
                    <p:pic>
                      <p:nvPicPr>
                        <p:cNvPr id="328711" name="Object 7">
                          <a:extLst>
                            <a:ext uri="{FF2B5EF4-FFF2-40B4-BE49-F238E27FC236}">
                              <a16:creationId xmlns:a16="http://schemas.microsoft.com/office/drawing/2014/main" id="{707F5D5F-53BA-99FF-922B-26D09DD381D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7" y="117"/>
                          <a:ext cx="276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8712" name="Rectangle 8">
            <a:extLst>
              <a:ext uri="{FF2B5EF4-FFF2-40B4-BE49-F238E27FC236}">
                <a16:creationId xmlns:a16="http://schemas.microsoft.com/office/drawing/2014/main" id="{D9D984E0-2FC5-6689-83FD-110EAAF5B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4" y="476250"/>
            <a:ext cx="59912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关于极大似然估计的两点说明：</a:t>
            </a:r>
          </a:p>
        </p:txBody>
      </p:sp>
      <p:sp>
        <p:nvSpPr>
          <p:cNvPr id="328713" name="Rectangle 9">
            <a:extLst>
              <a:ext uri="{FF2B5EF4-FFF2-40B4-BE49-F238E27FC236}">
                <a16:creationId xmlns:a16="http://schemas.microsoft.com/office/drawing/2014/main" id="{390206B6-233E-987B-54A1-EF1EE886B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913" y="4797426"/>
            <a:ext cx="63357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此性质称为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极大似然估计的不变性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8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8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32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28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06" grpId="0" autoUpdateAnimBg="0"/>
      <p:bldP spid="328712" grpId="0" autoUpdateAnimBg="0"/>
      <p:bldP spid="328713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>
            <a:extLst>
              <a:ext uri="{FF2B5EF4-FFF2-40B4-BE49-F238E27FC236}">
                <a16:creationId xmlns:a16="http://schemas.microsoft.com/office/drawing/2014/main" id="{CB370255-76F6-C9EC-D6BD-A9AD868E0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476251"/>
            <a:ext cx="8382000" cy="2106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例8.</a:t>
            </a:r>
            <a:r>
              <a:rPr lang="en-CN" altLang="en-US" sz="2800" b="1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设X</a:t>
            </a:r>
            <a:r>
              <a:rPr lang="en-CN" altLang="en-US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CN" altLang="en-US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，…  ，X</a:t>
            </a:r>
            <a:r>
              <a:rPr lang="en-CN" altLang="en-US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为取自参数为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θ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的指数分布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总体的样本，</a:t>
            </a:r>
            <a:r>
              <a:rPr lang="en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&gt;0为一给定实数。求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p=P{X&lt;a}的极大似然估计</a:t>
            </a:r>
          </a:p>
        </p:txBody>
      </p:sp>
      <p:graphicFrame>
        <p:nvGraphicFramePr>
          <p:cNvPr id="329731" name="Object 3">
            <a:extLst>
              <a:ext uri="{FF2B5EF4-FFF2-40B4-BE49-F238E27FC236}">
                <a16:creationId xmlns:a16="http://schemas.microsoft.com/office/drawing/2014/main" id="{A6B02AEA-1B2C-3101-9C8C-4BF835F617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8" y="4149726"/>
          <a:ext cx="3752850" cy="156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0" r:id="rId3" imgW="38328600" imgH="15798800" progId="Equation.3">
                  <p:embed/>
                </p:oleObj>
              </mc:Choice>
              <mc:Fallback>
                <p:oleObj r:id="rId3" imgW="38328600" imgH="15798800" progId="Equation.3">
                  <p:embed/>
                  <p:pic>
                    <p:nvPicPr>
                      <p:cNvPr id="329731" name="Object 3">
                        <a:extLst>
                          <a:ext uri="{FF2B5EF4-FFF2-40B4-BE49-F238E27FC236}">
                            <a16:creationId xmlns:a16="http://schemas.microsoft.com/office/drawing/2014/main" id="{A6B02AEA-1B2C-3101-9C8C-4BF835F617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4149726"/>
                        <a:ext cx="3752850" cy="156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9732" name="Text Box 4">
            <a:extLst>
              <a:ext uri="{FF2B5EF4-FFF2-40B4-BE49-F238E27FC236}">
                <a16:creationId xmlns:a16="http://schemas.microsoft.com/office/drawing/2014/main" id="{A30E8BC6-CE62-70FE-8202-B0D6FE5A4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2708275"/>
            <a:ext cx="12969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</a:p>
        </p:txBody>
      </p:sp>
      <p:sp>
        <p:nvSpPr>
          <p:cNvPr id="329733" name="Text Box 5">
            <a:extLst>
              <a:ext uri="{FF2B5EF4-FFF2-40B4-BE49-F238E27FC236}">
                <a16:creationId xmlns:a16="http://schemas.microsoft.com/office/drawing/2014/main" id="{5696B274-3370-AE2C-74A3-1B6496723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3429001"/>
            <a:ext cx="4895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概率密度和分布函数分别为</a:t>
            </a:r>
            <a:endParaRPr lang="zh-CN" altLang="en-US" sz="2800" b="1" i="1">
              <a:solidFill>
                <a:srgbClr val="007A77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29734" name="Object 6">
            <a:extLst>
              <a:ext uri="{FF2B5EF4-FFF2-40B4-BE49-F238E27FC236}">
                <a16:creationId xmlns:a16="http://schemas.microsoft.com/office/drawing/2014/main" id="{6F6C373F-C2F7-32BA-02BE-AC6D0161B2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83338" y="4292600"/>
          <a:ext cx="3594100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1" r:id="rId5" imgW="39204900" imgH="13754100" progId="Equation.3">
                  <p:embed/>
                </p:oleObj>
              </mc:Choice>
              <mc:Fallback>
                <p:oleObj r:id="rId5" imgW="39204900" imgH="13754100" progId="Equation.3">
                  <p:embed/>
                  <p:pic>
                    <p:nvPicPr>
                      <p:cNvPr id="329734" name="Object 6">
                        <a:extLst>
                          <a:ext uri="{FF2B5EF4-FFF2-40B4-BE49-F238E27FC236}">
                            <a16:creationId xmlns:a16="http://schemas.microsoft.com/office/drawing/2014/main" id="{6F6C373F-C2F7-32BA-02BE-AC6D0161B2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8" y="4292600"/>
                        <a:ext cx="3594100" cy="127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9735" name="Rectangle 7">
            <a:extLst>
              <a:ext uri="{FF2B5EF4-FFF2-40B4-BE49-F238E27FC236}">
                <a16:creationId xmlns:a16="http://schemas.microsoft.com/office/drawing/2014/main" id="{6AABA8AE-5701-CD3A-948B-660D300D4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889" y="2708276"/>
            <a:ext cx="74882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由总体X服从参数为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θ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的指数分布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知， </a:t>
            </a:r>
            <a:r>
              <a:rPr lang="en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 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2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29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2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1000"/>
                                        <p:tgtEl>
                                          <p:spTgt spid="32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1000"/>
                                        <p:tgtEl>
                                          <p:spTgt spid="32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0" grpId="0" autoUpdateAnimBg="0"/>
      <p:bldP spid="329732" grpId="0" autoUpdateAnimBg="0"/>
      <p:bldP spid="329733" grpId="0" autoUpdateAnimBg="0"/>
      <p:bldP spid="329735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0754" name="Object 2">
            <a:extLst>
              <a:ext uri="{FF2B5EF4-FFF2-40B4-BE49-F238E27FC236}">
                <a16:creationId xmlns:a16="http://schemas.microsoft.com/office/drawing/2014/main" id="{E2433F60-774F-231C-E2AC-E6B81EA88B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620713"/>
          <a:ext cx="338455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5" r:id="rId3" imgW="28384500" imgH="9944100" progId="Equation.3">
                  <p:embed/>
                </p:oleObj>
              </mc:Choice>
              <mc:Fallback>
                <p:oleObj r:id="rId3" imgW="28384500" imgH="9944100" progId="Equation.3">
                  <p:embed/>
                  <p:pic>
                    <p:nvPicPr>
                      <p:cNvPr id="330754" name="Object 2">
                        <a:extLst>
                          <a:ext uri="{FF2B5EF4-FFF2-40B4-BE49-F238E27FC236}">
                            <a16:creationId xmlns:a16="http://schemas.microsoft.com/office/drawing/2014/main" id="{E2433F60-774F-231C-E2AC-E6B81EA88B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620713"/>
                        <a:ext cx="338455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55" name="Object 3">
            <a:extLst>
              <a:ext uri="{FF2B5EF4-FFF2-40B4-BE49-F238E27FC236}">
                <a16:creationId xmlns:a16="http://schemas.microsoft.com/office/drawing/2014/main" id="{6D604C29-D887-5A3B-F187-0A259A2733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91175" y="476251"/>
          <a:ext cx="2160588" cy="1211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6" r:id="rId5" imgW="16675100" imgH="10528300" progId="Equation.3">
                  <p:embed/>
                </p:oleObj>
              </mc:Choice>
              <mc:Fallback>
                <p:oleObj r:id="rId5" imgW="16675100" imgH="10528300" progId="Equation.3">
                  <p:embed/>
                  <p:pic>
                    <p:nvPicPr>
                      <p:cNvPr id="330755" name="Object 3">
                        <a:extLst>
                          <a:ext uri="{FF2B5EF4-FFF2-40B4-BE49-F238E27FC236}">
                            <a16:creationId xmlns:a16="http://schemas.microsoft.com/office/drawing/2014/main" id="{6D604C29-D887-5A3B-F187-0A259A2733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175" y="476251"/>
                        <a:ext cx="2160588" cy="1211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56" name="Object 4">
            <a:extLst>
              <a:ext uri="{FF2B5EF4-FFF2-40B4-BE49-F238E27FC236}">
                <a16:creationId xmlns:a16="http://schemas.microsoft.com/office/drawing/2014/main" id="{EEE9AEE2-0229-6825-B937-B26D1035EA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9" y="1773239"/>
          <a:ext cx="2808287" cy="198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7" r:id="rId7" imgW="17259300" imgH="13754100" progId="Equation.3">
                  <p:embed/>
                </p:oleObj>
              </mc:Choice>
              <mc:Fallback>
                <p:oleObj r:id="rId7" imgW="17259300" imgH="13754100" progId="Equation.3">
                  <p:embed/>
                  <p:pic>
                    <p:nvPicPr>
                      <p:cNvPr id="330756" name="Object 4">
                        <a:extLst>
                          <a:ext uri="{FF2B5EF4-FFF2-40B4-BE49-F238E27FC236}">
                            <a16:creationId xmlns:a16="http://schemas.microsoft.com/office/drawing/2014/main" id="{EEE9AEE2-0229-6825-B937-B26D1035EA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1773239"/>
                        <a:ext cx="2808287" cy="198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57" name="Object 5">
            <a:extLst>
              <a:ext uri="{FF2B5EF4-FFF2-40B4-BE49-F238E27FC236}">
                <a16:creationId xmlns:a16="http://schemas.microsoft.com/office/drawing/2014/main" id="{C93AA365-6F40-2BD1-E7FC-06AC8104C8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4" y="4797426"/>
          <a:ext cx="155892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8" r:id="rId9" imgW="11112500" imgH="4686300" progId="Equation.3">
                  <p:embed/>
                </p:oleObj>
              </mc:Choice>
              <mc:Fallback>
                <p:oleObj r:id="rId9" imgW="11112500" imgH="4686300" progId="Equation.3">
                  <p:embed/>
                  <p:pic>
                    <p:nvPicPr>
                      <p:cNvPr id="330757" name="Object 5">
                        <a:extLst>
                          <a:ext uri="{FF2B5EF4-FFF2-40B4-BE49-F238E27FC236}">
                            <a16:creationId xmlns:a16="http://schemas.microsoft.com/office/drawing/2014/main" id="{C93AA365-6F40-2BD1-E7FC-06AC8104C8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4797426"/>
                        <a:ext cx="1558925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58" name="Object 6">
            <a:extLst>
              <a:ext uri="{FF2B5EF4-FFF2-40B4-BE49-F238E27FC236}">
                <a16:creationId xmlns:a16="http://schemas.microsoft.com/office/drawing/2014/main" id="{89D365BA-8BC3-A766-88BB-38A1B7C8DA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48075" y="4005263"/>
          <a:ext cx="3887788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9" r:id="rId11" imgW="26911300" imgH="12877800" progId="Equation.3">
                  <p:embed/>
                </p:oleObj>
              </mc:Choice>
              <mc:Fallback>
                <p:oleObj r:id="rId11" imgW="26911300" imgH="12877800" progId="Equation.3">
                  <p:embed/>
                  <p:pic>
                    <p:nvPicPr>
                      <p:cNvPr id="330758" name="Object 6">
                        <a:extLst>
                          <a:ext uri="{FF2B5EF4-FFF2-40B4-BE49-F238E27FC236}">
                            <a16:creationId xmlns:a16="http://schemas.microsoft.com/office/drawing/2014/main" id="{89D365BA-8BC3-A766-88BB-38A1B7C8DA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075" y="4005263"/>
                        <a:ext cx="3887788" cy="165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0759" name="Text Box 7">
            <a:extLst>
              <a:ext uri="{FF2B5EF4-FFF2-40B4-BE49-F238E27FC236}">
                <a16:creationId xmlns:a16="http://schemas.microsoft.com/office/drawing/2014/main" id="{3DA900B4-0063-11BC-35CA-65BBAE49A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3933826"/>
            <a:ext cx="3671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两边取对数，得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330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1000"/>
                                        <p:tgtEl>
                                          <p:spTgt spid="330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3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0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1000"/>
                                        <p:tgtEl>
                                          <p:spTgt spid="330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1000"/>
                                        <p:tgtEl>
                                          <p:spTgt spid="330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9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>
            <a:extLst>
              <a:ext uri="{FF2B5EF4-FFF2-40B4-BE49-F238E27FC236}">
                <a16:creationId xmlns:a16="http://schemas.microsoft.com/office/drawing/2014/main" id="{996241A0-E882-6365-687B-8C339A54F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476251"/>
            <a:ext cx="39354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对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θ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求导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并令其为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endParaRPr lang="en-CN" altLang="en-US" sz="2800" b="1">
              <a:solidFill>
                <a:srgbClr val="007A77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31779" name="Object 3">
            <a:extLst>
              <a:ext uri="{FF2B5EF4-FFF2-40B4-BE49-F238E27FC236}">
                <a16:creationId xmlns:a16="http://schemas.microsoft.com/office/drawing/2014/main" id="{9FFF12A0-D9F5-1442-2205-FA9FA48E81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1" y="1341439"/>
          <a:ext cx="2009775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2" r:id="rId3" imgW="14338300" imgH="9359900" progId="Equation.3">
                  <p:embed/>
                </p:oleObj>
              </mc:Choice>
              <mc:Fallback>
                <p:oleObj r:id="rId3" imgW="14338300" imgH="9359900" progId="Equation.3">
                  <p:embed/>
                  <p:pic>
                    <p:nvPicPr>
                      <p:cNvPr id="331779" name="Object 3">
                        <a:extLst>
                          <a:ext uri="{FF2B5EF4-FFF2-40B4-BE49-F238E27FC236}">
                            <a16:creationId xmlns:a16="http://schemas.microsoft.com/office/drawing/2014/main" id="{9FFF12A0-D9F5-1442-2205-FA9FA48E81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1341439"/>
                        <a:ext cx="2009775" cy="116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780" name="Object 4">
            <a:extLst>
              <a:ext uri="{FF2B5EF4-FFF2-40B4-BE49-F238E27FC236}">
                <a16:creationId xmlns:a16="http://schemas.microsoft.com/office/drawing/2014/main" id="{43AA72C0-9384-B134-B42E-91363EF8B2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4339" y="765176"/>
          <a:ext cx="2808287" cy="170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3" r:id="rId5" imgW="21069300" imgH="14338300" progId="Equation.3">
                  <p:embed/>
                </p:oleObj>
              </mc:Choice>
              <mc:Fallback>
                <p:oleObj r:id="rId5" imgW="21069300" imgH="14338300" progId="Equation.3">
                  <p:embed/>
                  <p:pic>
                    <p:nvPicPr>
                      <p:cNvPr id="331780" name="Object 4">
                        <a:extLst>
                          <a:ext uri="{FF2B5EF4-FFF2-40B4-BE49-F238E27FC236}">
                            <a16:creationId xmlns:a16="http://schemas.microsoft.com/office/drawing/2014/main" id="{43AA72C0-9384-B134-B42E-91363EF8B2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9" y="765176"/>
                        <a:ext cx="2808287" cy="170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781" name="Object 5">
            <a:extLst>
              <a:ext uri="{FF2B5EF4-FFF2-40B4-BE49-F238E27FC236}">
                <a16:creationId xmlns:a16="http://schemas.microsoft.com/office/drawing/2014/main" id="{A6FEDD07-5CE8-70DD-B97C-10F45D5047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75501" y="1628776"/>
          <a:ext cx="1008063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4" r:id="rId7" imgW="5854700" imgH="4102100" progId="Equation.3">
                  <p:embed/>
                </p:oleObj>
              </mc:Choice>
              <mc:Fallback>
                <p:oleObj r:id="rId7" imgW="5854700" imgH="4102100" progId="Equation.3">
                  <p:embed/>
                  <p:pic>
                    <p:nvPicPr>
                      <p:cNvPr id="331781" name="Object 5">
                        <a:extLst>
                          <a:ext uri="{FF2B5EF4-FFF2-40B4-BE49-F238E27FC236}">
                            <a16:creationId xmlns:a16="http://schemas.microsoft.com/office/drawing/2014/main" id="{A6FEDD07-5CE8-70DD-B97C-10F45D5047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1" y="1628776"/>
                        <a:ext cx="1008063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1782" name="Rectangle 6">
            <a:extLst>
              <a:ext uri="{FF2B5EF4-FFF2-40B4-BE49-F238E27FC236}">
                <a16:creationId xmlns:a16="http://schemas.microsoft.com/office/drawing/2014/main" id="{3DAB7EF7-17D4-2BCF-F8A1-68623244A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2852738"/>
            <a:ext cx="56245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得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θ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的极大似然估计值为                 </a:t>
            </a:r>
          </a:p>
        </p:txBody>
      </p:sp>
      <p:graphicFrame>
        <p:nvGraphicFramePr>
          <p:cNvPr id="331783" name="Object 7">
            <a:extLst>
              <a:ext uri="{FF2B5EF4-FFF2-40B4-BE49-F238E27FC236}">
                <a16:creationId xmlns:a16="http://schemas.microsoft.com/office/drawing/2014/main" id="{E546AA30-5C3E-11F6-1627-DCF9E2EF37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6988" y="3716338"/>
          <a:ext cx="3168650" cy="189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5" r:id="rId9" imgW="21361400" imgH="14338300" progId="Equation.3">
                  <p:embed/>
                </p:oleObj>
              </mc:Choice>
              <mc:Fallback>
                <p:oleObj r:id="rId9" imgW="21361400" imgH="14338300" progId="Equation.3">
                  <p:embed/>
                  <p:pic>
                    <p:nvPicPr>
                      <p:cNvPr id="331783" name="Object 7">
                        <a:extLst>
                          <a:ext uri="{FF2B5EF4-FFF2-40B4-BE49-F238E27FC236}">
                            <a16:creationId xmlns:a16="http://schemas.microsoft.com/office/drawing/2014/main" id="{E546AA30-5C3E-11F6-1627-DCF9E2EF37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3716338"/>
                        <a:ext cx="3168650" cy="189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1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331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1000"/>
                                        <p:tgtEl>
                                          <p:spTgt spid="33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1000"/>
                                        <p:tgtEl>
                                          <p:spTgt spid="33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3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1000"/>
                                        <p:tgtEl>
                                          <p:spTgt spid="33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82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2">
            <a:extLst>
              <a:ext uri="{FF2B5EF4-FFF2-40B4-BE49-F238E27FC236}">
                <a16:creationId xmlns:a16="http://schemas.microsoft.com/office/drawing/2014/main" id="{1EFDA158-D99C-8A3C-E354-6B5613EC7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549276"/>
            <a:ext cx="20875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因为</a:t>
            </a:r>
          </a:p>
        </p:txBody>
      </p:sp>
      <p:sp>
        <p:nvSpPr>
          <p:cNvPr id="332803" name="Rectangle 3">
            <a:extLst>
              <a:ext uri="{FF2B5EF4-FFF2-40B4-BE49-F238E27FC236}">
                <a16:creationId xmlns:a16="http://schemas.microsoft.com/office/drawing/2014/main" id="{933AA94A-25EB-2BD0-3209-49E1C5572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2492376"/>
            <a:ext cx="59864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所以，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p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=P{X&lt;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a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}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的极大似然估计值为</a:t>
            </a:r>
          </a:p>
        </p:txBody>
      </p:sp>
      <p:graphicFrame>
        <p:nvGraphicFramePr>
          <p:cNvPr id="332804" name="Object 4">
            <a:extLst>
              <a:ext uri="{FF2B5EF4-FFF2-40B4-BE49-F238E27FC236}">
                <a16:creationId xmlns:a16="http://schemas.microsoft.com/office/drawing/2014/main" id="{C56A9F4F-3531-EBEB-25F4-326ADB13F4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7714" y="3716338"/>
          <a:ext cx="3457575" cy="157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6" r:id="rId3" imgW="21069300" imgH="10820400" progId="Equation.3">
                  <p:embed/>
                </p:oleObj>
              </mc:Choice>
              <mc:Fallback>
                <p:oleObj r:id="rId3" imgW="21069300" imgH="10820400" progId="Equation.3">
                  <p:embed/>
                  <p:pic>
                    <p:nvPicPr>
                      <p:cNvPr id="332804" name="Object 4">
                        <a:extLst>
                          <a:ext uri="{FF2B5EF4-FFF2-40B4-BE49-F238E27FC236}">
                            <a16:creationId xmlns:a16="http://schemas.microsoft.com/office/drawing/2014/main" id="{C56A9F4F-3531-EBEB-25F4-326ADB13F4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4" y="3716338"/>
                        <a:ext cx="3457575" cy="157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2805" name="Group 5">
            <a:extLst>
              <a:ext uri="{FF2B5EF4-FFF2-40B4-BE49-F238E27FC236}">
                <a16:creationId xmlns:a16="http://schemas.microsoft.com/office/drawing/2014/main" id="{65A829D6-9AC7-46CF-98BC-4888BA380D8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35189" y="1125538"/>
            <a:ext cx="5697537" cy="893762"/>
            <a:chOff x="0" y="0"/>
            <a:chExt cx="3589" cy="563"/>
          </a:xfrm>
        </p:grpSpPr>
        <p:graphicFrame>
          <p:nvGraphicFramePr>
            <p:cNvPr id="332806" name="Object 6">
              <a:extLst>
                <a:ext uri="{FF2B5EF4-FFF2-40B4-BE49-F238E27FC236}">
                  <a16:creationId xmlns:a16="http://schemas.microsoft.com/office/drawing/2014/main" id="{9C78F536-C11D-5B53-8DE5-E0D1731C47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31" y="0"/>
            <a:ext cx="958" cy="5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47" r:id="rId5" imgW="13462000" imgH="7315200" progId="Equation.3">
                    <p:embed/>
                  </p:oleObj>
                </mc:Choice>
                <mc:Fallback>
                  <p:oleObj r:id="rId5" imgW="13462000" imgH="7315200" progId="Equation.3">
                    <p:embed/>
                    <p:pic>
                      <p:nvPicPr>
                        <p:cNvPr id="332806" name="Object 6">
                          <a:extLst>
                            <a:ext uri="{FF2B5EF4-FFF2-40B4-BE49-F238E27FC236}">
                              <a16:creationId xmlns:a16="http://schemas.microsoft.com/office/drawing/2014/main" id="{9C78F536-C11D-5B53-8DE5-E0D1731C476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1" y="0"/>
                          <a:ext cx="958" cy="5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2807" name="Object 7">
              <a:extLst>
                <a:ext uri="{FF2B5EF4-FFF2-40B4-BE49-F238E27FC236}">
                  <a16:creationId xmlns:a16="http://schemas.microsoft.com/office/drawing/2014/main" id="{F0C0FE34-D7AB-EDE7-B6DF-85F385AE0CD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226"/>
            <a:ext cx="1583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48" r:id="rId7" imgW="22237700" imgH="4686300" progId="Equation.3">
                    <p:embed/>
                  </p:oleObj>
                </mc:Choice>
                <mc:Fallback>
                  <p:oleObj r:id="rId7" imgW="22237700" imgH="4686300" progId="Equation.3">
                    <p:embed/>
                    <p:pic>
                      <p:nvPicPr>
                        <p:cNvPr id="332807" name="Object 7">
                          <a:extLst>
                            <a:ext uri="{FF2B5EF4-FFF2-40B4-BE49-F238E27FC236}">
                              <a16:creationId xmlns:a16="http://schemas.microsoft.com/office/drawing/2014/main" id="{F0C0FE34-D7AB-EDE7-B6DF-85F385AE0CD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26"/>
                          <a:ext cx="1583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2808" name="Object 8">
              <a:extLst>
                <a:ext uri="{FF2B5EF4-FFF2-40B4-BE49-F238E27FC236}">
                  <a16:creationId xmlns:a16="http://schemas.microsoft.com/office/drawing/2014/main" id="{0C5D9D15-0137-2614-D44A-B43AC00849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79" y="226"/>
            <a:ext cx="854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49" r:id="rId9" imgW="12001500" imgH="4686300" progId="Equation.3">
                    <p:embed/>
                  </p:oleObj>
                </mc:Choice>
                <mc:Fallback>
                  <p:oleObj r:id="rId9" imgW="12001500" imgH="4686300" progId="Equation.3">
                    <p:embed/>
                    <p:pic>
                      <p:nvPicPr>
                        <p:cNvPr id="332808" name="Object 8">
                          <a:extLst>
                            <a:ext uri="{FF2B5EF4-FFF2-40B4-BE49-F238E27FC236}">
                              <a16:creationId xmlns:a16="http://schemas.microsoft.com/office/drawing/2014/main" id="{0C5D9D15-0137-2614-D44A-B43AC00849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9" y="226"/>
                          <a:ext cx="854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2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32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32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1000"/>
                                        <p:tgtEl>
                                          <p:spTgt spid="332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2" grpId="0" autoUpdateAnimBg="0"/>
      <p:bldP spid="332803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>
            <a:extLst>
              <a:ext uri="{FF2B5EF4-FFF2-40B4-BE49-F238E27FC236}">
                <a16:creationId xmlns:a16="http://schemas.microsoft.com/office/drawing/2014/main" id="{8819AFD4-E35B-B2B6-FF81-FCAB02968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366320"/>
            <a:ext cx="7391400" cy="1308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、当似然函数不是可微函数时，须用极大似然原理来求待估参数的极大似然估计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333827" name="Text Box 3">
            <a:extLst>
              <a:ext uri="{FF2B5EF4-FFF2-40B4-BE49-F238E27FC236}">
                <a16:creationId xmlns:a16="http://schemas.microsoft.com/office/drawing/2014/main" id="{4805EEB5-95B5-C245-7CA6-A74789D417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1839914"/>
            <a:ext cx="7777162" cy="1400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9.</a:t>
            </a:r>
            <a:r>
              <a:rPr lang="en-US" altLang="zh-CN" sz="28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设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 ~ U 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a,b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),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,…,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lang="zh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的一个样本值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求</a:t>
            </a:r>
            <a:r>
              <a:rPr lang="zh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 , b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的极大似然估计值与极大似然估计量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.</a:t>
            </a:r>
          </a:p>
        </p:txBody>
      </p:sp>
      <p:sp>
        <p:nvSpPr>
          <p:cNvPr id="333828" name="Text Box 4">
            <a:extLst>
              <a:ext uri="{FF2B5EF4-FFF2-40B4-BE49-F238E27FC236}">
                <a16:creationId xmlns:a16="http://schemas.microsoft.com/office/drawing/2014/main" id="{E383BB9A-FE0A-02F8-1600-C27DE41D6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3573464"/>
            <a:ext cx="16557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</a:p>
        </p:txBody>
      </p:sp>
      <p:sp>
        <p:nvSpPr>
          <p:cNvPr id="333829" name="Text Box 5">
            <a:extLst>
              <a:ext uri="{FF2B5EF4-FFF2-40B4-BE49-F238E27FC236}">
                <a16:creationId xmlns:a16="http://schemas.microsoft.com/office/drawing/2014/main" id="{5B9B8739-5586-9793-3B09-D4AAB430D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350" y="3573463"/>
            <a:ext cx="5473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由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 ~ U 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a,b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知，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的密度函数为</a:t>
            </a:r>
          </a:p>
        </p:txBody>
      </p:sp>
      <p:graphicFrame>
        <p:nvGraphicFramePr>
          <p:cNvPr id="333830" name="Object 6">
            <a:extLst>
              <a:ext uri="{FF2B5EF4-FFF2-40B4-BE49-F238E27FC236}">
                <a16:creationId xmlns:a16="http://schemas.microsoft.com/office/drawing/2014/main" id="{0EBAADB3-602C-AD86-581B-A5AB1154A5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6276" y="4292600"/>
          <a:ext cx="4246563" cy="147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9" r:id="rId3" imgW="45935900" imgH="13754100" progId="Equation.3">
                  <p:embed/>
                </p:oleObj>
              </mc:Choice>
              <mc:Fallback>
                <p:oleObj r:id="rId3" imgW="45935900" imgH="13754100" progId="Equation.3">
                  <p:embed/>
                  <p:pic>
                    <p:nvPicPr>
                      <p:cNvPr id="333830" name="Object 6">
                        <a:extLst>
                          <a:ext uri="{FF2B5EF4-FFF2-40B4-BE49-F238E27FC236}">
                            <a16:creationId xmlns:a16="http://schemas.microsoft.com/office/drawing/2014/main" id="{0EBAADB3-602C-AD86-581B-A5AB1154A5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6" y="4292600"/>
                        <a:ext cx="4246563" cy="1474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33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33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3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33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1000"/>
                                        <p:tgtEl>
                                          <p:spTgt spid="33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826" grpId="0" autoUpdateAnimBg="0"/>
      <p:bldP spid="333827" grpId="0" autoUpdateAnimBg="0"/>
      <p:bldP spid="333828" grpId="0" autoUpdateAnimBg="0"/>
      <p:bldP spid="333829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Text Box 2">
            <a:extLst>
              <a:ext uri="{FF2B5EF4-FFF2-40B4-BE49-F238E27FC236}">
                <a16:creationId xmlns:a16="http://schemas.microsoft.com/office/drawing/2014/main" id="{59174025-6C67-1819-001E-6492847B7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0" y="404813"/>
            <a:ext cx="19700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似然函数为</a:t>
            </a:r>
          </a:p>
        </p:txBody>
      </p:sp>
      <p:graphicFrame>
        <p:nvGraphicFramePr>
          <p:cNvPr id="334851" name="Object 3">
            <a:extLst>
              <a:ext uri="{FF2B5EF4-FFF2-40B4-BE49-F238E27FC236}">
                <a16:creationId xmlns:a16="http://schemas.microsoft.com/office/drawing/2014/main" id="{926E9FE1-6A7E-5987-E7E9-A8B26D2DE2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4825" y="1196975"/>
          <a:ext cx="43307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0" r:id="rId3" imgW="34226500" imgH="9944100" progId="Equation.3">
                  <p:embed/>
                </p:oleObj>
              </mc:Choice>
              <mc:Fallback>
                <p:oleObj r:id="rId3" imgW="34226500" imgH="9944100" progId="Equation.3">
                  <p:embed/>
                  <p:pic>
                    <p:nvPicPr>
                      <p:cNvPr id="334851" name="Object 3">
                        <a:extLst>
                          <a:ext uri="{FF2B5EF4-FFF2-40B4-BE49-F238E27FC236}">
                            <a16:creationId xmlns:a16="http://schemas.microsoft.com/office/drawing/2014/main" id="{926E9FE1-6A7E-5987-E7E9-A8B26D2DE2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1196975"/>
                        <a:ext cx="433070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4852" name="Object 4">
            <a:extLst>
              <a:ext uri="{FF2B5EF4-FFF2-40B4-BE49-F238E27FC236}">
                <a16:creationId xmlns:a16="http://schemas.microsoft.com/office/drawing/2014/main" id="{A0873C0D-12A1-8B40-ECD9-9C21BD19BB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67439" y="981076"/>
          <a:ext cx="3959225" cy="165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1" r:id="rId5" imgW="38328600" imgH="14630400" progId="Equation.3">
                  <p:embed/>
                </p:oleObj>
              </mc:Choice>
              <mc:Fallback>
                <p:oleObj r:id="rId5" imgW="38328600" imgH="14630400" progId="Equation.3">
                  <p:embed/>
                  <p:pic>
                    <p:nvPicPr>
                      <p:cNvPr id="334852" name="Object 4">
                        <a:extLst>
                          <a:ext uri="{FF2B5EF4-FFF2-40B4-BE49-F238E27FC236}">
                            <a16:creationId xmlns:a16="http://schemas.microsoft.com/office/drawing/2014/main" id="{A0873C0D-12A1-8B40-ECD9-9C21BD19BB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7439" y="981076"/>
                        <a:ext cx="3959225" cy="165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4853" name="Text Box 5">
            <a:extLst>
              <a:ext uri="{FF2B5EF4-FFF2-40B4-BE49-F238E27FC236}">
                <a16:creationId xmlns:a16="http://schemas.microsoft.com/office/drawing/2014/main" id="{87368A37-5BC5-A2DC-AE24-DB2EE7D9C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9" y="2638425"/>
            <a:ext cx="8497887" cy="1308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似然函数只有当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 &lt; x</a:t>
            </a:r>
            <a:r>
              <a:rPr lang="en-US" altLang="zh-CN" sz="28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&lt; b, i = 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1,2,…,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n 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时才能获得最大值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且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越大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b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越小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zh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）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越大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334854" name="Text Box 6">
            <a:extLst>
              <a:ext uri="{FF2B5EF4-FFF2-40B4-BE49-F238E27FC236}">
                <a16:creationId xmlns:a16="http://schemas.microsoft.com/office/drawing/2014/main" id="{A8094695-CAE9-CD46-C0C1-A8313B6F1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2675" y="4473576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令</a:t>
            </a:r>
          </a:p>
        </p:txBody>
      </p:sp>
      <p:sp>
        <p:nvSpPr>
          <p:cNvPr id="334855" name="Rectangle 7">
            <a:extLst>
              <a:ext uri="{FF2B5EF4-FFF2-40B4-BE49-F238E27FC236}">
                <a16:creationId xmlns:a16="http://schemas.microsoft.com/office/drawing/2014/main" id="{B13F3745-613C-5DEB-FDD7-59954005A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151" y="4437063"/>
            <a:ext cx="443743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32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min </a:t>
            </a:r>
            <a:r>
              <a:rPr lang="en-US" altLang="zh-CN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= min {</a:t>
            </a:r>
            <a:r>
              <a:rPr lang="en-US" altLang="zh-CN" sz="32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32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32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32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,…, </a:t>
            </a:r>
            <a:r>
              <a:rPr lang="en-US" altLang="zh-CN" sz="32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32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32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max </a:t>
            </a:r>
            <a:r>
              <a:rPr lang="en-US" altLang="zh-CN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= max {</a:t>
            </a:r>
            <a:r>
              <a:rPr lang="en-US" altLang="zh-CN" sz="32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32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32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32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,…, </a:t>
            </a:r>
            <a:r>
              <a:rPr lang="en-US" altLang="zh-CN" sz="32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3200" b="1" i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4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334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3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1000"/>
                                        <p:tgtEl>
                                          <p:spTgt spid="334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34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1000"/>
                                        <p:tgtEl>
                                          <p:spTgt spid="334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50" grpId="0" autoUpdateAnimBg="0"/>
      <p:bldP spid="334853" grpId="0" autoUpdateAnimBg="0"/>
      <p:bldP spid="334854" grpId="0" autoUpdateAnimBg="0"/>
      <p:bldP spid="334855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Text Box 2">
            <a:extLst>
              <a:ext uri="{FF2B5EF4-FFF2-40B4-BE49-F238E27FC236}">
                <a16:creationId xmlns:a16="http://schemas.microsoft.com/office/drawing/2014/main" id="{C420D20A-ECF0-6DF4-1E58-F09AD9411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9" y="476251"/>
            <a:ext cx="541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取</a:t>
            </a:r>
          </a:p>
        </p:txBody>
      </p:sp>
      <p:graphicFrame>
        <p:nvGraphicFramePr>
          <p:cNvPr id="335875" name="Object 3">
            <a:extLst>
              <a:ext uri="{FF2B5EF4-FFF2-40B4-BE49-F238E27FC236}">
                <a16:creationId xmlns:a16="http://schemas.microsoft.com/office/drawing/2014/main" id="{25C1CCF2-BF17-7E5F-F23F-0D0EACAEA1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3" y="404813"/>
          <a:ext cx="27416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5" r:id="rId3" imgW="27495500" imgH="5854700" progId="Equation.3">
                  <p:embed/>
                </p:oleObj>
              </mc:Choice>
              <mc:Fallback>
                <p:oleObj r:id="rId3" imgW="27495500" imgH="5854700" progId="Equation.3">
                  <p:embed/>
                  <p:pic>
                    <p:nvPicPr>
                      <p:cNvPr id="335875" name="Object 3">
                        <a:extLst>
                          <a:ext uri="{FF2B5EF4-FFF2-40B4-BE49-F238E27FC236}">
                            <a16:creationId xmlns:a16="http://schemas.microsoft.com/office/drawing/2014/main" id="{25C1CCF2-BF17-7E5F-F23F-0D0EACAEA1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404813"/>
                        <a:ext cx="2741612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5876" name="Group 4">
            <a:extLst>
              <a:ext uri="{FF2B5EF4-FFF2-40B4-BE49-F238E27FC236}">
                <a16:creationId xmlns:a16="http://schemas.microsoft.com/office/drawing/2014/main" id="{53D95E03-6CB4-2C9D-9342-E7E5DCC7A26F}"/>
              </a:ext>
            </a:extLst>
          </p:cNvPr>
          <p:cNvGrpSpPr>
            <a:grpSpLocks/>
          </p:cNvGrpSpPr>
          <p:nvPr/>
        </p:nvGrpSpPr>
        <p:grpSpPr bwMode="auto">
          <a:xfrm>
            <a:off x="1919288" y="1412875"/>
            <a:ext cx="7893050" cy="617538"/>
            <a:chOff x="0" y="0"/>
            <a:chExt cx="4972" cy="389"/>
          </a:xfrm>
        </p:grpSpPr>
        <p:sp>
          <p:nvSpPr>
            <p:cNvPr id="335877" name="Text Box 5">
              <a:extLst>
                <a:ext uri="{FF2B5EF4-FFF2-40B4-BE49-F238E27FC236}">
                  <a16:creationId xmlns:a16="http://schemas.microsoft.com/office/drawing/2014/main" id="{F43DFD39-4ED8-2278-BDC1-7D2B0CE32F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136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则对满足</a:t>
              </a:r>
            </a:p>
          </p:txBody>
        </p:sp>
        <p:graphicFrame>
          <p:nvGraphicFramePr>
            <p:cNvPr id="335878" name="Object 6">
              <a:extLst>
                <a:ext uri="{FF2B5EF4-FFF2-40B4-BE49-F238E27FC236}">
                  <a16:creationId xmlns:a16="http://schemas.microsoft.com/office/drawing/2014/main" id="{8CE09E2B-BAA7-A86A-0F7F-E91C7A90B7F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43" y="0"/>
            <a:ext cx="2268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26" r:id="rId5" imgW="28676600" imgH="5270500" progId="Equation.3">
                    <p:embed/>
                  </p:oleObj>
                </mc:Choice>
                <mc:Fallback>
                  <p:oleObj r:id="rId5" imgW="28676600" imgH="5270500" progId="Equation.3">
                    <p:embed/>
                    <p:pic>
                      <p:nvPicPr>
                        <p:cNvPr id="335878" name="Object 6">
                          <a:extLst>
                            <a:ext uri="{FF2B5EF4-FFF2-40B4-BE49-F238E27FC236}">
                              <a16:creationId xmlns:a16="http://schemas.microsoft.com/office/drawing/2014/main" id="{8CE09E2B-BAA7-A86A-0F7F-E91C7A90B7F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3" y="0"/>
                          <a:ext cx="2268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5879" name="Text Box 7">
              <a:extLst>
                <a:ext uri="{FF2B5EF4-FFF2-40B4-BE49-F238E27FC236}">
                  <a16:creationId xmlns:a16="http://schemas.microsoft.com/office/drawing/2014/main" id="{2FCE20F0-7BF7-08C5-E4ED-2EA3B5ACC1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3" y="0"/>
              <a:ext cx="14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的一切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 &lt; b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, </a:t>
              </a:r>
            </a:p>
          </p:txBody>
        </p:sp>
      </p:grpSp>
      <p:grpSp>
        <p:nvGrpSpPr>
          <p:cNvPr id="335880" name="Group 8">
            <a:extLst>
              <a:ext uri="{FF2B5EF4-FFF2-40B4-BE49-F238E27FC236}">
                <a16:creationId xmlns:a16="http://schemas.microsoft.com/office/drawing/2014/main" id="{336D9B08-C194-38E8-7F4B-2E60593C6E19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2276475"/>
            <a:ext cx="5040312" cy="990600"/>
            <a:chOff x="0" y="0"/>
            <a:chExt cx="3175" cy="624"/>
          </a:xfrm>
        </p:grpSpPr>
        <p:graphicFrame>
          <p:nvGraphicFramePr>
            <p:cNvPr id="335881" name="Object 9">
              <a:extLst>
                <a:ext uri="{FF2B5EF4-FFF2-40B4-BE49-F238E27FC236}">
                  <a16:creationId xmlns:a16="http://schemas.microsoft.com/office/drawing/2014/main" id="{50DD4CFB-D9E7-B55E-082B-EF76E6C7EE6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71" y="0"/>
            <a:ext cx="2404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27" r:id="rId7" imgW="39497000" imgH="10236200" progId="Equation.3">
                    <p:embed/>
                  </p:oleObj>
                </mc:Choice>
                <mc:Fallback>
                  <p:oleObj r:id="rId7" imgW="39497000" imgH="10236200" progId="Equation.3">
                    <p:embed/>
                    <p:pic>
                      <p:nvPicPr>
                        <p:cNvPr id="335881" name="Object 9">
                          <a:extLst>
                            <a:ext uri="{FF2B5EF4-FFF2-40B4-BE49-F238E27FC236}">
                              <a16:creationId xmlns:a16="http://schemas.microsoft.com/office/drawing/2014/main" id="{50DD4CFB-D9E7-B55E-082B-EF76E6C7EE6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1" y="0"/>
                          <a:ext cx="2404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5882" name="Text Box 10">
              <a:extLst>
                <a:ext uri="{FF2B5EF4-FFF2-40B4-BE49-F238E27FC236}">
                  <a16:creationId xmlns:a16="http://schemas.microsoft.com/office/drawing/2014/main" id="{3E2BE234-43C0-D390-7C3B-7F28AE6A50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82"/>
              <a:ext cx="93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都有</a:t>
              </a:r>
            </a:p>
          </p:txBody>
        </p:sp>
      </p:grpSp>
      <p:sp>
        <p:nvSpPr>
          <p:cNvPr id="335883" name="Text Box 11">
            <a:extLst>
              <a:ext uri="{FF2B5EF4-FFF2-40B4-BE49-F238E27FC236}">
                <a16:creationId xmlns:a16="http://schemas.microsoft.com/office/drawing/2014/main" id="{ABC31DE5-31D5-C82C-06E3-07971F6A6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3644901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故</a:t>
            </a:r>
          </a:p>
        </p:txBody>
      </p:sp>
      <p:graphicFrame>
        <p:nvGraphicFramePr>
          <p:cNvPr id="335884" name="Object 12">
            <a:extLst>
              <a:ext uri="{FF2B5EF4-FFF2-40B4-BE49-F238E27FC236}">
                <a16:creationId xmlns:a16="http://schemas.microsoft.com/office/drawing/2014/main" id="{F2D1DB1E-EE09-912B-83FA-3B3CA209DF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1" y="3573463"/>
          <a:ext cx="352901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8" r:id="rId9" imgW="27495500" imgH="5854700" progId="Equation.3">
                  <p:embed/>
                </p:oleObj>
              </mc:Choice>
              <mc:Fallback>
                <p:oleObj r:id="rId9" imgW="27495500" imgH="5854700" progId="Equation.3">
                  <p:embed/>
                  <p:pic>
                    <p:nvPicPr>
                      <p:cNvPr id="335884" name="Object 12">
                        <a:extLst>
                          <a:ext uri="{FF2B5EF4-FFF2-40B4-BE49-F238E27FC236}">
                            <a16:creationId xmlns:a16="http://schemas.microsoft.com/office/drawing/2014/main" id="{F2D1DB1E-EE09-912B-83FA-3B3CA209DF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1" y="3573463"/>
                        <a:ext cx="3529013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5885" name="Text Box 13">
            <a:extLst>
              <a:ext uri="{FF2B5EF4-FFF2-40B4-BE49-F238E27FC236}">
                <a16:creationId xmlns:a16="http://schemas.microsoft.com/office/drawing/2014/main" id="{99186BD4-58E8-693A-DF47-CCE0852C8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7439" y="3716338"/>
            <a:ext cx="42878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是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 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b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的极大似然估计值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335886" name="Object 14">
            <a:extLst>
              <a:ext uri="{FF2B5EF4-FFF2-40B4-BE49-F238E27FC236}">
                <a16:creationId xmlns:a16="http://schemas.microsoft.com/office/drawing/2014/main" id="{42C79636-E34A-B940-13CE-7BCCF3ECEA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0014" y="4365626"/>
          <a:ext cx="5959475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9" r:id="rId11" imgW="49441100" imgH="11112500" progId="Equation.3">
                  <p:embed/>
                </p:oleObj>
              </mc:Choice>
              <mc:Fallback>
                <p:oleObj r:id="rId11" imgW="49441100" imgH="11112500" progId="Equation.3">
                  <p:embed/>
                  <p:pic>
                    <p:nvPicPr>
                      <p:cNvPr id="335886" name="Object 14">
                        <a:extLst>
                          <a:ext uri="{FF2B5EF4-FFF2-40B4-BE49-F238E27FC236}">
                            <a16:creationId xmlns:a16="http://schemas.microsoft.com/office/drawing/2014/main" id="{42C79636-E34A-B940-13CE-7BCCF3ECEA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4" y="4365626"/>
                        <a:ext cx="5959475" cy="1160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5887" name="Text Box 15">
            <a:extLst>
              <a:ext uri="{FF2B5EF4-FFF2-40B4-BE49-F238E27FC236}">
                <a16:creationId xmlns:a16="http://schemas.microsoft.com/office/drawing/2014/main" id="{AEB3FC2D-9CBC-B7C4-4C4D-D5269DBE6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734051"/>
            <a:ext cx="50022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分别是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a , b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的极大似然估计量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5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35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35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35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35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35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35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35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5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74" grpId="0" autoUpdateAnimBg="0"/>
      <p:bldP spid="335883" grpId="0" autoUpdateAnimBg="0"/>
      <p:bldP spid="335885" grpId="0" autoUpdateAnimBg="0"/>
      <p:bldP spid="335887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898" name="Group 2">
            <a:extLst>
              <a:ext uri="{FF2B5EF4-FFF2-40B4-BE49-F238E27FC236}">
                <a16:creationId xmlns:a16="http://schemas.microsoft.com/office/drawing/2014/main" id="{8C61D863-4A32-785D-0DC9-11E9467EE326}"/>
              </a:ext>
            </a:extLst>
          </p:cNvPr>
          <p:cNvGrpSpPr>
            <a:grpSpLocks/>
          </p:cNvGrpSpPr>
          <p:nvPr/>
        </p:nvGrpSpPr>
        <p:grpSpPr bwMode="auto">
          <a:xfrm>
            <a:off x="1919288" y="1412875"/>
            <a:ext cx="8380412" cy="1333500"/>
            <a:chOff x="0" y="0"/>
            <a:chExt cx="5279" cy="840"/>
          </a:xfrm>
        </p:grpSpPr>
        <p:graphicFrame>
          <p:nvGraphicFramePr>
            <p:cNvPr id="336899" name="Object 3">
              <a:extLst>
                <a:ext uri="{FF2B5EF4-FFF2-40B4-BE49-F238E27FC236}">
                  <a16:creationId xmlns:a16="http://schemas.microsoft.com/office/drawing/2014/main" id="{A0076F65-639B-0934-45FC-30C4B6A2A9F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3720" cy="8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42" r:id="rId3" imgW="49733200" imgH="11112500" progId="Equation.3">
                    <p:embed/>
                  </p:oleObj>
                </mc:Choice>
                <mc:Fallback>
                  <p:oleObj r:id="rId3" imgW="49733200" imgH="11112500" progId="Equation.3">
                    <p:embed/>
                    <p:pic>
                      <p:nvPicPr>
                        <p:cNvPr id="336899" name="Object 3">
                          <a:extLst>
                            <a:ext uri="{FF2B5EF4-FFF2-40B4-BE49-F238E27FC236}">
                              <a16:creationId xmlns:a16="http://schemas.microsoft.com/office/drawing/2014/main" id="{A0076F65-639B-0934-45FC-30C4B6A2A9F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720" cy="8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36900" name="Group 4">
              <a:extLst>
                <a:ext uri="{FF2B5EF4-FFF2-40B4-BE49-F238E27FC236}">
                  <a16:creationId xmlns:a16="http://schemas.microsoft.com/office/drawing/2014/main" id="{29D583E2-F20C-2F7F-D6BC-6CE1FA4DE6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4" y="246"/>
              <a:ext cx="1605" cy="344"/>
              <a:chOff x="0" y="0"/>
              <a:chExt cx="1605" cy="344"/>
            </a:xfrm>
          </p:grpSpPr>
          <p:graphicFrame>
            <p:nvGraphicFramePr>
              <p:cNvPr id="336901" name="Object 5">
                <a:extLst>
                  <a:ext uri="{FF2B5EF4-FFF2-40B4-BE49-F238E27FC236}">
                    <a16:creationId xmlns:a16="http://schemas.microsoft.com/office/drawing/2014/main" id="{BEA04604-0084-5F30-F43C-F6DB1F85800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17" y="26"/>
              <a:ext cx="788" cy="3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943" r:id="rId5" imgW="10528300" imgH="4102100" progId="Equation.3">
                      <p:embed/>
                    </p:oleObj>
                  </mc:Choice>
                  <mc:Fallback>
                    <p:oleObj r:id="rId5" imgW="10528300" imgH="4102100" progId="Equation.3">
                      <p:embed/>
                      <p:pic>
                        <p:nvPicPr>
                          <p:cNvPr id="336901" name="Object 5">
                            <a:extLst>
                              <a:ext uri="{FF2B5EF4-FFF2-40B4-BE49-F238E27FC236}">
                                <a16:creationId xmlns:a16="http://schemas.microsoft.com/office/drawing/2014/main" id="{BEA04604-0084-5F30-F43C-F6DB1F85800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17" y="26"/>
                            <a:ext cx="788" cy="3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36902" name="Rectangle 6">
                <a:extLst>
                  <a:ext uri="{FF2B5EF4-FFF2-40B4-BE49-F238E27FC236}">
                    <a16:creationId xmlns:a16="http://schemas.microsoft.com/office/drawing/2014/main" id="{6A539DAD-B099-6E6F-7311-EECE6996A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1225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，其中</a:t>
                </a:r>
              </a:p>
            </p:txBody>
          </p:sp>
        </p:grpSp>
      </p:grpSp>
      <p:grpSp>
        <p:nvGrpSpPr>
          <p:cNvPr id="336903" name="Group 7">
            <a:extLst>
              <a:ext uri="{FF2B5EF4-FFF2-40B4-BE49-F238E27FC236}">
                <a16:creationId xmlns:a16="http://schemas.microsoft.com/office/drawing/2014/main" id="{5A7CE052-C42A-24E8-E3FC-D91D1056FE81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3068639"/>
            <a:ext cx="8820150" cy="593725"/>
            <a:chOff x="0" y="0"/>
            <a:chExt cx="5556" cy="374"/>
          </a:xfrm>
        </p:grpSpPr>
        <p:sp>
          <p:nvSpPr>
            <p:cNvPr id="336904" name="Rectangle 8">
              <a:extLst>
                <a:ext uri="{FF2B5EF4-FFF2-40B4-BE49-F238E27FC236}">
                  <a16:creationId xmlns:a16="http://schemas.microsoft.com/office/drawing/2014/main" id="{30D274D8-2877-9F66-7954-C2093EC14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9"/>
              <a:ext cx="163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为待估参数，</a:t>
              </a:r>
            </a:p>
          </p:txBody>
        </p:sp>
        <p:graphicFrame>
          <p:nvGraphicFramePr>
            <p:cNvPr id="336905" name="Object 9">
              <a:extLst>
                <a:ext uri="{FF2B5EF4-FFF2-40B4-BE49-F238E27FC236}">
                  <a16:creationId xmlns:a16="http://schemas.microsoft.com/office/drawing/2014/main" id="{15E782A7-FE3F-ED4D-A19B-733D6DF08FC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61" y="0"/>
            <a:ext cx="1578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44" r:id="rId7" imgW="22237700" imgH="5270500" progId="Equation.3">
                    <p:embed/>
                  </p:oleObj>
                </mc:Choice>
                <mc:Fallback>
                  <p:oleObj r:id="rId7" imgW="22237700" imgH="5270500" progId="Equation.3">
                    <p:embed/>
                    <p:pic>
                      <p:nvPicPr>
                        <p:cNvPr id="336905" name="Object 9">
                          <a:extLst>
                            <a:ext uri="{FF2B5EF4-FFF2-40B4-BE49-F238E27FC236}">
                              <a16:creationId xmlns:a16="http://schemas.microsoft.com/office/drawing/2014/main" id="{15E782A7-FE3F-ED4D-A19B-733D6DF08FC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1" y="0"/>
                          <a:ext cx="1578" cy="3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6906" name="Rectangle 10">
              <a:extLst>
                <a:ext uri="{FF2B5EF4-FFF2-40B4-BE49-F238E27FC236}">
                  <a16:creationId xmlns:a16="http://schemas.microsoft.com/office/drawing/2014/main" id="{F3660AFA-59A6-E729-E54C-CE7855C95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3" y="0"/>
              <a:ext cx="26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是取自总体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的样本值，</a:t>
              </a:r>
            </a:p>
          </p:txBody>
        </p:sp>
      </p:grpSp>
      <p:sp>
        <p:nvSpPr>
          <p:cNvPr id="336907" name="Rectangle 11">
            <a:extLst>
              <a:ext uri="{FF2B5EF4-FFF2-40B4-BE49-F238E27FC236}">
                <a16:creationId xmlns:a16="http://schemas.microsoft.com/office/drawing/2014/main" id="{6A998AE1-A3ED-5A0D-3160-25474468F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1" y="476250"/>
            <a:ext cx="48371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10.</a:t>
            </a:r>
            <a:r>
              <a:rPr lang="en-US" altLang="zh-CN" sz="2800" b="1">
                <a:solidFill>
                  <a:srgbClr val="66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设总体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的概率密度为</a:t>
            </a:r>
          </a:p>
        </p:txBody>
      </p:sp>
      <p:grpSp>
        <p:nvGrpSpPr>
          <p:cNvPr id="336908" name="Group 12">
            <a:extLst>
              <a:ext uri="{FF2B5EF4-FFF2-40B4-BE49-F238E27FC236}">
                <a16:creationId xmlns:a16="http://schemas.microsoft.com/office/drawing/2014/main" id="{543CF638-C7A0-BF29-C6E3-38813F51DE5B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3986213"/>
            <a:ext cx="7632700" cy="538162"/>
            <a:chOff x="0" y="0"/>
            <a:chExt cx="4808" cy="339"/>
          </a:xfrm>
        </p:grpSpPr>
        <p:sp>
          <p:nvSpPr>
            <p:cNvPr id="336909" name="Rectangle 13">
              <a:extLst>
                <a:ext uri="{FF2B5EF4-FFF2-40B4-BE49-F238E27FC236}">
                  <a16:creationId xmlns:a16="http://schemas.microsoft.com/office/drawing/2014/main" id="{E57BC0BD-610F-7CC9-143F-342471306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" y="12"/>
              <a:ext cx="381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的矩估计值和极大似然估计值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  <a:r>
                <a:rPr lang="en-US" altLang="zh-CN" sz="280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</a:p>
          </p:txBody>
        </p:sp>
        <p:sp>
          <p:nvSpPr>
            <p:cNvPr id="336910" name="Rectangle 14">
              <a:extLst>
                <a:ext uri="{FF2B5EF4-FFF2-40B4-BE49-F238E27FC236}">
                  <a16:creationId xmlns:a16="http://schemas.microsoft.com/office/drawing/2014/main" id="{0382965B-FDDA-D08A-2B17-7F4EBB637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求参数</a:t>
              </a:r>
            </a:p>
          </p:txBody>
        </p:sp>
        <p:graphicFrame>
          <p:nvGraphicFramePr>
            <p:cNvPr id="336911" name="Object 15">
              <a:extLst>
                <a:ext uri="{FF2B5EF4-FFF2-40B4-BE49-F238E27FC236}">
                  <a16:creationId xmlns:a16="http://schemas.microsoft.com/office/drawing/2014/main" id="{6E9A948E-A463-FADC-8D41-2129A758310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71" y="12"/>
            <a:ext cx="219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45" r:id="rId9" imgW="2921000" imgH="4102100" progId="Equation.3">
                    <p:embed/>
                  </p:oleObj>
                </mc:Choice>
                <mc:Fallback>
                  <p:oleObj r:id="rId9" imgW="2921000" imgH="4102100" progId="Equation.3">
                    <p:embed/>
                    <p:pic>
                      <p:nvPicPr>
                        <p:cNvPr id="336911" name="Object 15">
                          <a:extLst>
                            <a:ext uri="{FF2B5EF4-FFF2-40B4-BE49-F238E27FC236}">
                              <a16:creationId xmlns:a16="http://schemas.microsoft.com/office/drawing/2014/main" id="{6E9A948E-A463-FADC-8D41-2129A758310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1" y="12"/>
                          <a:ext cx="219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6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6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36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36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907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Text Box 2">
            <a:extLst>
              <a:ext uri="{FF2B5EF4-FFF2-40B4-BE49-F238E27FC236}">
                <a16:creationId xmlns:a16="http://schemas.microsoft.com/office/drawing/2014/main" id="{D7EF9ABD-D62D-B971-4060-98DCC81CA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9" y="457200"/>
            <a:ext cx="12969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337923" name="Object 3">
            <a:extLst>
              <a:ext uri="{FF2B5EF4-FFF2-40B4-BE49-F238E27FC236}">
                <a16:creationId xmlns:a16="http://schemas.microsoft.com/office/drawing/2014/main" id="{E701AA44-DC42-1B97-1757-644046FDF9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3" y="1354138"/>
          <a:ext cx="295116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3" r:id="rId3" imgW="30429200" imgH="7607300" progId="Equation.DSMT4">
                  <p:embed/>
                </p:oleObj>
              </mc:Choice>
              <mc:Fallback>
                <p:oleObj r:id="rId3" imgW="30429200" imgH="7607300" progId="Equation.DSMT4">
                  <p:embed/>
                  <p:pic>
                    <p:nvPicPr>
                      <p:cNvPr id="337923" name="Object 3">
                        <a:extLst>
                          <a:ext uri="{FF2B5EF4-FFF2-40B4-BE49-F238E27FC236}">
                            <a16:creationId xmlns:a16="http://schemas.microsoft.com/office/drawing/2014/main" id="{E701AA44-DC42-1B97-1757-644046FDF9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1354138"/>
                        <a:ext cx="2951162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24" name="Object 4">
            <a:extLst>
              <a:ext uri="{FF2B5EF4-FFF2-40B4-BE49-F238E27FC236}">
                <a16:creationId xmlns:a16="http://schemas.microsoft.com/office/drawing/2014/main" id="{E375ED0C-B14A-A87A-E78E-864D714A93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3838" y="1268414"/>
          <a:ext cx="273685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4" r:id="rId5" imgW="26035000" imgH="7607300" progId="Equation.DSMT4">
                  <p:embed/>
                </p:oleObj>
              </mc:Choice>
              <mc:Fallback>
                <p:oleObj r:id="rId5" imgW="26035000" imgH="7607300" progId="Equation.DSMT4">
                  <p:embed/>
                  <p:pic>
                    <p:nvPicPr>
                      <p:cNvPr id="337924" name="Object 4">
                        <a:extLst>
                          <a:ext uri="{FF2B5EF4-FFF2-40B4-BE49-F238E27FC236}">
                            <a16:creationId xmlns:a16="http://schemas.microsoft.com/office/drawing/2014/main" id="{E375ED0C-B14A-A87A-E78E-864D714A93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838" y="1268414"/>
                        <a:ext cx="2736850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25" name="Object 5">
            <a:extLst>
              <a:ext uri="{FF2B5EF4-FFF2-40B4-BE49-F238E27FC236}">
                <a16:creationId xmlns:a16="http://schemas.microsoft.com/office/drawing/2014/main" id="{DD74E017-63EE-5517-7700-13B490D681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83563" y="1196975"/>
          <a:ext cx="10795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5" r:id="rId7" imgW="11404600" imgH="9359900" progId="Equation.DSMT4">
                  <p:embed/>
                </p:oleObj>
              </mc:Choice>
              <mc:Fallback>
                <p:oleObj r:id="rId7" imgW="11404600" imgH="9359900" progId="Equation.DSMT4">
                  <p:embed/>
                  <p:pic>
                    <p:nvPicPr>
                      <p:cNvPr id="337925" name="Object 5">
                        <a:extLst>
                          <a:ext uri="{FF2B5EF4-FFF2-40B4-BE49-F238E27FC236}">
                            <a16:creationId xmlns:a16="http://schemas.microsoft.com/office/drawing/2014/main" id="{DD74E017-63EE-5517-7700-13B490D681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3563" y="1196975"/>
                        <a:ext cx="107950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26" name="Rectangle 6">
            <a:extLst>
              <a:ext uri="{FF2B5EF4-FFF2-40B4-BE49-F238E27FC236}">
                <a16:creationId xmlns:a16="http://schemas.microsoft.com/office/drawing/2014/main" id="{E7707C33-6664-EFE7-5D37-65CB1BFC2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2636839"/>
            <a:ext cx="5921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令</a:t>
            </a:r>
          </a:p>
        </p:txBody>
      </p:sp>
      <p:graphicFrame>
        <p:nvGraphicFramePr>
          <p:cNvPr id="337927" name="Object 7">
            <a:extLst>
              <a:ext uri="{FF2B5EF4-FFF2-40B4-BE49-F238E27FC236}">
                <a16:creationId xmlns:a16="http://schemas.microsoft.com/office/drawing/2014/main" id="{83E11FB8-4F76-B4AA-694F-480BB943C9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0375" y="2413000"/>
          <a:ext cx="1511300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6" r:id="rId9" imgW="14338300" imgH="9359900" progId="Equation.DSMT4">
                  <p:embed/>
                </p:oleObj>
              </mc:Choice>
              <mc:Fallback>
                <p:oleObj r:id="rId9" imgW="14338300" imgH="9359900" progId="Equation.DSMT4">
                  <p:embed/>
                  <p:pic>
                    <p:nvPicPr>
                      <p:cNvPr id="337927" name="Object 7">
                        <a:extLst>
                          <a:ext uri="{FF2B5EF4-FFF2-40B4-BE49-F238E27FC236}">
                            <a16:creationId xmlns:a16="http://schemas.microsoft.com/office/drawing/2014/main" id="{83E11FB8-4F76-B4AA-694F-480BB943C9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2413000"/>
                        <a:ext cx="1511300" cy="106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28" name="Rectangle 8">
            <a:extLst>
              <a:ext uri="{FF2B5EF4-FFF2-40B4-BE49-F238E27FC236}">
                <a16:creationId xmlns:a16="http://schemas.microsoft.com/office/drawing/2014/main" id="{DB6DAE30-44EF-8C18-13C3-29F1A91E1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3933826"/>
            <a:ext cx="33829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得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θ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的矩估计值：</a:t>
            </a:r>
          </a:p>
        </p:txBody>
      </p:sp>
      <p:graphicFrame>
        <p:nvGraphicFramePr>
          <p:cNvPr id="337929" name="Object 9">
            <a:extLst>
              <a:ext uri="{FF2B5EF4-FFF2-40B4-BE49-F238E27FC236}">
                <a16:creationId xmlns:a16="http://schemas.microsoft.com/office/drawing/2014/main" id="{6D5B23F0-C00A-5640-A2A0-1FAFB5CAA1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6138" y="4562476"/>
          <a:ext cx="1727200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7" r:id="rId11" imgW="16090900" imgH="10236200" progId="Equation.DSMT4">
                  <p:embed/>
                </p:oleObj>
              </mc:Choice>
              <mc:Fallback>
                <p:oleObj r:id="rId11" imgW="16090900" imgH="10236200" progId="Equation.DSMT4">
                  <p:embed/>
                  <p:pic>
                    <p:nvPicPr>
                      <p:cNvPr id="337929" name="Object 9">
                        <a:extLst>
                          <a:ext uri="{FF2B5EF4-FFF2-40B4-BE49-F238E27FC236}">
                            <a16:creationId xmlns:a16="http://schemas.microsoft.com/office/drawing/2014/main" id="{6D5B23F0-C00A-5640-A2A0-1FAFB5CAA1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138" y="4562476"/>
                        <a:ext cx="1727200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30" name="Rectangle 10">
            <a:extLst>
              <a:ext uri="{FF2B5EF4-FFF2-40B4-BE49-F238E27FC236}">
                <a16:creationId xmlns:a16="http://schemas.microsoft.com/office/drawing/2014/main" id="{5C949531-7000-8331-2864-B20BD766D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889" y="476251"/>
            <a:ext cx="21478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）矩估计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7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7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1000"/>
                                        <p:tgtEl>
                                          <p:spTgt spid="337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1000"/>
                                        <p:tgtEl>
                                          <p:spTgt spid="337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1000"/>
                                        <p:tgtEl>
                                          <p:spTgt spid="33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5" dur="500"/>
                                        <p:tgtEl>
                                          <p:spTgt spid="337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37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1000"/>
                                        <p:tgtEl>
                                          <p:spTgt spid="337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22" grpId="0" autoUpdateAnimBg="0"/>
      <p:bldP spid="337926" grpId="0" autoUpdateAnimBg="0"/>
      <p:bldP spid="337928" grpId="0" autoUpdateAnimBg="0"/>
      <p:bldP spid="337930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8946" name="Object 2">
            <a:extLst>
              <a:ext uri="{FF2B5EF4-FFF2-40B4-BE49-F238E27FC236}">
                <a16:creationId xmlns:a16="http://schemas.microsoft.com/office/drawing/2014/main" id="{9BAF652D-C9C3-BAC3-7139-8445FF3B41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8" y="1412876"/>
          <a:ext cx="333375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0" r:id="rId3" imgW="28384500" imgH="9944100" progId="Equation.3">
                  <p:embed/>
                </p:oleObj>
              </mc:Choice>
              <mc:Fallback>
                <p:oleObj r:id="rId3" imgW="28384500" imgH="9944100" progId="Equation.3">
                  <p:embed/>
                  <p:pic>
                    <p:nvPicPr>
                      <p:cNvPr id="338946" name="Object 2">
                        <a:extLst>
                          <a:ext uri="{FF2B5EF4-FFF2-40B4-BE49-F238E27FC236}">
                            <a16:creationId xmlns:a16="http://schemas.microsoft.com/office/drawing/2014/main" id="{9BAF652D-C9C3-BAC3-7139-8445FF3B41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1412876"/>
                        <a:ext cx="3333750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947" name="Object 3">
            <a:extLst>
              <a:ext uri="{FF2B5EF4-FFF2-40B4-BE49-F238E27FC236}">
                <a16:creationId xmlns:a16="http://schemas.microsoft.com/office/drawing/2014/main" id="{5C8EB7B2-3E3F-66D3-7FD5-DC5A5B90C4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5638" y="1268413"/>
          <a:ext cx="3403600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1" r:id="rId5" imgW="24282400" imgH="9944100" progId="Equation.3">
                  <p:embed/>
                </p:oleObj>
              </mc:Choice>
              <mc:Fallback>
                <p:oleObj r:id="rId5" imgW="24282400" imgH="9944100" progId="Equation.3">
                  <p:embed/>
                  <p:pic>
                    <p:nvPicPr>
                      <p:cNvPr id="338947" name="Object 3">
                        <a:extLst>
                          <a:ext uri="{FF2B5EF4-FFF2-40B4-BE49-F238E27FC236}">
                            <a16:creationId xmlns:a16="http://schemas.microsoft.com/office/drawing/2014/main" id="{5C8EB7B2-3E3F-66D3-7FD5-DC5A5B90C4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638" y="1268413"/>
                        <a:ext cx="3403600" cy="123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948" name="Object 4">
            <a:extLst>
              <a:ext uri="{FF2B5EF4-FFF2-40B4-BE49-F238E27FC236}">
                <a16:creationId xmlns:a16="http://schemas.microsoft.com/office/drawing/2014/main" id="{2D0B8481-AE41-0EFB-016D-172C07AB38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5550" y="2708275"/>
          <a:ext cx="3937000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2" r:id="rId7" imgW="28092400" imgH="9944100" progId="Equation.3">
                  <p:embed/>
                </p:oleObj>
              </mc:Choice>
              <mc:Fallback>
                <p:oleObj r:id="rId7" imgW="28092400" imgH="9944100" progId="Equation.3">
                  <p:embed/>
                  <p:pic>
                    <p:nvPicPr>
                      <p:cNvPr id="338948" name="Object 4">
                        <a:extLst>
                          <a:ext uri="{FF2B5EF4-FFF2-40B4-BE49-F238E27FC236}">
                            <a16:creationId xmlns:a16="http://schemas.microsoft.com/office/drawing/2014/main" id="{2D0B8481-AE41-0EFB-016D-172C07AB38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2708275"/>
                        <a:ext cx="3937000" cy="123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949" name="Text Box 5">
            <a:extLst>
              <a:ext uri="{FF2B5EF4-FFF2-40B4-BE49-F238E27FC236}">
                <a16:creationId xmlns:a16="http://schemas.microsoft.com/office/drawing/2014/main" id="{53EB2E53-6CA2-BE25-E1C2-701ECAEEA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13" y="4129088"/>
            <a:ext cx="26844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两边取对数，得</a:t>
            </a:r>
          </a:p>
        </p:txBody>
      </p:sp>
      <p:graphicFrame>
        <p:nvGraphicFramePr>
          <p:cNvPr id="338950" name="Object 6">
            <a:extLst>
              <a:ext uri="{FF2B5EF4-FFF2-40B4-BE49-F238E27FC236}">
                <a16:creationId xmlns:a16="http://schemas.microsoft.com/office/drawing/2014/main" id="{310DCB68-CF4D-5E07-ACF1-4D4750E724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3" y="4797425"/>
          <a:ext cx="6604000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3" r:id="rId9" imgW="47104300" imgH="9944100" progId="Equation.3">
                  <p:embed/>
                </p:oleObj>
              </mc:Choice>
              <mc:Fallback>
                <p:oleObj r:id="rId9" imgW="47104300" imgH="9944100" progId="Equation.3">
                  <p:embed/>
                  <p:pic>
                    <p:nvPicPr>
                      <p:cNvPr id="338950" name="Object 6">
                        <a:extLst>
                          <a:ext uri="{FF2B5EF4-FFF2-40B4-BE49-F238E27FC236}">
                            <a16:creationId xmlns:a16="http://schemas.microsoft.com/office/drawing/2014/main" id="{310DCB68-CF4D-5E07-ACF1-4D4750E724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4797425"/>
                        <a:ext cx="6604000" cy="123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951" name="Rectangle 7">
            <a:extLst>
              <a:ext uri="{FF2B5EF4-FFF2-40B4-BE49-F238E27FC236}">
                <a16:creationId xmlns:a16="http://schemas.microsoft.com/office/drawing/2014/main" id="{19E79DD1-3944-B647-4F9D-32192E4A3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476251"/>
            <a:ext cx="4127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）极大似然估计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8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38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1000"/>
                                        <p:tgtEl>
                                          <p:spTgt spid="338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38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338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949" grpId="0" autoUpdateAnimBg="0"/>
      <p:bldP spid="338951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>
            <a:extLst>
              <a:ext uri="{FF2B5EF4-FFF2-40B4-BE49-F238E27FC236}">
                <a16:creationId xmlns:a16="http://schemas.microsoft.com/office/drawing/2014/main" id="{E626AF1D-5608-E262-989B-E8FE8FC38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3284538"/>
            <a:ext cx="4248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得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θ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的极大似然估计值：</a:t>
            </a:r>
          </a:p>
        </p:txBody>
      </p:sp>
      <p:graphicFrame>
        <p:nvGraphicFramePr>
          <p:cNvPr id="339971" name="Object 3">
            <a:extLst>
              <a:ext uri="{FF2B5EF4-FFF2-40B4-BE49-F238E27FC236}">
                <a16:creationId xmlns:a16="http://schemas.microsoft.com/office/drawing/2014/main" id="{8D7BA745-0CA9-CB62-D5D1-D7E05F2BC7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4" y="4292600"/>
          <a:ext cx="3055937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4" r:id="rId3" imgW="25742900" imgH="14630400" progId="Equation.DSMT4">
                  <p:embed/>
                </p:oleObj>
              </mc:Choice>
              <mc:Fallback>
                <p:oleObj r:id="rId3" imgW="25742900" imgH="14630400" progId="Equation.DSMT4">
                  <p:embed/>
                  <p:pic>
                    <p:nvPicPr>
                      <p:cNvPr id="339971" name="Object 3">
                        <a:extLst>
                          <a:ext uri="{FF2B5EF4-FFF2-40B4-BE49-F238E27FC236}">
                            <a16:creationId xmlns:a16="http://schemas.microsoft.com/office/drawing/2014/main" id="{8D7BA745-0CA9-CB62-D5D1-D7E05F2BC7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4292600"/>
                        <a:ext cx="3055937" cy="187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9972" name="Rectangle 4">
            <a:extLst>
              <a:ext uri="{FF2B5EF4-FFF2-40B4-BE49-F238E27FC236}">
                <a16:creationId xmlns:a16="http://schemas.microsoft.com/office/drawing/2014/main" id="{A9D4E311-FF74-3DC0-4F57-E487D17F2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1850" y="722313"/>
            <a:ext cx="4425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对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θ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求导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并令其为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endParaRPr lang="en-CN" altLang="en-US" sz="2800" b="1">
              <a:solidFill>
                <a:srgbClr val="007A77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39973" name="Object 5">
            <a:extLst>
              <a:ext uri="{FF2B5EF4-FFF2-40B4-BE49-F238E27FC236}">
                <a16:creationId xmlns:a16="http://schemas.microsoft.com/office/drawing/2014/main" id="{432C1628-5EC1-2B6D-8176-DBD2785026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3" y="1628775"/>
          <a:ext cx="5702300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5" r:id="rId5" imgW="40665400" imgH="9944100" progId="Equation.3">
                  <p:embed/>
                </p:oleObj>
              </mc:Choice>
              <mc:Fallback>
                <p:oleObj r:id="rId5" imgW="40665400" imgH="9944100" progId="Equation.3">
                  <p:embed/>
                  <p:pic>
                    <p:nvPicPr>
                      <p:cNvPr id="339973" name="Object 5">
                        <a:extLst>
                          <a:ext uri="{FF2B5EF4-FFF2-40B4-BE49-F238E27FC236}">
                            <a16:creationId xmlns:a16="http://schemas.microsoft.com/office/drawing/2014/main" id="{432C1628-5EC1-2B6D-8176-DBD2785026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1628775"/>
                        <a:ext cx="5702300" cy="123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9974" name="Object 6">
            <a:extLst>
              <a:ext uri="{FF2B5EF4-FFF2-40B4-BE49-F238E27FC236}">
                <a16:creationId xmlns:a16="http://schemas.microsoft.com/office/drawing/2014/main" id="{A5C1E976-CB16-5D45-BA02-B55C2B52E0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40689" y="1989139"/>
          <a:ext cx="82073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6" r:id="rId7" imgW="5854700" imgH="4102100" progId="Equation.3">
                  <p:embed/>
                </p:oleObj>
              </mc:Choice>
              <mc:Fallback>
                <p:oleObj r:id="rId7" imgW="5854700" imgH="4102100" progId="Equation.3">
                  <p:embed/>
                  <p:pic>
                    <p:nvPicPr>
                      <p:cNvPr id="339974" name="Object 6">
                        <a:extLst>
                          <a:ext uri="{FF2B5EF4-FFF2-40B4-BE49-F238E27FC236}">
                            <a16:creationId xmlns:a16="http://schemas.microsoft.com/office/drawing/2014/main" id="{A5C1E976-CB16-5D45-BA02-B55C2B52E0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0689" y="1989139"/>
                        <a:ext cx="820737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9975" name="Object 7">
            <a:extLst>
              <a:ext uri="{FF2B5EF4-FFF2-40B4-BE49-F238E27FC236}">
                <a16:creationId xmlns:a16="http://schemas.microsoft.com/office/drawing/2014/main" id="{2D217CA3-85FA-158A-B29E-3B3A904D9F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9738" y="4292600"/>
          <a:ext cx="2640012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7" r:id="rId9" imgW="22237700" imgH="14630400" progId="Equation.DSMT4">
                  <p:embed/>
                </p:oleObj>
              </mc:Choice>
              <mc:Fallback>
                <p:oleObj r:id="rId9" imgW="22237700" imgH="14630400" progId="Equation.DSMT4">
                  <p:embed/>
                  <p:pic>
                    <p:nvPicPr>
                      <p:cNvPr id="339975" name="Object 7">
                        <a:extLst>
                          <a:ext uri="{FF2B5EF4-FFF2-40B4-BE49-F238E27FC236}">
                            <a16:creationId xmlns:a16="http://schemas.microsoft.com/office/drawing/2014/main" id="{2D217CA3-85FA-158A-B29E-3B3A904D9F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738" y="4292600"/>
                        <a:ext cx="2640012" cy="187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39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9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39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1000"/>
                                        <p:tgtEl>
                                          <p:spTgt spid="339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1000"/>
                                        <p:tgtEl>
                                          <p:spTgt spid="339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970" grpId="0" autoUpdateAnimBg="0"/>
      <p:bldP spid="339972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>
            <a:extLst>
              <a:ext uri="{FF2B5EF4-FFF2-40B4-BE49-F238E27FC236}">
                <a16:creationId xmlns:a16="http://schemas.microsoft.com/office/drawing/2014/main" id="{D0948539-CB95-7B2D-1BF8-0B17627EA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692151"/>
            <a:ext cx="7777162" cy="265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通过例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10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可见，对同一个待估参数，用不同的方法进行点估计，可能得到不同的估计量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这样就有必要判断哪一个估计量更好，这就是下一节要讲的内容： </a:t>
            </a:r>
          </a:p>
        </p:txBody>
      </p:sp>
      <p:sp>
        <p:nvSpPr>
          <p:cNvPr id="340995" name="Rectangle 3">
            <a:extLst>
              <a:ext uri="{FF2B5EF4-FFF2-40B4-BE49-F238E27FC236}">
                <a16:creationId xmlns:a16="http://schemas.microsoft.com/office/drawing/2014/main" id="{4DDE7BF9-2357-8A64-D758-06BE74E0C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151" y="3894138"/>
            <a:ext cx="46085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评价估计量优良性的标准</a:t>
            </a:r>
          </a:p>
        </p:txBody>
      </p:sp>
      <p:pic>
        <p:nvPicPr>
          <p:cNvPr id="340996" name="Picture 4">
            <a:hlinkClick r:id="rId2" action="ppaction://hlinkpres?slideindex=10&amp;slidetitle=第七章  参数估计"/>
            <a:extLst>
              <a:ext uri="{FF2B5EF4-FFF2-40B4-BE49-F238E27FC236}">
                <a16:creationId xmlns:a16="http://schemas.microsoft.com/office/drawing/2014/main" id="{A88EEE68-08DE-DD3D-38B5-691179F4B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089" y="5013325"/>
            <a:ext cx="930275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409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409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409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40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994" grpId="0" autoUpdateAnimBg="0"/>
      <p:bldP spid="340995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>
            <a:extLst>
              <a:ext uri="{FF2B5EF4-FFF2-40B4-BE49-F238E27FC236}">
                <a16:creationId xmlns:a16="http://schemas.microsoft.com/office/drawing/2014/main" id="{21A31866-E8A2-F41E-6287-7F298D820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813" y="2276475"/>
            <a:ext cx="38592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0"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hlinkClick r:id="rId2" action="ppaction://hlinksldjump"/>
              </a:rPr>
              <a:t>一、无偏性</a:t>
            </a:r>
            <a:endParaRPr kumimoji="0" lang="zh-CN" altLang="en-US" sz="3600" b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343043" name="Rectangle 3">
            <a:extLst>
              <a:ext uri="{FF2B5EF4-FFF2-40B4-BE49-F238E27FC236}">
                <a16:creationId xmlns:a16="http://schemas.microsoft.com/office/drawing/2014/main" id="{76B32FA5-4C10-E223-64F9-32CF63403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813" y="3429000"/>
            <a:ext cx="3656012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000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hlinkClick r:id="rId2" action="ppaction://hlinksldjump"/>
              </a:rPr>
              <a:t>二、有效性</a:t>
            </a:r>
            <a:endParaRPr lang="zh-CN" altLang="en-US" sz="4000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343044" name="Rectangle 4">
            <a:extLst>
              <a:ext uri="{FF2B5EF4-FFF2-40B4-BE49-F238E27FC236}">
                <a16:creationId xmlns:a16="http://schemas.microsoft.com/office/drawing/2014/main" id="{276ED6A3-DB0A-FF88-E905-F8B176E3C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4508500"/>
            <a:ext cx="478948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000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hlinkClick r:id="rId3" action="ppaction://hlinksldjump"/>
              </a:rPr>
              <a:t>三、一致性</a:t>
            </a:r>
            <a:endParaRPr lang="zh-CN" altLang="en-US" sz="4000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pic>
        <p:nvPicPr>
          <p:cNvPr id="343045" name="Picture 5">
            <a:extLst>
              <a:ext uri="{FF2B5EF4-FFF2-40B4-BE49-F238E27FC236}">
                <a16:creationId xmlns:a16="http://schemas.microsoft.com/office/drawing/2014/main" id="{AAC0606E-D316-6127-6C67-DBCD1B2B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988" y="2492376"/>
            <a:ext cx="457200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3046" name="Picture 6">
            <a:extLst>
              <a:ext uri="{FF2B5EF4-FFF2-40B4-BE49-F238E27FC236}">
                <a16:creationId xmlns:a16="http://schemas.microsoft.com/office/drawing/2014/main" id="{B9D97911-619E-3DAA-2D0E-4EEDC042C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0" y="3716338"/>
            <a:ext cx="457200" cy="23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3047" name="Picture 7">
            <a:extLst>
              <a:ext uri="{FF2B5EF4-FFF2-40B4-BE49-F238E27FC236}">
                <a16:creationId xmlns:a16="http://schemas.microsoft.com/office/drawing/2014/main" id="{63D36D11-86A3-4839-3A40-E79BB4D50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0" y="4724401"/>
            <a:ext cx="457200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3048" name="Text Box 8">
            <a:extLst>
              <a:ext uri="{FF2B5EF4-FFF2-40B4-BE49-F238E27FC236}">
                <a16:creationId xmlns:a16="http://schemas.microsoft.com/office/drawing/2014/main" id="{FB371781-B9F6-3904-AA80-36806BECE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836614"/>
            <a:ext cx="7162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4000" b="1">
                <a:solidFill>
                  <a:srgbClr val="DC5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第三节     估计量的评选标准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>
            <a:extLst>
              <a:ext uri="{FF2B5EF4-FFF2-40B4-BE49-F238E27FC236}">
                <a16:creationId xmlns:a16="http://schemas.microsoft.com/office/drawing/2014/main" id="{005AF3AA-6BDE-5BE6-DE69-68DA1E513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333375"/>
            <a:ext cx="3048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0"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一、无偏性</a:t>
            </a:r>
          </a:p>
        </p:txBody>
      </p:sp>
      <p:sp>
        <p:nvSpPr>
          <p:cNvPr id="344067" name="Rectangle 3">
            <a:extLst>
              <a:ext uri="{FF2B5EF4-FFF2-40B4-BE49-F238E27FC236}">
                <a16:creationId xmlns:a16="http://schemas.microsoft.com/office/drawing/2014/main" id="{A9567DEA-BEC9-8FF1-5056-E4ABCA64C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2276476"/>
            <a:ext cx="8007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随机变量，每次抽样后得到的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θ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的估计值不一定与</a:t>
            </a:r>
          </a:p>
        </p:txBody>
      </p:sp>
      <p:sp>
        <p:nvSpPr>
          <p:cNvPr id="344068" name="Rectangle 4">
            <a:extLst>
              <a:ext uri="{FF2B5EF4-FFF2-40B4-BE49-F238E27FC236}">
                <a16:creationId xmlns:a16="http://schemas.microsoft.com/office/drawing/2014/main" id="{E4B883E5-0D1F-8E97-52B1-019792781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9" y="4724401"/>
            <a:ext cx="61928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提出了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无偏性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的衡量标准。</a:t>
            </a:r>
          </a:p>
        </p:txBody>
      </p:sp>
      <p:grpSp>
        <p:nvGrpSpPr>
          <p:cNvPr id="344069" name="Group 5">
            <a:extLst>
              <a:ext uri="{FF2B5EF4-FFF2-40B4-BE49-F238E27FC236}">
                <a16:creationId xmlns:a16="http://schemas.microsoft.com/office/drawing/2014/main" id="{08A105EF-9672-B721-4FDD-D2FA37DBEF3E}"/>
              </a:ext>
            </a:extLst>
          </p:cNvPr>
          <p:cNvGrpSpPr>
            <a:grpSpLocks/>
          </p:cNvGrpSpPr>
          <p:nvPr/>
        </p:nvGrpSpPr>
        <p:grpSpPr bwMode="auto">
          <a:xfrm>
            <a:off x="2279651" y="1341438"/>
            <a:ext cx="7813675" cy="558800"/>
            <a:chOff x="0" y="0"/>
            <a:chExt cx="4922" cy="352"/>
          </a:xfrm>
        </p:grpSpPr>
        <p:graphicFrame>
          <p:nvGraphicFramePr>
            <p:cNvPr id="344070" name="Object 6">
              <a:extLst>
                <a:ext uri="{FF2B5EF4-FFF2-40B4-BE49-F238E27FC236}">
                  <a16:creationId xmlns:a16="http://schemas.microsoft.com/office/drawing/2014/main" id="{3BAE2E91-4AAC-3586-B219-37F50EA5804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21" y="4"/>
            <a:ext cx="1906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38" r:id="rId3" imgW="32473900" imgH="5854700" progId="Equation.3">
                    <p:embed/>
                  </p:oleObj>
                </mc:Choice>
                <mc:Fallback>
                  <p:oleObj r:id="rId3" imgW="32473900" imgH="5854700" progId="Equation.3">
                    <p:embed/>
                    <p:pic>
                      <p:nvPicPr>
                        <p:cNvPr id="344070" name="Object 6">
                          <a:extLst>
                            <a:ext uri="{FF2B5EF4-FFF2-40B4-BE49-F238E27FC236}">
                              <a16:creationId xmlns:a16="http://schemas.microsoft.com/office/drawing/2014/main" id="{3BAE2E91-4AAC-3586-B219-37F50EA5804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1" y="4"/>
                          <a:ext cx="1906" cy="3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4071" name="Rectangle 7">
              <a:extLst>
                <a:ext uri="{FF2B5EF4-FFF2-40B4-BE49-F238E27FC236}">
                  <a16:creationId xmlns:a16="http://schemas.microsoft.com/office/drawing/2014/main" id="{C060428A-E330-0D46-0353-E70147DAB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5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由于未知参数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θ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的估计量</a:t>
              </a:r>
              <a:endParaRPr lang="zh-CN" altLang="en-US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4072" name="Rectangle 8">
              <a:extLst>
                <a:ext uri="{FF2B5EF4-FFF2-40B4-BE49-F238E27FC236}">
                  <a16:creationId xmlns:a16="http://schemas.microsoft.com/office/drawing/2014/main" id="{751E20BE-72B5-B022-7243-1BA962973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1" y="0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</a:t>
              </a:r>
            </a:p>
          </p:txBody>
        </p:sp>
      </p:grpSp>
      <p:grpSp>
        <p:nvGrpSpPr>
          <p:cNvPr id="344073" name="Group 9">
            <a:extLst>
              <a:ext uri="{FF2B5EF4-FFF2-40B4-BE49-F238E27FC236}">
                <a16:creationId xmlns:a16="http://schemas.microsoft.com/office/drawing/2014/main" id="{B7FC76B2-4F30-A50D-8FB7-61A198CE4E76}"/>
              </a:ext>
            </a:extLst>
          </p:cNvPr>
          <p:cNvGrpSpPr>
            <a:grpSpLocks/>
          </p:cNvGrpSpPr>
          <p:nvPr/>
        </p:nvGrpSpPr>
        <p:grpSpPr bwMode="auto">
          <a:xfrm>
            <a:off x="1847851" y="3068638"/>
            <a:ext cx="8321675" cy="582612"/>
            <a:chOff x="0" y="0"/>
            <a:chExt cx="5242" cy="367"/>
          </a:xfrm>
        </p:grpSpPr>
        <p:graphicFrame>
          <p:nvGraphicFramePr>
            <p:cNvPr id="344074" name="Object 10">
              <a:extLst>
                <a:ext uri="{FF2B5EF4-FFF2-40B4-BE49-F238E27FC236}">
                  <a16:creationId xmlns:a16="http://schemas.microsoft.com/office/drawing/2014/main" id="{7E464CC4-677F-2A51-E289-30312A210D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08" y="46"/>
            <a:ext cx="688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39" r:id="rId5" imgW="12001500" imgH="5562600" progId="Equation.3">
                    <p:embed/>
                  </p:oleObj>
                </mc:Choice>
                <mc:Fallback>
                  <p:oleObj r:id="rId5" imgW="12001500" imgH="5562600" progId="Equation.3">
                    <p:embed/>
                    <p:pic>
                      <p:nvPicPr>
                        <p:cNvPr id="344074" name="Object 10">
                          <a:extLst>
                            <a:ext uri="{FF2B5EF4-FFF2-40B4-BE49-F238E27FC236}">
                              <a16:creationId xmlns:a16="http://schemas.microsoft.com/office/drawing/2014/main" id="{7E464CC4-677F-2A51-E289-30312A210D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46"/>
                          <a:ext cx="688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4075" name="Rectangle 11">
              <a:extLst>
                <a:ext uri="{FF2B5EF4-FFF2-40B4-BE49-F238E27FC236}">
                  <a16:creationId xmlns:a16="http://schemas.microsoft.com/office/drawing/2014/main" id="{6FA80C79-8144-3853-0D00-3C2ECFCA97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7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真值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θ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相吻合，其误差为</a:t>
              </a:r>
              <a:endParaRPr lang="zh-CN" altLang="en-US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4076" name="Rectangle 12">
              <a:extLst>
                <a:ext uri="{FF2B5EF4-FFF2-40B4-BE49-F238E27FC236}">
                  <a16:creationId xmlns:a16="http://schemas.microsoft.com/office/drawing/2014/main" id="{11849033-559B-AC6B-DEDD-DAB0E535DB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0"/>
              <a:ext cx="19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我们自然希望平均</a:t>
              </a:r>
            </a:p>
          </p:txBody>
        </p:sp>
      </p:grpSp>
      <p:grpSp>
        <p:nvGrpSpPr>
          <p:cNvPr id="344077" name="Group 13">
            <a:extLst>
              <a:ext uri="{FF2B5EF4-FFF2-40B4-BE49-F238E27FC236}">
                <a16:creationId xmlns:a16="http://schemas.microsoft.com/office/drawing/2014/main" id="{E507194E-9E3E-7D3F-1DED-CFE157601E27}"/>
              </a:ext>
            </a:extLst>
          </p:cNvPr>
          <p:cNvGrpSpPr>
            <a:grpSpLocks/>
          </p:cNvGrpSpPr>
          <p:nvPr/>
        </p:nvGrpSpPr>
        <p:grpSpPr bwMode="auto">
          <a:xfrm>
            <a:off x="1919289" y="3933825"/>
            <a:ext cx="8023225" cy="598488"/>
            <a:chOff x="0" y="0"/>
            <a:chExt cx="5211" cy="377"/>
          </a:xfrm>
        </p:grpSpPr>
        <p:graphicFrame>
          <p:nvGraphicFramePr>
            <p:cNvPr id="344078" name="Object 14">
              <a:extLst>
                <a:ext uri="{FF2B5EF4-FFF2-40B4-BE49-F238E27FC236}">
                  <a16:creationId xmlns:a16="http://schemas.microsoft.com/office/drawing/2014/main" id="{31065AEA-1BCD-F751-AAAE-3F2BEB1A36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07" y="0"/>
            <a:ext cx="1224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40" r:id="rId7" imgW="20485100" imgH="5562600" progId="Equation.3">
                    <p:embed/>
                  </p:oleObj>
                </mc:Choice>
                <mc:Fallback>
                  <p:oleObj r:id="rId7" imgW="20485100" imgH="5562600" progId="Equation.3">
                    <p:embed/>
                    <p:pic>
                      <p:nvPicPr>
                        <p:cNvPr id="344078" name="Object 14">
                          <a:extLst>
                            <a:ext uri="{FF2B5EF4-FFF2-40B4-BE49-F238E27FC236}">
                              <a16:creationId xmlns:a16="http://schemas.microsoft.com/office/drawing/2014/main" id="{31065AEA-1BCD-F751-AAAE-3F2BEB1A366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7" y="0"/>
                          <a:ext cx="1224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4079" name="Rectangle 15">
              <a:extLst>
                <a:ext uri="{FF2B5EF4-FFF2-40B4-BE49-F238E27FC236}">
                  <a16:creationId xmlns:a16="http://schemas.microsoft.com/office/drawing/2014/main" id="{F36B4E49-6066-F1D2-050E-82F798C26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"/>
              <a:ext cx="15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误差为零，即</a:t>
              </a:r>
            </a:p>
          </p:txBody>
        </p:sp>
        <p:sp>
          <p:nvSpPr>
            <p:cNvPr id="344080" name="Rectangle 16">
              <a:extLst>
                <a:ext uri="{FF2B5EF4-FFF2-40B4-BE49-F238E27FC236}">
                  <a16:creationId xmlns:a16="http://schemas.microsoft.com/office/drawing/2014/main" id="{42DD09FD-C1A9-EFDD-D8AE-DA6A56AA0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6" y="1"/>
              <a:ext cx="104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也就是说</a:t>
              </a:r>
            </a:p>
          </p:txBody>
        </p:sp>
        <p:graphicFrame>
          <p:nvGraphicFramePr>
            <p:cNvPr id="344081" name="Object 17">
              <a:extLst>
                <a:ext uri="{FF2B5EF4-FFF2-40B4-BE49-F238E27FC236}">
                  <a16:creationId xmlns:a16="http://schemas.microsoft.com/office/drawing/2014/main" id="{76773E5C-2BDA-5A88-9014-447DF9D976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38" y="25"/>
            <a:ext cx="1089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41" r:id="rId9" imgW="15214600" imgH="5562600" progId="Equation.3">
                    <p:embed/>
                  </p:oleObj>
                </mc:Choice>
                <mc:Fallback>
                  <p:oleObj r:id="rId9" imgW="15214600" imgH="5562600" progId="Equation.3">
                    <p:embed/>
                    <p:pic>
                      <p:nvPicPr>
                        <p:cNvPr id="344081" name="Object 17">
                          <a:extLst>
                            <a:ext uri="{FF2B5EF4-FFF2-40B4-BE49-F238E27FC236}">
                              <a16:creationId xmlns:a16="http://schemas.microsoft.com/office/drawing/2014/main" id="{76773E5C-2BDA-5A88-9014-447DF9D976C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8" y="25"/>
                          <a:ext cx="1089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4082" name="Rectangle 18">
              <a:extLst>
                <a:ext uri="{FF2B5EF4-FFF2-40B4-BE49-F238E27FC236}">
                  <a16:creationId xmlns:a16="http://schemas.microsoft.com/office/drawing/2014/main" id="{05B09135-7BD6-110E-A3A7-9B26D68CC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7" y="46"/>
              <a:ext cx="5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这就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344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4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44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44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44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44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 autoUpdateAnimBg="0"/>
      <p:bldP spid="344067" grpId="0" autoUpdateAnimBg="0"/>
      <p:bldP spid="344068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Text Box 2">
            <a:extLst>
              <a:ext uri="{FF2B5EF4-FFF2-40B4-BE49-F238E27FC236}">
                <a16:creationId xmlns:a16="http://schemas.microsoft.com/office/drawing/2014/main" id="{CD2147E8-2195-1BFF-307E-EC48EC4D4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188914"/>
            <a:ext cx="20891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0A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5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定义：</a:t>
            </a:r>
          </a:p>
        </p:txBody>
      </p:sp>
      <p:grpSp>
        <p:nvGrpSpPr>
          <p:cNvPr id="345091" name="Group 3">
            <a:extLst>
              <a:ext uri="{FF2B5EF4-FFF2-40B4-BE49-F238E27FC236}">
                <a16:creationId xmlns:a16="http://schemas.microsoft.com/office/drawing/2014/main" id="{C3B18A92-54FB-3082-6981-96C9288084A3}"/>
              </a:ext>
            </a:extLst>
          </p:cNvPr>
          <p:cNvGrpSpPr>
            <a:grpSpLocks/>
          </p:cNvGrpSpPr>
          <p:nvPr/>
        </p:nvGrpSpPr>
        <p:grpSpPr bwMode="auto">
          <a:xfrm>
            <a:off x="1992314" y="836613"/>
            <a:ext cx="8459787" cy="596900"/>
            <a:chOff x="0" y="0"/>
            <a:chExt cx="5329" cy="376"/>
          </a:xfrm>
        </p:grpSpPr>
        <p:grpSp>
          <p:nvGrpSpPr>
            <p:cNvPr id="345092" name="Group 4">
              <a:extLst>
                <a:ext uri="{FF2B5EF4-FFF2-40B4-BE49-F238E27FC236}">
                  <a16:creationId xmlns:a16="http://schemas.microsoft.com/office/drawing/2014/main" id="{37DA6610-2501-3DFF-74F0-6ECE7F898B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4428" cy="376"/>
              <a:chOff x="0" y="0"/>
              <a:chExt cx="4428" cy="376"/>
            </a:xfrm>
          </p:grpSpPr>
          <p:graphicFrame>
            <p:nvGraphicFramePr>
              <p:cNvPr id="345093" name="Object 5">
                <a:extLst>
                  <a:ext uri="{FF2B5EF4-FFF2-40B4-BE49-F238E27FC236}">
                    <a16:creationId xmlns:a16="http://schemas.microsoft.com/office/drawing/2014/main" id="{161B9021-679D-3962-CE8B-E7172713E0E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66" y="0"/>
              <a:ext cx="1162" cy="3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083" r:id="rId3" imgW="15214600" imgH="5562600" progId="Equation.3">
                      <p:embed/>
                    </p:oleObj>
                  </mc:Choice>
                  <mc:Fallback>
                    <p:oleObj r:id="rId3" imgW="15214600" imgH="5562600" progId="Equation.3">
                      <p:embed/>
                      <p:pic>
                        <p:nvPicPr>
                          <p:cNvPr id="345093" name="Object 5">
                            <a:extLst>
                              <a:ext uri="{FF2B5EF4-FFF2-40B4-BE49-F238E27FC236}">
                                <a16:creationId xmlns:a16="http://schemas.microsoft.com/office/drawing/2014/main" id="{161B9021-679D-3962-CE8B-E7172713E0E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66" y="0"/>
                            <a:ext cx="1162" cy="3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45094" name="Text Box 6">
                <a:extLst>
                  <a:ext uri="{FF2B5EF4-FFF2-40B4-BE49-F238E27FC236}">
                    <a16:creationId xmlns:a16="http://schemas.microsoft.com/office/drawing/2014/main" id="{60A32C61-5983-1523-548D-1AE2F237E8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45"/>
                <a:ext cx="73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设</a:t>
                </a:r>
              </a:p>
            </p:txBody>
          </p:sp>
          <p:graphicFrame>
            <p:nvGraphicFramePr>
              <p:cNvPr id="345095" name="Object 7">
                <a:extLst>
                  <a:ext uri="{FF2B5EF4-FFF2-40B4-BE49-F238E27FC236}">
                    <a16:creationId xmlns:a16="http://schemas.microsoft.com/office/drawing/2014/main" id="{551B0726-14FD-DD46-7050-341B1BFAA4A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7" y="0"/>
              <a:ext cx="309" cy="3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084" r:id="rId5" imgW="2921000" imgH="4978400" progId="Equation.3">
                      <p:embed/>
                    </p:oleObj>
                  </mc:Choice>
                  <mc:Fallback>
                    <p:oleObj r:id="rId5" imgW="2921000" imgH="4978400" progId="Equation.3">
                      <p:embed/>
                      <p:pic>
                        <p:nvPicPr>
                          <p:cNvPr id="345095" name="Object 7">
                            <a:extLst>
                              <a:ext uri="{FF2B5EF4-FFF2-40B4-BE49-F238E27FC236}">
                                <a16:creationId xmlns:a16="http://schemas.microsoft.com/office/drawing/2014/main" id="{551B0726-14FD-DD46-7050-341B1BFAA4A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7" y="0"/>
                            <a:ext cx="309" cy="3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45096" name="Text Box 8">
                <a:extLst>
                  <a:ext uri="{FF2B5EF4-FFF2-40B4-BE49-F238E27FC236}">
                    <a16:creationId xmlns:a16="http://schemas.microsoft.com/office/drawing/2014/main" id="{53E1F26E-6E31-B4D7-61AE-0BF64BB6C6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4" y="45"/>
                <a:ext cx="276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是未知参数</a:t>
                </a:r>
                <a:r>
                  <a:rPr lang="zh-CN" altLang="en-US" sz="2800" b="1" i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  <a:sym typeface="Symbol" pitchFamily="2" charset="2"/>
                  </a:rPr>
                  <a:t> </a:t>
                </a:r>
                <a:r>
                  <a:rPr lang="zh-CN" altLang="en-US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的估计量，若</a:t>
                </a:r>
              </a:p>
            </p:txBody>
          </p:sp>
        </p:grpSp>
        <p:sp>
          <p:nvSpPr>
            <p:cNvPr id="345097" name="Text Box 9">
              <a:extLst>
                <a:ext uri="{FF2B5EF4-FFF2-40B4-BE49-F238E27FC236}">
                  <a16:creationId xmlns:a16="http://schemas.microsoft.com/office/drawing/2014/main" id="{E782FD76-75D2-8FB1-1239-09B5B5DF52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0" y="0"/>
              <a:ext cx="8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则称</a:t>
              </a:r>
            </a:p>
          </p:txBody>
        </p:sp>
      </p:grpSp>
      <p:grpSp>
        <p:nvGrpSpPr>
          <p:cNvPr id="345098" name="Group 10">
            <a:extLst>
              <a:ext uri="{FF2B5EF4-FFF2-40B4-BE49-F238E27FC236}">
                <a16:creationId xmlns:a16="http://schemas.microsoft.com/office/drawing/2014/main" id="{83E3E21C-8B48-E993-C042-779E4BD0C84B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1557339"/>
            <a:ext cx="3570288" cy="541337"/>
            <a:chOff x="0" y="0"/>
            <a:chExt cx="2249" cy="341"/>
          </a:xfrm>
        </p:grpSpPr>
        <p:sp>
          <p:nvSpPr>
            <p:cNvPr id="345099" name="Text Box 11">
              <a:extLst>
                <a:ext uri="{FF2B5EF4-FFF2-40B4-BE49-F238E27FC236}">
                  <a16:creationId xmlns:a16="http://schemas.microsoft.com/office/drawing/2014/main" id="{BB067DB9-9817-3291-85C6-737D80E4A3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" y="0"/>
              <a:ext cx="19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</a:t>
              </a:r>
              <a:r>
                <a:rPr lang="zh-CN" altLang="en-US" sz="2800" b="1" i="1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</a:t>
              </a:r>
              <a:r>
                <a:rPr lang="zh-CN" altLang="en-US" sz="2800" b="1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的无偏估计量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 </a:t>
              </a:r>
            </a:p>
          </p:txBody>
        </p:sp>
        <p:graphicFrame>
          <p:nvGraphicFramePr>
            <p:cNvPr id="345100" name="Object 12">
              <a:extLst>
                <a:ext uri="{FF2B5EF4-FFF2-40B4-BE49-F238E27FC236}">
                  <a16:creationId xmlns:a16="http://schemas.microsoft.com/office/drawing/2014/main" id="{BC0A3525-7085-1D9D-1BA1-A70E551554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309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85" r:id="rId7" imgW="2921000" imgH="4978400" progId="Equation.3">
                    <p:embed/>
                  </p:oleObj>
                </mc:Choice>
                <mc:Fallback>
                  <p:oleObj r:id="rId7" imgW="2921000" imgH="4978400" progId="Equation.3">
                    <p:embed/>
                    <p:pic>
                      <p:nvPicPr>
                        <p:cNvPr id="345100" name="Object 12">
                          <a:extLst>
                            <a:ext uri="{FF2B5EF4-FFF2-40B4-BE49-F238E27FC236}">
                              <a16:creationId xmlns:a16="http://schemas.microsoft.com/office/drawing/2014/main" id="{BC0A3525-7085-1D9D-1BA1-A70E5515544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09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5101" name="Group 13">
            <a:extLst>
              <a:ext uri="{FF2B5EF4-FFF2-40B4-BE49-F238E27FC236}">
                <a16:creationId xmlns:a16="http://schemas.microsoft.com/office/drawing/2014/main" id="{E89A454F-CE1A-06A5-0759-7F884AF3F696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3789363"/>
            <a:ext cx="7920038" cy="1009650"/>
            <a:chOff x="0" y="0"/>
            <a:chExt cx="4989" cy="636"/>
          </a:xfrm>
        </p:grpSpPr>
        <p:graphicFrame>
          <p:nvGraphicFramePr>
            <p:cNvPr id="345102" name="Object 14">
              <a:extLst>
                <a:ext uri="{FF2B5EF4-FFF2-40B4-BE49-F238E27FC236}">
                  <a16:creationId xmlns:a16="http://schemas.microsoft.com/office/drawing/2014/main" id="{F947CB5D-B2D7-0129-5068-3E6945418E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83" y="0"/>
            <a:ext cx="1406" cy="6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86" r:id="rId8" imgW="21653500" imgH="9944100" progId="Equation.3">
                    <p:embed/>
                  </p:oleObj>
                </mc:Choice>
                <mc:Fallback>
                  <p:oleObj r:id="rId8" imgW="21653500" imgH="9944100" progId="Equation.3">
                    <p:embed/>
                    <p:pic>
                      <p:nvPicPr>
                        <p:cNvPr id="345102" name="Object 14">
                          <a:extLst>
                            <a:ext uri="{FF2B5EF4-FFF2-40B4-BE49-F238E27FC236}">
                              <a16:creationId xmlns:a16="http://schemas.microsoft.com/office/drawing/2014/main" id="{F947CB5D-B2D7-0129-5068-3E6945418E5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3" y="0"/>
                          <a:ext cx="1406" cy="6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5103" name="Rectangle 15">
              <a:extLst>
                <a:ext uri="{FF2B5EF4-FFF2-40B4-BE49-F238E27FC236}">
                  <a16:creationId xmlns:a16="http://schemas.microsoft.com/office/drawing/2014/main" id="{8D2505A3-0A16-AFAE-5664-2DA66DD7E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36"/>
              <a:ext cx="381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总体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服从什么分布，样本的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k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阶矩</a:t>
              </a:r>
            </a:p>
          </p:txBody>
        </p:sp>
      </p:grpSp>
      <p:grpSp>
        <p:nvGrpSpPr>
          <p:cNvPr id="345104" name="Group 16">
            <a:extLst>
              <a:ext uri="{FF2B5EF4-FFF2-40B4-BE49-F238E27FC236}">
                <a16:creationId xmlns:a16="http://schemas.microsoft.com/office/drawing/2014/main" id="{00264B38-3771-357C-09C5-0602EC515CA1}"/>
              </a:ext>
            </a:extLst>
          </p:cNvPr>
          <p:cNvGrpSpPr>
            <a:grpSpLocks/>
          </p:cNvGrpSpPr>
          <p:nvPr/>
        </p:nvGrpSpPr>
        <p:grpSpPr bwMode="auto">
          <a:xfrm>
            <a:off x="1919288" y="2349500"/>
            <a:ext cx="8369300" cy="579438"/>
            <a:chOff x="0" y="0"/>
            <a:chExt cx="5272" cy="365"/>
          </a:xfrm>
        </p:grpSpPr>
        <p:sp>
          <p:nvSpPr>
            <p:cNvPr id="345105" name="Rectangle 17">
              <a:extLst>
                <a:ext uri="{FF2B5EF4-FFF2-40B4-BE49-F238E27FC236}">
                  <a16:creationId xmlns:a16="http://schemas.microsoft.com/office/drawing/2014/main" id="{B93D7306-6AF2-3353-AF26-3E88A96608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17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例</a:t>
              </a:r>
              <a:r>
                <a:rPr lang="en-US" altLang="zh-CN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1.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设总体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k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阶矩</a:t>
              </a:r>
            </a:p>
          </p:txBody>
        </p:sp>
        <p:graphicFrame>
          <p:nvGraphicFramePr>
            <p:cNvPr id="345106" name="Object 18">
              <a:extLst>
                <a:ext uri="{FF2B5EF4-FFF2-40B4-BE49-F238E27FC236}">
                  <a16:creationId xmlns:a16="http://schemas.microsoft.com/office/drawing/2014/main" id="{21B32E92-4A75-8584-9910-50E909F4D44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68" y="0"/>
            <a:ext cx="1959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87" r:id="rId10" imgW="28968700" imgH="5562600" progId="Equation.3">
                    <p:embed/>
                  </p:oleObj>
                </mc:Choice>
                <mc:Fallback>
                  <p:oleObj r:id="rId10" imgW="28968700" imgH="5562600" progId="Equation.3">
                    <p:embed/>
                    <p:pic>
                      <p:nvPicPr>
                        <p:cNvPr id="345106" name="Object 18">
                          <a:extLst>
                            <a:ext uri="{FF2B5EF4-FFF2-40B4-BE49-F238E27FC236}">
                              <a16:creationId xmlns:a16="http://schemas.microsoft.com/office/drawing/2014/main" id="{21B32E92-4A75-8584-9910-50E909F4D44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8" y="0"/>
                          <a:ext cx="1959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5107" name="Rectangle 19">
              <a:extLst>
                <a:ext uri="{FF2B5EF4-FFF2-40B4-BE49-F238E27FC236}">
                  <a16:creationId xmlns:a16="http://schemas.microsoft.com/office/drawing/2014/main" id="{8BEF1B21-685C-86EC-C9A4-A635DA042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4" y="0"/>
              <a:ext cx="10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存在，</a:t>
              </a:r>
            </a:p>
          </p:txBody>
        </p:sp>
      </p:grpSp>
      <p:grpSp>
        <p:nvGrpSpPr>
          <p:cNvPr id="345108" name="Group 20">
            <a:extLst>
              <a:ext uri="{FF2B5EF4-FFF2-40B4-BE49-F238E27FC236}">
                <a16:creationId xmlns:a16="http://schemas.microsoft.com/office/drawing/2014/main" id="{C3536779-3DF7-1120-2240-610773A784C7}"/>
              </a:ext>
            </a:extLst>
          </p:cNvPr>
          <p:cNvGrpSpPr>
            <a:grpSpLocks/>
          </p:cNvGrpSpPr>
          <p:nvPr/>
        </p:nvGrpSpPr>
        <p:grpSpPr bwMode="auto">
          <a:xfrm>
            <a:off x="2063751" y="3032125"/>
            <a:ext cx="8353425" cy="698500"/>
            <a:chOff x="0" y="22"/>
            <a:chExt cx="5262" cy="440"/>
          </a:xfrm>
        </p:grpSpPr>
        <p:graphicFrame>
          <p:nvGraphicFramePr>
            <p:cNvPr id="345109" name="Object 21">
              <a:extLst>
                <a:ext uri="{FF2B5EF4-FFF2-40B4-BE49-F238E27FC236}">
                  <a16:creationId xmlns:a16="http://schemas.microsoft.com/office/drawing/2014/main" id="{B53A346C-7B46-8B54-811A-E1C65C1E6D8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136"/>
            <a:ext cx="998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88" r:id="rId12" imgW="16090900" imgH="5270500" progId="Equation.3">
                    <p:embed/>
                  </p:oleObj>
                </mc:Choice>
                <mc:Fallback>
                  <p:oleObj r:id="rId12" imgW="16090900" imgH="5270500" progId="Equation.3">
                    <p:embed/>
                    <p:pic>
                      <p:nvPicPr>
                        <p:cNvPr id="345109" name="Object 21">
                          <a:extLst>
                            <a:ext uri="{FF2B5EF4-FFF2-40B4-BE49-F238E27FC236}">
                              <a16:creationId xmlns:a16="http://schemas.microsoft.com/office/drawing/2014/main" id="{B53A346C-7B46-8B54-811A-E1C65C1E6D8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36"/>
                          <a:ext cx="998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5110" name="Rectangle 22">
              <a:extLst>
                <a:ext uri="{FF2B5EF4-FFF2-40B4-BE49-F238E27FC236}">
                  <a16:creationId xmlns:a16="http://schemas.microsoft.com/office/drawing/2014/main" id="{F9EBD5A9-51B6-C352-4074-0BB10B3F0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4" y="22"/>
              <a:ext cx="4218" cy="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是总体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 一个样本，试证明：不论</a:t>
              </a:r>
            </a:p>
          </p:txBody>
        </p:sp>
      </p:grpSp>
      <p:grpSp>
        <p:nvGrpSpPr>
          <p:cNvPr id="345111" name="Group 23">
            <a:extLst>
              <a:ext uri="{FF2B5EF4-FFF2-40B4-BE49-F238E27FC236}">
                <a16:creationId xmlns:a16="http://schemas.microsoft.com/office/drawing/2014/main" id="{E372FB1D-3C2E-DF2C-0AE2-9506AEF6CB72}"/>
              </a:ext>
            </a:extLst>
          </p:cNvPr>
          <p:cNvGrpSpPr>
            <a:grpSpLocks/>
          </p:cNvGrpSpPr>
          <p:nvPr/>
        </p:nvGrpSpPr>
        <p:grpSpPr bwMode="auto">
          <a:xfrm>
            <a:off x="1919289" y="4652964"/>
            <a:ext cx="4859337" cy="663575"/>
            <a:chOff x="0" y="0"/>
            <a:chExt cx="3061" cy="418"/>
          </a:xfrm>
        </p:grpSpPr>
        <p:sp>
          <p:nvSpPr>
            <p:cNvPr id="345112" name="Rectangle 24">
              <a:extLst>
                <a:ext uri="{FF2B5EF4-FFF2-40B4-BE49-F238E27FC236}">
                  <a16:creationId xmlns:a16="http://schemas.microsoft.com/office/drawing/2014/main" id="{4F150EF2-ADD5-98CD-38CB-57D0576AD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588" cy="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是总体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k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阶矩</a:t>
              </a:r>
            </a:p>
          </p:txBody>
        </p:sp>
        <p:sp>
          <p:nvSpPr>
            <p:cNvPr id="345113" name="Rectangle 25">
              <a:extLst>
                <a:ext uri="{FF2B5EF4-FFF2-40B4-BE49-F238E27FC236}">
                  <a16:creationId xmlns:a16="http://schemas.microsoft.com/office/drawing/2014/main" id="{FB9AF40B-E76A-0BC5-A0DF-554EDD522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9" y="91"/>
              <a:ext cx="12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的无偏估计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345114" name="Object 26">
              <a:extLst>
                <a:ext uri="{FF2B5EF4-FFF2-40B4-BE49-F238E27FC236}">
                  <a16:creationId xmlns:a16="http://schemas.microsoft.com/office/drawing/2014/main" id="{730ED704-61CE-42B8-E4FD-B889D87BC81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97" y="91"/>
            <a:ext cx="294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89" r:id="rId14" imgW="4686300" imgH="5270500" progId="Equation.3">
                    <p:embed/>
                  </p:oleObj>
                </mc:Choice>
                <mc:Fallback>
                  <p:oleObj r:id="rId14" imgW="4686300" imgH="5270500" progId="Equation.3">
                    <p:embed/>
                    <p:pic>
                      <p:nvPicPr>
                        <p:cNvPr id="345114" name="Object 26">
                          <a:extLst>
                            <a:ext uri="{FF2B5EF4-FFF2-40B4-BE49-F238E27FC236}">
                              <a16:creationId xmlns:a16="http://schemas.microsoft.com/office/drawing/2014/main" id="{730ED704-61CE-42B8-E4FD-B889D87BC81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7" y="91"/>
                          <a:ext cx="294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45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45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45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4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45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45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5090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Text Box 2">
            <a:extLst>
              <a:ext uri="{FF2B5EF4-FFF2-40B4-BE49-F238E27FC236}">
                <a16:creationId xmlns:a16="http://schemas.microsoft.com/office/drawing/2014/main" id="{AC25F998-3A98-56D1-0A51-7C3CB6D77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188914"/>
            <a:ext cx="1727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</a:p>
        </p:txBody>
      </p:sp>
      <p:graphicFrame>
        <p:nvGraphicFramePr>
          <p:cNvPr id="346115" name="Object 3">
            <a:extLst>
              <a:ext uri="{FF2B5EF4-FFF2-40B4-BE49-F238E27FC236}">
                <a16:creationId xmlns:a16="http://schemas.microsoft.com/office/drawing/2014/main" id="{9404CD26-D3F5-E571-FA7F-FD0C259ED4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2636838"/>
          <a:ext cx="94456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4" r:id="rId3" imgW="10528300" imgH="5270500" progId="Equation.3">
                  <p:embed/>
                </p:oleObj>
              </mc:Choice>
              <mc:Fallback>
                <p:oleObj r:id="rId3" imgW="10528300" imgH="5270500" progId="Equation.3">
                  <p:embed/>
                  <p:pic>
                    <p:nvPicPr>
                      <p:cNvPr id="346115" name="Object 3">
                        <a:extLst>
                          <a:ext uri="{FF2B5EF4-FFF2-40B4-BE49-F238E27FC236}">
                            <a16:creationId xmlns:a16="http://schemas.microsoft.com/office/drawing/2014/main" id="{9404CD26-D3F5-E571-FA7F-FD0C259ED4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2636838"/>
                        <a:ext cx="94456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16" name="Object 4">
            <a:extLst>
              <a:ext uri="{FF2B5EF4-FFF2-40B4-BE49-F238E27FC236}">
                <a16:creationId xmlns:a16="http://schemas.microsoft.com/office/drawing/2014/main" id="{CD91BEF1-2511-39AC-BF67-D60FE2964B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9151" y="1557338"/>
          <a:ext cx="35988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5" r:id="rId5" imgW="38328600" imgH="5562600" progId="Equation.3">
                  <p:embed/>
                </p:oleObj>
              </mc:Choice>
              <mc:Fallback>
                <p:oleObj r:id="rId5" imgW="38328600" imgH="5562600" progId="Equation.3">
                  <p:embed/>
                  <p:pic>
                    <p:nvPicPr>
                      <p:cNvPr id="346116" name="Object 4">
                        <a:extLst>
                          <a:ext uri="{FF2B5EF4-FFF2-40B4-BE49-F238E27FC236}">
                            <a16:creationId xmlns:a16="http://schemas.microsoft.com/office/drawing/2014/main" id="{CD91BEF1-2511-39AC-BF67-D60FE2964B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1" y="1557338"/>
                        <a:ext cx="359886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17" name="Rectangle 5">
            <a:extLst>
              <a:ext uri="{FF2B5EF4-FFF2-40B4-BE49-F238E27FC236}">
                <a16:creationId xmlns:a16="http://schemas.microsoft.com/office/drawing/2014/main" id="{5F620C12-9197-F65B-77D2-D14F006A2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836613"/>
            <a:ext cx="75612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由于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…,X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和总体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同分布，因而</a:t>
            </a:r>
          </a:p>
        </p:txBody>
      </p:sp>
      <p:graphicFrame>
        <p:nvGraphicFramePr>
          <p:cNvPr id="346118" name="Object 6">
            <a:extLst>
              <a:ext uri="{FF2B5EF4-FFF2-40B4-BE49-F238E27FC236}">
                <a16:creationId xmlns:a16="http://schemas.microsoft.com/office/drawing/2014/main" id="{6D25388D-A72F-247E-C96F-0992B9A064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56588" y="2565401"/>
          <a:ext cx="849312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6" r:id="rId7" imgW="7607300" imgH="5270500" progId="Equation.3">
                  <p:embed/>
                </p:oleObj>
              </mc:Choice>
              <mc:Fallback>
                <p:oleObj r:id="rId7" imgW="7607300" imgH="5270500" progId="Equation.3">
                  <p:embed/>
                  <p:pic>
                    <p:nvPicPr>
                      <p:cNvPr id="346118" name="Object 6">
                        <a:extLst>
                          <a:ext uri="{FF2B5EF4-FFF2-40B4-BE49-F238E27FC236}">
                            <a16:creationId xmlns:a16="http://schemas.microsoft.com/office/drawing/2014/main" id="{6D25388D-A72F-247E-C96F-0992B9A064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6588" y="2565401"/>
                        <a:ext cx="849312" cy="62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19" name="Object 7">
            <a:extLst>
              <a:ext uri="{FF2B5EF4-FFF2-40B4-BE49-F238E27FC236}">
                <a16:creationId xmlns:a16="http://schemas.microsoft.com/office/drawing/2014/main" id="{80B5AA04-293D-B730-5EBC-32C736638B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16500" y="2420939"/>
          <a:ext cx="1728788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7" r:id="rId9" imgW="21653500" imgH="9944100" progId="Equation.3">
                  <p:embed/>
                </p:oleObj>
              </mc:Choice>
              <mc:Fallback>
                <p:oleObj r:id="rId9" imgW="21653500" imgH="9944100" progId="Equation.3">
                  <p:embed/>
                  <p:pic>
                    <p:nvPicPr>
                      <p:cNvPr id="346119" name="Object 7">
                        <a:extLst>
                          <a:ext uri="{FF2B5EF4-FFF2-40B4-BE49-F238E27FC236}">
                            <a16:creationId xmlns:a16="http://schemas.microsoft.com/office/drawing/2014/main" id="{80B5AA04-293D-B730-5EBC-32C736638B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0" y="2420939"/>
                        <a:ext cx="1728788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20" name="Object 8">
            <a:extLst>
              <a:ext uri="{FF2B5EF4-FFF2-40B4-BE49-F238E27FC236}">
                <a16:creationId xmlns:a16="http://schemas.microsoft.com/office/drawing/2014/main" id="{F1455E2F-9D42-907E-4DB4-552D15DE0B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16726" y="2420939"/>
          <a:ext cx="1408113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8" r:id="rId11" imgW="16383000" imgH="9359900" progId="Equation.3">
                  <p:embed/>
                </p:oleObj>
              </mc:Choice>
              <mc:Fallback>
                <p:oleObj r:id="rId11" imgW="16383000" imgH="9359900" progId="Equation.3">
                  <p:embed/>
                  <p:pic>
                    <p:nvPicPr>
                      <p:cNvPr id="346120" name="Object 8">
                        <a:extLst>
                          <a:ext uri="{FF2B5EF4-FFF2-40B4-BE49-F238E27FC236}">
                            <a16:creationId xmlns:a16="http://schemas.microsoft.com/office/drawing/2014/main" id="{F1455E2F-9D42-907E-4DB4-552D15DE0B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726" y="2420939"/>
                        <a:ext cx="1408113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21" name="Object 9">
            <a:extLst>
              <a:ext uri="{FF2B5EF4-FFF2-40B4-BE49-F238E27FC236}">
                <a16:creationId xmlns:a16="http://schemas.microsoft.com/office/drawing/2014/main" id="{7CF92A1A-8FF4-3A69-55E4-E0248661F5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0375" y="2420939"/>
          <a:ext cx="1944688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9" r:id="rId13" imgW="21653500" imgH="9944100" progId="Equation.3">
                  <p:embed/>
                </p:oleObj>
              </mc:Choice>
              <mc:Fallback>
                <p:oleObj r:id="rId13" imgW="21653500" imgH="9944100" progId="Equation.3">
                  <p:embed/>
                  <p:pic>
                    <p:nvPicPr>
                      <p:cNvPr id="346121" name="Object 9">
                        <a:extLst>
                          <a:ext uri="{FF2B5EF4-FFF2-40B4-BE49-F238E27FC236}">
                            <a16:creationId xmlns:a16="http://schemas.microsoft.com/office/drawing/2014/main" id="{7CF92A1A-8FF4-3A69-55E4-E0248661F5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2420939"/>
                        <a:ext cx="1944688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6122" name="Group 10">
            <a:extLst>
              <a:ext uri="{FF2B5EF4-FFF2-40B4-BE49-F238E27FC236}">
                <a16:creationId xmlns:a16="http://schemas.microsoft.com/office/drawing/2014/main" id="{C01DF97A-E27E-662F-BA13-F970E316EDE6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3500438"/>
            <a:ext cx="7666038" cy="1009650"/>
            <a:chOff x="0" y="0"/>
            <a:chExt cx="4829" cy="636"/>
          </a:xfrm>
        </p:grpSpPr>
        <p:sp>
          <p:nvSpPr>
            <p:cNvPr id="346123" name="Rectangle 11">
              <a:extLst>
                <a:ext uri="{FF2B5EF4-FFF2-40B4-BE49-F238E27FC236}">
                  <a16:creationId xmlns:a16="http://schemas.microsoft.com/office/drawing/2014/main" id="{BB967687-6539-C868-D8EB-EA839D5B7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1"/>
              <a:ext cx="2132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所以样本的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k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阶矩</a:t>
              </a:r>
            </a:p>
          </p:txBody>
        </p:sp>
        <p:graphicFrame>
          <p:nvGraphicFramePr>
            <p:cNvPr id="346124" name="Object 12">
              <a:extLst>
                <a:ext uri="{FF2B5EF4-FFF2-40B4-BE49-F238E27FC236}">
                  <a16:creationId xmlns:a16="http://schemas.microsoft.com/office/drawing/2014/main" id="{BACC86B3-D842-A2D9-EB46-4E6CDA09A19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50" y="0"/>
            <a:ext cx="1406" cy="6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20" r:id="rId15" imgW="21653500" imgH="9944100" progId="Equation.3">
                    <p:embed/>
                  </p:oleObj>
                </mc:Choice>
                <mc:Fallback>
                  <p:oleObj r:id="rId15" imgW="21653500" imgH="9944100" progId="Equation.3">
                    <p:embed/>
                    <p:pic>
                      <p:nvPicPr>
                        <p:cNvPr id="346124" name="Object 12">
                          <a:extLst>
                            <a:ext uri="{FF2B5EF4-FFF2-40B4-BE49-F238E27FC236}">
                              <a16:creationId xmlns:a16="http://schemas.microsoft.com/office/drawing/2014/main" id="{BACC86B3-D842-A2D9-EB46-4E6CDA09A19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0" y="0"/>
                          <a:ext cx="1406" cy="6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6125" name="Rectangle 13">
              <a:extLst>
                <a:ext uri="{FF2B5EF4-FFF2-40B4-BE49-F238E27FC236}">
                  <a16:creationId xmlns:a16="http://schemas.microsoft.com/office/drawing/2014/main" id="{65438631-0AED-DA65-ACE3-6776685A2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6" y="91"/>
              <a:ext cx="1473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是总体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k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阶矩</a:t>
              </a:r>
            </a:p>
          </p:txBody>
        </p:sp>
      </p:grpSp>
      <p:grpSp>
        <p:nvGrpSpPr>
          <p:cNvPr id="346126" name="Group 14">
            <a:extLst>
              <a:ext uri="{FF2B5EF4-FFF2-40B4-BE49-F238E27FC236}">
                <a16:creationId xmlns:a16="http://schemas.microsoft.com/office/drawing/2014/main" id="{FA5717BD-CB33-3363-5C55-48A645EF43F1}"/>
              </a:ext>
            </a:extLst>
          </p:cNvPr>
          <p:cNvGrpSpPr>
            <a:grpSpLocks/>
          </p:cNvGrpSpPr>
          <p:nvPr/>
        </p:nvGrpSpPr>
        <p:grpSpPr bwMode="auto">
          <a:xfrm>
            <a:off x="2135189" y="4437063"/>
            <a:ext cx="4897437" cy="690562"/>
            <a:chOff x="0" y="0"/>
            <a:chExt cx="2461" cy="435"/>
          </a:xfrm>
        </p:grpSpPr>
        <p:sp>
          <p:nvSpPr>
            <p:cNvPr id="346127" name="Rectangle 15">
              <a:extLst>
                <a:ext uri="{FF2B5EF4-FFF2-40B4-BE49-F238E27FC236}">
                  <a16:creationId xmlns:a16="http://schemas.microsoft.com/office/drawing/2014/main" id="{E7B4FA1C-77E0-F9EB-1507-626DECDED7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" y="0"/>
              <a:ext cx="1236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的无偏估计</a:t>
              </a:r>
            </a:p>
          </p:txBody>
        </p:sp>
        <p:graphicFrame>
          <p:nvGraphicFramePr>
            <p:cNvPr id="346128" name="Object 16">
              <a:extLst>
                <a:ext uri="{FF2B5EF4-FFF2-40B4-BE49-F238E27FC236}">
                  <a16:creationId xmlns:a16="http://schemas.microsoft.com/office/drawing/2014/main" id="{AE73FE15-BECD-4B9B-AA32-59B59871A33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91"/>
            <a:ext cx="1210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121" r:id="rId17" imgW="19304000" imgH="5562600" progId="Equation.3">
                    <p:embed/>
                  </p:oleObj>
                </mc:Choice>
                <mc:Fallback>
                  <p:oleObj r:id="rId17" imgW="19304000" imgH="5562600" progId="Equation.3">
                    <p:embed/>
                    <p:pic>
                      <p:nvPicPr>
                        <p:cNvPr id="346128" name="Object 16">
                          <a:extLst>
                            <a:ext uri="{FF2B5EF4-FFF2-40B4-BE49-F238E27FC236}">
                              <a16:creationId xmlns:a16="http://schemas.microsoft.com/office/drawing/2014/main" id="{AE73FE15-BECD-4B9B-AA32-59B59871A33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91"/>
                          <a:ext cx="1210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6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46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46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46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4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46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346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46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46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46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14" grpId="0" autoUpdateAnimBg="0"/>
      <p:bldP spid="346117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Text Box 2">
            <a:extLst>
              <a:ext uri="{FF2B5EF4-FFF2-40B4-BE49-F238E27FC236}">
                <a16:creationId xmlns:a16="http://schemas.microsoft.com/office/drawing/2014/main" id="{A31C520C-FD3A-8B4A-C7A2-49F5F1F5D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9" y="549275"/>
            <a:ext cx="79216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例2.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设总体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的期望与方差存在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en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的样本为</a:t>
            </a:r>
            <a:endParaRPr lang="en-CN" altLang="en-US" sz="2800" b="1">
              <a:solidFill>
                <a:srgbClr val="007A77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347139" name="Group 3">
            <a:extLst>
              <a:ext uri="{FF2B5EF4-FFF2-40B4-BE49-F238E27FC236}">
                <a16:creationId xmlns:a16="http://schemas.microsoft.com/office/drawing/2014/main" id="{7DD7E022-C2F4-11A0-99E4-BF01DDFA48D4}"/>
              </a:ext>
            </a:extLst>
          </p:cNvPr>
          <p:cNvGrpSpPr>
            <a:grpSpLocks/>
          </p:cNvGrpSpPr>
          <p:nvPr/>
        </p:nvGrpSpPr>
        <p:grpSpPr bwMode="auto">
          <a:xfrm>
            <a:off x="2063750" y="1916113"/>
            <a:ext cx="8604250" cy="969962"/>
            <a:chOff x="0" y="0"/>
            <a:chExt cx="5420" cy="611"/>
          </a:xfrm>
        </p:grpSpPr>
        <p:sp>
          <p:nvSpPr>
            <p:cNvPr id="347140" name="Text Box 4">
              <a:extLst>
                <a:ext uri="{FF2B5EF4-FFF2-40B4-BE49-F238E27FC236}">
                  <a16:creationId xmlns:a16="http://schemas.microsoft.com/office/drawing/2014/main" id="{F478E8BB-1419-4C91-024E-B645C6C078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37"/>
              <a:ext cx="54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(1)                             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不是 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D( X )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的无偏估量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;      </a:t>
              </a:r>
            </a:p>
          </p:txBody>
        </p:sp>
        <p:graphicFrame>
          <p:nvGraphicFramePr>
            <p:cNvPr id="347141" name="Object 5">
              <a:extLst>
                <a:ext uri="{FF2B5EF4-FFF2-40B4-BE49-F238E27FC236}">
                  <a16:creationId xmlns:a16="http://schemas.microsoft.com/office/drawing/2014/main" id="{EE8192DC-9EA6-AB75-AB24-C7EE62E3E1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" y="0"/>
            <a:ext cx="1563" cy="6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10" r:id="rId3" imgW="32766000" imgH="9944100" progId="Equation.3">
                    <p:embed/>
                  </p:oleObj>
                </mc:Choice>
                <mc:Fallback>
                  <p:oleObj r:id="rId3" imgW="32766000" imgH="9944100" progId="Equation.3">
                    <p:embed/>
                    <p:pic>
                      <p:nvPicPr>
                        <p:cNvPr id="347141" name="Object 5">
                          <a:extLst>
                            <a:ext uri="{FF2B5EF4-FFF2-40B4-BE49-F238E27FC236}">
                              <a16:creationId xmlns:a16="http://schemas.microsoft.com/office/drawing/2014/main" id="{EE8192DC-9EA6-AB75-AB24-C7EE62E3E11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0"/>
                          <a:ext cx="1563" cy="6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7142" name="Group 6">
            <a:extLst>
              <a:ext uri="{FF2B5EF4-FFF2-40B4-BE49-F238E27FC236}">
                <a16:creationId xmlns:a16="http://schemas.microsoft.com/office/drawing/2014/main" id="{815BCE08-CDDD-A35E-2DA6-F313911C5A0C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2781301"/>
            <a:ext cx="7231062" cy="944563"/>
            <a:chOff x="0" y="0"/>
            <a:chExt cx="4555" cy="595"/>
          </a:xfrm>
        </p:grpSpPr>
        <p:sp>
          <p:nvSpPr>
            <p:cNvPr id="347143" name="Text Box 7">
              <a:extLst>
                <a:ext uri="{FF2B5EF4-FFF2-40B4-BE49-F238E27FC236}">
                  <a16:creationId xmlns:a16="http://schemas.microsoft.com/office/drawing/2014/main" id="{8055DF86-D411-6C40-28B4-4FB277C8D5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31"/>
              <a:ext cx="455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(2)                                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 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D( X )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的无偏估计量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 </a:t>
              </a:r>
            </a:p>
          </p:txBody>
        </p:sp>
        <p:graphicFrame>
          <p:nvGraphicFramePr>
            <p:cNvPr id="347144" name="Object 8">
              <a:extLst>
                <a:ext uri="{FF2B5EF4-FFF2-40B4-BE49-F238E27FC236}">
                  <a16:creationId xmlns:a16="http://schemas.microsoft.com/office/drawing/2014/main" id="{2289DA83-3B4E-B476-43E3-F8741CB86F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2" y="0"/>
            <a:ext cx="1814" cy="5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11" r:id="rId5" imgW="36868100" imgH="9944100" progId="Equation.3">
                    <p:embed/>
                  </p:oleObj>
                </mc:Choice>
                <mc:Fallback>
                  <p:oleObj r:id="rId5" imgW="36868100" imgH="9944100" progId="Equation.3">
                    <p:embed/>
                    <p:pic>
                      <p:nvPicPr>
                        <p:cNvPr id="347144" name="Object 8">
                          <a:extLst>
                            <a:ext uri="{FF2B5EF4-FFF2-40B4-BE49-F238E27FC236}">
                              <a16:creationId xmlns:a16="http://schemas.microsoft.com/office/drawing/2014/main" id="{2289DA83-3B4E-B476-43E3-F8741CB86F5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" y="0"/>
                          <a:ext cx="1814" cy="5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7145" name="Text Box 9">
            <a:extLst>
              <a:ext uri="{FF2B5EF4-FFF2-40B4-BE49-F238E27FC236}">
                <a16:creationId xmlns:a16="http://schemas.microsoft.com/office/drawing/2014/main" id="{7C6D8532-3CD8-B8CC-C172-51D36F08D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1" y="4005264"/>
            <a:ext cx="21240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</a:p>
        </p:txBody>
      </p:sp>
      <p:grpSp>
        <p:nvGrpSpPr>
          <p:cNvPr id="347146" name="Group 10">
            <a:extLst>
              <a:ext uri="{FF2B5EF4-FFF2-40B4-BE49-F238E27FC236}">
                <a16:creationId xmlns:a16="http://schemas.microsoft.com/office/drawing/2014/main" id="{8AC92981-E29D-15C1-3115-DC4FF8E533FD}"/>
              </a:ext>
            </a:extLst>
          </p:cNvPr>
          <p:cNvGrpSpPr>
            <a:grpSpLocks/>
          </p:cNvGrpSpPr>
          <p:nvPr/>
        </p:nvGrpSpPr>
        <p:grpSpPr bwMode="auto">
          <a:xfrm>
            <a:off x="3287713" y="4005264"/>
            <a:ext cx="6551612" cy="814387"/>
            <a:chOff x="0" y="0"/>
            <a:chExt cx="4127" cy="513"/>
          </a:xfrm>
        </p:grpSpPr>
        <p:graphicFrame>
          <p:nvGraphicFramePr>
            <p:cNvPr id="347147" name="Object 11">
              <a:extLst>
                <a:ext uri="{FF2B5EF4-FFF2-40B4-BE49-F238E27FC236}">
                  <a16:creationId xmlns:a16="http://schemas.microsoft.com/office/drawing/2014/main" id="{1C8B8013-05CA-51B8-AE8F-5A4D89718E3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62" y="0"/>
            <a:ext cx="3265" cy="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12" r:id="rId7" imgW="47688500" imgH="9944100" progId="Equation.3">
                    <p:embed/>
                  </p:oleObj>
                </mc:Choice>
                <mc:Fallback>
                  <p:oleObj r:id="rId7" imgW="47688500" imgH="9944100" progId="Equation.3">
                    <p:embed/>
                    <p:pic>
                      <p:nvPicPr>
                        <p:cNvPr id="347147" name="Object 11">
                          <a:extLst>
                            <a:ext uri="{FF2B5EF4-FFF2-40B4-BE49-F238E27FC236}">
                              <a16:creationId xmlns:a16="http://schemas.microsoft.com/office/drawing/2014/main" id="{1C8B8013-05CA-51B8-AE8F-5A4D89718E3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2" y="0"/>
                          <a:ext cx="3265" cy="513"/>
                        </a:xfrm>
                        <a:prstGeom prst="rect">
                          <a:avLst/>
                        </a:prstGeom>
                        <a:solidFill>
                          <a:srgbClr val="FFFF99">
                            <a:alpha val="39000"/>
                          </a:srgbClr>
                        </a:solidFill>
                        <a:ln w="952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7148" name="Rectangle 12">
              <a:extLst>
                <a:ext uri="{FF2B5EF4-FFF2-40B4-BE49-F238E27FC236}">
                  <a16:creationId xmlns:a16="http://schemas.microsoft.com/office/drawing/2014/main" id="{458A5E52-3549-C988-41AD-58ABFFF15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"/>
              <a:ext cx="104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先证明</a:t>
              </a:r>
            </a:p>
          </p:txBody>
        </p:sp>
      </p:grpSp>
      <p:grpSp>
        <p:nvGrpSpPr>
          <p:cNvPr id="347149" name="Group 13">
            <a:extLst>
              <a:ext uri="{FF2B5EF4-FFF2-40B4-BE49-F238E27FC236}">
                <a16:creationId xmlns:a16="http://schemas.microsoft.com/office/drawing/2014/main" id="{ECD86277-D685-4FDC-C6BC-D7BC0EF56903}"/>
              </a:ext>
            </a:extLst>
          </p:cNvPr>
          <p:cNvGrpSpPr>
            <a:grpSpLocks/>
          </p:cNvGrpSpPr>
          <p:nvPr/>
        </p:nvGrpSpPr>
        <p:grpSpPr bwMode="auto">
          <a:xfrm>
            <a:off x="2135188" y="1196975"/>
            <a:ext cx="4900612" cy="584200"/>
            <a:chOff x="0" y="0"/>
            <a:chExt cx="3087" cy="368"/>
          </a:xfrm>
        </p:grpSpPr>
        <p:graphicFrame>
          <p:nvGraphicFramePr>
            <p:cNvPr id="347150" name="Object 14">
              <a:extLst>
                <a:ext uri="{FF2B5EF4-FFF2-40B4-BE49-F238E27FC236}">
                  <a16:creationId xmlns:a16="http://schemas.microsoft.com/office/drawing/2014/main" id="{9DF00F39-ECF2-6E4B-B91C-12846065688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45"/>
            <a:ext cx="1210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13" r:id="rId9" imgW="24574500" imgH="5270500" progId="Equation.3">
                    <p:embed/>
                  </p:oleObj>
                </mc:Choice>
                <mc:Fallback>
                  <p:oleObj r:id="rId9" imgW="24574500" imgH="5270500" progId="Equation.3">
                    <p:embed/>
                    <p:pic>
                      <p:nvPicPr>
                        <p:cNvPr id="347150" name="Object 14">
                          <a:extLst>
                            <a:ext uri="{FF2B5EF4-FFF2-40B4-BE49-F238E27FC236}">
                              <a16:creationId xmlns:a16="http://schemas.microsoft.com/office/drawing/2014/main" id="{9DF00F39-ECF2-6E4B-B91C-12846065688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45"/>
                          <a:ext cx="1210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7151" name="Text Box 15">
              <a:extLst>
                <a:ext uri="{FF2B5EF4-FFF2-40B4-BE49-F238E27FC236}">
                  <a16:creationId xmlns:a16="http://schemas.microsoft.com/office/drawing/2014/main" id="{9EA80817-B7B0-E7C3-58BC-76CC197B3B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6" y="0"/>
              <a:ext cx="91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n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&gt; 1) . </a:t>
              </a:r>
            </a:p>
          </p:txBody>
        </p:sp>
        <p:sp>
          <p:nvSpPr>
            <p:cNvPr id="347152" name="Text Box 16">
              <a:extLst>
                <a:ext uri="{FF2B5EF4-FFF2-40B4-BE49-F238E27FC236}">
                  <a16:creationId xmlns:a16="http://schemas.microsoft.com/office/drawing/2014/main" id="{B6E78837-925F-611C-70EB-470D72DCA6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3" y="0"/>
              <a:ext cx="8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证明</a:t>
              </a:r>
            </a:p>
          </p:txBody>
        </p:sp>
      </p:grp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7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7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47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4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47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347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138" grpId="0" autoUpdateAnimBg="0"/>
      <p:bldP spid="347145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62" name="Object 2">
            <a:extLst>
              <a:ext uri="{FF2B5EF4-FFF2-40B4-BE49-F238E27FC236}">
                <a16:creationId xmlns:a16="http://schemas.microsoft.com/office/drawing/2014/main" id="{D31A0126-A79D-C206-69E4-B7137C86A7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404813"/>
          <a:ext cx="702945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48" r:id="rId3" imgW="63195200" imgH="9944100" progId="Equation.3">
                  <p:embed/>
                </p:oleObj>
              </mc:Choice>
              <mc:Fallback>
                <p:oleObj r:id="rId3" imgW="63195200" imgH="9944100" progId="Equation.3">
                  <p:embed/>
                  <p:pic>
                    <p:nvPicPr>
                      <p:cNvPr id="348162" name="Object 2">
                        <a:extLst>
                          <a:ext uri="{FF2B5EF4-FFF2-40B4-BE49-F238E27FC236}">
                            <a16:creationId xmlns:a16="http://schemas.microsoft.com/office/drawing/2014/main" id="{D31A0126-A79D-C206-69E4-B7137C86A7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404813"/>
                        <a:ext cx="7029450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63" name="Object 3">
            <a:extLst>
              <a:ext uri="{FF2B5EF4-FFF2-40B4-BE49-F238E27FC236}">
                <a16:creationId xmlns:a16="http://schemas.microsoft.com/office/drawing/2014/main" id="{7C5DEBB3-B769-61C4-19E2-0FC19DB845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8301" y="3933825"/>
          <a:ext cx="277812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49" r:id="rId5" imgW="23990300" imgH="9944100" progId="Equation.3">
                  <p:embed/>
                </p:oleObj>
              </mc:Choice>
              <mc:Fallback>
                <p:oleObj r:id="rId5" imgW="23990300" imgH="9944100" progId="Equation.3">
                  <p:embed/>
                  <p:pic>
                    <p:nvPicPr>
                      <p:cNvPr id="348163" name="Object 3">
                        <a:extLst>
                          <a:ext uri="{FF2B5EF4-FFF2-40B4-BE49-F238E27FC236}">
                            <a16:creationId xmlns:a16="http://schemas.microsoft.com/office/drawing/2014/main" id="{7C5DEBB3-B769-61C4-19E2-0FC19DB845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1" y="3933825"/>
                        <a:ext cx="2778125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64" name="Object 4">
            <a:extLst>
              <a:ext uri="{FF2B5EF4-FFF2-40B4-BE49-F238E27FC236}">
                <a16:creationId xmlns:a16="http://schemas.microsoft.com/office/drawing/2014/main" id="{6873401B-0B73-8D46-5CF6-52F3590783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3" y="1628775"/>
          <a:ext cx="5319712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50" r:id="rId7" imgW="45935900" imgH="9944100" progId="Equation.3">
                  <p:embed/>
                </p:oleObj>
              </mc:Choice>
              <mc:Fallback>
                <p:oleObj r:id="rId7" imgW="45935900" imgH="9944100" progId="Equation.3">
                  <p:embed/>
                  <p:pic>
                    <p:nvPicPr>
                      <p:cNvPr id="348164" name="Object 4">
                        <a:extLst>
                          <a:ext uri="{FF2B5EF4-FFF2-40B4-BE49-F238E27FC236}">
                            <a16:creationId xmlns:a16="http://schemas.microsoft.com/office/drawing/2014/main" id="{6873401B-0B73-8D46-5CF6-52F3590783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1628775"/>
                        <a:ext cx="5319712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65" name="Object 5">
            <a:extLst>
              <a:ext uri="{FF2B5EF4-FFF2-40B4-BE49-F238E27FC236}">
                <a16:creationId xmlns:a16="http://schemas.microsoft.com/office/drawing/2014/main" id="{8B011EA6-F296-ABD2-25DE-750EEC8989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1" y="2852738"/>
          <a:ext cx="467677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51" r:id="rId9" imgW="40373300" imgH="9944100" progId="Equation.3">
                  <p:embed/>
                </p:oleObj>
              </mc:Choice>
              <mc:Fallback>
                <p:oleObj r:id="rId9" imgW="40373300" imgH="9944100" progId="Equation.3">
                  <p:embed/>
                  <p:pic>
                    <p:nvPicPr>
                      <p:cNvPr id="348165" name="Object 5">
                        <a:extLst>
                          <a:ext uri="{FF2B5EF4-FFF2-40B4-BE49-F238E27FC236}">
                            <a16:creationId xmlns:a16="http://schemas.microsoft.com/office/drawing/2014/main" id="{8B011EA6-F296-ABD2-25DE-750EEC8989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2852738"/>
                        <a:ext cx="4676775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66" name="Object 6">
            <a:extLst>
              <a:ext uri="{FF2B5EF4-FFF2-40B4-BE49-F238E27FC236}">
                <a16:creationId xmlns:a16="http://schemas.microsoft.com/office/drawing/2014/main" id="{5DAC786D-C87A-E8CA-D5CD-F3EA994360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1" y="4005263"/>
          <a:ext cx="3287713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52" r:id="rId11" imgW="28384500" imgH="9944100" progId="Equation.3">
                  <p:embed/>
                </p:oleObj>
              </mc:Choice>
              <mc:Fallback>
                <p:oleObj r:id="rId11" imgW="28384500" imgH="9944100" progId="Equation.3">
                  <p:embed/>
                  <p:pic>
                    <p:nvPicPr>
                      <p:cNvPr id="348166" name="Object 6">
                        <a:extLst>
                          <a:ext uri="{FF2B5EF4-FFF2-40B4-BE49-F238E27FC236}">
                            <a16:creationId xmlns:a16="http://schemas.microsoft.com/office/drawing/2014/main" id="{5DAC786D-C87A-E8CA-D5CD-F3EA994360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4005263"/>
                        <a:ext cx="3287713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167" name="Group 7">
            <a:extLst>
              <a:ext uri="{FF2B5EF4-FFF2-40B4-BE49-F238E27FC236}">
                <a16:creationId xmlns:a16="http://schemas.microsoft.com/office/drawing/2014/main" id="{028AB1EB-FEAD-39B9-848B-4466AB53AFA3}"/>
              </a:ext>
            </a:extLst>
          </p:cNvPr>
          <p:cNvGrpSpPr>
            <a:grpSpLocks/>
          </p:cNvGrpSpPr>
          <p:nvPr/>
        </p:nvGrpSpPr>
        <p:grpSpPr bwMode="auto">
          <a:xfrm>
            <a:off x="2351088" y="5157788"/>
            <a:ext cx="7053262" cy="1143000"/>
            <a:chOff x="0" y="0"/>
            <a:chExt cx="4443" cy="720"/>
          </a:xfrm>
        </p:grpSpPr>
        <p:graphicFrame>
          <p:nvGraphicFramePr>
            <p:cNvPr id="348168" name="Object 8">
              <a:extLst>
                <a:ext uri="{FF2B5EF4-FFF2-40B4-BE49-F238E27FC236}">
                  <a16:creationId xmlns:a16="http://schemas.microsoft.com/office/drawing/2014/main" id="{6F9EA341-AFEF-688F-EA04-E1195478A7D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64" y="0"/>
            <a:ext cx="3479" cy="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53" r:id="rId13" imgW="47688500" imgH="9944100" progId="Equation.3">
                    <p:embed/>
                  </p:oleObj>
                </mc:Choice>
                <mc:Fallback>
                  <p:oleObj r:id="rId13" imgW="47688500" imgH="9944100" progId="Equation.3">
                    <p:embed/>
                    <p:pic>
                      <p:nvPicPr>
                        <p:cNvPr id="348168" name="Object 8">
                          <a:extLst>
                            <a:ext uri="{FF2B5EF4-FFF2-40B4-BE49-F238E27FC236}">
                              <a16:creationId xmlns:a16="http://schemas.microsoft.com/office/drawing/2014/main" id="{6F9EA341-AFEF-688F-EA04-E1195478A7D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4" y="0"/>
                          <a:ext cx="3479" cy="7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169" name="Rectangle 9">
              <a:extLst>
                <a:ext uri="{FF2B5EF4-FFF2-40B4-BE49-F238E27FC236}">
                  <a16:creationId xmlns:a16="http://schemas.microsoft.com/office/drawing/2014/main" id="{FE4CCFCD-72B3-76CF-579A-C677EEE43D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92"/>
              <a:ext cx="9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所以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48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48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48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48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48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48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9186" name="Object 2">
            <a:extLst>
              <a:ext uri="{FF2B5EF4-FFF2-40B4-BE49-F238E27FC236}">
                <a16:creationId xmlns:a16="http://schemas.microsoft.com/office/drawing/2014/main" id="{178F3242-958F-F691-60D9-30DA8B0FE1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8" y="765175"/>
          <a:ext cx="5834062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72" r:id="rId3" imgW="61734700" imgH="5562600" progId="Equation.3">
                  <p:embed/>
                </p:oleObj>
              </mc:Choice>
              <mc:Fallback>
                <p:oleObj r:id="rId3" imgW="61734700" imgH="5562600" progId="Equation.3">
                  <p:embed/>
                  <p:pic>
                    <p:nvPicPr>
                      <p:cNvPr id="349186" name="Object 2">
                        <a:extLst>
                          <a:ext uri="{FF2B5EF4-FFF2-40B4-BE49-F238E27FC236}">
                            <a16:creationId xmlns:a16="http://schemas.microsoft.com/office/drawing/2014/main" id="{178F3242-958F-F691-60D9-30DA8B0FE1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765175"/>
                        <a:ext cx="5834062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187" name="Object 3">
            <a:extLst>
              <a:ext uri="{FF2B5EF4-FFF2-40B4-BE49-F238E27FC236}">
                <a16:creationId xmlns:a16="http://schemas.microsoft.com/office/drawing/2014/main" id="{6A4E9E06-2A2A-EAEC-88A2-20D1588B39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8" y="1431926"/>
          <a:ext cx="4970462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73" r:id="rId5" imgW="48272700" imgH="9652000" progId="Equation.3">
                  <p:embed/>
                </p:oleObj>
              </mc:Choice>
              <mc:Fallback>
                <p:oleObj r:id="rId5" imgW="48272700" imgH="9652000" progId="Equation.3">
                  <p:embed/>
                  <p:pic>
                    <p:nvPicPr>
                      <p:cNvPr id="349187" name="Object 3">
                        <a:extLst>
                          <a:ext uri="{FF2B5EF4-FFF2-40B4-BE49-F238E27FC236}">
                            <a16:creationId xmlns:a16="http://schemas.microsoft.com/office/drawing/2014/main" id="{6A4E9E06-2A2A-EAEC-88A2-20D1588B39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1431926"/>
                        <a:ext cx="4970462" cy="103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9188" name="Text Box 4">
            <a:extLst>
              <a:ext uri="{FF2B5EF4-FFF2-40B4-BE49-F238E27FC236}">
                <a16:creationId xmlns:a16="http://schemas.microsoft.com/office/drawing/2014/main" id="{88E89905-8617-A78B-F34F-64EC5821D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2420939"/>
            <a:ext cx="23764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因而</a:t>
            </a:r>
          </a:p>
        </p:txBody>
      </p:sp>
      <p:graphicFrame>
        <p:nvGraphicFramePr>
          <p:cNvPr id="349189" name="Object 5">
            <a:extLst>
              <a:ext uri="{FF2B5EF4-FFF2-40B4-BE49-F238E27FC236}">
                <a16:creationId xmlns:a16="http://schemas.microsoft.com/office/drawing/2014/main" id="{43A306AB-7361-8C2B-5835-5AEA518A13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9650" y="3284539"/>
          <a:ext cx="5614988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74" r:id="rId7" imgW="64947800" imgH="10528300" progId="Equation.3">
                  <p:embed/>
                </p:oleObj>
              </mc:Choice>
              <mc:Fallback>
                <p:oleObj r:id="rId7" imgW="64947800" imgH="10528300" progId="Equation.3">
                  <p:embed/>
                  <p:pic>
                    <p:nvPicPr>
                      <p:cNvPr id="349189" name="Object 5">
                        <a:extLst>
                          <a:ext uri="{FF2B5EF4-FFF2-40B4-BE49-F238E27FC236}">
                            <a16:creationId xmlns:a16="http://schemas.microsoft.com/office/drawing/2014/main" id="{43A306AB-7361-8C2B-5835-5AEA518A13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3284539"/>
                        <a:ext cx="5614988" cy="1055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190" name="Object 6">
            <a:extLst>
              <a:ext uri="{FF2B5EF4-FFF2-40B4-BE49-F238E27FC236}">
                <a16:creationId xmlns:a16="http://schemas.microsoft.com/office/drawing/2014/main" id="{B4D1F30F-43AC-4343-DA48-9D7661AAE5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9650" y="4581526"/>
          <a:ext cx="3170238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75" r:id="rId9" imgW="35699700" imgH="9652000" progId="Equation.3">
                  <p:embed/>
                </p:oleObj>
              </mc:Choice>
              <mc:Fallback>
                <p:oleObj r:id="rId9" imgW="35699700" imgH="9652000" progId="Equation.3">
                  <p:embed/>
                  <p:pic>
                    <p:nvPicPr>
                      <p:cNvPr id="349190" name="Object 6">
                        <a:extLst>
                          <a:ext uri="{FF2B5EF4-FFF2-40B4-BE49-F238E27FC236}">
                            <a16:creationId xmlns:a16="http://schemas.microsoft.com/office/drawing/2014/main" id="{B4D1F30F-43AC-4343-DA48-9D7661AAE5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4581526"/>
                        <a:ext cx="3170238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191" name="Object 7">
            <a:extLst>
              <a:ext uri="{FF2B5EF4-FFF2-40B4-BE49-F238E27FC236}">
                <a16:creationId xmlns:a16="http://schemas.microsoft.com/office/drawing/2014/main" id="{B43E3981-2073-F6CD-5C0E-AF5CEB473D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9739" y="4581526"/>
          <a:ext cx="1584325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76" r:id="rId11" imgW="16090900" imgH="9359900" progId="Equation.3">
                  <p:embed/>
                </p:oleObj>
              </mc:Choice>
              <mc:Fallback>
                <p:oleObj r:id="rId11" imgW="16090900" imgH="9359900" progId="Equation.3">
                  <p:embed/>
                  <p:pic>
                    <p:nvPicPr>
                      <p:cNvPr id="349191" name="Object 7">
                        <a:extLst>
                          <a:ext uri="{FF2B5EF4-FFF2-40B4-BE49-F238E27FC236}">
                            <a16:creationId xmlns:a16="http://schemas.microsoft.com/office/drawing/2014/main" id="{B43E3981-2073-F6CD-5C0E-AF5CEB473D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739" y="4581526"/>
                        <a:ext cx="1584325" cy="104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9192" name="Object 8">
            <a:extLst>
              <a:ext uri="{FF2B5EF4-FFF2-40B4-BE49-F238E27FC236}">
                <a16:creationId xmlns:a16="http://schemas.microsoft.com/office/drawing/2014/main" id="{A87140E7-07F8-E21D-4249-AC2110010C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48526" y="4652963"/>
          <a:ext cx="936625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77" r:id="rId13" imgW="8191500" imgH="5270500" progId="Equation.3">
                  <p:embed/>
                </p:oleObj>
              </mc:Choice>
              <mc:Fallback>
                <p:oleObj r:id="rId13" imgW="8191500" imgH="5270500" progId="Equation.3">
                  <p:embed/>
                  <p:pic>
                    <p:nvPicPr>
                      <p:cNvPr id="349192" name="Object 8">
                        <a:extLst>
                          <a:ext uri="{FF2B5EF4-FFF2-40B4-BE49-F238E27FC236}">
                            <a16:creationId xmlns:a16="http://schemas.microsoft.com/office/drawing/2014/main" id="{A87140E7-07F8-E21D-4249-AC2110010C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8526" y="4652963"/>
                        <a:ext cx="936625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9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9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9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49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49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49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49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188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210" name="Group 2">
            <a:extLst>
              <a:ext uri="{FF2B5EF4-FFF2-40B4-BE49-F238E27FC236}">
                <a16:creationId xmlns:a16="http://schemas.microsoft.com/office/drawing/2014/main" id="{67C23429-A3AE-FA39-0067-AD74675CD2A9}"/>
              </a:ext>
            </a:extLst>
          </p:cNvPr>
          <p:cNvGrpSpPr>
            <a:grpSpLocks/>
          </p:cNvGrpSpPr>
          <p:nvPr/>
        </p:nvGrpSpPr>
        <p:grpSpPr bwMode="auto">
          <a:xfrm>
            <a:off x="1774825" y="692150"/>
            <a:ext cx="8642350" cy="1009650"/>
            <a:chOff x="0" y="0"/>
            <a:chExt cx="5444" cy="636"/>
          </a:xfrm>
        </p:grpSpPr>
        <p:sp>
          <p:nvSpPr>
            <p:cNvPr id="350211" name="Text Box 3">
              <a:extLst>
                <a:ext uri="{FF2B5EF4-FFF2-40B4-BE49-F238E27FC236}">
                  <a16:creationId xmlns:a16="http://schemas.microsoft.com/office/drawing/2014/main" id="{C28CD603-CDC2-1D87-CB63-7105F6E80F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36"/>
              <a:ext cx="54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所以</a:t>
              </a:r>
              <a:r>
                <a:rPr lang="zh-CN" altLang="en-US" sz="2800">
                  <a:solidFill>
                    <a:srgbClr val="FFFF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                        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不是 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D( X )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的无偏估计量</a:t>
              </a:r>
              <a:r>
                <a:rPr lang="en-US" altLang="zh-CN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;      </a:t>
              </a:r>
            </a:p>
          </p:txBody>
        </p:sp>
        <p:graphicFrame>
          <p:nvGraphicFramePr>
            <p:cNvPr id="350212" name="Object 4">
              <a:extLst>
                <a:ext uri="{FF2B5EF4-FFF2-40B4-BE49-F238E27FC236}">
                  <a16:creationId xmlns:a16="http://schemas.microsoft.com/office/drawing/2014/main" id="{63F3EBCB-C806-2CAB-32BB-0C5068A42B7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3" y="0"/>
            <a:ext cx="1631" cy="6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196" r:id="rId3" imgW="32766000" imgH="9944100" progId="Equation.3">
                    <p:embed/>
                  </p:oleObj>
                </mc:Choice>
                <mc:Fallback>
                  <p:oleObj r:id="rId3" imgW="32766000" imgH="9944100" progId="Equation.3">
                    <p:embed/>
                    <p:pic>
                      <p:nvPicPr>
                        <p:cNvPr id="350212" name="Object 4">
                          <a:extLst>
                            <a:ext uri="{FF2B5EF4-FFF2-40B4-BE49-F238E27FC236}">
                              <a16:creationId xmlns:a16="http://schemas.microsoft.com/office/drawing/2014/main" id="{63F3EBCB-C806-2CAB-32BB-0C5068A42B7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" y="0"/>
                          <a:ext cx="1631" cy="6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0213" name="Rectangle 5">
            <a:extLst>
              <a:ext uri="{FF2B5EF4-FFF2-40B4-BE49-F238E27FC236}">
                <a16:creationId xmlns:a16="http://schemas.microsoft.com/office/drawing/2014/main" id="{AB98C709-9D1F-635C-5C4C-1948514D1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6956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50214" name="Object 6">
            <a:extLst>
              <a:ext uri="{FF2B5EF4-FFF2-40B4-BE49-F238E27FC236}">
                <a16:creationId xmlns:a16="http://schemas.microsoft.com/office/drawing/2014/main" id="{1B372D4E-A003-2310-EE09-3925F36346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1451" y="1924051"/>
          <a:ext cx="5402263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97" r:id="rId5" imgW="51498500" imgH="10820400" progId="Equation.3">
                  <p:embed/>
                </p:oleObj>
              </mc:Choice>
              <mc:Fallback>
                <p:oleObj r:id="rId5" imgW="51498500" imgH="10820400" progId="Equation.3">
                  <p:embed/>
                  <p:pic>
                    <p:nvPicPr>
                      <p:cNvPr id="350214" name="Object 6">
                        <a:extLst>
                          <a:ext uri="{FF2B5EF4-FFF2-40B4-BE49-F238E27FC236}">
                            <a16:creationId xmlns:a16="http://schemas.microsoft.com/office/drawing/2014/main" id="{1B372D4E-A003-2310-EE09-3925F36346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1924051"/>
                        <a:ext cx="5402263" cy="1135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15" name="Object 7">
            <a:extLst>
              <a:ext uri="{FF2B5EF4-FFF2-40B4-BE49-F238E27FC236}">
                <a16:creationId xmlns:a16="http://schemas.microsoft.com/office/drawing/2014/main" id="{E206C1B2-67C0-77D2-C735-9BCED4C217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3" y="3463925"/>
          <a:ext cx="3219450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98" r:id="rId7" imgW="31597600" imgH="9359900" progId="Equation.3">
                  <p:embed/>
                </p:oleObj>
              </mc:Choice>
              <mc:Fallback>
                <p:oleObj r:id="rId7" imgW="31597600" imgH="9359900" progId="Equation.3">
                  <p:embed/>
                  <p:pic>
                    <p:nvPicPr>
                      <p:cNvPr id="350215" name="Object 7">
                        <a:extLst>
                          <a:ext uri="{FF2B5EF4-FFF2-40B4-BE49-F238E27FC236}">
                            <a16:creationId xmlns:a16="http://schemas.microsoft.com/office/drawing/2014/main" id="{E206C1B2-67C0-77D2-C735-9BCED4C217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3463925"/>
                        <a:ext cx="3219450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16" name="Object 8">
            <a:extLst>
              <a:ext uri="{FF2B5EF4-FFF2-40B4-BE49-F238E27FC236}">
                <a16:creationId xmlns:a16="http://schemas.microsoft.com/office/drawing/2014/main" id="{8F32721D-AC88-C042-B5B9-4AB3927D5B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9739" y="3397250"/>
          <a:ext cx="2492375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99" r:id="rId9" imgW="21361400" imgH="9359900" progId="Equation.3">
                  <p:embed/>
                </p:oleObj>
              </mc:Choice>
              <mc:Fallback>
                <p:oleObj r:id="rId9" imgW="21361400" imgH="9359900" progId="Equation.3">
                  <p:embed/>
                  <p:pic>
                    <p:nvPicPr>
                      <p:cNvPr id="350216" name="Object 8">
                        <a:extLst>
                          <a:ext uri="{FF2B5EF4-FFF2-40B4-BE49-F238E27FC236}">
                            <a16:creationId xmlns:a16="http://schemas.microsoft.com/office/drawing/2014/main" id="{8F32721D-AC88-C042-B5B9-4AB3927D5B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739" y="3397250"/>
                        <a:ext cx="2492375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17" name="Object 9">
            <a:extLst>
              <a:ext uri="{FF2B5EF4-FFF2-40B4-BE49-F238E27FC236}">
                <a16:creationId xmlns:a16="http://schemas.microsoft.com/office/drawing/2014/main" id="{86CFF845-B1FD-67CB-7D49-0F7ACD3476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12126" y="3644901"/>
          <a:ext cx="969963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00" r:id="rId11" imgW="8191500" imgH="5270500" progId="Equation.3">
                  <p:embed/>
                </p:oleObj>
              </mc:Choice>
              <mc:Fallback>
                <p:oleObj r:id="rId11" imgW="8191500" imgH="5270500" progId="Equation.3">
                  <p:embed/>
                  <p:pic>
                    <p:nvPicPr>
                      <p:cNvPr id="350217" name="Object 9">
                        <a:extLst>
                          <a:ext uri="{FF2B5EF4-FFF2-40B4-BE49-F238E27FC236}">
                            <a16:creationId xmlns:a16="http://schemas.microsoft.com/office/drawing/2014/main" id="{86CFF845-B1FD-67CB-7D49-0F7ACD3476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26" y="3644901"/>
                        <a:ext cx="969963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0218" name="Group 10">
            <a:extLst>
              <a:ext uri="{FF2B5EF4-FFF2-40B4-BE49-F238E27FC236}">
                <a16:creationId xmlns:a16="http://schemas.microsoft.com/office/drawing/2014/main" id="{6D10F23A-FCE7-9E4D-EA08-9D430D025D01}"/>
              </a:ext>
            </a:extLst>
          </p:cNvPr>
          <p:cNvGrpSpPr>
            <a:grpSpLocks/>
          </p:cNvGrpSpPr>
          <p:nvPr/>
        </p:nvGrpSpPr>
        <p:grpSpPr bwMode="auto">
          <a:xfrm>
            <a:off x="1847851" y="4581525"/>
            <a:ext cx="7959725" cy="1066800"/>
            <a:chOff x="0" y="0"/>
            <a:chExt cx="5014" cy="672"/>
          </a:xfrm>
        </p:grpSpPr>
        <p:sp>
          <p:nvSpPr>
            <p:cNvPr id="350219" name="Text Box 11">
              <a:extLst>
                <a:ext uri="{FF2B5EF4-FFF2-40B4-BE49-F238E27FC236}">
                  <a16:creationId xmlns:a16="http://schemas.microsoft.com/office/drawing/2014/main" id="{B36E2C2D-6394-7268-5F2C-7211B5C4F1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77"/>
              <a:ext cx="501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所以                                      是 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D( X )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的无偏估计量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 </a:t>
              </a:r>
            </a:p>
          </p:txBody>
        </p:sp>
        <p:graphicFrame>
          <p:nvGraphicFramePr>
            <p:cNvPr id="350220" name="Object 12">
              <a:extLst>
                <a:ext uri="{FF2B5EF4-FFF2-40B4-BE49-F238E27FC236}">
                  <a16:creationId xmlns:a16="http://schemas.microsoft.com/office/drawing/2014/main" id="{D3A2550D-60DC-CB47-363A-4BE771C667D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4" y="0"/>
            <a:ext cx="2049" cy="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01" r:id="rId13" imgW="36868100" imgH="9944100" progId="Equation.3">
                    <p:embed/>
                  </p:oleObj>
                </mc:Choice>
                <mc:Fallback>
                  <p:oleObj r:id="rId13" imgW="36868100" imgH="9944100" progId="Equation.3">
                    <p:embed/>
                    <p:pic>
                      <p:nvPicPr>
                        <p:cNvPr id="350220" name="Object 12">
                          <a:extLst>
                            <a:ext uri="{FF2B5EF4-FFF2-40B4-BE49-F238E27FC236}">
                              <a16:creationId xmlns:a16="http://schemas.microsoft.com/office/drawing/2014/main" id="{D3A2550D-60DC-CB47-363A-4BE771C667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" y="0"/>
                          <a:ext cx="2049" cy="6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50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50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5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50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50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50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1234" name="Object 2">
            <a:extLst>
              <a:ext uri="{FF2B5EF4-FFF2-40B4-BE49-F238E27FC236}">
                <a16:creationId xmlns:a16="http://schemas.microsoft.com/office/drawing/2014/main" id="{4B16D72F-045C-5BC0-5C56-AE27E7CA48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40689" y="549276"/>
          <a:ext cx="5048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1" r:id="rId3" imgW="4978400" imgH="4686300" progId="Equation.3">
                  <p:embed/>
                </p:oleObj>
              </mc:Choice>
              <mc:Fallback>
                <p:oleObj r:id="rId3" imgW="4978400" imgH="4686300" progId="Equation.3">
                  <p:embed/>
                  <p:pic>
                    <p:nvPicPr>
                      <p:cNvPr id="351234" name="Object 2">
                        <a:extLst>
                          <a:ext uri="{FF2B5EF4-FFF2-40B4-BE49-F238E27FC236}">
                            <a16:creationId xmlns:a16="http://schemas.microsoft.com/office/drawing/2014/main" id="{4B16D72F-045C-5BC0-5C56-AE27E7CA48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0689" y="549276"/>
                        <a:ext cx="50482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1235" name="Group 3">
            <a:extLst>
              <a:ext uri="{FF2B5EF4-FFF2-40B4-BE49-F238E27FC236}">
                <a16:creationId xmlns:a16="http://schemas.microsoft.com/office/drawing/2014/main" id="{97404042-5237-66CE-2A36-98F9F74AC7DA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476250"/>
            <a:ext cx="7956550" cy="592138"/>
            <a:chOff x="0" y="0"/>
            <a:chExt cx="5012" cy="373"/>
          </a:xfrm>
        </p:grpSpPr>
        <p:graphicFrame>
          <p:nvGraphicFramePr>
            <p:cNvPr id="351236" name="Object 4">
              <a:extLst>
                <a:ext uri="{FF2B5EF4-FFF2-40B4-BE49-F238E27FC236}">
                  <a16:creationId xmlns:a16="http://schemas.microsoft.com/office/drawing/2014/main" id="{80F63752-E3EB-FF54-62FC-FE655B2E1DF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18" y="46"/>
            <a:ext cx="499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42" r:id="rId5" imgW="7315200" imgH="4686300" progId="Equation.3">
                    <p:embed/>
                  </p:oleObj>
                </mc:Choice>
                <mc:Fallback>
                  <p:oleObj r:id="rId5" imgW="7315200" imgH="4686300" progId="Equation.3">
                    <p:embed/>
                    <p:pic>
                      <p:nvPicPr>
                        <p:cNvPr id="351236" name="Object 4">
                          <a:extLst>
                            <a:ext uri="{FF2B5EF4-FFF2-40B4-BE49-F238E27FC236}">
                              <a16:creationId xmlns:a16="http://schemas.microsoft.com/office/drawing/2014/main" id="{80F63752-E3EB-FF54-62FC-FE655B2E1DF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8" y="46"/>
                          <a:ext cx="499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1237" name="Rectangle 5">
              <a:extLst>
                <a:ext uri="{FF2B5EF4-FFF2-40B4-BE49-F238E27FC236}">
                  <a16:creationId xmlns:a16="http://schemas.microsoft.com/office/drawing/2014/main" id="{CAD7162E-F0EC-678F-4227-9585239B7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17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例</a:t>
              </a:r>
              <a:r>
                <a:rPr lang="en-US" altLang="zh-CN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3.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已知泊松总体</a:t>
              </a:r>
            </a:p>
          </p:txBody>
        </p:sp>
        <p:sp>
          <p:nvSpPr>
            <p:cNvPr id="351238" name="Rectangle 6">
              <a:extLst>
                <a:ext uri="{FF2B5EF4-FFF2-40B4-BE49-F238E27FC236}">
                  <a16:creationId xmlns:a16="http://schemas.microsoft.com/office/drawing/2014/main" id="{039271A3-86E2-DB21-B5C0-0FC928E8E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" y="46"/>
              <a:ext cx="25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，验证样本方差</a:t>
              </a:r>
            </a:p>
          </p:txBody>
        </p:sp>
      </p:grpSp>
      <p:grpSp>
        <p:nvGrpSpPr>
          <p:cNvPr id="351239" name="Group 7">
            <a:extLst>
              <a:ext uri="{FF2B5EF4-FFF2-40B4-BE49-F238E27FC236}">
                <a16:creationId xmlns:a16="http://schemas.microsoft.com/office/drawing/2014/main" id="{65AD7EEE-44E9-1D34-A500-C9222DFE5D96}"/>
              </a:ext>
            </a:extLst>
          </p:cNvPr>
          <p:cNvGrpSpPr>
            <a:grpSpLocks/>
          </p:cNvGrpSpPr>
          <p:nvPr/>
        </p:nvGrpSpPr>
        <p:grpSpPr bwMode="auto">
          <a:xfrm>
            <a:off x="1847851" y="1341439"/>
            <a:ext cx="7548563" cy="573087"/>
            <a:chOff x="0" y="0"/>
            <a:chExt cx="4755" cy="361"/>
          </a:xfrm>
        </p:grpSpPr>
        <p:graphicFrame>
          <p:nvGraphicFramePr>
            <p:cNvPr id="351240" name="Object 8">
              <a:extLst>
                <a:ext uri="{FF2B5EF4-FFF2-40B4-BE49-F238E27FC236}">
                  <a16:creationId xmlns:a16="http://schemas.microsoft.com/office/drawing/2014/main" id="{15245E7F-C504-2617-31EC-98D9EF8E794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92" y="45"/>
            <a:ext cx="1263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43" r:id="rId7" imgW="17551400" imgH="4686300" progId="Equation.3">
                    <p:embed/>
                  </p:oleObj>
                </mc:Choice>
                <mc:Fallback>
                  <p:oleObj r:id="rId7" imgW="17551400" imgH="4686300" progId="Equation.3">
                    <p:embed/>
                    <p:pic>
                      <p:nvPicPr>
                        <p:cNvPr id="351240" name="Object 8">
                          <a:extLst>
                            <a:ext uri="{FF2B5EF4-FFF2-40B4-BE49-F238E27FC236}">
                              <a16:creationId xmlns:a16="http://schemas.microsoft.com/office/drawing/2014/main" id="{15245E7F-C504-2617-31EC-98D9EF8E794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2" y="45"/>
                          <a:ext cx="1263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1241" name="Rectangle 9">
              <a:extLst>
                <a:ext uri="{FF2B5EF4-FFF2-40B4-BE49-F238E27FC236}">
                  <a16:creationId xmlns:a16="http://schemas.microsoft.com/office/drawing/2014/main" id="{B799E118-CDA6-B4C9-22AF-7FCA18BD35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0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λ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的无偏估计，并对于任一值</a:t>
              </a:r>
              <a:r>
                <a:rPr lang="en-US" altLang="zh-CN" sz="2800" b="1" i="1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α</a:t>
              </a:r>
            </a:p>
          </p:txBody>
        </p:sp>
      </p:grpSp>
      <p:grpSp>
        <p:nvGrpSpPr>
          <p:cNvPr id="351242" name="Group 10">
            <a:extLst>
              <a:ext uri="{FF2B5EF4-FFF2-40B4-BE49-F238E27FC236}">
                <a16:creationId xmlns:a16="http://schemas.microsoft.com/office/drawing/2014/main" id="{1044432A-2BB0-E17B-5DD5-58882E2F8A0C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2152651"/>
            <a:ext cx="5537200" cy="644525"/>
            <a:chOff x="0" y="0"/>
            <a:chExt cx="3488" cy="406"/>
          </a:xfrm>
        </p:grpSpPr>
        <p:graphicFrame>
          <p:nvGraphicFramePr>
            <p:cNvPr id="351243" name="Object 11">
              <a:extLst>
                <a:ext uri="{FF2B5EF4-FFF2-40B4-BE49-F238E27FC236}">
                  <a16:creationId xmlns:a16="http://schemas.microsoft.com/office/drawing/2014/main" id="{6ECF3798-DADA-C486-0F96-DA4D3C81C9E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1678" cy="4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44" r:id="rId9" imgW="22821900" imgH="5562600" progId="Equation.3">
                    <p:embed/>
                  </p:oleObj>
                </mc:Choice>
                <mc:Fallback>
                  <p:oleObj r:id="rId9" imgW="22821900" imgH="5562600" progId="Equation.3">
                    <p:embed/>
                    <p:pic>
                      <p:nvPicPr>
                        <p:cNvPr id="351243" name="Object 11">
                          <a:extLst>
                            <a:ext uri="{FF2B5EF4-FFF2-40B4-BE49-F238E27FC236}">
                              <a16:creationId xmlns:a16="http://schemas.microsoft.com/office/drawing/2014/main" id="{6ECF3798-DADA-C486-0F96-DA4D3C81C9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678" cy="4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1244" name="Rectangle 12">
              <a:extLst>
                <a:ext uri="{FF2B5EF4-FFF2-40B4-BE49-F238E27FC236}">
                  <a16:creationId xmlns:a16="http://schemas.microsoft.com/office/drawing/2014/main" id="{B7D588B1-3B4B-4073-1B05-7AD59C40C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51"/>
              <a:ext cx="185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也是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λ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的无偏估计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</a:p>
          </p:txBody>
        </p:sp>
      </p:grpSp>
      <p:grpSp>
        <p:nvGrpSpPr>
          <p:cNvPr id="351245" name="Group 13">
            <a:extLst>
              <a:ext uri="{FF2B5EF4-FFF2-40B4-BE49-F238E27FC236}">
                <a16:creationId xmlns:a16="http://schemas.microsoft.com/office/drawing/2014/main" id="{89455EF0-823B-AAB1-328F-CCEB26F03DC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880101" y="3286125"/>
            <a:ext cx="3743325" cy="501650"/>
            <a:chOff x="0" y="0"/>
            <a:chExt cx="2358" cy="317"/>
          </a:xfrm>
        </p:grpSpPr>
        <p:graphicFrame>
          <p:nvGraphicFramePr>
            <p:cNvPr id="351246" name="Object 14">
              <a:extLst>
                <a:ext uri="{FF2B5EF4-FFF2-40B4-BE49-F238E27FC236}">
                  <a16:creationId xmlns:a16="http://schemas.microsoft.com/office/drawing/2014/main" id="{239F701A-16DD-B148-6025-452E78F238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23"/>
            <a:ext cx="1043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45" r:id="rId11" imgW="16383000" imgH="4686300" progId="Equation.3">
                    <p:embed/>
                  </p:oleObj>
                </mc:Choice>
                <mc:Fallback>
                  <p:oleObj r:id="rId11" imgW="16383000" imgH="4686300" progId="Equation.3">
                    <p:embed/>
                    <p:pic>
                      <p:nvPicPr>
                        <p:cNvPr id="351246" name="Object 14">
                          <a:extLst>
                            <a:ext uri="{FF2B5EF4-FFF2-40B4-BE49-F238E27FC236}">
                              <a16:creationId xmlns:a16="http://schemas.microsoft.com/office/drawing/2014/main" id="{239F701A-16DD-B148-6025-452E78F238D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3"/>
                          <a:ext cx="1043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1247" name="Object 15">
              <a:extLst>
                <a:ext uri="{FF2B5EF4-FFF2-40B4-BE49-F238E27FC236}">
                  <a16:creationId xmlns:a16="http://schemas.microsoft.com/office/drawing/2014/main" id="{8D5411B6-E18F-2B5D-5835-7859A5C7BD5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15" y="0"/>
            <a:ext cx="1043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46" r:id="rId13" imgW="14922500" imgH="4686300" progId="Equation.3">
                    <p:embed/>
                  </p:oleObj>
                </mc:Choice>
                <mc:Fallback>
                  <p:oleObj r:id="rId13" imgW="14922500" imgH="4686300" progId="Equation.3">
                    <p:embed/>
                    <p:pic>
                      <p:nvPicPr>
                        <p:cNvPr id="351247" name="Object 15">
                          <a:extLst>
                            <a:ext uri="{FF2B5EF4-FFF2-40B4-BE49-F238E27FC236}">
                              <a16:creationId xmlns:a16="http://schemas.microsoft.com/office/drawing/2014/main" id="{8D5411B6-E18F-2B5D-5835-7859A5C7BD5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5" y="0"/>
                          <a:ext cx="1043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1248" name="Group 16">
            <a:extLst>
              <a:ext uri="{FF2B5EF4-FFF2-40B4-BE49-F238E27FC236}">
                <a16:creationId xmlns:a16="http://schemas.microsoft.com/office/drawing/2014/main" id="{E4C17594-F323-5496-6261-44C1820D170C}"/>
              </a:ext>
            </a:extLst>
          </p:cNvPr>
          <p:cNvGrpSpPr>
            <a:grpSpLocks/>
          </p:cNvGrpSpPr>
          <p:nvPr/>
        </p:nvGrpSpPr>
        <p:grpSpPr bwMode="auto">
          <a:xfrm>
            <a:off x="2782888" y="3213100"/>
            <a:ext cx="3886200" cy="560388"/>
            <a:chOff x="0" y="0"/>
            <a:chExt cx="2448" cy="353"/>
          </a:xfrm>
        </p:grpSpPr>
        <p:graphicFrame>
          <p:nvGraphicFramePr>
            <p:cNvPr id="351249" name="Object 17">
              <a:extLst>
                <a:ext uri="{FF2B5EF4-FFF2-40B4-BE49-F238E27FC236}">
                  <a16:creationId xmlns:a16="http://schemas.microsoft.com/office/drawing/2014/main" id="{6A20D53D-AEAE-1D36-99FB-E6991F2B8A9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8" y="26"/>
            <a:ext cx="499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47" r:id="rId15" imgW="7315200" imgH="4686300" progId="Equation.3">
                    <p:embed/>
                  </p:oleObj>
                </mc:Choice>
                <mc:Fallback>
                  <p:oleObj r:id="rId15" imgW="7315200" imgH="4686300" progId="Equation.3">
                    <p:embed/>
                    <p:pic>
                      <p:nvPicPr>
                        <p:cNvPr id="351249" name="Object 17">
                          <a:extLst>
                            <a:ext uri="{FF2B5EF4-FFF2-40B4-BE49-F238E27FC236}">
                              <a16:creationId xmlns:a16="http://schemas.microsoft.com/office/drawing/2014/main" id="{6A20D53D-AEAE-1D36-99FB-E6991F2B8A9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26"/>
                          <a:ext cx="499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1250" name="Rectangle 18">
              <a:extLst>
                <a:ext uri="{FF2B5EF4-FFF2-40B4-BE49-F238E27FC236}">
                  <a16:creationId xmlns:a16="http://schemas.microsoft.com/office/drawing/2014/main" id="{70913E33-5B8F-F6B6-5D11-2B4867CD3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0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由总体为</a:t>
              </a:r>
            </a:p>
          </p:txBody>
        </p:sp>
        <p:sp>
          <p:nvSpPr>
            <p:cNvPr id="351251" name="Rectangle 19">
              <a:extLst>
                <a:ext uri="{FF2B5EF4-FFF2-40B4-BE49-F238E27FC236}">
                  <a16:creationId xmlns:a16="http://schemas.microsoft.com/office/drawing/2014/main" id="{DB1B4291-7C7C-F52D-A14A-DD70485CEA3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497" y="26"/>
              <a:ext cx="9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知：</a:t>
              </a:r>
            </a:p>
          </p:txBody>
        </p:sp>
      </p:grpSp>
      <p:sp>
        <p:nvSpPr>
          <p:cNvPr id="351252" name="Rectangle 20">
            <a:extLst>
              <a:ext uri="{FF2B5EF4-FFF2-40B4-BE49-F238E27FC236}">
                <a16:creationId xmlns:a16="http://schemas.microsoft.com/office/drawing/2014/main" id="{9663310B-EC2B-82FE-5E7C-6B731550B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21025"/>
            <a:ext cx="19081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</a:p>
        </p:txBody>
      </p:sp>
      <p:grpSp>
        <p:nvGrpSpPr>
          <p:cNvPr id="351253" name="Group 21">
            <a:extLst>
              <a:ext uri="{FF2B5EF4-FFF2-40B4-BE49-F238E27FC236}">
                <a16:creationId xmlns:a16="http://schemas.microsoft.com/office/drawing/2014/main" id="{8E89A016-6EC9-AB89-41A6-DB06AE82FB46}"/>
              </a:ext>
            </a:extLst>
          </p:cNvPr>
          <p:cNvGrpSpPr>
            <a:grpSpLocks/>
          </p:cNvGrpSpPr>
          <p:nvPr/>
        </p:nvGrpSpPr>
        <p:grpSpPr bwMode="auto">
          <a:xfrm>
            <a:off x="2135189" y="4027489"/>
            <a:ext cx="5616575" cy="636587"/>
            <a:chOff x="0" y="0"/>
            <a:chExt cx="3538" cy="401"/>
          </a:xfrm>
        </p:grpSpPr>
        <p:graphicFrame>
          <p:nvGraphicFramePr>
            <p:cNvPr id="351254" name="Object 22">
              <a:extLst>
                <a:ext uri="{FF2B5EF4-FFF2-40B4-BE49-F238E27FC236}">
                  <a16:creationId xmlns:a16="http://schemas.microsoft.com/office/drawing/2014/main" id="{EDF1B386-2D45-1AF2-529D-E8D65B7D6B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42" y="31"/>
            <a:ext cx="1996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48" r:id="rId17" imgW="28384500" imgH="5270500" progId="Equation.3">
                    <p:embed/>
                  </p:oleObj>
                </mc:Choice>
                <mc:Fallback>
                  <p:oleObj r:id="rId17" imgW="28384500" imgH="5270500" progId="Equation.3">
                    <p:embed/>
                    <p:pic>
                      <p:nvPicPr>
                        <p:cNvPr id="351254" name="Object 22">
                          <a:extLst>
                            <a:ext uri="{FF2B5EF4-FFF2-40B4-BE49-F238E27FC236}">
                              <a16:creationId xmlns:a16="http://schemas.microsoft.com/office/drawing/2014/main" id="{EDF1B386-2D45-1AF2-529D-E8D65B7D6B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2" y="31"/>
                          <a:ext cx="1996" cy="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1255" name="Rectangle 23">
              <a:extLst>
                <a:ext uri="{FF2B5EF4-FFF2-40B4-BE49-F238E27FC236}">
                  <a16:creationId xmlns:a16="http://schemas.microsoft.com/office/drawing/2014/main" id="{83C5F44E-E532-4543-E4F8-2B4742064A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4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由上例可知：</a:t>
              </a:r>
            </a:p>
          </p:txBody>
        </p:sp>
      </p:grpSp>
      <p:grpSp>
        <p:nvGrpSpPr>
          <p:cNvPr id="351256" name="Group 24">
            <a:extLst>
              <a:ext uri="{FF2B5EF4-FFF2-40B4-BE49-F238E27FC236}">
                <a16:creationId xmlns:a16="http://schemas.microsoft.com/office/drawing/2014/main" id="{1E5E3BDB-FD8A-2FF7-8108-2C6E2F035D75}"/>
              </a:ext>
            </a:extLst>
          </p:cNvPr>
          <p:cNvGrpSpPr>
            <a:grpSpLocks/>
          </p:cNvGrpSpPr>
          <p:nvPr/>
        </p:nvGrpSpPr>
        <p:grpSpPr bwMode="auto">
          <a:xfrm>
            <a:off x="2208214" y="4899026"/>
            <a:ext cx="6480175" cy="561975"/>
            <a:chOff x="0" y="0"/>
            <a:chExt cx="4082" cy="354"/>
          </a:xfrm>
        </p:grpSpPr>
        <p:sp>
          <p:nvSpPr>
            <p:cNvPr id="351257" name="Rectangle 25">
              <a:extLst>
                <a:ext uri="{FF2B5EF4-FFF2-40B4-BE49-F238E27FC236}">
                  <a16:creationId xmlns:a16="http://schemas.microsoft.com/office/drawing/2014/main" id="{FE62E188-A3EC-9171-27AD-B59D44890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58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所以样本方差</a:t>
              </a:r>
            </a:p>
          </p:txBody>
        </p:sp>
        <p:sp>
          <p:nvSpPr>
            <p:cNvPr id="351258" name="Rectangle 26">
              <a:extLst>
                <a:ext uri="{FF2B5EF4-FFF2-40B4-BE49-F238E27FC236}">
                  <a16:creationId xmlns:a16="http://schemas.microsoft.com/office/drawing/2014/main" id="{CD2B876D-2857-3B18-C332-D1F3ED3D8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" y="27"/>
              <a:ext cx="217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λ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的无偏估计</a:t>
              </a:r>
            </a:p>
          </p:txBody>
        </p:sp>
        <p:graphicFrame>
          <p:nvGraphicFramePr>
            <p:cNvPr id="351259" name="Object 27">
              <a:extLst>
                <a:ext uri="{FF2B5EF4-FFF2-40B4-BE49-F238E27FC236}">
                  <a16:creationId xmlns:a16="http://schemas.microsoft.com/office/drawing/2014/main" id="{D0F9BF15-ACE2-D7B9-B974-9201516B1B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42" y="27"/>
            <a:ext cx="318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49" r:id="rId19" imgW="4978400" imgH="4686300" progId="Equation.3">
                    <p:embed/>
                  </p:oleObj>
                </mc:Choice>
                <mc:Fallback>
                  <p:oleObj r:id="rId19" imgW="4978400" imgH="4686300" progId="Equation.3">
                    <p:embed/>
                    <p:pic>
                      <p:nvPicPr>
                        <p:cNvPr id="351259" name="Object 27">
                          <a:extLst>
                            <a:ext uri="{FF2B5EF4-FFF2-40B4-BE49-F238E27FC236}">
                              <a16:creationId xmlns:a16="http://schemas.microsoft.com/office/drawing/2014/main" id="{D0F9BF15-ACE2-D7B9-B974-9201516B1BB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2" y="27"/>
                          <a:ext cx="318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51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5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5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51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5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5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5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52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2258" name="Object 2">
            <a:extLst>
              <a:ext uri="{FF2B5EF4-FFF2-40B4-BE49-F238E27FC236}">
                <a16:creationId xmlns:a16="http://schemas.microsoft.com/office/drawing/2014/main" id="{9F038E8D-7B8A-B0C7-5155-07E1D3388F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9650" y="1412876"/>
          <a:ext cx="3240088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4" r:id="rId3" imgW="28092400" imgH="5562600" progId="Equation.3">
                  <p:embed/>
                </p:oleObj>
              </mc:Choice>
              <mc:Fallback>
                <p:oleObj r:id="rId3" imgW="28092400" imgH="5562600" progId="Equation.3">
                  <p:embed/>
                  <p:pic>
                    <p:nvPicPr>
                      <p:cNvPr id="352258" name="Object 2">
                        <a:extLst>
                          <a:ext uri="{FF2B5EF4-FFF2-40B4-BE49-F238E27FC236}">
                            <a16:creationId xmlns:a16="http://schemas.microsoft.com/office/drawing/2014/main" id="{9F038E8D-7B8A-B0C7-5155-07E1D3388F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1412876"/>
                        <a:ext cx="3240088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2259" name="Group 3">
            <a:extLst>
              <a:ext uri="{FF2B5EF4-FFF2-40B4-BE49-F238E27FC236}">
                <a16:creationId xmlns:a16="http://schemas.microsoft.com/office/drawing/2014/main" id="{A9B54287-BE28-A69D-D832-6793E97176C0}"/>
              </a:ext>
            </a:extLst>
          </p:cNvPr>
          <p:cNvGrpSpPr>
            <a:grpSpLocks/>
          </p:cNvGrpSpPr>
          <p:nvPr/>
        </p:nvGrpSpPr>
        <p:grpSpPr bwMode="auto">
          <a:xfrm>
            <a:off x="2063750" y="476250"/>
            <a:ext cx="3671888" cy="566738"/>
            <a:chOff x="0" y="0"/>
            <a:chExt cx="2313" cy="357"/>
          </a:xfrm>
        </p:grpSpPr>
        <p:graphicFrame>
          <p:nvGraphicFramePr>
            <p:cNvPr id="352260" name="Object 4">
              <a:extLst>
                <a:ext uri="{FF2B5EF4-FFF2-40B4-BE49-F238E27FC236}">
                  <a16:creationId xmlns:a16="http://schemas.microsoft.com/office/drawing/2014/main" id="{3ED78201-7D24-BED5-7793-9B4FC827621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3" y="0"/>
            <a:ext cx="1860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45" r:id="rId5" imgW="28676600" imgH="5562600" progId="Equation.3">
                    <p:embed/>
                  </p:oleObj>
                </mc:Choice>
                <mc:Fallback>
                  <p:oleObj r:id="rId5" imgW="28676600" imgH="5562600" progId="Equation.3">
                    <p:embed/>
                    <p:pic>
                      <p:nvPicPr>
                        <p:cNvPr id="352260" name="Object 4">
                          <a:extLst>
                            <a:ext uri="{FF2B5EF4-FFF2-40B4-BE49-F238E27FC236}">
                              <a16:creationId xmlns:a16="http://schemas.microsoft.com/office/drawing/2014/main" id="{3ED78201-7D24-BED5-7793-9B4FC827621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" y="0"/>
                          <a:ext cx="1860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2261" name="Rectangle 5">
              <a:extLst>
                <a:ext uri="{FF2B5EF4-FFF2-40B4-BE49-F238E27FC236}">
                  <a16:creationId xmlns:a16="http://schemas.microsoft.com/office/drawing/2014/main" id="{1DD041B8-BD8C-741E-2DD8-647F81A95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又</a:t>
              </a:r>
            </a:p>
          </p:txBody>
        </p:sp>
      </p:grpSp>
      <p:sp>
        <p:nvSpPr>
          <p:cNvPr id="352262" name="Rectangle 6">
            <a:extLst>
              <a:ext uri="{FF2B5EF4-FFF2-40B4-BE49-F238E27FC236}">
                <a16:creationId xmlns:a16="http://schemas.microsoft.com/office/drawing/2014/main" id="{56581E7F-7179-C067-A0BC-54EA423C5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1538" y="476251"/>
            <a:ext cx="86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352263" name="Object 7">
            <a:extLst>
              <a:ext uri="{FF2B5EF4-FFF2-40B4-BE49-F238E27FC236}">
                <a16:creationId xmlns:a16="http://schemas.microsoft.com/office/drawing/2014/main" id="{E2947007-1AA6-DDAF-FFAC-DA17EF9C0C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9" y="2349500"/>
          <a:ext cx="4319587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6" r:id="rId7" imgW="36283900" imgH="5562600" progId="Equation.3">
                  <p:embed/>
                </p:oleObj>
              </mc:Choice>
              <mc:Fallback>
                <p:oleObj r:id="rId7" imgW="36283900" imgH="5562600" progId="Equation.3">
                  <p:embed/>
                  <p:pic>
                    <p:nvPicPr>
                      <p:cNvPr id="352263" name="Object 7">
                        <a:extLst>
                          <a:ext uri="{FF2B5EF4-FFF2-40B4-BE49-F238E27FC236}">
                            <a16:creationId xmlns:a16="http://schemas.microsoft.com/office/drawing/2014/main" id="{E2947007-1AA6-DDAF-FFAC-DA17EF9C0C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2349500"/>
                        <a:ext cx="4319587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2264" name="Object 8">
            <a:extLst>
              <a:ext uri="{FF2B5EF4-FFF2-40B4-BE49-F238E27FC236}">
                <a16:creationId xmlns:a16="http://schemas.microsoft.com/office/drawing/2014/main" id="{0E95FB4D-ACBD-E537-5E56-CC48E18709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4" y="3429000"/>
          <a:ext cx="287972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7" r:id="rId9" imgW="22237700" imgH="4686300" progId="Equation.3">
                  <p:embed/>
                </p:oleObj>
              </mc:Choice>
              <mc:Fallback>
                <p:oleObj r:id="rId9" imgW="22237700" imgH="4686300" progId="Equation.3">
                  <p:embed/>
                  <p:pic>
                    <p:nvPicPr>
                      <p:cNvPr id="352264" name="Object 8">
                        <a:extLst>
                          <a:ext uri="{FF2B5EF4-FFF2-40B4-BE49-F238E27FC236}">
                            <a16:creationId xmlns:a16="http://schemas.microsoft.com/office/drawing/2014/main" id="{0E95FB4D-ACBD-E537-5E56-CC48E18709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3429000"/>
                        <a:ext cx="2879725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2265" name="Object 9">
            <a:extLst>
              <a:ext uri="{FF2B5EF4-FFF2-40B4-BE49-F238E27FC236}">
                <a16:creationId xmlns:a16="http://schemas.microsoft.com/office/drawing/2014/main" id="{CB128F2F-DF70-8A79-8860-6D9EFD3E15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7938" y="3357564"/>
          <a:ext cx="863600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8" r:id="rId11" imgW="5854700" imgH="4102100" progId="Equation.3">
                  <p:embed/>
                </p:oleObj>
              </mc:Choice>
              <mc:Fallback>
                <p:oleObj r:id="rId11" imgW="5854700" imgH="4102100" progId="Equation.3">
                  <p:embed/>
                  <p:pic>
                    <p:nvPicPr>
                      <p:cNvPr id="352265" name="Object 9">
                        <a:extLst>
                          <a:ext uri="{FF2B5EF4-FFF2-40B4-BE49-F238E27FC236}">
                            <a16:creationId xmlns:a16="http://schemas.microsoft.com/office/drawing/2014/main" id="{CB128F2F-DF70-8A79-8860-6D9EFD3E15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8" y="3357564"/>
                        <a:ext cx="863600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2266" name="Group 10">
            <a:extLst>
              <a:ext uri="{FF2B5EF4-FFF2-40B4-BE49-F238E27FC236}">
                <a16:creationId xmlns:a16="http://schemas.microsoft.com/office/drawing/2014/main" id="{BB9A955F-4ACC-045F-F8FE-F239321DB6FE}"/>
              </a:ext>
            </a:extLst>
          </p:cNvPr>
          <p:cNvGrpSpPr>
            <a:grpSpLocks/>
          </p:cNvGrpSpPr>
          <p:nvPr/>
        </p:nvGrpSpPr>
        <p:grpSpPr bwMode="auto">
          <a:xfrm>
            <a:off x="1847851" y="4437064"/>
            <a:ext cx="7273925" cy="625475"/>
            <a:chOff x="0" y="0"/>
            <a:chExt cx="4582" cy="394"/>
          </a:xfrm>
        </p:grpSpPr>
        <p:graphicFrame>
          <p:nvGraphicFramePr>
            <p:cNvPr id="352267" name="Object 11">
              <a:extLst>
                <a:ext uri="{FF2B5EF4-FFF2-40B4-BE49-F238E27FC236}">
                  <a16:creationId xmlns:a16="http://schemas.microsoft.com/office/drawing/2014/main" id="{28C4F6AA-2A4C-8A0B-B071-6DDB50FED0F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5" y="0"/>
            <a:ext cx="1633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49" r:id="rId13" imgW="22821900" imgH="5562600" progId="Equation.3">
                    <p:embed/>
                  </p:oleObj>
                </mc:Choice>
                <mc:Fallback>
                  <p:oleObj r:id="rId13" imgW="22821900" imgH="5562600" progId="Equation.3">
                    <p:embed/>
                    <p:pic>
                      <p:nvPicPr>
                        <p:cNvPr id="352267" name="Object 11">
                          <a:extLst>
                            <a:ext uri="{FF2B5EF4-FFF2-40B4-BE49-F238E27FC236}">
                              <a16:creationId xmlns:a16="http://schemas.microsoft.com/office/drawing/2014/main" id="{28C4F6AA-2A4C-8A0B-B071-6DDB50FED0F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5" y="0"/>
                          <a:ext cx="1633" cy="3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2268" name="Rectangle 12">
              <a:extLst>
                <a:ext uri="{FF2B5EF4-FFF2-40B4-BE49-F238E27FC236}">
                  <a16:creationId xmlns:a16="http://schemas.microsoft.com/office/drawing/2014/main" id="{B11960CE-2F43-FC29-BC0D-71C22DFE86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9"/>
              <a:ext cx="9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所以</a:t>
              </a:r>
            </a:p>
          </p:txBody>
        </p:sp>
        <p:sp>
          <p:nvSpPr>
            <p:cNvPr id="352269" name="Rectangle 13">
              <a:extLst>
                <a:ext uri="{FF2B5EF4-FFF2-40B4-BE49-F238E27FC236}">
                  <a16:creationId xmlns:a16="http://schemas.microsoft.com/office/drawing/2014/main" id="{863E7DB0-B00A-7BF7-F2DB-B8EFA8A47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8" y="19"/>
              <a:ext cx="231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也是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λ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的无偏估计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2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2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52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52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52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52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52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262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>
            <a:extLst>
              <a:ext uri="{FF2B5EF4-FFF2-40B4-BE49-F238E27FC236}">
                <a16:creationId xmlns:a16="http://schemas.microsoft.com/office/drawing/2014/main" id="{CD55B327-C400-C760-A7D9-58EC22950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520700"/>
            <a:ext cx="8207375" cy="175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由上例我们可知，一个未知参数有时会有多个无偏估计，这就又产生了一个问题：哪一个无偏估计量更优呢？</a:t>
            </a:r>
          </a:p>
        </p:txBody>
      </p:sp>
      <p:grpSp>
        <p:nvGrpSpPr>
          <p:cNvPr id="353283" name="Group 3">
            <a:extLst>
              <a:ext uri="{FF2B5EF4-FFF2-40B4-BE49-F238E27FC236}">
                <a16:creationId xmlns:a16="http://schemas.microsoft.com/office/drawing/2014/main" id="{724495B7-DB9A-B339-B096-47FA95452452}"/>
              </a:ext>
            </a:extLst>
          </p:cNvPr>
          <p:cNvGrpSpPr>
            <a:grpSpLocks/>
          </p:cNvGrpSpPr>
          <p:nvPr/>
        </p:nvGrpSpPr>
        <p:grpSpPr bwMode="auto">
          <a:xfrm>
            <a:off x="2351089" y="2636839"/>
            <a:ext cx="7680325" cy="655637"/>
            <a:chOff x="0" y="0"/>
            <a:chExt cx="4838" cy="413"/>
          </a:xfrm>
        </p:grpSpPr>
        <p:sp>
          <p:nvSpPr>
            <p:cNvPr id="353284" name="Rectangle 4">
              <a:extLst>
                <a:ext uri="{FF2B5EF4-FFF2-40B4-BE49-F238E27FC236}">
                  <a16:creationId xmlns:a16="http://schemas.microsoft.com/office/drawing/2014/main" id="{49ECC443-684B-2D98-4D17-C2752BF9EC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0"/>
              <a:ext cx="483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设      和      都是</a:t>
              </a:r>
              <a:r>
                <a:rPr lang="en-US" altLang="zh-CN" sz="2800" b="1" i="1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θ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的无偏估计量，即两个估计量</a:t>
              </a:r>
            </a:p>
          </p:txBody>
        </p:sp>
        <p:graphicFrame>
          <p:nvGraphicFramePr>
            <p:cNvPr id="353285" name="Object 5">
              <a:extLst>
                <a:ext uri="{FF2B5EF4-FFF2-40B4-BE49-F238E27FC236}">
                  <a16:creationId xmlns:a16="http://schemas.microsoft.com/office/drawing/2014/main" id="{76A6A22F-B223-0522-7126-748B99B040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8" y="0"/>
            <a:ext cx="283" cy="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54" r:id="rId3" imgW="3797300" imgH="5562600" progId="Equation.3">
                    <p:embed/>
                  </p:oleObj>
                </mc:Choice>
                <mc:Fallback>
                  <p:oleObj r:id="rId3" imgW="3797300" imgH="5562600" progId="Equation.3">
                    <p:embed/>
                    <p:pic>
                      <p:nvPicPr>
                        <p:cNvPr id="353285" name="Object 5">
                          <a:extLst>
                            <a:ext uri="{FF2B5EF4-FFF2-40B4-BE49-F238E27FC236}">
                              <a16:creationId xmlns:a16="http://schemas.microsoft.com/office/drawing/2014/main" id="{76A6A22F-B223-0522-7126-748B99B040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" y="0"/>
                          <a:ext cx="283" cy="4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3286" name="Object 6">
              <a:extLst>
                <a:ext uri="{FF2B5EF4-FFF2-40B4-BE49-F238E27FC236}">
                  <a16:creationId xmlns:a16="http://schemas.microsoft.com/office/drawing/2014/main" id="{5B38D5DB-047C-404A-283E-F3476B1B0B2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62" y="0"/>
            <a:ext cx="314" cy="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55" r:id="rId5" imgW="4102100" imgH="5562600" progId="Equation.3">
                    <p:embed/>
                  </p:oleObj>
                </mc:Choice>
                <mc:Fallback>
                  <p:oleObj r:id="rId5" imgW="4102100" imgH="5562600" progId="Equation.3">
                    <p:embed/>
                    <p:pic>
                      <p:nvPicPr>
                        <p:cNvPr id="353286" name="Object 6">
                          <a:extLst>
                            <a:ext uri="{FF2B5EF4-FFF2-40B4-BE49-F238E27FC236}">
                              <a16:creationId xmlns:a16="http://schemas.microsoft.com/office/drawing/2014/main" id="{5B38D5DB-047C-404A-283E-F3476B1B0B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2" y="0"/>
                          <a:ext cx="314" cy="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3287" name="Rectangle 7">
            <a:extLst>
              <a:ext uri="{FF2B5EF4-FFF2-40B4-BE49-F238E27FC236}">
                <a16:creationId xmlns:a16="http://schemas.microsoft.com/office/drawing/2014/main" id="{66B76C38-0464-1F6E-8464-C9DC628B9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4221163"/>
            <a:ext cx="7127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小的那一个，这就有了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有效性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的衡量标准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pSp>
        <p:nvGrpSpPr>
          <p:cNvPr id="353288" name="Group 8">
            <a:extLst>
              <a:ext uri="{FF2B5EF4-FFF2-40B4-BE49-F238E27FC236}">
                <a16:creationId xmlns:a16="http://schemas.microsoft.com/office/drawing/2014/main" id="{21588CCE-5E19-6BAF-B36F-863DA6164D1C}"/>
              </a:ext>
            </a:extLst>
          </p:cNvPr>
          <p:cNvGrpSpPr>
            <a:grpSpLocks/>
          </p:cNvGrpSpPr>
          <p:nvPr/>
        </p:nvGrpSpPr>
        <p:grpSpPr bwMode="auto">
          <a:xfrm>
            <a:off x="1774825" y="3357564"/>
            <a:ext cx="8642350" cy="655637"/>
            <a:chOff x="0" y="0"/>
            <a:chExt cx="5444" cy="413"/>
          </a:xfrm>
        </p:grpSpPr>
        <p:sp>
          <p:nvSpPr>
            <p:cNvPr id="353289" name="Rectangle 9">
              <a:extLst>
                <a:ext uri="{FF2B5EF4-FFF2-40B4-BE49-F238E27FC236}">
                  <a16:creationId xmlns:a16="http://schemas.microsoft.com/office/drawing/2014/main" id="{B865BECF-7913-F730-0F11-95335A644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"/>
              <a:ext cx="19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和        </a:t>
              </a:r>
            </a:p>
          </p:txBody>
        </p:sp>
        <p:sp>
          <p:nvSpPr>
            <p:cNvPr id="353290" name="Rectangle 10">
              <a:extLst>
                <a:ext uri="{FF2B5EF4-FFF2-40B4-BE49-F238E27FC236}">
                  <a16:creationId xmlns:a16="http://schemas.microsoft.com/office/drawing/2014/main" id="{0807ED27-611A-6F13-BF45-EB15BAE5D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4" y="45"/>
              <a:ext cx="44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都围绕着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θ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波动，我们自然选择波动幅度</a:t>
              </a:r>
            </a:p>
          </p:txBody>
        </p:sp>
        <p:graphicFrame>
          <p:nvGraphicFramePr>
            <p:cNvPr id="353291" name="Object 11">
              <a:extLst>
                <a:ext uri="{FF2B5EF4-FFF2-40B4-BE49-F238E27FC236}">
                  <a16:creationId xmlns:a16="http://schemas.microsoft.com/office/drawing/2014/main" id="{B341BD1E-0686-AA4F-13E4-67B9EDCE56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7" y="0"/>
            <a:ext cx="283" cy="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56" r:id="rId7" imgW="3797300" imgH="5562600" progId="Equation.3">
                    <p:embed/>
                  </p:oleObj>
                </mc:Choice>
                <mc:Fallback>
                  <p:oleObj r:id="rId7" imgW="3797300" imgH="5562600" progId="Equation.3">
                    <p:embed/>
                    <p:pic>
                      <p:nvPicPr>
                        <p:cNvPr id="353291" name="Object 11">
                          <a:extLst>
                            <a:ext uri="{FF2B5EF4-FFF2-40B4-BE49-F238E27FC236}">
                              <a16:creationId xmlns:a16="http://schemas.microsoft.com/office/drawing/2014/main" id="{B341BD1E-0686-AA4F-13E4-67B9EDCE56D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" y="0"/>
                          <a:ext cx="283" cy="4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3292" name="Object 12">
              <a:extLst>
                <a:ext uri="{FF2B5EF4-FFF2-40B4-BE49-F238E27FC236}">
                  <a16:creationId xmlns:a16="http://schemas.microsoft.com/office/drawing/2014/main" id="{8A01EB06-A1C7-46AA-B477-8A85A237E01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6" y="0"/>
            <a:ext cx="314" cy="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57" r:id="rId8" imgW="4102100" imgH="5562600" progId="Equation.3">
                    <p:embed/>
                  </p:oleObj>
                </mc:Choice>
                <mc:Fallback>
                  <p:oleObj r:id="rId8" imgW="4102100" imgH="5562600" progId="Equation.3">
                    <p:embed/>
                    <p:pic>
                      <p:nvPicPr>
                        <p:cNvPr id="353292" name="Object 12">
                          <a:extLst>
                            <a:ext uri="{FF2B5EF4-FFF2-40B4-BE49-F238E27FC236}">
                              <a16:creationId xmlns:a16="http://schemas.microsoft.com/office/drawing/2014/main" id="{8A01EB06-A1C7-46AA-B477-8A85A237E01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6" y="0"/>
                          <a:ext cx="314" cy="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53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53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53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53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282" grpId="0" autoUpdateAnimBg="0"/>
      <p:bldP spid="353287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4306" name="Object 2">
            <a:extLst>
              <a:ext uri="{FF2B5EF4-FFF2-40B4-BE49-F238E27FC236}">
                <a16:creationId xmlns:a16="http://schemas.microsoft.com/office/drawing/2014/main" id="{0F697AA4-C1EF-61A1-BD30-E2B8D8FB13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4613" y="1443038"/>
          <a:ext cx="3651250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5" r:id="rId3" imgW="35102800" imgH="5854700" progId="Equation.3">
                  <p:embed/>
                </p:oleObj>
              </mc:Choice>
              <mc:Fallback>
                <p:oleObj r:id="rId3" imgW="35102800" imgH="5854700" progId="Equation.3">
                  <p:embed/>
                  <p:pic>
                    <p:nvPicPr>
                      <p:cNvPr id="354306" name="Object 2">
                        <a:extLst>
                          <a:ext uri="{FF2B5EF4-FFF2-40B4-BE49-F238E27FC236}">
                            <a16:creationId xmlns:a16="http://schemas.microsoft.com/office/drawing/2014/main" id="{0F697AA4-C1EF-61A1-BD30-E2B8D8FB13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4613" y="1443038"/>
                        <a:ext cx="3651250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4307" name="Text Box 3">
            <a:extLst>
              <a:ext uri="{FF2B5EF4-FFF2-40B4-BE49-F238E27FC236}">
                <a16:creationId xmlns:a16="http://schemas.microsoft.com/office/drawing/2014/main" id="{963C8566-CCC2-C300-CBBD-2B7782AB1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1" y="3203576"/>
            <a:ext cx="77073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都是总体参数</a:t>
            </a:r>
            <a:r>
              <a:rPr lang="zh-CN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</a:t>
            </a:r>
            <a:r>
              <a:rPr lang="zh-CN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的无偏估计量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,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  <a:sym typeface="Symbol" pitchFamily="2" charset="2"/>
              </a:rPr>
              <a:t>且</a:t>
            </a:r>
            <a:endParaRPr lang="zh-CN" altLang="en-US" sz="2800" b="1">
              <a:solidFill>
                <a:srgbClr val="007A77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354308" name="Object 4">
            <a:extLst>
              <a:ext uri="{FF2B5EF4-FFF2-40B4-BE49-F238E27FC236}">
                <a16:creationId xmlns:a16="http://schemas.microsoft.com/office/drawing/2014/main" id="{A8D66880-8384-FDDC-E135-37D38AA5BA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29138" y="4019551"/>
          <a:ext cx="2430462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6" r:id="rId5" imgW="21945600" imgH="5562600" progId="Equation.3">
                  <p:embed/>
                </p:oleObj>
              </mc:Choice>
              <mc:Fallback>
                <p:oleObj r:id="rId5" imgW="21945600" imgH="5562600" progId="Equation.3">
                  <p:embed/>
                  <p:pic>
                    <p:nvPicPr>
                      <p:cNvPr id="354308" name="Object 4">
                        <a:extLst>
                          <a:ext uri="{FF2B5EF4-FFF2-40B4-BE49-F238E27FC236}">
                            <a16:creationId xmlns:a16="http://schemas.microsoft.com/office/drawing/2014/main" id="{A8D66880-8384-FDDC-E135-37D38AA5BA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9138" y="4019551"/>
                        <a:ext cx="2430462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4309" name="Group 5">
            <a:extLst>
              <a:ext uri="{FF2B5EF4-FFF2-40B4-BE49-F238E27FC236}">
                <a16:creationId xmlns:a16="http://schemas.microsoft.com/office/drawing/2014/main" id="{72A01CBD-6921-B03D-5FC9-D8C9C75C2C46}"/>
              </a:ext>
            </a:extLst>
          </p:cNvPr>
          <p:cNvGrpSpPr>
            <a:grpSpLocks/>
          </p:cNvGrpSpPr>
          <p:nvPr/>
        </p:nvGrpSpPr>
        <p:grpSpPr bwMode="auto">
          <a:xfrm>
            <a:off x="2424113" y="5013325"/>
            <a:ext cx="4679950" cy="609600"/>
            <a:chOff x="0" y="0"/>
            <a:chExt cx="2948" cy="384"/>
          </a:xfrm>
        </p:grpSpPr>
        <p:sp>
          <p:nvSpPr>
            <p:cNvPr id="354310" name="Text Box 6">
              <a:extLst>
                <a:ext uri="{FF2B5EF4-FFF2-40B4-BE49-F238E27FC236}">
                  <a16:creationId xmlns:a16="http://schemas.microsoft.com/office/drawing/2014/main" id="{86796C67-597B-F4F9-F8F9-F670B390DB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6"/>
              <a:ext cx="29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则称    比   更有效</a:t>
              </a:r>
              <a:r>
                <a:rPr lang="en-US" altLang="zh-CN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354311" name="Object 7">
              <a:extLst>
                <a:ext uri="{FF2B5EF4-FFF2-40B4-BE49-F238E27FC236}">
                  <a16:creationId xmlns:a16="http://schemas.microsoft.com/office/drawing/2014/main" id="{F62EB8E6-6A4B-13F7-3B29-8AA5EA7830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80" y="0"/>
            <a:ext cx="299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287" r:id="rId7" imgW="3797300" imgH="5562600" progId="Equation.3">
                    <p:embed/>
                  </p:oleObj>
                </mc:Choice>
                <mc:Fallback>
                  <p:oleObj r:id="rId7" imgW="3797300" imgH="5562600" progId="Equation.3">
                    <p:embed/>
                    <p:pic>
                      <p:nvPicPr>
                        <p:cNvPr id="354311" name="Object 7">
                          <a:extLst>
                            <a:ext uri="{FF2B5EF4-FFF2-40B4-BE49-F238E27FC236}">
                              <a16:creationId xmlns:a16="http://schemas.microsoft.com/office/drawing/2014/main" id="{F62EB8E6-6A4B-13F7-3B29-8AA5EA78307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" y="0"/>
                          <a:ext cx="299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4312" name="Object 8">
              <a:extLst>
                <a:ext uri="{FF2B5EF4-FFF2-40B4-BE49-F238E27FC236}">
                  <a16:creationId xmlns:a16="http://schemas.microsoft.com/office/drawing/2014/main" id="{BAC5E675-21EF-BB49-E197-F4EAA507C3A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24" y="45"/>
            <a:ext cx="281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288" r:id="rId9" imgW="4102100" imgH="5562600" progId="Equation.3">
                    <p:embed/>
                  </p:oleObj>
                </mc:Choice>
                <mc:Fallback>
                  <p:oleObj r:id="rId9" imgW="4102100" imgH="5562600" progId="Equation.3">
                    <p:embed/>
                    <p:pic>
                      <p:nvPicPr>
                        <p:cNvPr id="354312" name="Object 8">
                          <a:extLst>
                            <a:ext uri="{FF2B5EF4-FFF2-40B4-BE49-F238E27FC236}">
                              <a16:creationId xmlns:a16="http://schemas.microsoft.com/office/drawing/2014/main" id="{BAC5E675-21EF-BB49-E197-F4EAA507C3A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4" y="45"/>
                          <a:ext cx="281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4313" name="Rectangle 9">
            <a:extLst>
              <a:ext uri="{FF2B5EF4-FFF2-40B4-BE49-F238E27FC236}">
                <a16:creationId xmlns:a16="http://schemas.microsoft.com/office/drawing/2014/main" id="{A873E134-A815-8B9E-D16A-CE50AABD7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1301751"/>
            <a:ext cx="71846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3600">
                <a:solidFill>
                  <a:srgbClr val="FFFF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3200" b="1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</a:t>
            </a:r>
          </a:p>
        </p:txBody>
      </p:sp>
      <p:graphicFrame>
        <p:nvGraphicFramePr>
          <p:cNvPr id="354314" name="Object 10">
            <a:extLst>
              <a:ext uri="{FF2B5EF4-FFF2-40B4-BE49-F238E27FC236}">
                <a16:creationId xmlns:a16="http://schemas.microsoft.com/office/drawing/2014/main" id="{76FCD4E7-3E60-E1B9-0C01-8C3BF8A959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7788" y="2265363"/>
          <a:ext cx="3721100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89" r:id="rId11" imgW="35394900" imgH="5854700" progId="Equation.3">
                  <p:embed/>
                </p:oleObj>
              </mc:Choice>
              <mc:Fallback>
                <p:oleObj r:id="rId11" imgW="35394900" imgH="5854700" progId="Equation.3">
                  <p:embed/>
                  <p:pic>
                    <p:nvPicPr>
                      <p:cNvPr id="354314" name="Object 10">
                        <a:extLst>
                          <a:ext uri="{FF2B5EF4-FFF2-40B4-BE49-F238E27FC236}">
                            <a16:creationId xmlns:a16="http://schemas.microsoft.com/office/drawing/2014/main" id="{76FCD4E7-3E60-E1B9-0C01-8C3BF8A959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7788" y="2265363"/>
                        <a:ext cx="3721100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4315" name="Rectangle 11">
            <a:extLst>
              <a:ext uri="{FF2B5EF4-FFF2-40B4-BE49-F238E27FC236}">
                <a16:creationId xmlns:a16="http://schemas.microsoft.com/office/drawing/2014/main" id="{5834E98A-6A87-B9E6-D223-D4DE2376F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8" y="476250"/>
            <a:ext cx="3048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二、有效性</a:t>
            </a:r>
          </a:p>
        </p:txBody>
      </p:sp>
      <p:sp>
        <p:nvSpPr>
          <p:cNvPr id="354316" name="Text Box 12">
            <a:extLst>
              <a:ext uri="{FF2B5EF4-FFF2-40B4-BE49-F238E27FC236}">
                <a16:creationId xmlns:a16="http://schemas.microsoft.com/office/drawing/2014/main" id="{F4D214AE-99E3-A796-DE40-B5BE47497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1341439"/>
            <a:ext cx="14430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E0A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定义</a:t>
            </a: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354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54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54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54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54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54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54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307" grpId="0" autoUpdateAnimBg="0"/>
      <p:bldP spid="354315" grpId="0" autoUpdateAnimBg="0"/>
      <p:bldP spid="354316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Text Box 2">
            <a:extLst>
              <a:ext uri="{FF2B5EF4-FFF2-40B4-BE49-F238E27FC236}">
                <a16:creationId xmlns:a16="http://schemas.microsoft.com/office/drawing/2014/main" id="{697A7DB6-1FBE-245A-EAD4-7BF2819A6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4340226"/>
            <a:ext cx="7272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）试判断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800" b="1" baseline="-25000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哪一个更有效？</a:t>
            </a:r>
          </a:p>
        </p:txBody>
      </p:sp>
      <p:sp>
        <p:nvSpPr>
          <p:cNvPr id="355331" name="AutoShape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36D436DE-2864-B5BF-C3B6-657533475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5332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BE1E4C5-9219-FE3C-B7D0-7E66CD239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5333" name="AutoShape 5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D7CFCE7B-5D90-EC78-64FF-5171D6C5B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55334" name="Group 6">
            <a:extLst>
              <a:ext uri="{FF2B5EF4-FFF2-40B4-BE49-F238E27FC236}">
                <a16:creationId xmlns:a16="http://schemas.microsoft.com/office/drawing/2014/main" id="{C2ECF06A-7A99-C345-A139-3FFEAA6B753E}"/>
              </a:ext>
            </a:extLst>
          </p:cNvPr>
          <p:cNvGrpSpPr>
            <a:grpSpLocks/>
          </p:cNvGrpSpPr>
          <p:nvPr/>
        </p:nvGrpSpPr>
        <p:grpSpPr bwMode="auto">
          <a:xfrm>
            <a:off x="1919289" y="404813"/>
            <a:ext cx="8497887" cy="1281112"/>
            <a:chOff x="0" y="0"/>
            <a:chExt cx="5353" cy="807"/>
          </a:xfrm>
        </p:grpSpPr>
        <p:sp>
          <p:nvSpPr>
            <p:cNvPr id="355335" name="Text Box 7">
              <a:extLst>
                <a:ext uri="{FF2B5EF4-FFF2-40B4-BE49-F238E27FC236}">
                  <a16:creationId xmlns:a16="http://schemas.microsoft.com/office/drawing/2014/main" id="{EA1FBF6A-A428-EE52-6D4D-022433ED27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353" cy="8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例</a:t>
              </a:r>
              <a:r>
                <a:rPr lang="en-US" altLang="zh-CN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4.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已知总体的数学期望    和方差    都存在， 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 baseline="-2500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 baseline="-2500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b="1" baseline="-2500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是总体的样本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设</a:t>
              </a:r>
            </a:p>
          </p:txBody>
        </p:sp>
        <p:graphicFrame>
          <p:nvGraphicFramePr>
            <p:cNvPr id="355336" name="Object 8">
              <a:extLst>
                <a:ext uri="{FF2B5EF4-FFF2-40B4-BE49-F238E27FC236}">
                  <a16:creationId xmlns:a16="http://schemas.microsoft.com/office/drawing/2014/main" id="{734B8CAE-06CB-21C8-1A6E-923DA19679B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5" y="136"/>
            <a:ext cx="272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09" r:id="rId3" imgW="3505200" imgH="3797300" progId="Equation.3">
                    <p:embed/>
                  </p:oleObj>
                </mc:Choice>
                <mc:Fallback>
                  <p:oleObj r:id="rId3" imgW="3505200" imgH="3797300" progId="Equation.3">
                    <p:embed/>
                    <p:pic>
                      <p:nvPicPr>
                        <p:cNvPr id="355336" name="Object 8">
                          <a:extLst>
                            <a:ext uri="{FF2B5EF4-FFF2-40B4-BE49-F238E27FC236}">
                              <a16:creationId xmlns:a16="http://schemas.microsoft.com/office/drawing/2014/main" id="{734B8CAE-06CB-21C8-1A6E-923DA19679B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5" y="136"/>
                          <a:ext cx="272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5337" name="Object 9">
              <a:extLst>
                <a:ext uri="{FF2B5EF4-FFF2-40B4-BE49-F238E27FC236}">
                  <a16:creationId xmlns:a16="http://schemas.microsoft.com/office/drawing/2014/main" id="{2C6D2BEB-E371-A67D-115C-F13235BC5D4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02" y="91"/>
            <a:ext cx="284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10" r:id="rId5" imgW="5270500" imgH="5854700" progId="Equation.3">
                    <p:embed/>
                  </p:oleObj>
                </mc:Choice>
                <mc:Fallback>
                  <p:oleObj r:id="rId5" imgW="5270500" imgH="5854700" progId="Equation.3">
                    <p:embed/>
                    <p:pic>
                      <p:nvPicPr>
                        <p:cNvPr id="355337" name="Object 9">
                          <a:extLst>
                            <a:ext uri="{FF2B5EF4-FFF2-40B4-BE49-F238E27FC236}">
                              <a16:creationId xmlns:a16="http://schemas.microsoft.com/office/drawing/2014/main" id="{2C6D2BEB-E371-A67D-115C-F13235BC5D4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2" y="91"/>
                          <a:ext cx="284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5338" name="Group 10">
            <a:extLst>
              <a:ext uri="{FF2B5EF4-FFF2-40B4-BE49-F238E27FC236}">
                <a16:creationId xmlns:a16="http://schemas.microsoft.com/office/drawing/2014/main" id="{B8145004-15DB-67F0-C527-607F1D143502}"/>
              </a:ext>
            </a:extLst>
          </p:cNvPr>
          <p:cNvGrpSpPr>
            <a:grpSpLocks/>
          </p:cNvGrpSpPr>
          <p:nvPr/>
        </p:nvGrpSpPr>
        <p:grpSpPr bwMode="auto">
          <a:xfrm>
            <a:off x="1919289" y="3357563"/>
            <a:ext cx="5832475" cy="519112"/>
            <a:chOff x="0" y="0"/>
            <a:chExt cx="3674" cy="327"/>
          </a:xfrm>
        </p:grpSpPr>
        <p:sp>
          <p:nvSpPr>
            <p:cNvPr id="355339" name="Text Box 11">
              <a:extLst>
                <a:ext uri="{FF2B5EF4-FFF2-40B4-BE49-F238E27FC236}">
                  <a16:creationId xmlns:a16="http://schemas.microsoft.com/office/drawing/2014/main" id="{664B23AD-8A7D-9C4E-6ACC-D903B78500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367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（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）证明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sz="2800" b="1" baseline="-2500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和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sz="2800" b="1" baseline="-2500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都是     的无偏估计</a:t>
              </a:r>
            </a:p>
          </p:txBody>
        </p:sp>
        <p:graphicFrame>
          <p:nvGraphicFramePr>
            <p:cNvPr id="355340" name="Object 12">
              <a:extLst>
                <a:ext uri="{FF2B5EF4-FFF2-40B4-BE49-F238E27FC236}">
                  <a16:creationId xmlns:a16="http://schemas.microsoft.com/office/drawing/2014/main" id="{A65CC757-3808-8070-75CE-FB204A55E88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32" y="45"/>
            <a:ext cx="232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11" r:id="rId7" imgW="3505200" imgH="3797300" progId="Equation.3">
                    <p:embed/>
                  </p:oleObj>
                </mc:Choice>
                <mc:Fallback>
                  <p:oleObj r:id="rId7" imgW="3505200" imgH="3797300" progId="Equation.3">
                    <p:embed/>
                    <p:pic>
                      <p:nvPicPr>
                        <p:cNvPr id="355340" name="Object 12">
                          <a:extLst>
                            <a:ext uri="{FF2B5EF4-FFF2-40B4-BE49-F238E27FC236}">
                              <a16:creationId xmlns:a16="http://schemas.microsoft.com/office/drawing/2014/main" id="{A65CC757-3808-8070-75CE-FB204A55E88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2" y="45"/>
                          <a:ext cx="232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5341" name="Group 13">
            <a:extLst>
              <a:ext uri="{FF2B5EF4-FFF2-40B4-BE49-F238E27FC236}">
                <a16:creationId xmlns:a16="http://schemas.microsoft.com/office/drawing/2014/main" id="{DBD7679B-0C7C-5BDD-EB81-0E429B9ECE6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35188" y="1916114"/>
            <a:ext cx="7651750" cy="1112837"/>
            <a:chOff x="0" y="0"/>
            <a:chExt cx="4820" cy="701"/>
          </a:xfrm>
        </p:grpSpPr>
        <p:graphicFrame>
          <p:nvGraphicFramePr>
            <p:cNvPr id="355342" name="Object 14">
              <a:extLst>
                <a:ext uri="{FF2B5EF4-FFF2-40B4-BE49-F238E27FC236}">
                  <a16:creationId xmlns:a16="http://schemas.microsoft.com/office/drawing/2014/main" id="{88EDBDDE-B76D-8A0E-B55C-E29CAD8FE3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5" y="0"/>
            <a:ext cx="2325" cy="6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12" r:id="rId9" imgW="37160200" imgH="9359900" progId="Equation.3">
                    <p:embed/>
                  </p:oleObj>
                </mc:Choice>
                <mc:Fallback>
                  <p:oleObj r:id="rId9" imgW="37160200" imgH="9359900" progId="Equation.3">
                    <p:embed/>
                    <p:pic>
                      <p:nvPicPr>
                        <p:cNvPr id="355342" name="Object 14">
                          <a:extLst>
                            <a:ext uri="{FF2B5EF4-FFF2-40B4-BE49-F238E27FC236}">
                              <a16:creationId xmlns:a16="http://schemas.microsoft.com/office/drawing/2014/main" id="{88EDBDDE-B76D-8A0E-B55C-E29CAD8FE3A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5" y="0"/>
                          <a:ext cx="2325" cy="6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5343" name="Object 15">
              <a:extLst>
                <a:ext uri="{FF2B5EF4-FFF2-40B4-BE49-F238E27FC236}">
                  <a16:creationId xmlns:a16="http://schemas.microsoft.com/office/drawing/2014/main" id="{3A7FF3FC-F49B-0CAF-8396-10F58F0125F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46"/>
            <a:ext cx="2416" cy="6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13" r:id="rId11" imgW="38620700" imgH="9359900" progId="Equation.3">
                    <p:embed/>
                  </p:oleObj>
                </mc:Choice>
                <mc:Fallback>
                  <p:oleObj r:id="rId11" imgW="38620700" imgH="9359900" progId="Equation.3">
                    <p:embed/>
                    <p:pic>
                      <p:nvPicPr>
                        <p:cNvPr id="355343" name="Object 15">
                          <a:extLst>
                            <a:ext uri="{FF2B5EF4-FFF2-40B4-BE49-F238E27FC236}">
                              <a16:creationId xmlns:a16="http://schemas.microsoft.com/office/drawing/2014/main" id="{3A7FF3FC-F49B-0CAF-8396-10F58F0125F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46"/>
                          <a:ext cx="2416" cy="6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55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355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1000"/>
                                        <p:tgtEl>
                                          <p:spTgt spid="355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1000"/>
                                        <p:tgtEl>
                                          <p:spTgt spid="355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30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AutoShape 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9A563C57-7564-C08F-AE8F-FB9D78352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6355" name="AutoShape 3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B30037F-CCD9-6716-59E7-9230862BC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6356" name="AutoShape 4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0EFE0AB2-A13F-D4ED-383E-568AB0F74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6357" name="Rectangle 5">
            <a:extLst>
              <a:ext uri="{FF2B5EF4-FFF2-40B4-BE49-F238E27FC236}">
                <a16:creationId xmlns:a16="http://schemas.microsoft.com/office/drawing/2014/main" id="{B2692FBF-E785-CBE8-EC7C-E7B76DEC8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188914"/>
            <a:ext cx="1657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解：</a:t>
            </a:r>
          </a:p>
        </p:txBody>
      </p:sp>
      <p:graphicFrame>
        <p:nvGraphicFramePr>
          <p:cNvPr id="356358" name="Object 6">
            <a:extLst>
              <a:ext uri="{FF2B5EF4-FFF2-40B4-BE49-F238E27FC236}">
                <a16:creationId xmlns:a16="http://schemas.microsoft.com/office/drawing/2014/main" id="{AE3CA1D5-E894-7D8E-F6DF-3A2C284231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7713" y="476251"/>
          <a:ext cx="4176712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1" r:id="rId3" imgW="47980600" imgH="9359900" progId="Equation.3">
                  <p:embed/>
                </p:oleObj>
              </mc:Choice>
              <mc:Fallback>
                <p:oleObj r:id="rId3" imgW="47980600" imgH="9359900" progId="Equation.3">
                  <p:embed/>
                  <p:pic>
                    <p:nvPicPr>
                      <p:cNvPr id="356358" name="Object 6">
                        <a:extLst>
                          <a:ext uri="{FF2B5EF4-FFF2-40B4-BE49-F238E27FC236}">
                            <a16:creationId xmlns:a16="http://schemas.microsoft.com/office/drawing/2014/main" id="{AE3CA1D5-E894-7D8E-F6DF-3A2C284231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3" y="476251"/>
                        <a:ext cx="4176712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6359" name="Object 7">
            <a:extLst>
              <a:ext uri="{FF2B5EF4-FFF2-40B4-BE49-F238E27FC236}">
                <a16:creationId xmlns:a16="http://schemas.microsoft.com/office/drawing/2014/main" id="{F369B9A9-B997-EBF6-A34A-FE5783BAC9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0013" y="1412875"/>
          <a:ext cx="4392612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2" r:id="rId5" imgW="48272700" imgH="9359900" progId="Equation.3">
                  <p:embed/>
                </p:oleObj>
              </mc:Choice>
              <mc:Fallback>
                <p:oleObj r:id="rId5" imgW="48272700" imgH="9359900" progId="Equation.3">
                  <p:embed/>
                  <p:pic>
                    <p:nvPicPr>
                      <p:cNvPr id="356359" name="Object 7">
                        <a:extLst>
                          <a:ext uri="{FF2B5EF4-FFF2-40B4-BE49-F238E27FC236}">
                            <a16:creationId xmlns:a16="http://schemas.microsoft.com/office/drawing/2014/main" id="{F369B9A9-B997-EBF6-A34A-FE5783BAC9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1412875"/>
                        <a:ext cx="4392612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6360" name="Rectangle 8">
            <a:extLst>
              <a:ext uri="{FF2B5EF4-FFF2-40B4-BE49-F238E27FC236}">
                <a16:creationId xmlns:a16="http://schemas.microsoft.com/office/drawing/2014/main" id="{BC4AE2FA-AE6B-E9AF-881A-AB87D3562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989" y="620713"/>
            <a:ext cx="6000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(1)</a:t>
            </a:r>
          </a:p>
        </p:txBody>
      </p:sp>
      <p:graphicFrame>
        <p:nvGraphicFramePr>
          <p:cNvPr id="356361" name="Object 9">
            <a:extLst>
              <a:ext uri="{FF2B5EF4-FFF2-40B4-BE49-F238E27FC236}">
                <a16:creationId xmlns:a16="http://schemas.microsoft.com/office/drawing/2014/main" id="{948EF44F-4686-99E5-1167-D3F1C5A3E3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0013" y="2420939"/>
          <a:ext cx="2449512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3" r:id="rId7" imgW="26327100" imgH="9359900" progId="Equation.3">
                  <p:embed/>
                </p:oleObj>
              </mc:Choice>
              <mc:Fallback>
                <p:oleObj r:id="rId7" imgW="26327100" imgH="9359900" progId="Equation.3">
                  <p:embed/>
                  <p:pic>
                    <p:nvPicPr>
                      <p:cNvPr id="356361" name="Object 9">
                        <a:extLst>
                          <a:ext uri="{FF2B5EF4-FFF2-40B4-BE49-F238E27FC236}">
                            <a16:creationId xmlns:a16="http://schemas.microsoft.com/office/drawing/2014/main" id="{948EF44F-4686-99E5-1167-D3F1C5A3E3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2420939"/>
                        <a:ext cx="2449512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6362" name="Object 10">
            <a:extLst>
              <a:ext uri="{FF2B5EF4-FFF2-40B4-BE49-F238E27FC236}">
                <a16:creationId xmlns:a16="http://schemas.microsoft.com/office/drawing/2014/main" id="{7EA16BE9-1E60-62C2-57A2-6EF8D16F29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7938" y="2708276"/>
          <a:ext cx="792162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4" r:id="rId9" imgW="6438900" imgH="3797300" progId="Equation.3">
                  <p:embed/>
                </p:oleObj>
              </mc:Choice>
              <mc:Fallback>
                <p:oleObj r:id="rId9" imgW="6438900" imgH="3797300" progId="Equation.3">
                  <p:embed/>
                  <p:pic>
                    <p:nvPicPr>
                      <p:cNvPr id="356362" name="Object 10">
                        <a:extLst>
                          <a:ext uri="{FF2B5EF4-FFF2-40B4-BE49-F238E27FC236}">
                            <a16:creationId xmlns:a16="http://schemas.microsoft.com/office/drawing/2014/main" id="{7EA16BE9-1E60-62C2-57A2-6EF8D16F29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8" y="2708276"/>
                        <a:ext cx="792162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6363" name="Object 11">
            <a:extLst>
              <a:ext uri="{FF2B5EF4-FFF2-40B4-BE49-F238E27FC236}">
                <a16:creationId xmlns:a16="http://schemas.microsoft.com/office/drawing/2014/main" id="{826A2F6F-0390-A4AE-6351-A36573743D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3" y="3429000"/>
          <a:ext cx="4392612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5" r:id="rId11" imgW="47980600" imgH="9359900" progId="Equation.3">
                  <p:embed/>
                </p:oleObj>
              </mc:Choice>
              <mc:Fallback>
                <p:oleObj r:id="rId11" imgW="47980600" imgH="9359900" progId="Equation.3">
                  <p:embed/>
                  <p:pic>
                    <p:nvPicPr>
                      <p:cNvPr id="356363" name="Object 11">
                        <a:extLst>
                          <a:ext uri="{FF2B5EF4-FFF2-40B4-BE49-F238E27FC236}">
                            <a16:creationId xmlns:a16="http://schemas.microsoft.com/office/drawing/2014/main" id="{826A2F6F-0390-A4AE-6351-A36573743D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3429000"/>
                        <a:ext cx="4392612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6364" name="Object 12">
            <a:extLst>
              <a:ext uri="{FF2B5EF4-FFF2-40B4-BE49-F238E27FC236}">
                <a16:creationId xmlns:a16="http://schemas.microsoft.com/office/drawing/2014/main" id="{5A69BC83-A974-AAED-84A2-B38A69C666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3" y="4364039"/>
          <a:ext cx="4464050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6" r:id="rId13" imgW="48272700" imgH="9359900" progId="Equation.3">
                  <p:embed/>
                </p:oleObj>
              </mc:Choice>
              <mc:Fallback>
                <p:oleObj r:id="rId13" imgW="48272700" imgH="9359900" progId="Equation.3">
                  <p:embed/>
                  <p:pic>
                    <p:nvPicPr>
                      <p:cNvPr id="356364" name="Object 12">
                        <a:extLst>
                          <a:ext uri="{FF2B5EF4-FFF2-40B4-BE49-F238E27FC236}">
                            <a16:creationId xmlns:a16="http://schemas.microsoft.com/office/drawing/2014/main" id="{5A69BC83-A974-AAED-84A2-B38A69C666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4364039"/>
                        <a:ext cx="4464050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6365" name="Object 13">
            <a:extLst>
              <a:ext uri="{FF2B5EF4-FFF2-40B4-BE49-F238E27FC236}">
                <a16:creationId xmlns:a16="http://schemas.microsoft.com/office/drawing/2014/main" id="{62803EF1-EFD2-6BBD-DEFB-7DC833792D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3" y="5373688"/>
          <a:ext cx="2584450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7" r:id="rId15" imgW="26035000" imgH="9359900" progId="Equation.3">
                  <p:embed/>
                </p:oleObj>
              </mc:Choice>
              <mc:Fallback>
                <p:oleObj r:id="rId15" imgW="26035000" imgH="9359900" progId="Equation.3">
                  <p:embed/>
                  <p:pic>
                    <p:nvPicPr>
                      <p:cNvPr id="356365" name="Object 13">
                        <a:extLst>
                          <a:ext uri="{FF2B5EF4-FFF2-40B4-BE49-F238E27FC236}">
                            <a16:creationId xmlns:a16="http://schemas.microsoft.com/office/drawing/2014/main" id="{62803EF1-EFD2-6BBD-DEFB-7DC833792D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5373688"/>
                        <a:ext cx="2584450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6366" name="Object 14">
            <a:extLst>
              <a:ext uri="{FF2B5EF4-FFF2-40B4-BE49-F238E27FC236}">
                <a16:creationId xmlns:a16="http://schemas.microsoft.com/office/drawing/2014/main" id="{77BFE5C9-16ED-7B96-2976-8CD82B37CC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32401" y="5734051"/>
          <a:ext cx="79216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8" r:id="rId17" imgW="6438900" imgH="3797300" progId="Equation.3">
                  <p:embed/>
                </p:oleObj>
              </mc:Choice>
              <mc:Fallback>
                <p:oleObj r:id="rId17" imgW="6438900" imgH="3797300" progId="Equation.3">
                  <p:embed/>
                  <p:pic>
                    <p:nvPicPr>
                      <p:cNvPr id="356366" name="Object 14">
                        <a:extLst>
                          <a:ext uri="{FF2B5EF4-FFF2-40B4-BE49-F238E27FC236}">
                            <a16:creationId xmlns:a16="http://schemas.microsoft.com/office/drawing/2014/main" id="{77BFE5C9-16ED-7B96-2976-8CD82B37CC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1" y="5734051"/>
                        <a:ext cx="792163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6367" name="Group 15">
            <a:extLst>
              <a:ext uri="{FF2B5EF4-FFF2-40B4-BE49-F238E27FC236}">
                <a16:creationId xmlns:a16="http://schemas.microsoft.com/office/drawing/2014/main" id="{188EFAA0-563C-7E23-C5BC-FAF20D2D2F7F}"/>
              </a:ext>
            </a:extLst>
          </p:cNvPr>
          <p:cNvGrpSpPr>
            <a:grpSpLocks/>
          </p:cNvGrpSpPr>
          <p:nvPr/>
        </p:nvGrpSpPr>
        <p:grpSpPr bwMode="auto">
          <a:xfrm>
            <a:off x="7608889" y="2781300"/>
            <a:ext cx="2879725" cy="1403350"/>
            <a:chOff x="0" y="0"/>
            <a:chExt cx="1814" cy="884"/>
          </a:xfrm>
        </p:grpSpPr>
        <p:sp>
          <p:nvSpPr>
            <p:cNvPr id="356368" name="Text Box 16">
              <a:extLst>
                <a:ext uri="{FF2B5EF4-FFF2-40B4-BE49-F238E27FC236}">
                  <a16:creationId xmlns:a16="http://schemas.microsoft.com/office/drawing/2014/main" id="{C17D1A60-1088-049D-91A8-5E0D33E6A3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1814" cy="8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所以，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sz="2800" b="1" baseline="-25000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 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和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g</a:t>
              </a:r>
              <a:r>
                <a:rPr lang="en-US" altLang="zh-CN" sz="2800" b="1" baseline="-25000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2 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都是  的无偏估计</a:t>
              </a:r>
            </a:p>
          </p:txBody>
        </p:sp>
        <p:graphicFrame>
          <p:nvGraphicFramePr>
            <p:cNvPr id="356369" name="Object 17">
              <a:extLst>
                <a:ext uri="{FF2B5EF4-FFF2-40B4-BE49-F238E27FC236}">
                  <a16:creationId xmlns:a16="http://schemas.microsoft.com/office/drawing/2014/main" id="{6A72A3A1-DFE8-6F85-4BC4-476048CCD93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2" y="589"/>
            <a:ext cx="272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69" r:id="rId18" imgW="3505200" imgH="3797300" progId="Equation.3">
                    <p:embed/>
                  </p:oleObj>
                </mc:Choice>
                <mc:Fallback>
                  <p:oleObj r:id="rId18" imgW="3505200" imgH="3797300" progId="Equation.3">
                    <p:embed/>
                    <p:pic>
                      <p:nvPicPr>
                        <p:cNvPr id="356369" name="Object 17">
                          <a:extLst>
                            <a:ext uri="{FF2B5EF4-FFF2-40B4-BE49-F238E27FC236}">
                              <a16:creationId xmlns:a16="http://schemas.microsoft.com/office/drawing/2014/main" id="{6A72A3A1-DFE8-6F85-4BC4-476048CCD93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" y="589"/>
                          <a:ext cx="272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6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6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356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1000"/>
                                        <p:tgtEl>
                                          <p:spTgt spid="356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1000"/>
                                        <p:tgtEl>
                                          <p:spTgt spid="356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500"/>
                                        <p:tgtEl>
                                          <p:spTgt spid="356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1000"/>
                                        <p:tgtEl>
                                          <p:spTgt spid="356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1000"/>
                                        <p:tgtEl>
                                          <p:spTgt spid="356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1000"/>
                                        <p:tgtEl>
                                          <p:spTgt spid="356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0" dur="1000"/>
                                        <p:tgtEl>
                                          <p:spTgt spid="356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1000"/>
                                        <p:tgtEl>
                                          <p:spTgt spid="356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7" grpId="0" autoUpdateAnimBg="0"/>
      <p:bldP spid="356360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AutoShape 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650E664-01DD-750E-9639-0AE46F971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7379" name="AutoShape 3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B8DA29E-38BE-0680-518F-809BD140E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7380" name="AutoShape 4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FBA1DD65-8472-6A6B-DCA1-5601D8FE9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1" y="6246169"/>
            <a:ext cx="184731" cy="461665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57381" name="Object 5">
            <a:extLst>
              <a:ext uri="{FF2B5EF4-FFF2-40B4-BE49-F238E27FC236}">
                <a16:creationId xmlns:a16="http://schemas.microsoft.com/office/drawing/2014/main" id="{CEB895E5-02A9-6C46-6251-2A2634366C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7938" y="1341439"/>
          <a:ext cx="95885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85" r:id="rId3" imgW="9067800" imgH="10820400" progId="Equation.3">
                  <p:embed/>
                </p:oleObj>
              </mc:Choice>
              <mc:Fallback>
                <p:oleObj r:id="rId3" imgW="9067800" imgH="10820400" progId="Equation.3">
                  <p:embed/>
                  <p:pic>
                    <p:nvPicPr>
                      <p:cNvPr id="357381" name="Object 5">
                        <a:extLst>
                          <a:ext uri="{FF2B5EF4-FFF2-40B4-BE49-F238E27FC236}">
                            <a16:creationId xmlns:a16="http://schemas.microsoft.com/office/drawing/2014/main" id="{CEB895E5-02A9-6C46-6251-2A2634366C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8" y="1341439"/>
                        <a:ext cx="958850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82" name="Object 6">
            <a:extLst>
              <a:ext uri="{FF2B5EF4-FFF2-40B4-BE49-F238E27FC236}">
                <a16:creationId xmlns:a16="http://schemas.microsoft.com/office/drawing/2014/main" id="{05A5BB04-9A2A-1A40-8332-55534A3FA7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4826" y="549275"/>
          <a:ext cx="439261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86" r:id="rId5" imgW="47980600" imgH="9359900" progId="Equation.3">
                  <p:embed/>
                </p:oleObj>
              </mc:Choice>
              <mc:Fallback>
                <p:oleObj r:id="rId5" imgW="47980600" imgH="9359900" progId="Equation.3">
                  <p:embed/>
                  <p:pic>
                    <p:nvPicPr>
                      <p:cNvPr id="357382" name="Object 6">
                        <a:extLst>
                          <a:ext uri="{FF2B5EF4-FFF2-40B4-BE49-F238E27FC236}">
                            <a16:creationId xmlns:a16="http://schemas.microsoft.com/office/drawing/2014/main" id="{05A5BB04-9A2A-1A40-8332-55534A3FA7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6" y="549275"/>
                        <a:ext cx="4392613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83" name="Object 7">
            <a:extLst>
              <a:ext uri="{FF2B5EF4-FFF2-40B4-BE49-F238E27FC236}">
                <a16:creationId xmlns:a16="http://schemas.microsoft.com/office/drawing/2014/main" id="{EDE8123D-B68D-97B3-1F0D-5A1A30B1C4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67439" y="549276"/>
          <a:ext cx="432117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87" r:id="rId7" imgW="47980600" imgH="9359900" progId="Equation.3">
                  <p:embed/>
                </p:oleObj>
              </mc:Choice>
              <mc:Fallback>
                <p:oleObj r:id="rId7" imgW="47980600" imgH="9359900" progId="Equation.3">
                  <p:embed/>
                  <p:pic>
                    <p:nvPicPr>
                      <p:cNvPr id="357383" name="Object 7">
                        <a:extLst>
                          <a:ext uri="{FF2B5EF4-FFF2-40B4-BE49-F238E27FC236}">
                            <a16:creationId xmlns:a16="http://schemas.microsoft.com/office/drawing/2014/main" id="{EDE8123D-B68D-97B3-1F0D-5A1A30B1C4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7439" y="549276"/>
                        <a:ext cx="432117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7384" name="Rectangle 8">
            <a:extLst>
              <a:ext uri="{FF2B5EF4-FFF2-40B4-BE49-F238E27FC236}">
                <a16:creationId xmlns:a16="http://schemas.microsoft.com/office/drawing/2014/main" id="{0B3A1987-FAF6-F00C-E7CA-70095B894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1"/>
            <a:ext cx="600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(2)</a:t>
            </a:r>
          </a:p>
        </p:txBody>
      </p:sp>
      <p:graphicFrame>
        <p:nvGraphicFramePr>
          <p:cNvPr id="357385" name="Object 9">
            <a:extLst>
              <a:ext uri="{FF2B5EF4-FFF2-40B4-BE49-F238E27FC236}">
                <a16:creationId xmlns:a16="http://schemas.microsoft.com/office/drawing/2014/main" id="{FE32FD85-8B92-9BA8-99DA-69067D90D6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0" y="1557339"/>
          <a:ext cx="3024188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88" r:id="rId9" imgW="30137100" imgH="9359900" progId="Equation.3">
                  <p:embed/>
                </p:oleObj>
              </mc:Choice>
              <mc:Fallback>
                <p:oleObj r:id="rId9" imgW="30137100" imgH="9359900" progId="Equation.3">
                  <p:embed/>
                  <p:pic>
                    <p:nvPicPr>
                      <p:cNvPr id="357385" name="Object 9">
                        <a:extLst>
                          <a:ext uri="{FF2B5EF4-FFF2-40B4-BE49-F238E27FC236}">
                            <a16:creationId xmlns:a16="http://schemas.microsoft.com/office/drawing/2014/main" id="{FE32FD85-8B92-9BA8-99DA-69067D90D6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1557339"/>
                        <a:ext cx="3024188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86" name="Object 10">
            <a:extLst>
              <a:ext uri="{FF2B5EF4-FFF2-40B4-BE49-F238E27FC236}">
                <a16:creationId xmlns:a16="http://schemas.microsoft.com/office/drawing/2014/main" id="{8F229992-65A1-011D-C384-FADD49BA2E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24564" y="2673351"/>
          <a:ext cx="4643437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89" r:id="rId11" imgW="52082700" imgH="9359900" progId="Equation.3">
                  <p:embed/>
                </p:oleObj>
              </mc:Choice>
              <mc:Fallback>
                <p:oleObj r:id="rId11" imgW="52082700" imgH="9359900" progId="Equation.3">
                  <p:embed/>
                  <p:pic>
                    <p:nvPicPr>
                      <p:cNvPr id="357386" name="Object 10">
                        <a:extLst>
                          <a:ext uri="{FF2B5EF4-FFF2-40B4-BE49-F238E27FC236}">
                            <a16:creationId xmlns:a16="http://schemas.microsoft.com/office/drawing/2014/main" id="{8F229992-65A1-011D-C384-FADD49BA2E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4" y="2673351"/>
                        <a:ext cx="4643437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87" name="Object 11">
            <a:extLst>
              <a:ext uri="{FF2B5EF4-FFF2-40B4-BE49-F238E27FC236}">
                <a16:creationId xmlns:a16="http://schemas.microsoft.com/office/drawing/2014/main" id="{8753DB59-5FC4-70B5-DA58-176970F746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3388" y="2708275"/>
          <a:ext cx="424815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90" r:id="rId13" imgW="47980600" imgH="9359900" progId="Equation.3">
                  <p:embed/>
                </p:oleObj>
              </mc:Choice>
              <mc:Fallback>
                <p:oleObj r:id="rId13" imgW="47980600" imgH="9359900" progId="Equation.3">
                  <p:embed/>
                  <p:pic>
                    <p:nvPicPr>
                      <p:cNvPr id="357387" name="Object 11">
                        <a:extLst>
                          <a:ext uri="{FF2B5EF4-FFF2-40B4-BE49-F238E27FC236}">
                            <a16:creationId xmlns:a16="http://schemas.microsoft.com/office/drawing/2014/main" id="{8753DB59-5FC4-70B5-DA58-176970F746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2708275"/>
                        <a:ext cx="424815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88" name="Object 12">
            <a:extLst>
              <a:ext uri="{FF2B5EF4-FFF2-40B4-BE49-F238E27FC236}">
                <a16:creationId xmlns:a16="http://schemas.microsoft.com/office/drawing/2014/main" id="{850C1E38-96C7-AC85-7F9C-AF0A80FAF6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4826" y="3716339"/>
          <a:ext cx="3241675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91" r:id="rId15" imgW="33934400" imgH="9359900" progId="Equation.3">
                  <p:embed/>
                </p:oleObj>
              </mc:Choice>
              <mc:Fallback>
                <p:oleObj r:id="rId15" imgW="33934400" imgH="9359900" progId="Equation.3">
                  <p:embed/>
                  <p:pic>
                    <p:nvPicPr>
                      <p:cNvPr id="357388" name="Object 12">
                        <a:extLst>
                          <a:ext uri="{FF2B5EF4-FFF2-40B4-BE49-F238E27FC236}">
                            <a16:creationId xmlns:a16="http://schemas.microsoft.com/office/drawing/2014/main" id="{850C1E38-96C7-AC85-7F9C-AF0A80FAF6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6" y="3716339"/>
                        <a:ext cx="3241675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89" name="Object 13">
            <a:extLst>
              <a:ext uri="{FF2B5EF4-FFF2-40B4-BE49-F238E27FC236}">
                <a16:creationId xmlns:a16="http://schemas.microsoft.com/office/drawing/2014/main" id="{503849EA-EDD0-0C0F-0550-4B74E3FCBF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59376" y="3644900"/>
          <a:ext cx="1223963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92" r:id="rId17" imgW="12293600" imgH="9359900" progId="Equation.3">
                  <p:embed/>
                </p:oleObj>
              </mc:Choice>
              <mc:Fallback>
                <p:oleObj r:id="rId17" imgW="12293600" imgH="9359900" progId="Equation.3">
                  <p:embed/>
                  <p:pic>
                    <p:nvPicPr>
                      <p:cNvPr id="357389" name="Object 13">
                        <a:extLst>
                          <a:ext uri="{FF2B5EF4-FFF2-40B4-BE49-F238E27FC236}">
                            <a16:creationId xmlns:a16="http://schemas.microsoft.com/office/drawing/2014/main" id="{503849EA-EDD0-0C0F-0550-4B74E3FCBF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76" y="3644900"/>
                        <a:ext cx="1223963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7390" name="Group 14">
            <a:extLst>
              <a:ext uri="{FF2B5EF4-FFF2-40B4-BE49-F238E27FC236}">
                <a16:creationId xmlns:a16="http://schemas.microsoft.com/office/drawing/2014/main" id="{3C3B9C71-F5B2-E78A-915B-C4F83D40FEE0}"/>
              </a:ext>
            </a:extLst>
          </p:cNvPr>
          <p:cNvGrpSpPr>
            <a:grpSpLocks/>
          </p:cNvGrpSpPr>
          <p:nvPr/>
        </p:nvGrpSpPr>
        <p:grpSpPr bwMode="auto">
          <a:xfrm>
            <a:off x="2351089" y="5013326"/>
            <a:ext cx="3240087" cy="519113"/>
            <a:chOff x="0" y="0"/>
            <a:chExt cx="2041" cy="327"/>
          </a:xfrm>
        </p:grpSpPr>
        <p:sp>
          <p:nvSpPr>
            <p:cNvPr id="357391" name="Text Box 15">
              <a:extLst>
                <a:ext uri="{FF2B5EF4-FFF2-40B4-BE49-F238E27FC236}">
                  <a16:creationId xmlns:a16="http://schemas.microsoft.com/office/drawing/2014/main" id="{C20C68B7-4837-AA29-C2FD-1B9D979A51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9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因为</a:t>
              </a:r>
            </a:p>
          </p:txBody>
        </p:sp>
        <p:graphicFrame>
          <p:nvGraphicFramePr>
            <p:cNvPr id="357392" name="Object 16">
              <a:extLst>
                <a:ext uri="{FF2B5EF4-FFF2-40B4-BE49-F238E27FC236}">
                  <a16:creationId xmlns:a16="http://schemas.microsoft.com/office/drawing/2014/main" id="{9FFD3EC5-4F8B-42A0-C31A-FF480B997D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6" y="0"/>
            <a:ext cx="1315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93" r:id="rId19" imgW="22821900" imgH="4978400" progId="Equation.3">
                    <p:embed/>
                  </p:oleObj>
                </mc:Choice>
                <mc:Fallback>
                  <p:oleObj r:id="rId19" imgW="22821900" imgH="4978400" progId="Equation.3">
                    <p:embed/>
                    <p:pic>
                      <p:nvPicPr>
                        <p:cNvPr id="357392" name="Object 16">
                          <a:extLst>
                            <a:ext uri="{FF2B5EF4-FFF2-40B4-BE49-F238E27FC236}">
                              <a16:creationId xmlns:a16="http://schemas.microsoft.com/office/drawing/2014/main" id="{9FFD3EC5-4F8B-42A0-C31A-FF480B997DF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6" y="0"/>
                          <a:ext cx="1315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7393" name="Text Box 17">
            <a:extLst>
              <a:ext uri="{FF2B5EF4-FFF2-40B4-BE49-F238E27FC236}">
                <a16:creationId xmlns:a16="http://schemas.microsoft.com/office/drawing/2014/main" id="{0024017D-AC14-AD82-882D-BE3337C69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0101" y="5013326"/>
            <a:ext cx="31035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所以</a:t>
            </a:r>
            <a:r>
              <a:rPr lang="en-US" altLang="zh-CN" sz="2800" b="1" i="1">
                <a:solidFill>
                  <a:srgbClr val="EBF7FF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800" b="1" baseline="-25000">
                <a:solidFill>
                  <a:srgbClr val="EBF7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较</a:t>
            </a:r>
            <a:r>
              <a:rPr lang="en-US" altLang="zh-CN" sz="2800" b="1" i="1">
                <a:solidFill>
                  <a:srgbClr val="EBF7FF"/>
                </a:solidFill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lang="en-US" altLang="zh-CN" sz="2800" b="1" baseline="-25000">
                <a:solidFill>
                  <a:srgbClr val="EBF7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更有效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7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357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357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1000"/>
                                        <p:tgtEl>
                                          <p:spTgt spid="357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357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1000"/>
                                        <p:tgtEl>
                                          <p:spTgt spid="357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1000"/>
                                        <p:tgtEl>
                                          <p:spTgt spid="357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1000"/>
                                        <p:tgtEl>
                                          <p:spTgt spid="357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357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57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57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7384" grpId="0" autoUpdateAnimBg="0"/>
      <p:bldP spid="357393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Text Box 2">
            <a:extLst>
              <a:ext uri="{FF2B5EF4-FFF2-40B4-BE49-F238E27FC236}">
                <a16:creationId xmlns:a16="http://schemas.microsoft.com/office/drawing/2014/main" id="{B48830D2-3557-7169-A2C9-9A2AE61C33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9" y="260350"/>
            <a:ext cx="80660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罗</a:t>
            </a:r>
            <a:r>
              <a:rPr lang="en-US" altLang="zh-CN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—</a:t>
            </a: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克拉美</a:t>
            </a: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3200" b="1" i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Rao – Cramer</a:t>
            </a: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</a:rPr>
              <a:t>不等式</a:t>
            </a:r>
            <a:endParaRPr lang="zh-CN" altLang="en-US" sz="3200" b="1" i="1">
              <a:solidFill>
                <a:srgbClr val="FF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361475" name="Group 3">
            <a:extLst>
              <a:ext uri="{FF2B5EF4-FFF2-40B4-BE49-F238E27FC236}">
                <a16:creationId xmlns:a16="http://schemas.microsoft.com/office/drawing/2014/main" id="{9AF6F532-6BDF-8FD5-8C96-7B415AAFE86B}"/>
              </a:ext>
            </a:extLst>
          </p:cNvPr>
          <p:cNvGrpSpPr>
            <a:grpSpLocks/>
          </p:cNvGrpSpPr>
          <p:nvPr/>
        </p:nvGrpSpPr>
        <p:grpSpPr bwMode="auto">
          <a:xfrm>
            <a:off x="2208214" y="981076"/>
            <a:ext cx="5392737" cy="587375"/>
            <a:chOff x="0" y="0"/>
            <a:chExt cx="3087" cy="370"/>
          </a:xfrm>
        </p:grpSpPr>
        <p:sp>
          <p:nvSpPr>
            <p:cNvPr id="361476" name="Text Box 4">
              <a:extLst>
                <a:ext uri="{FF2B5EF4-FFF2-40B4-BE49-F238E27FC236}">
                  <a16:creationId xmlns:a16="http://schemas.microsoft.com/office/drawing/2014/main" id="{6A845F87-15FD-C26A-A006-06815CAED5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33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若</a:t>
              </a:r>
            </a:p>
          </p:txBody>
        </p:sp>
        <p:graphicFrame>
          <p:nvGraphicFramePr>
            <p:cNvPr id="361477" name="Object 5">
              <a:extLst>
                <a:ext uri="{FF2B5EF4-FFF2-40B4-BE49-F238E27FC236}">
                  <a16:creationId xmlns:a16="http://schemas.microsoft.com/office/drawing/2014/main" id="{7729E80D-140E-F47F-8F61-425B0520985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6" y="18"/>
            <a:ext cx="200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88" r:id="rId3" imgW="2921000" imgH="4978400" progId="Equation.3">
                    <p:embed/>
                  </p:oleObj>
                </mc:Choice>
                <mc:Fallback>
                  <p:oleObj r:id="rId3" imgW="2921000" imgH="4978400" progId="Equation.3">
                    <p:embed/>
                    <p:pic>
                      <p:nvPicPr>
                        <p:cNvPr id="361477" name="Object 5">
                          <a:extLst>
                            <a:ext uri="{FF2B5EF4-FFF2-40B4-BE49-F238E27FC236}">
                              <a16:creationId xmlns:a16="http://schemas.microsoft.com/office/drawing/2014/main" id="{7729E80D-140E-F47F-8F61-425B0520985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" y="18"/>
                          <a:ext cx="200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1478" name="Text Box 6">
              <a:extLst>
                <a:ext uri="{FF2B5EF4-FFF2-40B4-BE49-F238E27FC236}">
                  <a16:creationId xmlns:a16="http://schemas.microsoft.com/office/drawing/2014/main" id="{81101F0F-3281-B65D-1578-E43424ED73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43"/>
              <a:ext cx="251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是参数 </a:t>
              </a:r>
              <a:r>
                <a:rPr lang="zh-CN" altLang="en-US" sz="2800" b="1" i="1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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的无偏估计量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则</a:t>
              </a:r>
            </a:p>
          </p:txBody>
        </p:sp>
      </p:grpSp>
      <p:graphicFrame>
        <p:nvGraphicFramePr>
          <p:cNvPr id="361479" name="Object 7">
            <a:extLst>
              <a:ext uri="{FF2B5EF4-FFF2-40B4-BE49-F238E27FC236}">
                <a16:creationId xmlns:a16="http://schemas.microsoft.com/office/drawing/2014/main" id="{B69DB024-0655-840D-5760-EC921FD84E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3" y="1628776"/>
          <a:ext cx="5675312" cy="178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9" r:id="rId5" imgW="54419500" imgH="15506700" progId="Equation.3">
                  <p:embed/>
                </p:oleObj>
              </mc:Choice>
              <mc:Fallback>
                <p:oleObj r:id="rId5" imgW="54419500" imgH="15506700" progId="Equation.3">
                  <p:embed/>
                  <p:pic>
                    <p:nvPicPr>
                      <p:cNvPr id="361479" name="Object 7">
                        <a:extLst>
                          <a:ext uri="{FF2B5EF4-FFF2-40B4-BE49-F238E27FC236}">
                            <a16:creationId xmlns:a16="http://schemas.microsoft.com/office/drawing/2014/main" id="{B69DB024-0655-840D-5760-EC921FD84E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1628776"/>
                        <a:ext cx="5675312" cy="178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1480" name="Group 8">
            <a:extLst>
              <a:ext uri="{FF2B5EF4-FFF2-40B4-BE49-F238E27FC236}">
                <a16:creationId xmlns:a16="http://schemas.microsoft.com/office/drawing/2014/main" id="{A32D1F92-5A9C-B2AE-8EEE-BE1577FC979C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3429000"/>
            <a:ext cx="8899525" cy="560388"/>
            <a:chOff x="0" y="0"/>
            <a:chExt cx="5606" cy="353"/>
          </a:xfrm>
        </p:grpSpPr>
        <p:sp>
          <p:nvSpPr>
            <p:cNvPr id="361481" name="Text Box 9">
              <a:extLst>
                <a:ext uri="{FF2B5EF4-FFF2-40B4-BE49-F238E27FC236}">
                  <a16:creationId xmlns:a16="http://schemas.microsoft.com/office/drawing/2014/main" id="{56383047-2743-234D-B442-08D3459C1A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3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其中 </a:t>
              </a:r>
              <a:r>
                <a:rPr lang="en-CN" altLang="en-US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 ( x , </a:t>
              </a:r>
              <a:r>
                <a:rPr lang="en-CN" altLang="en-US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 </a:t>
              </a:r>
              <a:r>
                <a:rPr lang="en-CN" altLang="en-US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  <a:r>
                <a:rPr lang="en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是 总体 X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的分布</a:t>
              </a:r>
              <a:r>
                <a:rPr lang="en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律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或</a:t>
              </a:r>
              <a:r>
                <a:rPr lang="en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概率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密度，</a:t>
              </a:r>
              <a:r>
                <a:rPr lang="en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称</a:t>
              </a:r>
            </a:p>
          </p:txBody>
        </p:sp>
        <p:graphicFrame>
          <p:nvGraphicFramePr>
            <p:cNvPr id="361482" name="Object 10">
              <a:extLst>
                <a:ext uri="{FF2B5EF4-FFF2-40B4-BE49-F238E27FC236}">
                  <a16:creationId xmlns:a16="http://schemas.microsoft.com/office/drawing/2014/main" id="{0BB83152-643B-D749-46A8-0E9DBDB270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12" y="0"/>
            <a:ext cx="594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90" r:id="rId7" imgW="10236200" imgH="5270500" progId="Equation.3">
                    <p:embed/>
                  </p:oleObj>
                </mc:Choice>
                <mc:Fallback>
                  <p:oleObj r:id="rId7" imgW="10236200" imgH="5270500" progId="Equation.3">
                    <p:embed/>
                    <p:pic>
                      <p:nvPicPr>
                        <p:cNvPr id="361482" name="Object 10">
                          <a:extLst>
                            <a:ext uri="{FF2B5EF4-FFF2-40B4-BE49-F238E27FC236}">
                              <a16:creationId xmlns:a16="http://schemas.microsoft.com/office/drawing/2014/main" id="{0BB83152-643B-D749-46A8-0E9DBDB270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2" y="0"/>
                          <a:ext cx="594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1483" name="Group 11">
            <a:extLst>
              <a:ext uri="{FF2B5EF4-FFF2-40B4-BE49-F238E27FC236}">
                <a16:creationId xmlns:a16="http://schemas.microsoft.com/office/drawing/2014/main" id="{0B3C93CF-E7B5-74E0-F9E1-D5972526F812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5229225"/>
            <a:ext cx="8556625" cy="611188"/>
            <a:chOff x="0" y="0"/>
            <a:chExt cx="5232" cy="385"/>
          </a:xfrm>
        </p:grpSpPr>
        <p:sp>
          <p:nvSpPr>
            <p:cNvPr id="361484" name="Text Box 12">
              <a:extLst>
                <a:ext uri="{FF2B5EF4-FFF2-40B4-BE49-F238E27FC236}">
                  <a16:creationId xmlns:a16="http://schemas.microsoft.com/office/drawing/2014/main" id="{2F8E9322-3D07-DDE1-A444-00B12ACF75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232" cy="3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计量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此时称    为最有效的估计量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, 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简称有效估计量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361485" name="Object 13">
              <a:extLst>
                <a:ext uri="{FF2B5EF4-FFF2-40B4-BE49-F238E27FC236}">
                  <a16:creationId xmlns:a16="http://schemas.microsoft.com/office/drawing/2014/main" id="{E78520BA-9273-F4BD-EF80-07270B891BF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16" y="46"/>
            <a:ext cx="201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91" r:id="rId9" imgW="2921000" imgH="4978400" progId="Equation.3">
                    <p:embed/>
                  </p:oleObj>
                </mc:Choice>
                <mc:Fallback>
                  <p:oleObj r:id="rId9" imgW="2921000" imgH="4978400" progId="Equation.3">
                    <p:embed/>
                    <p:pic>
                      <p:nvPicPr>
                        <p:cNvPr id="361485" name="Object 13">
                          <a:extLst>
                            <a:ext uri="{FF2B5EF4-FFF2-40B4-BE49-F238E27FC236}">
                              <a16:creationId xmlns:a16="http://schemas.microsoft.com/office/drawing/2014/main" id="{E78520BA-9273-F4BD-EF80-07270B891BF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6" y="46"/>
                          <a:ext cx="201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1486" name="Rectangle 14">
            <a:extLst>
              <a:ext uri="{FF2B5EF4-FFF2-40B4-BE49-F238E27FC236}">
                <a16:creationId xmlns:a16="http://schemas.microsoft.com/office/drawing/2014/main" id="{A7E5B2AD-ED69-505B-FCD3-EE3A35C7C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005263"/>
            <a:ext cx="24161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为方差的下界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pSp>
        <p:nvGrpSpPr>
          <p:cNvPr id="361487" name="Group 15">
            <a:extLst>
              <a:ext uri="{FF2B5EF4-FFF2-40B4-BE49-F238E27FC236}">
                <a16:creationId xmlns:a16="http://schemas.microsoft.com/office/drawing/2014/main" id="{1124EB35-CAE2-04AA-88C1-381FF6DE7B87}"/>
              </a:ext>
            </a:extLst>
          </p:cNvPr>
          <p:cNvGrpSpPr>
            <a:grpSpLocks/>
          </p:cNvGrpSpPr>
          <p:nvPr/>
        </p:nvGrpSpPr>
        <p:grpSpPr bwMode="auto">
          <a:xfrm>
            <a:off x="1919288" y="4652963"/>
            <a:ext cx="8748712" cy="563562"/>
            <a:chOff x="0" y="0"/>
            <a:chExt cx="5511" cy="355"/>
          </a:xfrm>
        </p:grpSpPr>
        <p:grpSp>
          <p:nvGrpSpPr>
            <p:cNvPr id="361488" name="Group 16">
              <a:extLst>
                <a:ext uri="{FF2B5EF4-FFF2-40B4-BE49-F238E27FC236}">
                  <a16:creationId xmlns:a16="http://schemas.microsoft.com/office/drawing/2014/main" id="{E47BADCB-160A-3D0B-76E8-25A2DB6C02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511" cy="338"/>
              <a:chOff x="0" y="0"/>
              <a:chExt cx="5511" cy="338"/>
            </a:xfrm>
          </p:grpSpPr>
          <p:sp>
            <p:nvSpPr>
              <p:cNvPr id="361489" name="Rectangle 17">
                <a:extLst>
                  <a:ext uri="{FF2B5EF4-FFF2-40B4-BE49-F238E27FC236}">
                    <a16:creationId xmlns:a16="http://schemas.microsoft.com/office/drawing/2014/main" id="{4F1A4255-AECE-16C1-C99C-69919D14F5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5511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当                      时</a:t>
                </a:r>
                <a:r>
                  <a:rPr lang="en-US" altLang="zh-CN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, </a:t>
                </a:r>
                <a:r>
                  <a:rPr lang="zh-CN" altLang="en-US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称      为</a:t>
                </a:r>
                <a:r>
                  <a:rPr lang="zh-CN" altLang="en-US" sz="2800" b="1" i="1">
                    <a:solidFill>
                      <a:srgbClr val="007A77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楷体_GB2312" pitchFamily="49" charset="-122"/>
                    <a:sym typeface="Symbol" pitchFamily="2" charset="2"/>
                  </a:rPr>
                  <a:t> </a:t>
                </a:r>
                <a:r>
                  <a:rPr lang="zh-CN" altLang="en-US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  <a:sym typeface="Symbol" pitchFamily="2" charset="2"/>
                  </a:rPr>
                  <a:t>的</a:t>
                </a:r>
                <a:r>
                  <a:rPr lang="zh-CN" altLang="en-US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达到方差下界的无偏估</a:t>
                </a:r>
              </a:p>
            </p:txBody>
          </p:sp>
          <p:graphicFrame>
            <p:nvGraphicFramePr>
              <p:cNvPr id="361490" name="Object 18">
                <a:extLst>
                  <a:ext uri="{FF2B5EF4-FFF2-40B4-BE49-F238E27FC236}">
                    <a16:creationId xmlns:a16="http://schemas.microsoft.com/office/drawing/2014/main" id="{FE5CFBAF-DC8E-D1E3-AB79-D6500891FA8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132" y="0"/>
              <a:ext cx="227" cy="3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392" r:id="rId11" imgW="2921000" imgH="4978400" progId="Equation.3">
                      <p:embed/>
                    </p:oleObj>
                  </mc:Choice>
                  <mc:Fallback>
                    <p:oleObj r:id="rId11" imgW="2921000" imgH="4978400" progId="Equation.3">
                      <p:embed/>
                      <p:pic>
                        <p:nvPicPr>
                          <p:cNvPr id="361490" name="Object 18">
                            <a:extLst>
                              <a:ext uri="{FF2B5EF4-FFF2-40B4-BE49-F238E27FC236}">
                                <a16:creationId xmlns:a16="http://schemas.microsoft.com/office/drawing/2014/main" id="{FE5CFBAF-DC8E-D1E3-AB79-D6500891FA8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32" y="0"/>
                            <a:ext cx="227" cy="3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61491" name="Object 19">
              <a:extLst>
                <a:ext uri="{FF2B5EF4-FFF2-40B4-BE49-F238E27FC236}">
                  <a16:creationId xmlns:a16="http://schemas.microsoft.com/office/drawing/2014/main" id="{AC8A6610-C738-6F93-30A1-F72ACF32589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8" y="0"/>
            <a:ext cx="1182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93" r:id="rId13" imgW="21069300" imgH="5854700" progId="Equation.3">
                    <p:embed/>
                  </p:oleObj>
                </mc:Choice>
                <mc:Fallback>
                  <p:oleObj r:id="rId13" imgW="21069300" imgH="5854700" progId="Equation.3">
                    <p:embed/>
                    <p:pic>
                      <p:nvPicPr>
                        <p:cNvPr id="361491" name="Object 19">
                          <a:extLst>
                            <a:ext uri="{FF2B5EF4-FFF2-40B4-BE49-F238E27FC236}">
                              <a16:creationId xmlns:a16="http://schemas.microsoft.com/office/drawing/2014/main" id="{AC8A6610-C738-6F93-30A1-F72ACF32589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" y="0"/>
                          <a:ext cx="1182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1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61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361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61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61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61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61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474" grpId="0" autoUpdateAnimBg="0"/>
      <p:bldP spid="361486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498" name="Group 2">
            <a:extLst>
              <a:ext uri="{FF2B5EF4-FFF2-40B4-BE49-F238E27FC236}">
                <a16:creationId xmlns:a16="http://schemas.microsoft.com/office/drawing/2014/main" id="{D63D0301-7C28-7749-2836-6CFA77EEEA98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549276"/>
            <a:ext cx="7416800" cy="1471613"/>
            <a:chOff x="0" y="0"/>
            <a:chExt cx="3778" cy="927"/>
          </a:xfrm>
        </p:grpSpPr>
        <p:sp>
          <p:nvSpPr>
            <p:cNvPr id="362499" name="Rectangle 3">
              <a:extLst>
                <a:ext uri="{FF2B5EF4-FFF2-40B4-BE49-F238E27FC236}">
                  <a16:creationId xmlns:a16="http://schemas.microsoft.com/office/drawing/2014/main" id="{A55D427D-DF56-0344-E027-BF3C25550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" y="0"/>
              <a:ext cx="345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例</a:t>
              </a:r>
              <a:r>
                <a:rPr lang="en-US" altLang="zh-CN" sz="32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6.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设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（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r>
                <a:rPr lang="en-US" altLang="zh-CN" sz="2800" b="1">
                  <a:solidFill>
                    <a:srgbClr val="007A77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）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总体中参数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为未知，证明</a:t>
              </a:r>
            </a:p>
          </p:txBody>
        </p:sp>
        <p:graphicFrame>
          <p:nvGraphicFramePr>
            <p:cNvPr id="362500" name="Object 4">
              <a:extLst>
                <a:ext uri="{FF2B5EF4-FFF2-40B4-BE49-F238E27FC236}">
                  <a16:creationId xmlns:a16="http://schemas.microsoft.com/office/drawing/2014/main" id="{71126A9B-0BB9-41A2-1CFA-291C4FCDCC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589"/>
            <a:ext cx="635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12" r:id="rId3" imgW="10236200" imgH="5562600" progId="Equation.3">
                    <p:embed/>
                  </p:oleObj>
                </mc:Choice>
                <mc:Fallback>
                  <p:oleObj r:id="rId3" imgW="10236200" imgH="5562600" progId="Equation.3">
                    <p:embed/>
                    <p:pic>
                      <p:nvPicPr>
                        <p:cNvPr id="362500" name="Object 4">
                          <a:extLst>
                            <a:ext uri="{FF2B5EF4-FFF2-40B4-BE49-F238E27FC236}">
                              <a16:creationId xmlns:a16="http://schemas.microsoft.com/office/drawing/2014/main" id="{71126A9B-0BB9-41A2-1CFA-291C4FCDCC7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589"/>
                          <a:ext cx="635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2501" name="Rectangle 5">
              <a:extLst>
                <a:ext uri="{FF2B5EF4-FFF2-40B4-BE49-F238E27FC236}">
                  <a16:creationId xmlns:a16="http://schemas.microsoft.com/office/drawing/2014/main" id="{27465C8C-6B1A-C172-F13E-B52C2E7D8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" y="589"/>
              <a:ext cx="309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是参数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 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的无偏、有效估计量</a:t>
              </a:r>
              <a:r>
                <a:rPr lang="en-US" altLang="zh-CN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</p:grpSp>
      <p:graphicFrame>
        <p:nvGraphicFramePr>
          <p:cNvPr id="362502" name="Object 6">
            <a:extLst>
              <a:ext uri="{FF2B5EF4-FFF2-40B4-BE49-F238E27FC236}">
                <a16:creationId xmlns:a16="http://schemas.microsoft.com/office/drawing/2014/main" id="{BD59AB0D-91EB-F1BA-70F5-CA381E0300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9" y="4508501"/>
          <a:ext cx="1824037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3" r:id="rId5" imgW="16967200" imgH="4686300" progId="Equation.3">
                  <p:embed/>
                </p:oleObj>
              </mc:Choice>
              <mc:Fallback>
                <p:oleObj r:id="rId5" imgW="16967200" imgH="4686300" progId="Equation.3">
                  <p:embed/>
                  <p:pic>
                    <p:nvPicPr>
                      <p:cNvPr id="362502" name="Object 6">
                        <a:extLst>
                          <a:ext uri="{FF2B5EF4-FFF2-40B4-BE49-F238E27FC236}">
                            <a16:creationId xmlns:a16="http://schemas.microsoft.com/office/drawing/2014/main" id="{BD59AB0D-91EB-F1BA-70F5-CA381E0300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4508501"/>
                        <a:ext cx="1824037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2503" name="Object 7">
            <a:extLst>
              <a:ext uri="{FF2B5EF4-FFF2-40B4-BE49-F238E27FC236}">
                <a16:creationId xmlns:a16="http://schemas.microsoft.com/office/drawing/2014/main" id="{9F024AEB-7AD8-DCB2-40DC-4BCA274FF7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1314" y="4437064"/>
          <a:ext cx="2085975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4" r:id="rId7" imgW="18719800" imgH="5270500" progId="Equation.3">
                  <p:embed/>
                </p:oleObj>
              </mc:Choice>
              <mc:Fallback>
                <p:oleObj r:id="rId7" imgW="18719800" imgH="5270500" progId="Equation.3">
                  <p:embed/>
                  <p:pic>
                    <p:nvPicPr>
                      <p:cNvPr id="362503" name="Object 7">
                        <a:extLst>
                          <a:ext uri="{FF2B5EF4-FFF2-40B4-BE49-F238E27FC236}">
                            <a16:creationId xmlns:a16="http://schemas.microsoft.com/office/drawing/2014/main" id="{9F024AEB-7AD8-DCB2-40DC-4BCA274FF7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4" y="4437064"/>
                        <a:ext cx="2085975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2504" name="Object 8">
            <a:extLst>
              <a:ext uri="{FF2B5EF4-FFF2-40B4-BE49-F238E27FC236}">
                <a16:creationId xmlns:a16="http://schemas.microsoft.com/office/drawing/2014/main" id="{259F889F-FD10-119B-7709-8C1BC746BF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72264" y="4476750"/>
          <a:ext cx="287972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5" r:id="rId9" imgW="25158700" imgH="4686300" progId="Equation.3">
                  <p:embed/>
                </p:oleObj>
              </mc:Choice>
              <mc:Fallback>
                <p:oleObj r:id="rId9" imgW="25158700" imgH="4686300" progId="Equation.3">
                  <p:embed/>
                  <p:pic>
                    <p:nvPicPr>
                      <p:cNvPr id="362504" name="Object 8">
                        <a:extLst>
                          <a:ext uri="{FF2B5EF4-FFF2-40B4-BE49-F238E27FC236}">
                            <a16:creationId xmlns:a16="http://schemas.microsoft.com/office/drawing/2014/main" id="{259F889F-FD10-119B-7709-8C1BC746BF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4" y="4476750"/>
                        <a:ext cx="2879725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2505" name="Rectangle 9">
            <a:extLst>
              <a:ext uri="{FF2B5EF4-FFF2-40B4-BE49-F238E27FC236}">
                <a16:creationId xmlns:a16="http://schemas.microsoft.com/office/drawing/2014/main" id="{52CB7BFE-2077-0612-F016-663F8BB59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2349500"/>
            <a:ext cx="69215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lang="zh-CN" altLang="en-US" sz="3600" b="1">
                <a:solidFill>
                  <a:srgbClr val="66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因为总体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800" b="1">
                <a:solidFill>
                  <a:srgbClr val="007A7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分布，即：</a:t>
            </a:r>
            <a:r>
              <a:rPr lang="zh-CN" altLang="en-US" sz="32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pSp>
        <p:nvGrpSpPr>
          <p:cNvPr id="362506" name="Group 10">
            <a:extLst>
              <a:ext uri="{FF2B5EF4-FFF2-40B4-BE49-F238E27FC236}">
                <a16:creationId xmlns:a16="http://schemas.microsoft.com/office/drawing/2014/main" id="{2AF29135-FC56-8EE3-3DC9-B1B534FF6E2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79650" y="3429001"/>
            <a:ext cx="5894388" cy="561975"/>
            <a:chOff x="0" y="0"/>
            <a:chExt cx="3713" cy="354"/>
          </a:xfrm>
        </p:grpSpPr>
        <p:graphicFrame>
          <p:nvGraphicFramePr>
            <p:cNvPr id="362507" name="Object 11">
              <a:extLst>
                <a:ext uri="{FF2B5EF4-FFF2-40B4-BE49-F238E27FC236}">
                  <a16:creationId xmlns:a16="http://schemas.microsoft.com/office/drawing/2014/main" id="{4BECB197-37AB-A53E-24A6-33A86C7128F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0" y="0"/>
            <a:ext cx="2522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16" r:id="rId11" imgW="37452300" imgH="5270500" progId="Equation.3">
                    <p:embed/>
                  </p:oleObj>
                </mc:Choice>
                <mc:Fallback>
                  <p:oleObj r:id="rId11" imgW="37452300" imgH="5270500" progId="Equation.3">
                    <p:embed/>
                    <p:pic>
                      <p:nvPicPr>
                        <p:cNvPr id="362507" name="Object 11">
                          <a:extLst>
                            <a:ext uri="{FF2B5EF4-FFF2-40B4-BE49-F238E27FC236}">
                              <a16:creationId xmlns:a16="http://schemas.microsoft.com/office/drawing/2014/main" id="{4BECB197-37AB-A53E-24A6-33A86C7128F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2522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2508" name="Object 12">
              <a:extLst>
                <a:ext uri="{FF2B5EF4-FFF2-40B4-BE49-F238E27FC236}">
                  <a16:creationId xmlns:a16="http://schemas.microsoft.com/office/drawing/2014/main" id="{F132942F-B242-0E52-9154-23405DE986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67" y="0"/>
            <a:ext cx="946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17" r:id="rId13" imgW="14046200" imgH="4686300" progId="Equation.3">
                    <p:embed/>
                  </p:oleObj>
                </mc:Choice>
                <mc:Fallback>
                  <p:oleObj r:id="rId13" imgW="14046200" imgH="4686300" progId="Equation.3">
                    <p:embed/>
                    <p:pic>
                      <p:nvPicPr>
                        <p:cNvPr id="362508" name="Object 12">
                          <a:extLst>
                            <a:ext uri="{FF2B5EF4-FFF2-40B4-BE49-F238E27FC236}">
                              <a16:creationId xmlns:a16="http://schemas.microsoft.com/office/drawing/2014/main" id="{F132942F-B242-0E52-9154-23405DE986B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7" y="0"/>
                          <a:ext cx="946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62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2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62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6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62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62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505" grpId="0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3522" name="Group 2">
            <a:extLst>
              <a:ext uri="{FF2B5EF4-FFF2-40B4-BE49-F238E27FC236}">
                <a16:creationId xmlns:a16="http://schemas.microsoft.com/office/drawing/2014/main" id="{2D764BE6-E307-7972-1775-6A684A0BB3E8}"/>
              </a:ext>
            </a:extLst>
          </p:cNvPr>
          <p:cNvGrpSpPr>
            <a:grpSpLocks/>
          </p:cNvGrpSpPr>
          <p:nvPr/>
        </p:nvGrpSpPr>
        <p:grpSpPr bwMode="auto">
          <a:xfrm>
            <a:off x="1919288" y="331788"/>
            <a:ext cx="5040312" cy="576263"/>
            <a:chOff x="0" y="-1"/>
            <a:chExt cx="3175" cy="363"/>
          </a:xfrm>
        </p:grpSpPr>
        <p:graphicFrame>
          <p:nvGraphicFramePr>
            <p:cNvPr id="363523" name="Object 3">
              <a:extLst>
                <a:ext uri="{FF2B5EF4-FFF2-40B4-BE49-F238E27FC236}">
                  <a16:creationId xmlns:a16="http://schemas.microsoft.com/office/drawing/2014/main" id="{A2D64B30-FCD9-4A64-91D6-14D5F491F0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0" y="0"/>
            <a:ext cx="2585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443" r:id="rId3" imgW="39204900" imgH="5562600" progId="Equation.3">
                    <p:embed/>
                  </p:oleObj>
                </mc:Choice>
                <mc:Fallback>
                  <p:oleObj r:id="rId3" imgW="39204900" imgH="5562600" progId="Equation.3">
                    <p:embed/>
                    <p:pic>
                      <p:nvPicPr>
                        <p:cNvPr id="363523" name="Object 3">
                          <a:extLst>
                            <a:ext uri="{FF2B5EF4-FFF2-40B4-BE49-F238E27FC236}">
                              <a16:creationId xmlns:a16="http://schemas.microsoft.com/office/drawing/2014/main" id="{A2D64B30-FCD9-4A64-91D6-14D5F491F04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0" y="0"/>
                          <a:ext cx="2585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3524" name="Rectangle 4">
              <a:extLst>
                <a:ext uri="{FF2B5EF4-FFF2-40B4-BE49-F238E27FC236}">
                  <a16:creationId xmlns:a16="http://schemas.microsoft.com/office/drawing/2014/main" id="{02C5E197-396C-F59D-B625-D14D294BB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-1"/>
              <a:ext cx="54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而   </a:t>
              </a:r>
            </a:p>
          </p:txBody>
        </p:sp>
      </p:grpSp>
      <p:grpSp>
        <p:nvGrpSpPr>
          <p:cNvPr id="363525" name="Group 5">
            <a:extLst>
              <a:ext uri="{FF2B5EF4-FFF2-40B4-BE49-F238E27FC236}">
                <a16:creationId xmlns:a16="http://schemas.microsoft.com/office/drawing/2014/main" id="{B503642C-6227-DCDA-7A8F-6BE24250E2B4}"/>
              </a:ext>
            </a:extLst>
          </p:cNvPr>
          <p:cNvGrpSpPr>
            <a:grpSpLocks/>
          </p:cNvGrpSpPr>
          <p:nvPr/>
        </p:nvGrpSpPr>
        <p:grpSpPr bwMode="auto">
          <a:xfrm>
            <a:off x="1847851" y="1268414"/>
            <a:ext cx="6049963" cy="536575"/>
            <a:chOff x="0" y="0"/>
            <a:chExt cx="3485" cy="338"/>
          </a:xfrm>
        </p:grpSpPr>
        <p:graphicFrame>
          <p:nvGraphicFramePr>
            <p:cNvPr id="363526" name="Object 6">
              <a:extLst>
                <a:ext uri="{FF2B5EF4-FFF2-40B4-BE49-F238E27FC236}">
                  <a16:creationId xmlns:a16="http://schemas.microsoft.com/office/drawing/2014/main" id="{E2C8B8CB-8927-052B-9C97-90CE1B45637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9" y="0"/>
            <a:ext cx="635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444" r:id="rId5" imgW="10236200" imgH="5562600" progId="Equation.3">
                    <p:embed/>
                  </p:oleObj>
                </mc:Choice>
                <mc:Fallback>
                  <p:oleObj r:id="rId5" imgW="10236200" imgH="5562600" progId="Equation.3">
                    <p:embed/>
                    <p:pic>
                      <p:nvPicPr>
                        <p:cNvPr id="363526" name="Object 6">
                          <a:extLst>
                            <a:ext uri="{FF2B5EF4-FFF2-40B4-BE49-F238E27FC236}">
                              <a16:creationId xmlns:a16="http://schemas.microsoft.com/office/drawing/2014/main" id="{E2C8B8CB-8927-052B-9C97-90CE1B45637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9" y="0"/>
                          <a:ext cx="635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3527" name="Rectangle 7">
              <a:extLst>
                <a:ext uri="{FF2B5EF4-FFF2-40B4-BE49-F238E27FC236}">
                  <a16:creationId xmlns:a16="http://schemas.microsoft.com/office/drawing/2014/main" id="{AEA8E96C-D137-EE2C-6788-035B40881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所以</a:t>
              </a:r>
            </a:p>
          </p:txBody>
        </p:sp>
        <p:sp>
          <p:nvSpPr>
            <p:cNvPr id="363528" name="Rectangle 8">
              <a:extLst>
                <a:ext uri="{FF2B5EF4-FFF2-40B4-BE49-F238E27FC236}">
                  <a16:creationId xmlns:a16="http://schemas.microsoft.com/office/drawing/2014/main" id="{AE9F3BC0-9A5D-4C5F-7E50-542DD00F5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" y="0"/>
              <a:ext cx="2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是参数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 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的无偏估计量</a:t>
              </a:r>
            </a:p>
          </p:txBody>
        </p:sp>
      </p:grpSp>
      <p:grpSp>
        <p:nvGrpSpPr>
          <p:cNvPr id="363529" name="Group 9">
            <a:extLst>
              <a:ext uri="{FF2B5EF4-FFF2-40B4-BE49-F238E27FC236}">
                <a16:creationId xmlns:a16="http://schemas.microsoft.com/office/drawing/2014/main" id="{E72F1FDB-3538-BADC-FF58-73FB9D531B62}"/>
              </a:ext>
            </a:extLst>
          </p:cNvPr>
          <p:cNvGrpSpPr>
            <a:grpSpLocks/>
          </p:cNvGrpSpPr>
          <p:nvPr/>
        </p:nvGrpSpPr>
        <p:grpSpPr bwMode="auto">
          <a:xfrm>
            <a:off x="1919289" y="2274888"/>
            <a:ext cx="2738437" cy="533401"/>
            <a:chOff x="0" y="-1"/>
            <a:chExt cx="1725" cy="336"/>
          </a:xfrm>
        </p:grpSpPr>
        <p:sp>
          <p:nvSpPr>
            <p:cNvPr id="363530" name="Rectangle 10">
              <a:extLst>
                <a:ext uri="{FF2B5EF4-FFF2-40B4-BE49-F238E27FC236}">
                  <a16:creationId xmlns:a16="http://schemas.microsoft.com/office/drawing/2014/main" id="{2990EA11-7526-0BCD-109D-B96F54C32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-1"/>
              <a:ext cx="47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且  </a:t>
              </a:r>
            </a:p>
          </p:txBody>
        </p:sp>
        <p:graphicFrame>
          <p:nvGraphicFramePr>
            <p:cNvPr id="363531" name="Object 11">
              <a:extLst>
                <a:ext uri="{FF2B5EF4-FFF2-40B4-BE49-F238E27FC236}">
                  <a16:creationId xmlns:a16="http://schemas.microsoft.com/office/drawing/2014/main" id="{533E1D08-BB98-B594-BE0A-BAB13B3107C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4" y="0"/>
            <a:ext cx="1271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445" r:id="rId7" imgW="20777200" imgH="5562600" progId="Equation.3">
                    <p:embed/>
                  </p:oleObj>
                </mc:Choice>
                <mc:Fallback>
                  <p:oleObj r:id="rId7" imgW="20777200" imgH="5562600" progId="Equation.3">
                    <p:embed/>
                    <p:pic>
                      <p:nvPicPr>
                        <p:cNvPr id="363531" name="Object 11">
                          <a:extLst>
                            <a:ext uri="{FF2B5EF4-FFF2-40B4-BE49-F238E27FC236}">
                              <a16:creationId xmlns:a16="http://schemas.microsoft.com/office/drawing/2014/main" id="{533E1D08-BB98-B594-BE0A-BAB13B3107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" y="0"/>
                          <a:ext cx="1271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63532" name="Object 12">
            <a:extLst>
              <a:ext uri="{FF2B5EF4-FFF2-40B4-BE49-F238E27FC236}">
                <a16:creationId xmlns:a16="http://schemas.microsoft.com/office/drawing/2014/main" id="{1D99AF5D-05CE-E1A6-1E9D-E885074E23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6138" y="2133600"/>
          <a:ext cx="12954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6" r:id="rId9" imgW="13169900" imgH="9359900" progId="Equation.3">
                  <p:embed/>
                </p:oleObj>
              </mc:Choice>
              <mc:Fallback>
                <p:oleObj r:id="rId9" imgW="13169900" imgH="9359900" progId="Equation.3">
                  <p:embed/>
                  <p:pic>
                    <p:nvPicPr>
                      <p:cNvPr id="363532" name="Object 12">
                        <a:extLst>
                          <a:ext uri="{FF2B5EF4-FFF2-40B4-BE49-F238E27FC236}">
                            <a16:creationId xmlns:a16="http://schemas.microsoft.com/office/drawing/2014/main" id="{1D99AF5D-05CE-E1A6-1E9D-E885074E23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138" y="2133600"/>
                        <a:ext cx="129540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33" name="Object 13">
            <a:extLst>
              <a:ext uri="{FF2B5EF4-FFF2-40B4-BE49-F238E27FC236}">
                <a16:creationId xmlns:a16="http://schemas.microsoft.com/office/drawing/2014/main" id="{5E1E1952-4CAC-26C9-C145-47C4C724A2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1538" y="2060576"/>
          <a:ext cx="187325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7" r:id="rId11" imgW="16675100" imgH="9359900" progId="Equation.3">
                  <p:embed/>
                </p:oleObj>
              </mc:Choice>
              <mc:Fallback>
                <p:oleObj r:id="rId11" imgW="16675100" imgH="9359900" progId="Equation.3">
                  <p:embed/>
                  <p:pic>
                    <p:nvPicPr>
                      <p:cNvPr id="363533" name="Object 13">
                        <a:extLst>
                          <a:ext uri="{FF2B5EF4-FFF2-40B4-BE49-F238E27FC236}">
                            <a16:creationId xmlns:a16="http://schemas.microsoft.com/office/drawing/2014/main" id="{5E1E1952-4CAC-26C9-C145-47C4C724A2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538" y="2060576"/>
                        <a:ext cx="1873250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3534" name="Group 14">
            <a:extLst>
              <a:ext uri="{FF2B5EF4-FFF2-40B4-BE49-F238E27FC236}">
                <a16:creationId xmlns:a16="http://schemas.microsoft.com/office/drawing/2014/main" id="{6ADBF94A-CE92-C6F4-3E07-3B64C71835DD}"/>
              </a:ext>
            </a:extLst>
          </p:cNvPr>
          <p:cNvGrpSpPr>
            <a:grpSpLocks/>
          </p:cNvGrpSpPr>
          <p:nvPr/>
        </p:nvGrpSpPr>
        <p:grpSpPr bwMode="auto">
          <a:xfrm>
            <a:off x="1774826" y="3211512"/>
            <a:ext cx="6697663" cy="561976"/>
            <a:chOff x="0" y="-1"/>
            <a:chExt cx="4219" cy="354"/>
          </a:xfrm>
        </p:grpSpPr>
        <p:sp>
          <p:nvSpPr>
            <p:cNvPr id="363535" name="Rectangle 15">
              <a:extLst>
                <a:ext uri="{FF2B5EF4-FFF2-40B4-BE49-F238E27FC236}">
                  <a16:creationId xmlns:a16="http://schemas.microsoft.com/office/drawing/2014/main" id="{F9094099-701F-08C6-B176-83BAD6B7D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-1"/>
              <a:ext cx="47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又  </a:t>
              </a:r>
            </a:p>
          </p:txBody>
        </p:sp>
        <p:graphicFrame>
          <p:nvGraphicFramePr>
            <p:cNvPr id="363536" name="Object 16">
              <a:extLst>
                <a:ext uri="{FF2B5EF4-FFF2-40B4-BE49-F238E27FC236}">
                  <a16:creationId xmlns:a16="http://schemas.microsoft.com/office/drawing/2014/main" id="{47D636E0-3AD7-A701-E6C1-C99EB33D99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4" y="45"/>
            <a:ext cx="3765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448" r:id="rId13" imgW="56464200" imgH="4686300" progId="Equation.3">
                    <p:embed/>
                  </p:oleObj>
                </mc:Choice>
                <mc:Fallback>
                  <p:oleObj r:id="rId13" imgW="56464200" imgH="4686300" progId="Equation.3">
                    <p:embed/>
                    <p:pic>
                      <p:nvPicPr>
                        <p:cNvPr id="363536" name="Object 16">
                          <a:extLst>
                            <a:ext uri="{FF2B5EF4-FFF2-40B4-BE49-F238E27FC236}">
                              <a16:creationId xmlns:a16="http://schemas.microsoft.com/office/drawing/2014/main" id="{47D636E0-3AD7-A701-E6C1-C99EB33D991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" y="45"/>
                          <a:ext cx="3765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63537" name="Object 17">
            <a:extLst>
              <a:ext uri="{FF2B5EF4-FFF2-40B4-BE49-F238E27FC236}">
                <a16:creationId xmlns:a16="http://schemas.microsoft.com/office/drawing/2014/main" id="{457A2619-E4B8-B0C8-06A3-82F2E383B3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4" y="4005264"/>
          <a:ext cx="4537075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9" r:id="rId15" imgW="46812200" imgH="9944100" progId="Equation.3">
                  <p:embed/>
                </p:oleObj>
              </mc:Choice>
              <mc:Fallback>
                <p:oleObj r:id="rId15" imgW="46812200" imgH="9944100" progId="Equation.3">
                  <p:embed/>
                  <p:pic>
                    <p:nvPicPr>
                      <p:cNvPr id="363537" name="Object 17">
                        <a:extLst>
                          <a:ext uri="{FF2B5EF4-FFF2-40B4-BE49-F238E27FC236}">
                            <a16:creationId xmlns:a16="http://schemas.microsoft.com/office/drawing/2014/main" id="{457A2619-E4B8-B0C8-06A3-82F2E383B3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4005264"/>
                        <a:ext cx="4537075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63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63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63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63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63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63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63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>
            <a:extLst>
              <a:ext uri="{FF2B5EF4-FFF2-40B4-BE49-F238E27FC236}">
                <a16:creationId xmlns:a16="http://schemas.microsoft.com/office/drawing/2014/main" id="{D3318E84-81F2-5789-2153-A44F72DAD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6956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64547" name="Object 3">
            <a:extLst>
              <a:ext uri="{FF2B5EF4-FFF2-40B4-BE49-F238E27FC236}">
                <a16:creationId xmlns:a16="http://schemas.microsoft.com/office/drawing/2014/main" id="{8EB28202-37BC-B632-EB60-B6FC4297C8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0" y="260351"/>
          <a:ext cx="5545138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0" r:id="rId3" imgW="59690000" imgH="9944100" progId="Equation.3">
                  <p:embed/>
                </p:oleObj>
              </mc:Choice>
              <mc:Fallback>
                <p:oleObj r:id="rId3" imgW="59690000" imgH="9944100" progId="Equation.3">
                  <p:embed/>
                  <p:pic>
                    <p:nvPicPr>
                      <p:cNvPr id="364547" name="Object 3">
                        <a:extLst>
                          <a:ext uri="{FF2B5EF4-FFF2-40B4-BE49-F238E27FC236}">
                            <a16:creationId xmlns:a16="http://schemas.microsoft.com/office/drawing/2014/main" id="{8EB28202-37BC-B632-EB60-B6FC4297C8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260351"/>
                        <a:ext cx="5545138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48" name="Object 4">
            <a:extLst>
              <a:ext uri="{FF2B5EF4-FFF2-40B4-BE49-F238E27FC236}">
                <a16:creationId xmlns:a16="http://schemas.microsoft.com/office/drawing/2014/main" id="{178D3B23-FE14-0D74-1ECA-6F3483054E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9289" y="1341438"/>
          <a:ext cx="5113337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1" r:id="rId5" imgW="50025300" imgH="10528300" progId="Equation.3">
                  <p:embed/>
                </p:oleObj>
              </mc:Choice>
              <mc:Fallback>
                <p:oleObj r:id="rId5" imgW="50025300" imgH="10528300" progId="Equation.3">
                  <p:embed/>
                  <p:pic>
                    <p:nvPicPr>
                      <p:cNvPr id="364548" name="Object 4">
                        <a:extLst>
                          <a:ext uri="{FF2B5EF4-FFF2-40B4-BE49-F238E27FC236}">
                            <a16:creationId xmlns:a16="http://schemas.microsoft.com/office/drawing/2014/main" id="{178D3B23-FE14-0D74-1ECA-6F3483054E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9" y="1341438"/>
                        <a:ext cx="5113337" cy="107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4549" name="Rectangle 5">
            <a:extLst>
              <a:ext uri="{FF2B5EF4-FFF2-40B4-BE49-F238E27FC236}">
                <a16:creationId xmlns:a16="http://schemas.microsoft.com/office/drawing/2014/main" id="{70A89BED-5BD5-B8AB-551F-9C3EF723F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6956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64550" name="Object 6">
            <a:extLst>
              <a:ext uri="{FF2B5EF4-FFF2-40B4-BE49-F238E27FC236}">
                <a16:creationId xmlns:a16="http://schemas.microsoft.com/office/drawing/2014/main" id="{54F46779-A6FB-4E84-58CA-676A459D01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9288" y="2708275"/>
          <a:ext cx="532765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2" r:id="rId7" imgW="57924700" imgH="10528300" progId="Equation.3">
                  <p:embed/>
                </p:oleObj>
              </mc:Choice>
              <mc:Fallback>
                <p:oleObj r:id="rId7" imgW="57924700" imgH="10528300" progId="Equation.3">
                  <p:embed/>
                  <p:pic>
                    <p:nvPicPr>
                      <p:cNvPr id="364550" name="Object 6">
                        <a:extLst>
                          <a:ext uri="{FF2B5EF4-FFF2-40B4-BE49-F238E27FC236}">
                            <a16:creationId xmlns:a16="http://schemas.microsoft.com/office/drawing/2014/main" id="{54F46779-A6FB-4E84-58CA-676A459D01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2708275"/>
                        <a:ext cx="532765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51" name="Object 7">
            <a:extLst>
              <a:ext uri="{FF2B5EF4-FFF2-40B4-BE49-F238E27FC236}">
                <a16:creationId xmlns:a16="http://schemas.microsoft.com/office/drawing/2014/main" id="{4E627197-1FFE-C020-8C17-A480DA861F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0" y="3933826"/>
          <a:ext cx="5689600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3" r:id="rId9" imgW="62903100" imgH="10528300" progId="Equation.3">
                  <p:embed/>
                </p:oleObj>
              </mc:Choice>
              <mc:Fallback>
                <p:oleObj r:id="rId9" imgW="62903100" imgH="10528300" progId="Equation.3">
                  <p:embed/>
                  <p:pic>
                    <p:nvPicPr>
                      <p:cNvPr id="364551" name="Object 7">
                        <a:extLst>
                          <a:ext uri="{FF2B5EF4-FFF2-40B4-BE49-F238E27FC236}">
                            <a16:creationId xmlns:a16="http://schemas.microsoft.com/office/drawing/2014/main" id="{4E627197-1FFE-C020-8C17-A480DA861F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3933826"/>
                        <a:ext cx="5689600" cy="95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52" name="Object 8">
            <a:extLst>
              <a:ext uri="{FF2B5EF4-FFF2-40B4-BE49-F238E27FC236}">
                <a16:creationId xmlns:a16="http://schemas.microsoft.com/office/drawing/2014/main" id="{6E207799-2EE7-C74C-ABC0-09A41284C5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3" y="5084764"/>
          <a:ext cx="4208462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4" r:id="rId11" imgW="43599100" imgH="10236200" progId="Equation.3">
                  <p:embed/>
                </p:oleObj>
              </mc:Choice>
              <mc:Fallback>
                <p:oleObj r:id="rId11" imgW="43599100" imgH="10236200" progId="Equation.3">
                  <p:embed/>
                  <p:pic>
                    <p:nvPicPr>
                      <p:cNvPr id="364552" name="Object 8">
                        <a:extLst>
                          <a:ext uri="{FF2B5EF4-FFF2-40B4-BE49-F238E27FC236}">
                            <a16:creationId xmlns:a16="http://schemas.microsoft.com/office/drawing/2014/main" id="{6E207799-2EE7-C74C-ABC0-09A41284C5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5084764"/>
                        <a:ext cx="4208462" cy="979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53" name="Object 9">
            <a:extLst>
              <a:ext uri="{FF2B5EF4-FFF2-40B4-BE49-F238E27FC236}">
                <a16:creationId xmlns:a16="http://schemas.microsoft.com/office/drawing/2014/main" id="{88BAB8B5-3794-88BF-8173-48E760AA95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00825" y="5013326"/>
          <a:ext cx="1543050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5" r:id="rId13" imgW="16675100" imgH="9944100" progId="Equation.3">
                  <p:embed/>
                </p:oleObj>
              </mc:Choice>
              <mc:Fallback>
                <p:oleObj r:id="rId13" imgW="16675100" imgH="9944100" progId="Equation.3">
                  <p:embed/>
                  <p:pic>
                    <p:nvPicPr>
                      <p:cNvPr id="364553" name="Object 9">
                        <a:extLst>
                          <a:ext uri="{FF2B5EF4-FFF2-40B4-BE49-F238E27FC236}">
                            <a16:creationId xmlns:a16="http://schemas.microsoft.com/office/drawing/2014/main" id="{88BAB8B5-3794-88BF-8173-48E760AA95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825" y="5013326"/>
                        <a:ext cx="1543050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64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1000"/>
                                        <p:tgtEl>
                                          <p:spTgt spid="364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1000"/>
                                        <p:tgtEl>
                                          <p:spTgt spid="364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1000"/>
                                        <p:tgtEl>
                                          <p:spTgt spid="364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1000"/>
                                        <p:tgtEl>
                                          <p:spTgt spid="364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1000"/>
                                        <p:tgtEl>
                                          <p:spTgt spid="364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5570" name="Object 2">
            <a:extLst>
              <a:ext uri="{FF2B5EF4-FFF2-40B4-BE49-F238E27FC236}">
                <a16:creationId xmlns:a16="http://schemas.microsoft.com/office/drawing/2014/main" id="{C287C1F5-ADB5-EC96-3FA3-C5C5C2B0C8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692151"/>
          <a:ext cx="68580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7" r:id="rId3" imgW="5270500" imgH="4394200" progId="Equation.3">
                  <p:embed/>
                </p:oleObj>
              </mc:Choice>
              <mc:Fallback>
                <p:oleObj r:id="rId3" imgW="5270500" imgH="4394200" progId="Equation.3">
                  <p:embed/>
                  <p:pic>
                    <p:nvPicPr>
                      <p:cNvPr id="365570" name="Object 2">
                        <a:extLst>
                          <a:ext uri="{FF2B5EF4-FFF2-40B4-BE49-F238E27FC236}">
                            <a16:creationId xmlns:a16="http://schemas.microsoft.com/office/drawing/2014/main" id="{C287C1F5-ADB5-EC96-3FA3-C5C5C2B0C8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692151"/>
                        <a:ext cx="68580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71" name="Object 3">
            <a:extLst>
              <a:ext uri="{FF2B5EF4-FFF2-40B4-BE49-F238E27FC236}">
                <a16:creationId xmlns:a16="http://schemas.microsoft.com/office/drawing/2014/main" id="{B5BC8900-F6C2-3603-1397-3271587992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0013" y="476250"/>
          <a:ext cx="3529012" cy="1404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8" r:id="rId5" imgW="35394900" imgH="14046200" progId="Equation.3">
                  <p:embed/>
                </p:oleObj>
              </mc:Choice>
              <mc:Fallback>
                <p:oleObj r:id="rId5" imgW="35394900" imgH="14046200" progId="Equation.3">
                  <p:embed/>
                  <p:pic>
                    <p:nvPicPr>
                      <p:cNvPr id="365571" name="Object 3">
                        <a:extLst>
                          <a:ext uri="{FF2B5EF4-FFF2-40B4-BE49-F238E27FC236}">
                            <a16:creationId xmlns:a16="http://schemas.microsoft.com/office/drawing/2014/main" id="{B5BC8900-F6C2-3603-1397-3271587992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476250"/>
                        <a:ext cx="3529012" cy="1404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72" name="Object 4">
            <a:extLst>
              <a:ext uri="{FF2B5EF4-FFF2-40B4-BE49-F238E27FC236}">
                <a16:creationId xmlns:a16="http://schemas.microsoft.com/office/drawing/2014/main" id="{48B16872-3929-27A1-3492-506130DACE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4113" y="2420938"/>
          <a:ext cx="165576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9" r:id="rId7" imgW="16675100" imgH="9359900" progId="Equation.3">
                  <p:embed/>
                </p:oleObj>
              </mc:Choice>
              <mc:Fallback>
                <p:oleObj r:id="rId7" imgW="16675100" imgH="9359900" progId="Equation.3">
                  <p:embed/>
                  <p:pic>
                    <p:nvPicPr>
                      <p:cNvPr id="365572" name="Object 4">
                        <a:extLst>
                          <a:ext uri="{FF2B5EF4-FFF2-40B4-BE49-F238E27FC236}">
                            <a16:creationId xmlns:a16="http://schemas.microsoft.com/office/drawing/2014/main" id="{48B16872-3929-27A1-3492-506130DACE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2420938"/>
                        <a:ext cx="1655762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73" name="Object 5">
            <a:extLst>
              <a:ext uri="{FF2B5EF4-FFF2-40B4-BE49-F238E27FC236}">
                <a16:creationId xmlns:a16="http://schemas.microsoft.com/office/drawing/2014/main" id="{07E5B414-CCB8-831F-C51F-D88CEECC22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4338" y="2636839"/>
          <a:ext cx="1223962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0" r:id="rId9" imgW="11696700" imgH="4978400" progId="Equation.3">
                  <p:embed/>
                </p:oleObj>
              </mc:Choice>
              <mc:Fallback>
                <p:oleObj r:id="rId9" imgW="11696700" imgH="4978400" progId="Equation.3">
                  <p:embed/>
                  <p:pic>
                    <p:nvPicPr>
                      <p:cNvPr id="365573" name="Object 5">
                        <a:extLst>
                          <a:ext uri="{FF2B5EF4-FFF2-40B4-BE49-F238E27FC236}">
                            <a16:creationId xmlns:a16="http://schemas.microsoft.com/office/drawing/2014/main" id="{07E5B414-CCB8-831F-C51F-D88CEECC22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8" y="2636839"/>
                        <a:ext cx="1223962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5574" name="Group 6">
            <a:extLst>
              <a:ext uri="{FF2B5EF4-FFF2-40B4-BE49-F238E27FC236}">
                <a16:creationId xmlns:a16="http://schemas.microsoft.com/office/drawing/2014/main" id="{1FA82598-023C-C6BB-9D84-535072E4EFFF}"/>
              </a:ext>
            </a:extLst>
          </p:cNvPr>
          <p:cNvGrpSpPr>
            <a:grpSpLocks/>
          </p:cNvGrpSpPr>
          <p:nvPr/>
        </p:nvGrpSpPr>
        <p:grpSpPr bwMode="auto">
          <a:xfrm>
            <a:off x="1919289" y="3789364"/>
            <a:ext cx="7489825" cy="574675"/>
            <a:chOff x="0" y="0"/>
            <a:chExt cx="4718" cy="362"/>
          </a:xfrm>
        </p:grpSpPr>
        <p:sp>
          <p:nvSpPr>
            <p:cNvPr id="365575" name="Rectangle 7">
              <a:extLst>
                <a:ext uri="{FF2B5EF4-FFF2-40B4-BE49-F238E27FC236}">
                  <a16:creationId xmlns:a16="http://schemas.microsoft.com/office/drawing/2014/main" id="{83B2962B-BAA6-E0B3-D1D9-E89F41182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"/>
              <a:ext cx="70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所以</a:t>
              </a:r>
            </a:p>
          </p:txBody>
        </p:sp>
        <p:graphicFrame>
          <p:nvGraphicFramePr>
            <p:cNvPr id="365576" name="Object 8">
              <a:extLst>
                <a:ext uri="{FF2B5EF4-FFF2-40B4-BE49-F238E27FC236}">
                  <a16:creationId xmlns:a16="http://schemas.microsoft.com/office/drawing/2014/main" id="{F2085282-A155-A2B7-4AE1-7EA40FF47A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0" y="0"/>
            <a:ext cx="680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81" r:id="rId11" imgW="10236200" imgH="5562600" progId="Equation.3">
                    <p:embed/>
                  </p:oleObj>
                </mc:Choice>
                <mc:Fallback>
                  <p:oleObj r:id="rId11" imgW="10236200" imgH="5562600" progId="Equation.3">
                    <p:embed/>
                    <p:pic>
                      <p:nvPicPr>
                        <p:cNvPr id="365576" name="Object 8">
                          <a:extLst>
                            <a:ext uri="{FF2B5EF4-FFF2-40B4-BE49-F238E27FC236}">
                              <a16:creationId xmlns:a16="http://schemas.microsoft.com/office/drawing/2014/main" id="{F2085282-A155-A2B7-4AE1-7EA40FF47A1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0" y="0"/>
                          <a:ext cx="680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5577" name="Rectangle 9">
              <a:extLst>
                <a:ext uri="{FF2B5EF4-FFF2-40B4-BE49-F238E27FC236}">
                  <a16:creationId xmlns:a16="http://schemas.microsoft.com/office/drawing/2014/main" id="{A44EAFD0-D646-3DD8-5D58-B421F08447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6" y="0"/>
              <a:ext cx="340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是参数 </a:t>
              </a:r>
              <a:r>
                <a:rPr lang="en-US" altLang="zh-CN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  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的有效估计量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5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1000"/>
                                        <p:tgtEl>
                                          <p:spTgt spid="365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1000"/>
                                        <p:tgtEl>
                                          <p:spTgt spid="365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1000"/>
                                        <p:tgtEl>
                                          <p:spTgt spid="365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65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>
            <a:extLst>
              <a:ext uri="{FF2B5EF4-FFF2-40B4-BE49-F238E27FC236}">
                <a16:creationId xmlns:a16="http://schemas.microsoft.com/office/drawing/2014/main" id="{C2790623-05B5-34CA-1C7A-6E3095BB0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908051"/>
            <a:ext cx="8496300" cy="201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参数</a:t>
            </a:r>
            <a:r>
              <a:rPr lang="zh-CN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  的估计量是样本的函数，与样本容量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n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有关，我们当然希望，样本容量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n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越大</a:t>
            </a:r>
            <a:r>
              <a:rPr lang="zh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，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估计量与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参数</a:t>
            </a:r>
            <a:r>
              <a:rPr lang="zh-CN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 </a:t>
            </a:r>
            <a:r>
              <a:rPr lang="zh-CN" altLang="en-US" sz="2800" b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的真值的偏差越小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.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这就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有了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一致性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的衡量标准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366595" name="Rectangle 3">
            <a:extLst>
              <a:ext uri="{FF2B5EF4-FFF2-40B4-BE49-F238E27FC236}">
                <a16:creationId xmlns:a16="http://schemas.microsoft.com/office/drawing/2014/main" id="{95E7F53D-E953-F1AC-3F0F-DC47CE71A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260350"/>
            <a:ext cx="3048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三、一致性</a:t>
            </a:r>
          </a:p>
        </p:txBody>
      </p:sp>
      <p:grpSp>
        <p:nvGrpSpPr>
          <p:cNvPr id="366596" name="Group 4">
            <a:extLst>
              <a:ext uri="{FF2B5EF4-FFF2-40B4-BE49-F238E27FC236}">
                <a16:creationId xmlns:a16="http://schemas.microsoft.com/office/drawing/2014/main" id="{818ADC61-C31A-33C2-EDD9-3D26AE2F16FE}"/>
              </a:ext>
            </a:extLst>
          </p:cNvPr>
          <p:cNvGrpSpPr>
            <a:grpSpLocks/>
          </p:cNvGrpSpPr>
          <p:nvPr/>
        </p:nvGrpSpPr>
        <p:grpSpPr bwMode="auto">
          <a:xfrm>
            <a:off x="3143251" y="3068638"/>
            <a:ext cx="7142163" cy="590550"/>
            <a:chOff x="0" y="0"/>
            <a:chExt cx="4499" cy="372"/>
          </a:xfrm>
        </p:grpSpPr>
        <p:sp>
          <p:nvSpPr>
            <p:cNvPr id="366597" name="Text Box 5">
              <a:extLst>
                <a:ext uri="{FF2B5EF4-FFF2-40B4-BE49-F238E27FC236}">
                  <a16:creationId xmlns:a16="http://schemas.microsoft.com/office/drawing/2014/main" id="{F03E2295-3478-4DCB-7F86-529638284A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45"/>
              <a:ext cx="44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设                                 是总体参数</a:t>
              </a:r>
              <a:r>
                <a:rPr lang="zh-CN" altLang="en-US" sz="2800" b="1" i="1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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的估计量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. </a:t>
              </a:r>
            </a:p>
          </p:txBody>
        </p:sp>
        <p:graphicFrame>
          <p:nvGraphicFramePr>
            <p:cNvPr id="366598" name="Object 6">
              <a:extLst>
                <a:ext uri="{FF2B5EF4-FFF2-40B4-BE49-F238E27FC236}">
                  <a16:creationId xmlns:a16="http://schemas.microsoft.com/office/drawing/2014/main" id="{F9AE1D89-99E6-31AB-ACA0-64A3C2C851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8" y="0"/>
            <a:ext cx="1769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494" r:id="rId3" imgW="32473900" imgH="5854700" progId="Equation.3">
                    <p:embed/>
                  </p:oleObj>
                </mc:Choice>
                <mc:Fallback>
                  <p:oleObj r:id="rId3" imgW="32473900" imgH="5854700" progId="Equation.3">
                    <p:embed/>
                    <p:pic>
                      <p:nvPicPr>
                        <p:cNvPr id="366598" name="Object 6">
                          <a:extLst>
                            <a:ext uri="{FF2B5EF4-FFF2-40B4-BE49-F238E27FC236}">
                              <a16:creationId xmlns:a16="http://schemas.microsoft.com/office/drawing/2014/main" id="{F9AE1D89-99E6-31AB-ACA0-64A3C2C8511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" y="0"/>
                          <a:ext cx="1769" cy="3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6599" name="Group 7">
            <a:extLst>
              <a:ext uri="{FF2B5EF4-FFF2-40B4-BE49-F238E27FC236}">
                <a16:creationId xmlns:a16="http://schemas.microsoft.com/office/drawing/2014/main" id="{ECB61E23-F4B6-2447-8469-2829683FC487}"/>
              </a:ext>
            </a:extLst>
          </p:cNvPr>
          <p:cNvGrpSpPr>
            <a:grpSpLocks/>
          </p:cNvGrpSpPr>
          <p:nvPr/>
        </p:nvGrpSpPr>
        <p:grpSpPr bwMode="auto">
          <a:xfrm>
            <a:off x="2063750" y="5157788"/>
            <a:ext cx="7632700" cy="601662"/>
            <a:chOff x="0" y="0"/>
            <a:chExt cx="4808" cy="379"/>
          </a:xfrm>
        </p:grpSpPr>
        <p:sp>
          <p:nvSpPr>
            <p:cNvPr id="366600" name="Text Box 8">
              <a:extLst>
                <a:ext uri="{FF2B5EF4-FFF2-40B4-BE49-F238E27FC236}">
                  <a16:creationId xmlns:a16="http://schemas.microsoft.com/office/drawing/2014/main" id="{8D86706D-FA29-D18C-0FB5-F3536DCD1A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0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则称</a:t>
              </a:r>
            </a:p>
          </p:txBody>
        </p:sp>
        <p:graphicFrame>
          <p:nvGraphicFramePr>
            <p:cNvPr id="366601" name="Object 9">
              <a:extLst>
                <a:ext uri="{FF2B5EF4-FFF2-40B4-BE49-F238E27FC236}">
                  <a16:creationId xmlns:a16="http://schemas.microsoft.com/office/drawing/2014/main" id="{280ACCE4-68B4-7FB5-9282-E69904E1161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9" y="0"/>
            <a:ext cx="224" cy="3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495" r:id="rId5" imgW="2921000" imgH="4978400" progId="Equation.3">
                    <p:embed/>
                  </p:oleObj>
                </mc:Choice>
                <mc:Fallback>
                  <p:oleObj r:id="rId5" imgW="2921000" imgH="4978400" progId="Equation.3">
                    <p:embed/>
                    <p:pic>
                      <p:nvPicPr>
                        <p:cNvPr id="366601" name="Object 9">
                          <a:extLst>
                            <a:ext uri="{FF2B5EF4-FFF2-40B4-BE49-F238E27FC236}">
                              <a16:creationId xmlns:a16="http://schemas.microsoft.com/office/drawing/2014/main" id="{280ACCE4-68B4-7FB5-9282-E69904E1161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9" y="0"/>
                          <a:ext cx="224" cy="3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6602" name="Rectangle 10">
              <a:extLst>
                <a:ext uri="{FF2B5EF4-FFF2-40B4-BE49-F238E27FC236}">
                  <a16:creationId xmlns:a16="http://schemas.microsoft.com/office/drawing/2014/main" id="{F1754BB7-2034-0C52-4A5F-604457B27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" y="45"/>
              <a:ext cx="394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是总体参数</a:t>
              </a:r>
              <a:r>
                <a:rPr lang="zh-CN" altLang="en-US" sz="2800" b="1" i="1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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  的一致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(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或相合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)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估计量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.</a:t>
              </a:r>
            </a:p>
          </p:txBody>
        </p:sp>
      </p:grpSp>
      <p:grpSp>
        <p:nvGrpSpPr>
          <p:cNvPr id="366603" name="Group 11">
            <a:extLst>
              <a:ext uri="{FF2B5EF4-FFF2-40B4-BE49-F238E27FC236}">
                <a16:creationId xmlns:a16="http://schemas.microsoft.com/office/drawing/2014/main" id="{8FD2179A-126B-E0E3-9D25-28CE12E44AFF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3789364"/>
            <a:ext cx="8820150" cy="598487"/>
            <a:chOff x="0" y="0"/>
            <a:chExt cx="5556" cy="377"/>
          </a:xfrm>
        </p:grpSpPr>
        <p:sp>
          <p:nvSpPr>
            <p:cNvPr id="366604" name="Rectangle 12">
              <a:extLst>
                <a:ext uri="{FF2B5EF4-FFF2-40B4-BE49-F238E27FC236}">
                  <a16:creationId xmlns:a16="http://schemas.microsoft.com/office/drawing/2014/main" id="{281EBE99-9AB3-5F5A-EF78-9335166E4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"/>
              <a:ext cx="364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若对于任意的   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, 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当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n 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时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,      </a:t>
              </a:r>
              <a:endPara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366605" name="Object 13">
              <a:extLst>
                <a:ext uri="{FF2B5EF4-FFF2-40B4-BE49-F238E27FC236}">
                  <a16:creationId xmlns:a16="http://schemas.microsoft.com/office/drawing/2014/main" id="{555663E8-96E0-5D5D-9557-6B3A758584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20" y="0"/>
            <a:ext cx="244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496" r:id="rId7" imgW="2921000" imgH="4978400" progId="Equation.3">
                    <p:embed/>
                  </p:oleObj>
                </mc:Choice>
                <mc:Fallback>
                  <p:oleObj r:id="rId7" imgW="2921000" imgH="4978400" progId="Equation.3">
                    <p:embed/>
                    <p:pic>
                      <p:nvPicPr>
                        <p:cNvPr id="366605" name="Object 13">
                          <a:extLst>
                            <a:ext uri="{FF2B5EF4-FFF2-40B4-BE49-F238E27FC236}">
                              <a16:creationId xmlns:a16="http://schemas.microsoft.com/office/drawing/2014/main" id="{555663E8-96E0-5D5D-9557-6B3A7585847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0" y="0"/>
                          <a:ext cx="244" cy="3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6606" name="Text Box 14">
              <a:extLst>
                <a:ext uri="{FF2B5EF4-FFF2-40B4-BE49-F238E27FC236}">
                  <a16:creationId xmlns:a16="http://schemas.microsoft.com/office/drawing/2014/main" id="{F08D2C12-60F7-97EE-3DC5-D62BE9DF0E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2" y="45"/>
              <a:ext cx="20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依概率收敛于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 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  <a:sym typeface="Symbol" pitchFamily="2" charset="2"/>
                </a:rPr>
                <a:t>, </a:t>
              </a:r>
              <a:endPara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366607" name="Text Box 15">
            <a:extLst>
              <a:ext uri="{FF2B5EF4-FFF2-40B4-BE49-F238E27FC236}">
                <a16:creationId xmlns:a16="http://schemas.microsoft.com/office/drawing/2014/main" id="{17F4E1EF-CCAF-4CB6-695F-00745B4700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9" y="3068639"/>
            <a:ext cx="10810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定义</a:t>
            </a:r>
          </a:p>
        </p:txBody>
      </p:sp>
      <p:grpSp>
        <p:nvGrpSpPr>
          <p:cNvPr id="366608" name="Group 16">
            <a:extLst>
              <a:ext uri="{FF2B5EF4-FFF2-40B4-BE49-F238E27FC236}">
                <a16:creationId xmlns:a16="http://schemas.microsoft.com/office/drawing/2014/main" id="{697AC2CF-50FB-6E23-ABB5-63980D094346}"/>
              </a:ext>
            </a:extLst>
          </p:cNvPr>
          <p:cNvGrpSpPr>
            <a:grpSpLocks/>
          </p:cNvGrpSpPr>
          <p:nvPr/>
        </p:nvGrpSpPr>
        <p:grpSpPr bwMode="auto">
          <a:xfrm>
            <a:off x="1919288" y="4508500"/>
            <a:ext cx="7878762" cy="776288"/>
            <a:chOff x="0" y="0"/>
            <a:chExt cx="4963" cy="489"/>
          </a:xfrm>
        </p:grpSpPr>
        <p:graphicFrame>
          <p:nvGraphicFramePr>
            <p:cNvPr id="366609" name="Object 17">
              <a:extLst>
                <a:ext uri="{FF2B5EF4-FFF2-40B4-BE49-F238E27FC236}">
                  <a16:creationId xmlns:a16="http://schemas.microsoft.com/office/drawing/2014/main" id="{000AAA22-C5EF-BD39-F011-B17550CDD1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49" y="0"/>
            <a:ext cx="2514" cy="4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497" r:id="rId9" imgW="32181800" imgH="7315200" progId="Equation.3">
                    <p:embed/>
                  </p:oleObj>
                </mc:Choice>
                <mc:Fallback>
                  <p:oleObj r:id="rId9" imgW="32181800" imgH="7315200" progId="Equation.3">
                    <p:embed/>
                    <p:pic>
                      <p:nvPicPr>
                        <p:cNvPr id="366609" name="Object 17">
                          <a:extLst>
                            <a:ext uri="{FF2B5EF4-FFF2-40B4-BE49-F238E27FC236}">
                              <a16:creationId xmlns:a16="http://schemas.microsoft.com/office/drawing/2014/main" id="{000AAA22-C5EF-BD39-F011-B17550CDD1E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9" y="0"/>
                          <a:ext cx="2514" cy="4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6610" name="Rectangle 18">
              <a:extLst>
                <a:ext uri="{FF2B5EF4-FFF2-40B4-BE49-F238E27FC236}">
                  <a16:creationId xmlns:a16="http://schemas.microsoft.com/office/drawing/2014/main" id="{8E17DDE4-AE10-86E7-5848-D940664ED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5"/>
              <a:ext cx="26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即对于任意正数</a:t>
              </a:r>
              <a:r>
                <a:rPr lang="el-GR" altLang="en-US" sz="2800" b="1" i="1">
                  <a:solidFill>
                    <a:srgbClr val="007A77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_GB2312" pitchFamily="49" charset="-122"/>
                </a:rPr>
                <a:t>ε</a:t>
              </a:r>
              <a:r>
                <a:rPr lang="en-CN" altLang="en-US" sz="2800" b="1" i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en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有</a:t>
              </a:r>
              <a:endPara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1000"/>
                                        <p:tgtEl>
                                          <p:spTgt spid="366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3665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3665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3665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66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366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66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66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66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594" grpId="0" autoUpdateAnimBg="0"/>
      <p:bldP spid="366595" grpId="0" autoUpdateAnimBg="0"/>
      <p:bldP spid="366607" grpId="0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>
            <a:extLst>
              <a:ext uri="{FF2B5EF4-FFF2-40B4-BE49-F238E27FC236}">
                <a16:creationId xmlns:a16="http://schemas.microsoft.com/office/drawing/2014/main" id="{46258249-2E0D-9346-1C99-4FE7B26F5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9" y="1268414"/>
            <a:ext cx="7991475" cy="265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     一致性是对一个估计量的基本要求，若估计量不具有一致性，那么不论将样本容量 </a:t>
            </a:r>
            <a:r>
              <a:rPr lang="en-CN" altLang="en-US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取得多么大，都不能将</a:t>
            </a:r>
            <a:r>
              <a:rPr lang="el-GR" altLang="en-US" sz="2800" b="1" i="1">
                <a:solidFill>
                  <a:srgbClr val="007A77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θ</a:t>
            </a:r>
            <a:r>
              <a:rPr lang="en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估计得足够准确，这样的估计量是不可取的．</a:t>
            </a: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67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618" grpId="0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42" name="Object 2">
            <a:extLst>
              <a:ext uri="{FF2B5EF4-FFF2-40B4-BE49-F238E27FC236}">
                <a16:creationId xmlns:a16="http://schemas.microsoft.com/office/drawing/2014/main" id="{62780166-B6E9-9BBB-87E6-3BF9531F92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9651" y="3284538"/>
          <a:ext cx="3656013" cy="178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60" r:id="rId3" imgW="40373300" imgH="16967200" progId="Equation.3">
                  <p:embed/>
                </p:oleObj>
              </mc:Choice>
              <mc:Fallback>
                <p:oleObj r:id="rId3" imgW="40373300" imgH="16967200" progId="Equation.3">
                  <p:embed/>
                  <p:pic>
                    <p:nvPicPr>
                      <p:cNvPr id="368642" name="Object 2">
                        <a:extLst>
                          <a:ext uri="{FF2B5EF4-FFF2-40B4-BE49-F238E27FC236}">
                            <a16:creationId xmlns:a16="http://schemas.microsoft.com/office/drawing/2014/main" id="{62780166-B6E9-9BBB-87E6-3BF9531F92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1" y="3284538"/>
                        <a:ext cx="3656013" cy="178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43" name="Text Box 3">
            <a:extLst>
              <a:ext uri="{FF2B5EF4-FFF2-40B4-BE49-F238E27FC236}">
                <a16:creationId xmlns:a16="http://schemas.microsoft.com/office/drawing/2014/main" id="{4BFE21FC-6BC8-C3A7-32B1-6E15C391D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6" y="2420939"/>
            <a:ext cx="18002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endParaRPr lang="zh-CN" altLang="en-US" sz="32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  <a:sym typeface="Symbol" pitchFamily="2" charset="2"/>
            </a:endParaRPr>
          </a:p>
        </p:txBody>
      </p:sp>
      <p:grpSp>
        <p:nvGrpSpPr>
          <p:cNvPr id="368644" name="Group 4">
            <a:extLst>
              <a:ext uri="{FF2B5EF4-FFF2-40B4-BE49-F238E27FC236}">
                <a16:creationId xmlns:a16="http://schemas.microsoft.com/office/drawing/2014/main" id="{E4E225B5-5CFD-8C83-72B2-4C2E0F8A1A35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620714"/>
            <a:ext cx="7632700" cy="1455737"/>
            <a:chOff x="0" y="0"/>
            <a:chExt cx="4808" cy="917"/>
          </a:xfrm>
        </p:grpSpPr>
        <p:grpSp>
          <p:nvGrpSpPr>
            <p:cNvPr id="368645" name="Group 5">
              <a:extLst>
                <a:ext uri="{FF2B5EF4-FFF2-40B4-BE49-F238E27FC236}">
                  <a16:creationId xmlns:a16="http://schemas.microsoft.com/office/drawing/2014/main" id="{CA99BA59-7A22-7A9B-1193-946EFBFEDC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4808" cy="917"/>
              <a:chOff x="0" y="0"/>
              <a:chExt cx="4808" cy="917"/>
            </a:xfrm>
          </p:grpSpPr>
          <p:sp>
            <p:nvSpPr>
              <p:cNvPr id="368646" name="Text Box 6">
                <a:extLst>
                  <a:ext uri="{FF2B5EF4-FFF2-40B4-BE49-F238E27FC236}">
                    <a16:creationId xmlns:a16="http://schemas.microsoft.com/office/drawing/2014/main" id="{19BFF6E2-896B-DF1C-AF20-80D4622362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63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3200" b="1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例</a:t>
                </a:r>
                <a:r>
                  <a:rPr lang="en-US" altLang="zh-CN" sz="3200" b="1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7.</a:t>
                </a:r>
              </a:p>
            </p:txBody>
          </p:sp>
          <p:sp>
            <p:nvSpPr>
              <p:cNvPr id="368647" name="Text Box 7">
                <a:extLst>
                  <a:ext uri="{FF2B5EF4-FFF2-40B4-BE49-F238E27FC236}">
                    <a16:creationId xmlns:a16="http://schemas.microsoft.com/office/drawing/2014/main" id="{BA981736-FCE8-2475-E7C6-8F54A338B0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0" y="75"/>
                <a:ext cx="370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设总体</a:t>
                </a:r>
                <a:r>
                  <a:rPr lang="en-US" altLang="zh-CN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X</a:t>
                </a:r>
                <a:r>
                  <a:rPr lang="zh-CN" altLang="en-US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服从参数为     的指数分布，</a:t>
                </a:r>
              </a:p>
            </p:txBody>
          </p:sp>
          <p:sp>
            <p:nvSpPr>
              <p:cNvPr id="368648" name="Text Box 8">
                <a:extLst>
                  <a:ext uri="{FF2B5EF4-FFF2-40B4-BE49-F238E27FC236}">
                    <a16:creationId xmlns:a16="http://schemas.microsoft.com/office/drawing/2014/main" id="{48B677E7-6591-C9D0-F8F6-36129C9F47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590"/>
                <a:ext cx="480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证明     </a:t>
                </a:r>
                <a:r>
                  <a:rPr lang="zh-CN" altLang="en-US" sz="2800" b="1">
                    <a:solidFill>
                      <a:srgbClr val="007A77"/>
                    </a:solidFill>
                    <a:latin typeface="楷体_GB2312" pitchFamily="49" charset="-122"/>
                    <a:ea typeface="楷体_GB2312" pitchFamily="49" charset="-122"/>
                  </a:rPr>
                  <a:t>是</a:t>
                </a:r>
                <a:r>
                  <a:rPr lang="zh-CN" altLang="en-US" sz="2800" b="1" i="1">
                    <a:solidFill>
                      <a:srgbClr val="007A77"/>
                    </a:solidFill>
                    <a:latin typeface="楷体_GB2312" pitchFamily="49" charset="-122"/>
                    <a:ea typeface="楷体_GB2312" pitchFamily="49" charset="-122"/>
                    <a:sym typeface="Symbol" pitchFamily="2" charset="2"/>
                  </a:rPr>
                  <a:t> </a:t>
                </a:r>
                <a:r>
                  <a:rPr lang="zh-CN" altLang="en-US" sz="2800" b="1">
                    <a:solidFill>
                      <a:srgbClr val="007A77"/>
                    </a:solidFill>
                    <a:latin typeface="楷体_GB2312" pitchFamily="49" charset="-122"/>
                    <a:ea typeface="楷体_GB2312" pitchFamily="49" charset="-122"/>
                    <a:sym typeface="Symbol" pitchFamily="2" charset="2"/>
                  </a:rPr>
                  <a:t>的无偏、有效、一致估计量</a:t>
                </a:r>
                <a:r>
                  <a:rPr lang="en-US" altLang="zh-CN" sz="2800" b="1">
                    <a:solidFill>
                      <a:srgbClr val="007A77"/>
                    </a:solidFill>
                    <a:latin typeface="楷体_GB2312" pitchFamily="49" charset="-122"/>
                    <a:ea typeface="楷体_GB2312" pitchFamily="49" charset="-122"/>
                    <a:sym typeface="Symbol" pitchFamily="2" charset="2"/>
                  </a:rPr>
                  <a:t>.</a:t>
                </a:r>
              </a:p>
            </p:txBody>
          </p:sp>
          <p:graphicFrame>
            <p:nvGraphicFramePr>
              <p:cNvPr id="368649" name="Object 9">
                <a:extLst>
                  <a:ext uri="{FF2B5EF4-FFF2-40B4-BE49-F238E27FC236}">
                    <a16:creationId xmlns:a16="http://schemas.microsoft.com/office/drawing/2014/main" id="{8E639776-7E07-6039-ABE8-2590B50B929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98" y="590"/>
              <a:ext cx="224" cy="2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561" r:id="rId5" imgW="4102100" imgH="4394200" progId="Equation.3">
                      <p:embed/>
                    </p:oleObj>
                  </mc:Choice>
                  <mc:Fallback>
                    <p:oleObj r:id="rId5" imgW="4102100" imgH="4394200" progId="Equation.3">
                      <p:embed/>
                      <p:pic>
                        <p:nvPicPr>
                          <p:cNvPr id="368649" name="Object 9">
                            <a:extLst>
                              <a:ext uri="{FF2B5EF4-FFF2-40B4-BE49-F238E27FC236}">
                                <a16:creationId xmlns:a16="http://schemas.microsoft.com/office/drawing/2014/main" id="{8E639776-7E07-6039-ABE8-2590B50B929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8" y="590"/>
                            <a:ext cx="224" cy="2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68650" name="Object 10">
              <a:extLst>
                <a:ext uri="{FF2B5EF4-FFF2-40B4-BE49-F238E27FC236}">
                  <a16:creationId xmlns:a16="http://schemas.microsoft.com/office/drawing/2014/main" id="{F634D6AF-96B1-994B-72B1-7356CBA38B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21" y="91"/>
            <a:ext cx="253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62" r:id="rId7" imgW="2921000" imgH="4102100" progId="Equation.3">
                    <p:embed/>
                  </p:oleObj>
                </mc:Choice>
                <mc:Fallback>
                  <p:oleObj r:id="rId7" imgW="2921000" imgH="4102100" progId="Equation.3">
                    <p:embed/>
                    <p:pic>
                      <p:nvPicPr>
                        <p:cNvPr id="368650" name="Object 10">
                          <a:extLst>
                            <a:ext uri="{FF2B5EF4-FFF2-40B4-BE49-F238E27FC236}">
                              <a16:creationId xmlns:a16="http://schemas.microsoft.com/office/drawing/2014/main" id="{F634D6AF-96B1-994B-72B1-7356CBA38B0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1" y="91"/>
                          <a:ext cx="253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8651" name="Group 11">
            <a:extLst>
              <a:ext uri="{FF2B5EF4-FFF2-40B4-BE49-F238E27FC236}">
                <a16:creationId xmlns:a16="http://schemas.microsoft.com/office/drawing/2014/main" id="{09D02F1E-B509-C6B0-785A-FA6AAF763DBA}"/>
              </a:ext>
            </a:extLst>
          </p:cNvPr>
          <p:cNvGrpSpPr>
            <a:grpSpLocks/>
          </p:cNvGrpSpPr>
          <p:nvPr/>
        </p:nvGrpSpPr>
        <p:grpSpPr bwMode="auto">
          <a:xfrm>
            <a:off x="3071814" y="2492376"/>
            <a:ext cx="6600825" cy="519113"/>
            <a:chOff x="0" y="0"/>
            <a:chExt cx="4158" cy="327"/>
          </a:xfrm>
        </p:grpSpPr>
        <p:sp>
          <p:nvSpPr>
            <p:cNvPr id="368652" name="Text Box 12">
              <a:extLst>
                <a:ext uri="{FF2B5EF4-FFF2-40B4-BE49-F238E27FC236}">
                  <a16:creationId xmlns:a16="http://schemas.microsoft.com/office/drawing/2014/main" id="{14EEA67E-0058-FB92-80D1-9DC867E33C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415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由总体</a:t>
              </a:r>
              <a:r>
                <a:rPr lang="en-US" altLang="zh-CN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服从参数为     的指数分布可知：</a:t>
              </a:r>
            </a:p>
          </p:txBody>
        </p:sp>
        <p:graphicFrame>
          <p:nvGraphicFramePr>
            <p:cNvPr id="368653" name="Object 13">
              <a:extLst>
                <a:ext uri="{FF2B5EF4-FFF2-40B4-BE49-F238E27FC236}">
                  <a16:creationId xmlns:a16="http://schemas.microsoft.com/office/drawing/2014/main" id="{C375AE85-0837-6248-5C78-B3042A76E1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41" y="0"/>
            <a:ext cx="222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563" r:id="rId9" imgW="2921000" imgH="4102100" progId="Equation.3">
                    <p:embed/>
                  </p:oleObj>
                </mc:Choice>
                <mc:Fallback>
                  <p:oleObj r:id="rId9" imgW="2921000" imgH="4102100" progId="Equation.3">
                    <p:embed/>
                    <p:pic>
                      <p:nvPicPr>
                        <p:cNvPr id="368653" name="Object 13">
                          <a:extLst>
                            <a:ext uri="{FF2B5EF4-FFF2-40B4-BE49-F238E27FC236}">
                              <a16:creationId xmlns:a16="http://schemas.microsoft.com/office/drawing/2014/main" id="{C375AE85-0837-6248-5C78-B3042A76E12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1" y="0"/>
                          <a:ext cx="222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68654" name="Object 14">
            <a:extLst>
              <a:ext uri="{FF2B5EF4-FFF2-40B4-BE49-F238E27FC236}">
                <a16:creationId xmlns:a16="http://schemas.microsoft.com/office/drawing/2014/main" id="{3362C265-23CF-145C-91E1-EDE347A8AC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65901" y="3343276"/>
          <a:ext cx="898525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64" r:id="rId10" imgW="10236200" imgH="5270500" progId="Equation.3">
                  <p:embed/>
                </p:oleObj>
              </mc:Choice>
              <mc:Fallback>
                <p:oleObj r:id="rId10" imgW="10236200" imgH="5270500" progId="Equation.3">
                  <p:embed/>
                  <p:pic>
                    <p:nvPicPr>
                      <p:cNvPr id="368654" name="Object 14">
                        <a:extLst>
                          <a:ext uri="{FF2B5EF4-FFF2-40B4-BE49-F238E27FC236}">
                            <a16:creationId xmlns:a16="http://schemas.microsoft.com/office/drawing/2014/main" id="{3362C265-23CF-145C-91E1-EDE347A8AC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01" y="3343276"/>
                        <a:ext cx="898525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55" name="Object 15">
            <a:extLst>
              <a:ext uri="{FF2B5EF4-FFF2-40B4-BE49-F238E27FC236}">
                <a16:creationId xmlns:a16="http://schemas.microsoft.com/office/drawing/2014/main" id="{BD31C2EA-BC45-2DC2-C5E6-EC24802719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4426" y="3357564"/>
          <a:ext cx="116681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65" r:id="rId12" imgW="13462000" imgH="4686300" progId="Equation.3">
                  <p:embed/>
                </p:oleObj>
              </mc:Choice>
              <mc:Fallback>
                <p:oleObj r:id="rId12" imgW="13462000" imgH="4686300" progId="Equation.3">
                  <p:embed/>
                  <p:pic>
                    <p:nvPicPr>
                      <p:cNvPr id="368655" name="Object 15">
                        <a:extLst>
                          <a:ext uri="{FF2B5EF4-FFF2-40B4-BE49-F238E27FC236}">
                            <a16:creationId xmlns:a16="http://schemas.microsoft.com/office/drawing/2014/main" id="{BD31C2EA-BC45-2DC2-C5E6-EC24802719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426" y="3357564"/>
                        <a:ext cx="116681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56" name="Object 16">
            <a:extLst>
              <a:ext uri="{FF2B5EF4-FFF2-40B4-BE49-F238E27FC236}">
                <a16:creationId xmlns:a16="http://schemas.microsoft.com/office/drawing/2014/main" id="{FAA8D993-E710-970D-F998-A4A165D0D9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16950" y="3284538"/>
          <a:ext cx="7048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66" r:id="rId14" imgW="5854700" imgH="4102100" progId="Equation.3">
                  <p:embed/>
                </p:oleObj>
              </mc:Choice>
              <mc:Fallback>
                <p:oleObj r:id="rId14" imgW="5854700" imgH="4102100" progId="Equation.3">
                  <p:embed/>
                  <p:pic>
                    <p:nvPicPr>
                      <p:cNvPr id="368656" name="Object 16">
                        <a:extLst>
                          <a:ext uri="{FF2B5EF4-FFF2-40B4-BE49-F238E27FC236}">
                            <a16:creationId xmlns:a16="http://schemas.microsoft.com/office/drawing/2014/main" id="{FAA8D993-E710-970D-F998-A4A165D0D9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6950" y="3284538"/>
                        <a:ext cx="7048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57" name="Object 17">
            <a:extLst>
              <a:ext uri="{FF2B5EF4-FFF2-40B4-BE49-F238E27FC236}">
                <a16:creationId xmlns:a16="http://schemas.microsoft.com/office/drawing/2014/main" id="{A64D5033-8752-1815-BDCF-F824670D0A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83338" y="4322763"/>
          <a:ext cx="10096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67" r:id="rId16" imgW="9359900" imgH="5562600" progId="Equation.3">
                  <p:embed/>
                </p:oleObj>
              </mc:Choice>
              <mc:Fallback>
                <p:oleObj r:id="rId16" imgW="9359900" imgH="5562600" progId="Equation.3">
                  <p:embed/>
                  <p:pic>
                    <p:nvPicPr>
                      <p:cNvPr id="368657" name="Object 17">
                        <a:extLst>
                          <a:ext uri="{FF2B5EF4-FFF2-40B4-BE49-F238E27FC236}">
                            <a16:creationId xmlns:a16="http://schemas.microsoft.com/office/drawing/2014/main" id="{A64D5033-8752-1815-BDCF-F824670D0A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8" y="4322763"/>
                        <a:ext cx="100965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58" name="Object 18">
            <a:extLst>
              <a:ext uri="{FF2B5EF4-FFF2-40B4-BE49-F238E27FC236}">
                <a16:creationId xmlns:a16="http://schemas.microsoft.com/office/drawing/2014/main" id="{4D2365FD-A0DF-A338-75DA-1AAD8D6F23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9963" y="4076700"/>
          <a:ext cx="1604962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68" r:id="rId18" imgW="14630400" imgH="9359900" progId="Equation.3">
                  <p:embed/>
                </p:oleObj>
              </mc:Choice>
              <mc:Fallback>
                <p:oleObj r:id="rId18" imgW="14630400" imgH="9359900" progId="Equation.3">
                  <p:embed/>
                  <p:pic>
                    <p:nvPicPr>
                      <p:cNvPr id="368658" name="Object 18">
                        <a:extLst>
                          <a:ext uri="{FF2B5EF4-FFF2-40B4-BE49-F238E27FC236}">
                            <a16:creationId xmlns:a16="http://schemas.microsoft.com/office/drawing/2014/main" id="{4D2365FD-A0DF-A338-75DA-1AAD8D6F23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9963" y="4076700"/>
                        <a:ext cx="1604962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59" name="Object 19">
            <a:extLst>
              <a:ext uri="{FF2B5EF4-FFF2-40B4-BE49-F238E27FC236}">
                <a16:creationId xmlns:a16="http://schemas.microsoft.com/office/drawing/2014/main" id="{1416C151-29EF-55B0-7B29-7277FDB320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40800" y="4005263"/>
          <a:ext cx="1036638" cy="114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69" r:id="rId20" imgW="8191500" imgH="9652000" progId="Equation.3">
                  <p:embed/>
                </p:oleObj>
              </mc:Choice>
              <mc:Fallback>
                <p:oleObj r:id="rId20" imgW="8191500" imgH="9652000" progId="Equation.3">
                  <p:embed/>
                  <p:pic>
                    <p:nvPicPr>
                      <p:cNvPr id="368659" name="Object 19">
                        <a:extLst>
                          <a:ext uri="{FF2B5EF4-FFF2-40B4-BE49-F238E27FC236}">
                            <a16:creationId xmlns:a16="http://schemas.microsoft.com/office/drawing/2014/main" id="{1416C151-29EF-55B0-7B29-7277FDB320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40800" y="4005263"/>
                        <a:ext cx="1036638" cy="1147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68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8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1000"/>
                                        <p:tgtEl>
                                          <p:spTgt spid="368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68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368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68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68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36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6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43" grpId="0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Text Box 2">
            <a:extLst>
              <a:ext uri="{FF2B5EF4-FFF2-40B4-BE49-F238E27FC236}">
                <a16:creationId xmlns:a16="http://schemas.microsoft.com/office/drawing/2014/main" id="{556A5D00-AC79-1498-B0A7-89FBDA386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549275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而</a:t>
            </a:r>
          </a:p>
        </p:txBody>
      </p:sp>
      <p:graphicFrame>
        <p:nvGraphicFramePr>
          <p:cNvPr id="369667" name="Object 3">
            <a:extLst>
              <a:ext uri="{FF2B5EF4-FFF2-40B4-BE49-F238E27FC236}">
                <a16:creationId xmlns:a16="http://schemas.microsoft.com/office/drawing/2014/main" id="{F3179B60-FDFC-4AC0-25AB-1436762DF0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0014" y="404814"/>
          <a:ext cx="3602037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77" r:id="rId3" imgW="33058100" imgH="9359900" progId="Equation.3">
                  <p:embed/>
                </p:oleObj>
              </mc:Choice>
              <mc:Fallback>
                <p:oleObj r:id="rId3" imgW="33058100" imgH="9359900" progId="Equation.3">
                  <p:embed/>
                  <p:pic>
                    <p:nvPicPr>
                      <p:cNvPr id="369667" name="Object 3">
                        <a:extLst>
                          <a:ext uri="{FF2B5EF4-FFF2-40B4-BE49-F238E27FC236}">
                            <a16:creationId xmlns:a16="http://schemas.microsoft.com/office/drawing/2014/main" id="{F3179B60-FDFC-4AC0-25AB-1436762DF0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4" y="404814"/>
                        <a:ext cx="3602037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668" name="Object 4">
            <a:extLst>
              <a:ext uri="{FF2B5EF4-FFF2-40B4-BE49-F238E27FC236}">
                <a16:creationId xmlns:a16="http://schemas.microsoft.com/office/drawing/2014/main" id="{2ADBB506-1CF2-F665-9F89-135A67B76E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1484314"/>
          <a:ext cx="4679950" cy="108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78" r:id="rId5" imgW="45935900" imgH="10820400" progId="Equation.3">
                  <p:embed/>
                </p:oleObj>
              </mc:Choice>
              <mc:Fallback>
                <p:oleObj r:id="rId5" imgW="45935900" imgH="10820400" progId="Equation.3">
                  <p:embed/>
                  <p:pic>
                    <p:nvPicPr>
                      <p:cNvPr id="369668" name="Object 4">
                        <a:extLst>
                          <a:ext uri="{FF2B5EF4-FFF2-40B4-BE49-F238E27FC236}">
                            <a16:creationId xmlns:a16="http://schemas.microsoft.com/office/drawing/2014/main" id="{2ADBB506-1CF2-F665-9F89-135A67B76E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1484314"/>
                        <a:ext cx="4679950" cy="1087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669" name="Object 5">
            <a:extLst>
              <a:ext uri="{FF2B5EF4-FFF2-40B4-BE49-F238E27FC236}">
                <a16:creationId xmlns:a16="http://schemas.microsoft.com/office/drawing/2014/main" id="{04288352-53F2-AFAE-65F7-D9426FF723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72488" y="1557338"/>
          <a:ext cx="1655762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79" r:id="rId7" imgW="16090900" imgH="9944100" progId="Equation.3">
                  <p:embed/>
                </p:oleObj>
              </mc:Choice>
              <mc:Fallback>
                <p:oleObj r:id="rId7" imgW="16090900" imgH="9944100" progId="Equation.3">
                  <p:embed/>
                  <p:pic>
                    <p:nvPicPr>
                      <p:cNvPr id="369669" name="Object 5">
                        <a:extLst>
                          <a:ext uri="{FF2B5EF4-FFF2-40B4-BE49-F238E27FC236}">
                            <a16:creationId xmlns:a16="http://schemas.microsoft.com/office/drawing/2014/main" id="{04288352-53F2-AFAE-65F7-D9426FF723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2488" y="1557338"/>
                        <a:ext cx="1655762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670" name="Object 6">
            <a:extLst>
              <a:ext uri="{FF2B5EF4-FFF2-40B4-BE49-F238E27FC236}">
                <a16:creationId xmlns:a16="http://schemas.microsoft.com/office/drawing/2014/main" id="{54F63EFD-6767-1CF9-D7AD-8B61B00C58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72264" y="1412875"/>
          <a:ext cx="1933575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80" r:id="rId9" imgW="16675100" imgH="10820400" progId="Equation.3">
                  <p:embed/>
                </p:oleObj>
              </mc:Choice>
              <mc:Fallback>
                <p:oleObj r:id="rId9" imgW="16675100" imgH="10820400" progId="Equation.3">
                  <p:embed/>
                  <p:pic>
                    <p:nvPicPr>
                      <p:cNvPr id="369670" name="Object 6">
                        <a:extLst>
                          <a:ext uri="{FF2B5EF4-FFF2-40B4-BE49-F238E27FC236}">
                            <a16:creationId xmlns:a16="http://schemas.microsoft.com/office/drawing/2014/main" id="{54F63EFD-6767-1CF9-D7AD-8B61B00C58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4" y="1412875"/>
                        <a:ext cx="1933575" cy="123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671" name="Object 7">
            <a:extLst>
              <a:ext uri="{FF2B5EF4-FFF2-40B4-BE49-F238E27FC236}">
                <a16:creationId xmlns:a16="http://schemas.microsoft.com/office/drawing/2014/main" id="{6C57D204-48B2-BB5B-0031-65195D4ECA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0" y="2924176"/>
          <a:ext cx="2395538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81" r:id="rId11" imgW="28092400" imgH="10820400" progId="Equation.3">
                  <p:embed/>
                </p:oleObj>
              </mc:Choice>
              <mc:Fallback>
                <p:oleObj r:id="rId11" imgW="28092400" imgH="10820400" progId="Equation.3">
                  <p:embed/>
                  <p:pic>
                    <p:nvPicPr>
                      <p:cNvPr id="369671" name="Object 7">
                        <a:extLst>
                          <a:ext uri="{FF2B5EF4-FFF2-40B4-BE49-F238E27FC236}">
                            <a16:creationId xmlns:a16="http://schemas.microsoft.com/office/drawing/2014/main" id="{6C57D204-48B2-BB5B-0031-65195D4ECA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2924176"/>
                        <a:ext cx="2395538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672" name="Object 8">
            <a:extLst>
              <a:ext uri="{FF2B5EF4-FFF2-40B4-BE49-F238E27FC236}">
                <a16:creationId xmlns:a16="http://schemas.microsoft.com/office/drawing/2014/main" id="{5CB086B9-09DD-D613-6E80-2FEFDCC415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08438" y="4149726"/>
          <a:ext cx="806450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82" r:id="rId13" imgW="8191500" imgH="9359900" progId="Equation.3">
                  <p:embed/>
                </p:oleObj>
              </mc:Choice>
              <mc:Fallback>
                <p:oleObj r:id="rId13" imgW="8191500" imgH="9359900" progId="Equation.3">
                  <p:embed/>
                  <p:pic>
                    <p:nvPicPr>
                      <p:cNvPr id="369672" name="Object 8">
                        <a:extLst>
                          <a:ext uri="{FF2B5EF4-FFF2-40B4-BE49-F238E27FC236}">
                            <a16:creationId xmlns:a16="http://schemas.microsoft.com/office/drawing/2014/main" id="{5CB086B9-09DD-D613-6E80-2FEFDCC415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8" y="4149726"/>
                        <a:ext cx="806450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673" name="Object 9">
            <a:extLst>
              <a:ext uri="{FF2B5EF4-FFF2-40B4-BE49-F238E27FC236}">
                <a16:creationId xmlns:a16="http://schemas.microsoft.com/office/drawing/2014/main" id="{37D6B6AD-EFDF-D4CA-3FA3-686EDECE3C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95776" y="2997200"/>
          <a:ext cx="2074863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83" r:id="rId15" imgW="22237700" imgH="9944100" progId="Equation.3">
                  <p:embed/>
                </p:oleObj>
              </mc:Choice>
              <mc:Fallback>
                <p:oleObj r:id="rId15" imgW="22237700" imgH="9944100" progId="Equation.3">
                  <p:embed/>
                  <p:pic>
                    <p:nvPicPr>
                      <p:cNvPr id="369673" name="Object 9">
                        <a:extLst>
                          <a:ext uri="{FF2B5EF4-FFF2-40B4-BE49-F238E27FC236}">
                            <a16:creationId xmlns:a16="http://schemas.microsoft.com/office/drawing/2014/main" id="{37D6B6AD-EFDF-D4CA-3FA3-686EDECE3C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6" y="2997200"/>
                        <a:ext cx="2074863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674" name="Object 10">
            <a:extLst>
              <a:ext uri="{FF2B5EF4-FFF2-40B4-BE49-F238E27FC236}">
                <a16:creationId xmlns:a16="http://schemas.microsoft.com/office/drawing/2014/main" id="{E7CA0BCF-27C4-9EFD-6156-F696E919F6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56364" y="2997201"/>
          <a:ext cx="2420937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84" r:id="rId17" imgW="25450800" imgH="9359900" progId="Equation.3">
                  <p:embed/>
                </p:oleObj>
              </mc:Choice>
              <mc:Fallback>
                <p:oleObj r:id="rId17" imgW="25450800" imgH="9359900" progId="Equation.3">
                  <p:embed/>
                  <p:pic>
                    <p:nvPicPr>
                      <p:cNvPr id="369674" name="Object 10">
                        <a:extLst>
                          <a:ext uri="{FF2B5EF4-FFF2-40B4-BE49-F238E27FC236}">
                            <a16:creationId xmlns:a16="http://schemas.microsoft.com/office/drawing/2014/main" id="{E7CA0BCF-27C4-9EFD-6156-F696E919F6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364" y="2997201"/>
                        <a:ext cx="2420937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9675" name="Object 11">
            <a:extLst>
              <a:ext uri="{FF2B5EF4-FFF2-40B4-BE49-F238E27FC236}">
                <a16:creationId xmlns:a16="http://schemas.microsoft.com/office/drawing/2014/main" id="{C1BED01D-ECF0-92DF-EA3F-FCE4D51084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1" y="4221164"/>
          <a:ext cx="1738313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85" r:id="rId19" imgW="18719800" imgH="9359900" progId="Equation.3">
                  <p:embed/>
                </p:oleObj>
              </mc:Choice>
              <mc:Fallback>
                <p:oleObj r:id="rId19" imgW="18719800" imgH="9359900" progId="Equation.3">
                  <p:embed/>
                  <p:pic>
                    <p:nvPicPr>
                      <p:cNvPr id="369675" name="Object 11">
                        <a:extLst>
                          <a:ext uri="{FF2B5EF4-FFF2-40B4-BE49-F238E27FC236}">
                            <a16:creationId xmlns:a16="http://schemas.microsoft.com/office/drawing/2014/main" id="{C1BED01D-ECF0-92DF-EA3F-FCE4D51084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4221164"/>
                        <a:ext cx="1738313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9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69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1000"/>
                                        <p:tgtEl>
                                          <p:spTgt spid="369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1000"/>
                                        <p:tgtEl>
                                          <p:spTgt spid="369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1000"/>
                                        <p:tgtEl>
                                          <p:spTgt spid="369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69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6" dur="1000"/>
                                        <p:tgtEl>
                                          <p:spTgt spid="369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1" dur="1000"/>
                                        <p:tgtEl>
                                          <p:spTgt spid="369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1000"/>
                                        <p:tgtEl>
                                          <p:spTgt spid="369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1000"/>
                                        <p:tgtEl>
                                          <p:spTgt spid="369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66" grpId="0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690" name="Group 2">
            <a:extLst>
              <a:ext uri="{FF2B5EF4-FFF2-40B4-BE49-F238E27FC236}">
                <a16:creationId xmlns:a16="http://schemas.microsoft.com/office/drawing/2014/main" id="{C559CB45-3B55-2E4B-CCDD-EDB45D24A30A}"/>
              </a:ext>
            </a:extLst>
          </p:cNvPr>
          <p:cNvGrpSpPr>
            <a:grpSpLocks/>
          </p:cNvGrpSpPr>
          <p:nvPr/>
        </p:nvGrpSpPr>
        <p:grpSpPr bwMode="auto">
          <a:xfrm>
            <a:off x="1919288" y="2420939"/>
            <a:ext cx="5135562" cy="584199"/>
            <a:chOff x="0" y="0"/>
            <a:chExt cx="3235" cy="368"/>
          </a:xfrm>
        </p:grpSpPr>
        <p:sp>
          <p:nvSpPr>
            <p:cNvPr id="370691" name="Text Box 3">
              <a:extLst>
                <a:ext uri="{FF2B5EF4-FFF2-40B4-BE49-F238E27FC236}">
                  <a16:creationId xmlns:a16="http://schemas.microsoft.com/office/drawing/2014/main" id="{1D9BAFEF-6E4F-C1C7-098E-1262260A7D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323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32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故   是   的有效无偏估计量</a:t>
              </a:r>
              <a:r>
                <a:rPr lang="en-US" altLang="zh-CN" sz="32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  <p:graphicFrame>
          <p:nvGraphicFramePr>
            <p:cNvPr id="370692" name="Object 4">
              <a:extLst>
                <a:ext uri="{FF2B5EF4-FFF2-40B4-BE49-F238E27FC236}">
                  <a16:creationId xmlns:a16="http://schemas.microsoft.com/office/drawing/2014/main" id="{0579484C-04A9-452E-5DAE-26DABA14BE8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3" y="0"/>
            <a:ext cx="295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01" r:id="rId3" imgW="4102100" imgH="4394200" progId="Equation.3">
                    <p:embed/>
                  </p:oleObj>
                </mc:Choice>
                <mc:Fallback>
                  <p:oleObj r:id="rId3" imgW="4102100" imgH="4394200" progId="Equation.3">
                    <p:embed/>
                    <p:pic>
                      <p:nvPicPr>
                        <p:cNvPr id="370692" name="Object 4">
                          <a:extLst>
                            <a:ext uri="{FF2B5EF4-FFF2-40B4-BE49-F238E27FC236}">
                              <a16:creationId xmlns:a16="http://schemas.microsoft.com/office/drawing/2014/main" id="{0579484C-04A9-452E-5DAE-26DABA14BE8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" y="0"/>
                          <a:ext cx="295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0693" name="Object 5">
              <a:extLst>
                <a:ext uri="{FF2B5EF4-FFF2-40B4-BE49-F238E27FC236}">
                  <a16:creationId xmlns:a16="http://schemas.microsoft.com/office/drawing/2014/main" id="{0EE45683-96D9-AE6C-67E3-722348C4E6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8" y="46"/>
            <a:ext cx="222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02" r:id="rId5" imgW="2921000" imgH="4102100" progId="Equation.3">
                    <p:embed/>
                  </p:oleObj>
                </mc:Choice>
                <mc:Fallback>
                  <p:oleObj r:id="rId5" imgW="2921000" imgH="4102100" progId="Equation.3">
                    <p:embed/>
                    <p:pic>
                      <p:nvPicPr>
                        <p:cNvPr id="370693" name="Object 5">
                          <a:extLst>
                            <a:ext uri="{FF2B5EF4-FFF2-40B4-BE49-F238E27FC236}">
                              <a16:creationId xmlns:a16="http://schemas.microsoft.com/office/drawing/2014/main" id="{0EE45683-96D9-AE6C-67E3-722348C4E6C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46"/>
                          <a:ext cx="222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0694" name="Object 6">
            <a:extLst>
              <a:ext uri="{FF2B5EF4-FFF2-40B4-BE49-F238E27FC236}">
                <a16:creationId xmlns:a16="http://schemas.microsoft.com/office/drawing/2014/main" id="{088055CC-1ADA-FA5A-8113-40F9E461A2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4826" y="487363"/>
          <a:ext cx="2811463" cy="159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03" r:id="rId7" imgW="31013400" imgH="15506700" progId="Equation.3">
                  <p:embed/>
                </p:oleObj>
              </mc:Choice>
              <mc:Fallback>
                <p:oleObj r:id="rId7" imgW="31013400" imgH="15506700" progId="Equation.3">
                  <p:embed/>
                  <p:pic>
                    <p:nvPicPr>
                      <p:cNvPr id="370694" name="Object 6">
                        <a:extLst>
                          <a:ext uri="{FF2B5EF4-FFF2-40B4-BE49-F238E27FC236}">
                            <a16:creationId xmlns:a16="http://schemas.microsoft.com/office/drawing/2014/main" id="{088055CC-1ADA-FA5A-8113-40F9E461A2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6" y="487363"/>
                        <a:ext cx="2811463" cy="159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0695" name="Object 7">
            <a:extLst>
              <a:ext uri="{FF2B5EF4-FFF2-40B4-BE49-F238E27FC236}">
                <a16:creationId xmlns:a16="http://schemas.microsoft.com/office/drawing/2014/main" id="{774AA8A1-94B0-DD15-4593-80FD36993D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91175" y="692151"/>
          <a:ext cx="1531938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04" r:id="rId9" imgW="12585700" imgH="5270500" progId="Equation.3">
                  <p:embed/>
                </p:oleObj>
              </mc:Choice>
              <mc:Fallback>
                <p:oleObj r:id="rId9" imgW="12585700" imgH="5270500" progId="Equation.3">
                  <p:embed/>
                  <p:pic>
                    <p:nvPicPr>
                      <p:cNvPr id="370695" name="Object 7">
                        <a:extLst>
                          <a:ext uri="{FF2B5EF4-FFF2-40B4-BE49-F238E27FC236}">
                            <a16:creationId xmlns:a16="http://schemas.microsoft.com/office/drawing/2014/main" id="{774AA8A1-94B0-DD15-4593-80FD36993D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1175" y="692151"/>
                        <a:ext cx="1531938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0696" name="Object 8">
            <a:extLst>
              <a:ext uri="{FF2B5EF4-FFF2-40B4-BE49-F238E27FC236}">
                <a16:creationId xmlns:a16="http://schemas.microsoft.com/office/drawing/2014/main" id="{1F4A565D-E36B-F167-2393-F139AC9EF9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7576" y="476251"/>
          <a:ext cx="811213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05" r:id="rId11" imgW="8191500" imgH="9652000" progId="Equation.3">
                  <p:embed/>
                </p:oleObj>
              </mc:Choice>
              <mc:Fallback>
                <p:oleObj r:id="rId11" imgW="8191500" imgH="9652000" progId="Equation.3">
                  <p:embed/>
                  <p:pic>
                    <p:nvPicPr>
                      <p:cNvPr id="370696" name="Object 8">
                        <a:extLst>
                          <a:ext uri="{FF2B5EF4-FFF2-40B4-BE49-F238E27FC236}">
                            <a16:creationId xmlns:a16="http://schemas.microsoft.com/office/drawing/2014/main" id="{1F4A565D-E36B-F167-2393-F139AC9EF9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576" y="476251"/>
                        <a:ext cx="811213" cy="1084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0697" name="Text Box 9">
            <a:extLst>
              <a:ext uri="{FF2B5EF4-FFF2-40B4-BE49-F238E27FC236}">
                <a16:creationId xmlns:a16="http://schemas.microsoft.com/office/drawing/2014/main" id="{85AAE615-2E27-FE6E-0872-4A2E512CD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3213101"/>
            <a:ext cx="41132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又由辛钦大数定律可知：</a:t>
            </a:r>
          </a:p>
        </p:txBody>
      </p:sp>
      <p:graphicFrame>
        <p:nvGraphicFramePr>
          <p:cNvPr id="370698" name="Object 10">
            <a:extLst>
              <a:ext uri="{FF2B5EF4-FFF2-40B4-BE49-F238E27FC236}">
                <a16:creationId xmlns:a16="http://schemas.microsoft.com/office/drawing/2014/main" id="{079E64D9-DE18-9703-676A-2C530D9DDB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59376" y="3754438"/>
          <a:ext cx="417671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06" r:id="rId13" imgW="38328600" imgH="9944100" progId="Equation.3">
                  <p:embed/>
                </p:oleObj>
              </mc:Choice>
              <mc:Fallback>
                <p:oleObj r:id="rId13" imgW="38328600" imgH="9944100" progId="Equation.3">
                  <p:embed/>
                  <p:pic>
                    <p:nvPicPr>
                      <p:cNvPr id="370698" name="Object 10">
                        <a:extLst>
                          <a:ext uri="{FF2B5EF4-FFF2-40B4-BE49-F238E27FC236}">
                            <a16:creationId xmlns:a16="http://schemas.microsoft.com/office/drawing/2014/main" id="{079E64D9-DE18-9703-676A-2C530D9DDB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76" y="3754438"/>
                        <a:ext cx="4176713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0699" name="Object 11">
            <a:extLst>
              <a:ext uri="{FF2B5EF4-FFF2-40B4-BE49-F238E27FC236}">
                <a16:creationId xmlns:a16="http://schemas.microsoft.com/office/drawing/2014/main" id="{7E3D0B93-F5B9-96D0-8873-B4C0E7028F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0" y="4005264"/>
          <a:ext cx="3016250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07" r:id="rId15" imgW="28384500" imgH="7023100" progId="Equation.3">
                  <p:embed/>
                </p:oleObj>
              </mc:Choice>
              <mc:Fallback>
                <p:oleObj r:id="rId15" imgW="28384500" imgH="7023100" progId="Equation.3">
                  <p:embed/>
                  <p:pic>
                    <p:nvPicPr>
                      <p:cNvPr id="370699" name="Object 11">
                        <a:extLst>
                          <a:ext uri="{FF2B5EF4-FFF2-40B4-BE49-F238E27FC236}">
                            <a16:creationId xmlns:a16="http://schemas.microsoft.com/office/drawing/2014/main" id="{7E3D0B93-F5B9-96D0-8873-B4C0E7028F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4005264"/>
                        <a:ext cx="3016250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0700" name="Object 12">
            <a:extLst>
              <a:ext uri="{FF2B5EF4-FFF2-40B4-BE49-F238E27FC236}">
                <a16:creationId xmlns:a16="http://schemas.microsoft.com/office/drawing/2014/main" id="{55FC0D47-95AD-7699-B376-D1FB3F8D30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80551" y="4005263"/>
          <a:ext cx="735013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08" r:id="rId17" imgW="5562600" imgH="3797300" progId="Equation.3">
                  <p:embed/>
                </p:oleObj>
              </mc:Choice>
              <mc:Fallback>
                <p:oleObj r:id="rId17" imgW="5562600" imgH="3797300" progId="Equation.3">
                  <p:embed/>
                  <p:pic>
                    <p:nvPicPr>
                      <p:cNvPr id="370700" name="Object 12">
                        <a:extLst>
                          <a:ext uri="{FF2B5EF4-FFF2-40B4-BE49-F238E27FC236}">
                            <a16:creationId xmlns:a16="http://schemas.microsoft.com/office/drawing/2014/main" id="{55FC0D47-95AD-7699-B376-D1FB3F8D30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80551" y="4005263"/>
                        <a:ext cx="735013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0701" name="Group 13">
            <a:extLst>
              <a:ext uri="{FF2B5EF4-FFF2-40B4-BE49-F238E27FC236}">
                <a16:creationId xmlns:a16="http://schemas.microsoft.com/office/drawing/2014/main" id="{0978BF45-2F42-A5A0-3265-9E8A3FD26811}"/>
              </a:ext>
            </a:extLst>
          </p:cNvPr>
          <p:cNvGrpSpPr>
            <a:grpSpLocks/>
          </p:cNvGrpSpPr>
          <p:nvPr/>
        </p:nvGrpSpPr>
        <p:grpSpPr bwMode="auto">
          <a:xfrm>
            <a:off x="2424113" y="5084764"/>
            <a:ext cx="7632700" cy="592137"/>
            <a:chOff x="0" y="0"/>
            <a:chExt cx="4808" cy="373"/>
          </a:xfrm>
        </p:grpSpPr>
        <p:sp>
          <p:nvSpPr>
            <p:cNvPr id="370702" name="Text Box 14">
              <a:extLst>
                <a:ext uri="{FF2B5EF4-FFF2-40B4-BE49-F238E27FC236}">
                  <a16:creationId xmlns:a16="http://schemas.microsoft.com/office/drawing/2014/main" id="{6E4FE6D0-23EA-3E9C-9D23-A86FCF5EEE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46"/>
              <a:ext cx="48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所以     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是</a:t>
              </a:r>
              <a:r>
                <a:rPr lang="zh-CN" altLang="en-US" sz="2800" b="1" i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  <a:sym typeface="Symbol" pitchFamily="2" charset="2"/>
                </a:rPr>
                <a:t> </a:t>
              </a: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  <a:sym typeface="Symbol" pitchFamily="2" charset="2"/>
                </a:rPr>
                <a:t>的无偏、有效、一致估计量</a:t>
              </a:r>
              <a:r>
                <a:rPr lang="en-US" altLang="zh-CN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  <a:sym typeface="Symbol" pitchFamily="2" charset="2"/>
                </a:rPr>
                <a:t>.</a:t>
              </a:r>
            </a:p>
          </p:txBody>
        </p:sp>
        <p:graphicFrame>
          <p:nvGraphicFramePr>
            <p:cNvPr id="370703" name="Object 15">
              <a:extLst>
                <a:ext uri="{FF2B5EF4-FFF2-40B4-BE49-F238E27FC236}">
                  <a16:creationId xmlns:a16="http://schemas.microsoft.com/office/drawing/2014/main" id="{E2054E01-BE3F-1D14-ACCE-EA5FC2565F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9" y="0"/>
            <a:ext cx="260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09" r:id="rId19" imgW="4102100" imgH="4394200" progId="Equation.3">
                    <p:embed/>
                  </p:oleObj>
                </mc:Choice>
                <mc:Fallback>
                  <p:oleObj r:id="rId19" imgW="4102100" imgH="4394200" progId="Equation.3">
                    <p:embed/>
                    <p:pic>
                      <p:nvPicPr>
                        <p:cNvPr id="370703" name="Object 15">
                          <a:extLst>
                            <a:ext uri="{FF2B5EF4-FFF2-40B4-BE49-F238E27FC236}">
                              <a16:creationId xmlns:a16="http://schemas.microsoft.com/office/drawing/2014/main" id="{E2054E01-BE3F-1D14-ACCE-EA5FC2565F0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" y="0"/>
                          <a:ext cx="260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0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1000"/>
                                        <p:tgtEl>
                                          <p:spTgt spid="370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1000"/>
                                        <p:tgtEl>
                                          <p:spTgt spid="370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70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70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1000"/>
                                        <p:tgtEl>
                                          <p:spTgt spid="370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1000"/>
                                        <p:tgtEl>
                                          <p:spTgt spid="370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0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70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70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697" grpId="0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Text Box 2">
            <a:extLst>
              <a:ext uri="{FF2B5EF4-FFF2-40B4-BE49-F238E27FC236}">
                <a16:creationId xmlns:a16="http://schemas.microsoft.com/office/drawing/2014/main" id="{3AD53DEC-E4CF-E9AE-6156-8B3F6C830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404814"/>
            <a:ext cx="52847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FF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关于一致性的两个常用结论 </a:t>
            </a:r>
          </a:p>
        </p:txBody>
      </p:sp>
      <p:sp>
        <p:nvSpPr>
          <p:cNvPr id="371715" name="Text Box 3">
            <a:extLst>
              <a:ext uri="{FF2B5EF4-FFF2-40B4-BE49-F238E27FC236}">
                <a16:creationId xmlns:a16="http://schemas.microsoft.com/office/drawing/2014/main" id="{FB568E38-FBE9-60DC-F24B-CF992F425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1" y="1196975"/>
            <a:ext cx="4614863" cy="1308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1.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样本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k 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阶矩是总体 </a:t>
            </a:r>
            <a:r>
              <a:rPr lang="en-US" altLang="zh-CN" sz="2800" b="1" i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阶矩的一致估计量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. </a:t>
            </a:r>
          </a:p>
        </p:txBody>
      </p:sp>
      <p:grpSp>
        <p:nvGrpSpPr>
          <p:cNvPr id="371716" name="Group 4">
            <a:extLst>
              <a:ext uri="{FF2B5EF4-FFF2-40B4-BE49-F238E27FC236}">
                <a16:creationId xmlns:a16="http://schemas.microsoft.com/office/drawing/2014/main" id="{F3FC7856-7EC5-558F-D745-2D5A98AB0057}"/>
              </a:ext>
            </a:extLst>
          </p:cNvPr>
          <p:cNvGrpSpPr>
            <a:grpSpLocks/>
          </p:cNvGrpSpPr>
          <p:nvPr/>
        </p:nvGrpSpPr>
        <p:grpSpPr bwMode="auto">
          <a:xfrm>
            <a:off x="6600825" y="1484313"/>
            <a:ext cx="2971800" cy="914400"/>
            <a:chOff x="0" y="0"/>
            <a:chExt cx="1493" cy="576"/>
          </a:xfrm>
        </p:grpSpPr>
        <p:sp>
          <p:nvSpPr>
            <p:cNvPr id="371717" name="AutoShape 5">
              <a:extLst>
                <a:ext uri="{FF2B5EF4-FFF2-40B4-BE49-F238E27FC236}">
                  <a16:creationId xmlns:a16="http://schemas.microsoft.com/office/drawing/2014/main" id="{F1B48D31-B416-D3EC-0921-E62A3631790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92" cy="576"/>
            </a:xfrm>
            <a:prstGeom prst="rightBrace">
              <a:avLst>
                <a:gd name="adj1" fmla="val 25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1718" name="Text Box 6">
              <a:extLst>
                <a:ext uri="{FF2B5EF4-FFF2-40B4-BE49-F238E27FC236}">
                  <a16:creationId xmlns:a16="http://schemas.microsoft.com/office/drawing/2014/main" id="{A160719D-D483-287D-2168-4CE8A87F9B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42"/>
              <a:ext cx="134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由大数定律证明</a:t>
              </a:r>
            </a:p>
          </p:txBody>
        </p:sp>
      </p:grpSp>
      <p:grpSp>
        <p:nvGrpSpPr>
          <p:cNvPr id="371719" name="Group 7">
            <a:extLst>
              <a:ext uri="{FF2B5EF4-FFF2-40B4-BE49-F238E27FC236}">
                <a16:creationId xmlns:a16="http://schemas.microsoft.com/office/drawing/2014/main" id="{575C9175-1C92-0212-95F0-0319CB700C53}"/>
              </a:ext>
            </a:extLst>
          </p:cNvPr>
          <p:cNvGrpSpPr>
            <a:grpSpLocks/>
          </p:cNvGrpSpPr>
          <p:nvPr/>
        </p:nvGrpSpPr>
        <p:grpSpPr bwMode="auto">
          <a:xfrm>
            <a:off x="6527800" y="2924175"/>
            <a:ext cx="3024188" cy="1524000"/>
            <a:chOff x="0" y="0"/>
            <a:chExt cx="1706" cy="960"/>
          </a:xfrm>
        </p:grpSpPr>
        <p:sp>
          <p:nvSpPr>
            <p:cNvPr id="371720" name="AutoShape 8">
              <a:extLst>
                <a:ext uri="{FF2B5EF4-FFF2-40B4-BE49-F238E27FC236}">
                  <a16:creationId xmlns:a16="http://schemas.microsoft.com/office/drawing/2014/main" id="{26985575-CADA-A886-4D35-2EA5020C5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44" cy="960"/>
            </a:xfrm>
            <a:prstGeom prst="rightBrace">
              <a:avLst>
                <a:gd name="adj1" fmla="val 55556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1721" name="Text Box 9">
              <a:extLst>
                <a:ext uri="{FF2B5EF4-FFF2-40B4-BE49-F238E27FC236}">
                  <a16:creationId xmlns:a16="http://schemas.microsoft.com/office/drawing/2014/main" id="{2BB2F9B2-3583-64CB-2C03-123EBD561D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228"/>
              <a:ext cx="1466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用契比雪夫不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7A77"/>
                  </a:solidFill>
                  <a:latin typeface="楷体_GB2312" pitchFamily="49" charset="-122"/>
                  <a:ea typeface="楷体_GB2312" pitchFamily="49" charset="-122"/>
                </a:rPr>
                <a:t>  等式证明</a:t>
              </a:r>
            </a:p>
          </p:txBody>
        </p:sp>
      </p:grpSp>
      <p:sp>
        <p:nvSpPr>
          <p:cNvPr id="371722" name="Text Box 10">
            <a:extLst>
              <a:ext uri="{FF2B5EF4-FFF2-40B4-BE49-F238E27FC236}">
                <a16:creationId xmlns:a16="http://schemas.microsoft.com/office/drawing/2014/main" id="{E31E0D4F-6BA5-9FD5-9E07-DFF7A8883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6989" y="5084763"/>
            <a:ext cx="7127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一般，矩估计法得到的估计量为一致估计量</a:t>
            </a:r>
            <a:r>
              <a:rPr lang="en-US" altLang="zh-CN" sz="2800" b="1">
                <a:solidFill>
                  <a:srgbClr val="007A77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pSp>
        <p:nvGrpSpPr>
          <p:cNvPr id="371723" name="Group 11">
            <a:extLst>
              <a:ext uri="{FF2B5EF4-FFF2-40B4-BE49-F238E27FC236}">
                <a16:creationId xmlns:a16="http://schemas.microsoft.com/office/drawing/2014/main" id="{C63746AE-F3D2-7643-E437-44C1535F6D06}"/>
              </a:ext>
            </a:extLst>
          </p:cNvPr>
          <p:cNvGrpSpPr>
            <a:grpSpLocks/>
          </p:cNvGrpSpPr>
          <p:nvPr/>
        </p:nvGrpSpPr>
        <p:grpSpPr bwMode="auto">
          <a:xfrm>
            <a:off x="2062163" y="2636838"/>
            <a:ext cx="5014912" cy="2032000"/>
            <a:chOff x="0" y="0"/>
            <a:chExt cx="3159" cy="1280"/>
          </a:xfrm>
        </p:grpSpPr>
        <p:grpSp>
          <p:nvGrpSpPr>
            <p:cNvPr id="371724" name="Group 12">
              <a:extLst>
                <a:ext uri="{FF2B5EF4-FFF2-40B4-BE49-F238E27FC236}">
                  <a16:creationId xmlns:a16="http://schemas.microsoft.com/office/drawing/2014/main" id="{21A09DBC-E6F7-3F5A-7A1E-106033326F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159" cy="1280"/>
              <a:chOff x="0" y="0"/>
              <a:chExt cx="3159" cy="1280"/>
            </a:xfrm>
          </p:grpSpPr>
          <p:sp>
            <p:nvSpPr>
              <p:cNvPr id="371725" name="Text Box 13">
                <a:extLst>
                  <a:ext uri="{FF2B5EF4-FFF2-40B4-BE49-F238E27FC236}">
                    <a16:creationId xmlns:a16="http://schemas.microsoft.com/office/drawing/2014/main" id="{22C24B16-E8A2-6D52-F1A8-FDF7535E67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0"/>
                <a:ext cx="3159" cy="8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2800" b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2.</a:t>
                </a:r>
                <a:r>
                  <a:rPr lang="zh-CN" altLang="en-US" sz="2800" b="1">
                    <a:solidFill>
                      <a:srgbClr val="007A77"/>
                    </a:solidFill>
                    <a:latin typeface="楷体_GB2312" pitchFamily="49" charset="-122"/>
                    <a:ea typeface="楷体_GB2312" pitchFamily="49" charset="-122"/>
                  </a:rPr>
                  <a:t>设  是</a:t>
                </a:r>
                <a:r>
                  <a:rPr lang="zh-CN" altLang="en-US" sz="2800" b="1" i="1">
                    <a:solidFill>
                      <a:srgbClr val="007A77"/>
                    </a:solidFill>
                    <a:latin typeface="Times New Roman" panose="02020603050405020304" pitchFamily="18" charset="0"/>
                    <a:ea typeface="楷体_GB2312" pitchFamily="49" charset="-122"/>
                    <a:sym typeface="Symbol" pitchFamily="2" charset="2"/>
                  </a:rPr>
                  <a:t> </a:t>
                </a:r>
                <a:r>
                  <a:rPr lang="zh-CN" altLang="en-US" sz="2800" b="1">
                    <a:solidFill>
                      <a:srgbClr val="007A77"/>
                    </a:solidFill>
                    <a:latin typeface="楷体_GB2312" pitchFamily="49" charset="-122"/>
                    <a:ea typeface="楷体_GB2312" pitchFamily="49" charset="-122"/>
                  </a:rPr>
                  <a:t>的无偏估计</a:t>
                </a:r>
              </a:p>
              <a:p>
                <a:pPr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800" b="1">
                    <a:solidFill>
                      <a:srgbClr val="007A77"/>
                    </a:solidFill>
                    <a:latin typeface="楷体_GB2312" pitchFamily="49" charset="-122"/>
                    <a:ea typeface="楷体_GB2312" pitchFamily="49" charset="-122"/>
                  </a:rPr>
                  <a:t>量且</a:t>
                </a:r>
              </a:p>
            </p:txBody>
          </p:sp>
          <p:graphicFrame>
            <p:nvGraphicFramePr>
              <p:cNvPr id="371726" name="Object 14">
                <a:extLst>
                  <a:ext uri="{FF2B5EF4-FFF2-40B4-BE49-F238E27FC236}">
                    <a16:creationId xmlns:a16="http://schemas.microsoft.com/office/drawing/2014/main" id="{C8E40E42-23F6-0E04-04D1-0D60FE1467D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35" y="454"/>
              <a:ext cx="1406" cy="4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6583" r:id="rId3" imgW="19596100" imgH="7023100" progId="Equation.3">
                      <p:embed/>
                    </p:oleObj>
                  </mc:Choice>
                  <mc:Fallback>
                    <p:oleObj r:id="rId3" imgW="19596100" imgH="7023100" progId="Equation.3">
                      <p:embed/>
                      <p:pic>
                        <p:nvPicPr>
                          <p:cNvPr id="371726" name="Object 14">
                            <a:extLst>
                              <a:ext uri="{FF2B5EF4-FFF2-40B4-BE49-F238E27FC236}">
                                <a16:creationId xmlns:a16="http://schemas.microsoft.com/office/drawing/2014/main" id="{C8E40E42-23F6-0E04-04D1-0D60FE1467D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35" y="454"/>
                            <a:ext cx="1406" cy="49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71727" name="Group 15">
                <a:extLst>
                  <a:ext uri="{FF2B5EF4-FFF2-40B4-BE49-F238E27FC236}">
                    <a16:creationId xmlns:a16="http://schemas.microsoft.com/office/drawing/2014/main" id="{F9E01DE8-1B2D-A6F7-6B9C-F52559489B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907"/>
                <a:ext cx="2595" cy="373"/>
                <a:chOff x="0" y="0"/>
                <a:chExt cx="2595" cy="373"/>
              </a:xfrm>
            </p:grpSpPr>
            <p:sp>
              <p:nvSpPr>
                <p:cNvPr id="371728" name="Text Box 16">
                  <a:extLst>
                    <a:ext uri="{FF2B5EF4-FFF2-40B4-BE49-F238E27FC236}">
                      <a16:creationId xmlns:a16="http://schemas.microsoft.com/office/drawing/2014/main" id="{13DC7C88-CDFC-BB29-D4A4-D4F4F11FE0B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46"/>
                  <a:ext cx="2595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2800" b="1">
                      <a:solidFill>
                        <a:srgbClr val="007A77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则      </a:t>
                  </a:r>
                  <a:r>
                    <a:rPr lang="zh-CN" altLang="en-US" sz="2800" b="1">
                      <a:solidFill>
                        <a:srgbClr val="007A77"/>
                      </a:solidFill>
                      <a:latin typeface="楷体_GB2312" pitchFamily="49" charset="-122"/>
                      <a:ea typeface="楷体_GB2312" pitchFamily="49" charset="-122"/>
                    </a:rPr>
                    <a:t>是</a:t>
                  </a:r>
                  <a:r>
                    <a:rPr lang="zh-CN" altLang="en-US" sz="2800" b="1" i="1">
                      <a:solidFill>
                        <a:srgbClr val="007A77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楷体_GB2312" pitchFamily="49" charset="-122"/>
                      <a:sym typeface="Symbol" pitchFamily="2" charset="2"/>
                    </a:rPr>
                    <a:t></a:t>
                  </a:r>
                  <a:r>
                    <a:rPr lang="zh-CN" altLang="en-US" sz="2800" b="1">
                      <a:solidFill>
                        <a:srgbClr val="007A77"/>
                      </a:solidFill>
                      <a:latin typeface="楷体_GB2312" pitchFamily="49" charset="-122"/>
                      <a:ea typeface="楷体_GB2312" pitchFamily="49" charset="-122"/>
                      <a:sym typeface="Symbol" pitchFamily="2" charset="2"/>
                    </a:rPr>
                    <a:t> </a:t>
                  </a:r>
                  <a:r>
                    <a:rPr lang="zh-CN" altLang="en-US" sz="2800" b="1">
                      <a:solidFill>
                        <a:srgbClr val="007A77"/>
                      </a:solidFill>
                      <a:latin typeface="楷体_GB2312" pitchFamily="49" charset="-122"/>
                      <a:ea typeface="楷体_GB2312" pitchFamily="49" charset="-122"/>
                    </a:rPr>
                    <a:t>的一致估计量</a:t>
                  </a:r>
                  <a:r>
                    <a:rPr lang="en-US" altLang="zh-CN" sz="2800" b="1">
                      <a:solidFill>
                        <a:srgbClr val="007A77"/>
                      </a:solidFill>
                      <a:latin typeface="楷体_GB2312" pitchFamily="49" charset="-122"/>
                      <a:ea typeface="楷体_GB2312" pitchFamily="49" charset="-122"/>
                    </a:rPr>
                    <a:t>.</a:t>
                  </a:r>
                </a:p>
              </p:txBody>
            </p:sp>
            <p:graphicFrame>
              <p:nvGraphicFramePr>
                <p:cNvPr id="371729" name="Object 17">
                  <a:extLst>
                    <a:ext uri="{FF2B5EF4-FFF2-40B4-BE49-F238E27FC236}">
                      <a16:creationId xmlns:a16="http://schemas.microsoft.com/office/drawing/2014/main" id="{E6CAD17C-B02A-B7B8-BC40-CACD9CAF5AA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363" y="0"/>
                <a:ext cx="184" cy="35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6584" r:id="rId5" imgW="2921000" imgH="4978400" progId="Equation.3">
                        <p:embed/>
                      </p:oleObj>
                    </mc:Choice>
                    <mc:Fallback>
                      <p:oleObj r:id="rId5" imgW="2921000" imgH="4978400" progId="Equation.3">
                        <p:embed/>
                        <p:pic>
                          <p:nvPicPr>
                            <p:cNvPr id="371729" name="Object 17">
                              <a:extLst>
                                <a:ext uri="{FF2B5EF4-FFF2-40B4-BE49-F238E27FC236}">
                                  <a16:creationId xmlns:a16="http://schemas.microsoft.com/office/drawing/2014/main" id="{E6CAD17C-B02A-B7B8-BC40-CACD9CAF5AA1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3" y="0"/>
                              <a:ext cx="184" cy="35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aphicFrame>
          <p:nvGraphicFramePr>
            <p:cNvPr id="371730" name="Object 18">
              <a:extLst>
                <a:ext uri="{FF2B5EF4-FFF2-40B4-BE49-F238E27FC236}">
                  <a16:creationId xmlns:a16="http://schemas.microsoft.com/office/drawing/2014/main" id="{3CE218DA-EDE6-2D74-D79D-754FE10379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4" y="45"/>
            <a:ext cx="200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585" r:id="rId7" imgW="2921000" imgH="4978400" progId="Equation.3">
                    <p:embed/>
                  </p:oleObj>
                </mc:Choice>
                <mc:Fallback>
                  <p:oleObj r:id="rId7" imgW="2921000" imgH="4978400" progId="Equation.3">
                    <p:embed/>
                    <p:pic>
                      <p:nvPicPr>
                        <p:cNvPr id="371730" name="Object 18">
                          <a:extLst>
                            <a:ext uri="{FF2B5EF4-FFF2-40B4-BE49-F238E27FC236}">
                              <a16:creationId xmlns:a16="http://schemas.microsoft.com/office/drawing/2014/main" id="{3CE218DA-EDE6-2D74-D79D-754FE103798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" y="45"/>
                          <a:ext cx="200" cy="3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17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17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71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7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371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71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71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714" grpId="0" autoUpdateAnimBg="0"/>
      <p:bldP spid="371715" grpId="0" autoUpdateAnimBg="0"/>
      <p:bldP spid="371722" grpId="0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>
            <a:extLst>
              <a:ext uri="{FF2B5EF4-FFF2-40B4-BE49-F238E27FC236}">
                <a16:creationId xmlns:a16="http://schemas.microsoft.com/office/drawing/2014/main" id="{6D76E48D-4CE0-0396-0202-9C697011D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1092201"/>
            <a:ext cx="8424862" cy="394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     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我们已讲了参数的点估计以及评价估计量优良性的标准，参数的点估计是用一个确定的值去估计未知的参数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但是，估计值与参数真值的误差有多大？估计值的可靠性有多大？这些问题在点估计中是无法回答的。这就需要引入区间估计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en-US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也就是下一节要讲的内容 </a:t>
            </a:r>
            <a:r>
              <a:rPr lang="en-US" altLang="zh-CN" sz="2800" b="1">
                <a:solidFill>
                  <a:srgbClr val="007A77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372739" name="Rectangle 3">
            <a:hlinkClick r:id="" action="ppaction://hlinkshowjump?jump=endshow"/>
            <a:extLst>
              <a:ext uri="{FF2B5EF4-FFF2-40B4-BE49-F238E27FC236}">
                <a16:creationId xmlns:a16="http://schemas.microsoft.com/office/drawing/2014/main" id="{4E64AC18-6E9E-AB82-94F4-3D1D1DC91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200" y="6019800"/>
            <a:ext cx="60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2740" name="Rectangle 4">
            <a:extLst>
              <a:ext uri="{FF2B5EF4-FFF2-40B4-BE49-F238E27FC236}">
                <a16:creationId xmlns:a16="http://schemas.microsoft.com/office/drawing/2014/main" id="{1BA8147D-FDC2-4F32-8E41-B898F6EEA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200" y="6019800"/>
            <a:ext cx="60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2741" name="Rectangle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8FD3DCC-4D94-8556-9593-2F25C983C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6019800"/>
            <a:ext cx="60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72742" name="Picture 6">
            <a:hlinkClick r:id="rId2" action="ppaction://hlinkpres?slideindex=10&amp;slidetitle=第七章  参数估计"/>
            <a:extLst>
              <a:ext uri="{FF2B5EF4-FFF2-40B4-BE49-F238E27FC236}">
                <a16:creationId xmlns:a16="http://schemas.microsoft.com/office/drawing/2014/main" id="{BEB8815B-299A-B370-56B9-0AAC3A969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089" y="5013325"/>
            <a:ext cx="930275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72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738" grpId="0" autoUpdateAnimBg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618" name="Rectangle 2">
            <a:extLst>
              <a:ext uri="{FF2B5EF4-FFF2-40B4-BE49-F238E27FC236}">
                <a16:creationId xmlns:a16="http://schemas.microsoft.com/office/drawing/2014/main" id="{ACBD3618-B2F8-2CC4-08F2-830C28ED1C5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209800" y="1009650"/>
            <a:ext cx="7589838" cy="738188"/>
          </a:xfrm>
        </p:spPr>
        <p:txBody>
          <a:bodyPr/>
          <a:lstStyle/>
          <a:p>
            <a:r>
              <a:rPr lang="en-US" altLang="zh-CN" sz="4000" dirty="0">
                <a:solidFill>
                  <a:schemeClr val="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   </a:t>
            </a:r>
            <a:r>
              <a:rPr lang="zh-CN" altLang="en-US" sz="4000" dirty="0">
                <a:solidFill>
                  <a:schemeClr val="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第四节 区间估计</a:t>
            </a:r>
          </a:p>
        </p:txBody>
      </p:sp>
      <p:graphicFrame>
        <p:nvGraphicFramePr>
          <p:cNvPr id="623619" name="Object 3">
            <a:extLst>
              <a:ext uri="{FF2B5EF4-FFF2-40B4-BE49-F238E27FC236}">
                <a16:creationId xmlns:a16="http://schemas.microsoft.com/office/drawing/2014/main" id="{5272DC6F-A0F8-A9DF-C8BD-64B4A868B9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3" y="1700214"/>
          <a:ext cx="7861300" cy="361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3" name="Equation" r:id="rId3" imgW="120243600" imgH="55295800" progId="Equation.DSMT4">
                  <p:embed/>
                </p:oleObj>
              </mc:Choice>
              <mc:Fallback>
                <p:oleObj name="Equation" r:id="rId3" imgW="120243600" imgH="55295800" progId="Equation.DSMT4">
                  <p:embed/>
                  <p:pic>
                    <p:nvPicPr>
                      <p:cNvPr id="623619" name="Object 3">
                        <a:extLst>
                          <a:ext uri="{FF2B5EF4-FFF2-40B4-BE49-F238E27FC236}">
                            <a16:creationId xmlns:a16="http://schemas.microsoft.com/office/drawing/2014/main" id="{5272DC6F-A0F8-A9DF-C8BD-64B4A868B9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1700214"/>
                        <a:ext cx="7861300" cy="3614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blinds dir="vert"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5666" name="Object 2">
            <a:extLst>
              <a:ext uri="{FF2B5EF4-FFF2-40B4-BE49-F238E27FC236}">
                <a16:creationId xmlns:a16="http://schemas.microsoft.com/office/drawing/2014/main" id="{7C097DE7-5F1A-BF9F-3E46-505CFA563B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92450" y="647701"/>
          <a:ext cx="27241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24" name="Equation" r:id="rId3" imgW="45059600" imgH="6146800" progId="Equation.DSMT4">
                  <p:embed/>
                </p:oleObj>
              </mc:Choice>
              <mc:Fallback>
                <p:oleObj name="Equation" r:id="rId3" imgW="45059600" imgH="6146800" progId="Equation.DSMT4">
                  <p:embed/>
                  <p:pic>
                    <p:nvPicPr>
                      <p:cNvPr id="625666" name="Object 2">
                        <a:extLst>
                          <a:ext uri="{FF2B5EF4-FFF2-40B4-BE49-F238E27FC236}">
                            <a16:creationId xmlns:a16="http://schemas.microsoft.com/office/drawing/2014/main" id="{7C097DE7-5F1A-BF9F-3E46-505CFA563B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2450" y="647701"/>
                        <a:ext cx="27241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5667" name="Text Box 3">
            <a:extLst>
              <a:ext uri="{FF2B5EF4-FFF2-40B4-BE49-F238E27FC236}">
                <a16:creationId xmlns:a16="http://schemas.microsoft.com/office/drawing/2014/main" id="{683652B3-0F99-98AE-7609-23C329D88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4775" y="615950"/>
            <a:ext cx="497550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2286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7A77"/>
              </a:buClr>
              <a:buSzPct val="80000"/>
              <a:buBlip>
                <a:blip r:embed="rId5"/>
              </a:buBlip>
            </a:pPr>
            <a:r>
              <a:rPr kumimoji="0" lang="en-US" altLang="zh-CN">
                <a:solidFill>
                  <a:srgbClr val="000066"/>
                </a:solidFill>
                <a:latin typeface="Arial" panose="020B0604020202020204" pitchFamily="34" charset="0"/>
              </a:rPr>
              <a:t> </a:t>
            </a:r>
          </a:p>
        </p:txBody>
      </p:sp>
      <p:graphicFrame>
        <p:nvGraphicFramePr>
          <p:cNvPr id="625668" name="Object 4">
            <a:extLst>
              <a:ext uri="{FF2B5EF4-FFF2-40B4-BE49-F238E27FC236}">
                <a16:creationId xmlns:a16="http://schemas.microsoft.com/office/drawing/2014/main" id="{A9BDE384-0BEF-5127-4FDA-FA906DF122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8" y="1557338"/>
          <a:ext cx="7626350" cy="352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25" name="Equation" r:id="rId6" imgW="122885200" imgH="56756300" progId="Equation.DSMT4">
                  <p:embed/>
                </p:oleObj>
              </mc:Choice>
              <mc:Fallback>
                <p:oleObj name="Equation" r:id="rId6" imgW="122885200" imgH="56756300" progId="Equation.DSMT4">
                  <p:embed/>
                  <p:pic>
                    <p:nvPicPr>
                      <p:cNvPr id="625668" name="Object 4">
                        <a:extLst>
                          <a:ext uri="{FF2B5EF4-FFF2-40B4-BE49-F238E27FC236}">
                            <a16:creationId xmlns:a16="http://schemas.microsoft.com/office/drawing/2014/main" id="{A9BDE384-0BEF-5127-4FDA-FA906DF122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1557338"/>
                        <a:ext cx="7626350" cy="352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5669" name="AutoShape 5">
            <a:extLst>
              <a:ext uri="{FF2B5EF4-FFF2-40B4-BE49-F238E27FC236}">
                <a16:creationId xmlns:a16="http://schemas.microsoft.com/office/drawing/2014/main" id="{20ADE2A4-AB32-27C0-DF60-2C26F3FFE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7300" y="1064730"/>
            <a:ext cx="223838" cy="1302716"/>
          </a:xfrm>
          <a:prstGeom prst="sun">
            <a:avLst>
              <a:gd name="adj" fmla="val 25000"/>
            </a:avLst>
          </a:prstGeom>
          <a:solidFill>
            <a:srgbClr val="FFFF00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3000" fill="hold"/>
                                        <p:tgtEl>
                                          <p:spTgt spid="6256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2000"/>
                                        <p:tgtEl>
                                          <p:spTgt spid="625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690" name="Rectangle 2">
            <a:extLst>
              <a:ext uri="{FF2B5EF4-FFF2-40B4-BE49-F238E27FC236}">
                <a16:creationId xmlns:a16="http://schemas.microsoft.com/office/drawing/2014/main" id="{5B1BAE1B-D9DE-BFBE-1083-72BB5650F33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614613" y="636589"/>
            <a:ext cx="7586662" cy="739775"/>
          </a:xfrm>
        </p:spPr>
        <p:txBody>
          <a:bodyPr/>
          <a:lstStyle/>
          <a:p>
            <a:pPr>
              <a:buFontTx/>
              <a:buBlip>
                <a:blip r:embed="rId3"/>
              </a:buBlip>
            </a:pPr>
            <a:r>
              <a:rPr lang="en-US" altLang="zh-CN"/>
              <a:t>  </a:t>
            </a:r>
            <a:r>
              <a:rPr lang="zh-CN" altLang="en-US">
                <a:solidFill>
                  <a:srgbClr val="FF6600"/>
                </a:solidFill>
                <a:latin typeface="宋体" panose="02010600030101010101" pitchFamily="2" charset="-122"/>
              </a:rPr>
              <a:t>单侧置信区间</a:t>
            </a:r>
          </a:p>
        </p:txBody>
      </p:sp>
      <p:graphicFrame>
        <p:nvGraphicFramePr>
          <p:cNvPr id="626691" name="Object 3">
            <a:extLst>
              <a:ext uri="{FF2B5EF4-FFF2-40B4-BE49-F238E27FC236}">
                <a16:creationId xmlns:a16="http://schemas.microsoft.com/office/drawing/2014/main" id="{FDF0ED90-88AD-DF46-F639-FB647D001719}"/>
              </a:ext>
            </a:extLst>
          </p:cNvPr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871094809"/>
              </p:ext>
            </p:extLst>
          </p:nvPr>
        </p:nvGraphicFramePr>
        <p:xfrm>
          <a:off x="2724398" y="1376364"/>
          <a:ext cx="6646862" cy="231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48" name="Equation" r:id="rId4" imgW="80746600" imgH="28092400" progId="Equation.DSMT4">
                  <p:embed/>
                </p:oleObj>
              </mc:Choice>
              <mc:Fallback>
                <p:oleObj name="Equation" r:id="rId4" imgW="80746600" imgH="28092400" progId="Equation.DSMT4">
                  <p:embed/>
                  <p:pic>
                    <p:nvPicPr>
                      <p:cNvPr id="626691" name="Object 3">
                        <a:extLst>
                          <a:ext uri="{FF2B5EF4-FFF2-40B4-BE49-F238E27FC236}">
                            <a16:creationId xmlns:a16="http://schemas.microsoft.com/office/drawing/2014/main" id="{FDF0ED90-88AD-DF46-F639-FB647D0017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4398" y="1376364"/>
                        <a:ext cx="6646862" cy="231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6692" name="Object 4">
            <a:extLst>
              <a:ext uri="{FF2B5EF4-FFF2-40B4-BE49-F238E27FC236}">
                <a16:creationId xmlns:a16="http://schemas.microsoft.com/office/drawing/2014/main" id="{CBF06602-05F0-6DEE-5D1A-7175D67A4B4C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547938" y="4025901"/>
          <a:ext cx="6724650" cy="206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49" name="Equation" r:id="rId6" imgW="81038700" imgH="28092400" progId="Equation.DSMT4">
                  <p:embed/>
                </p:oleObj>
              </mc:Choice>
              <mc:Fallback>
                <p:oleObj name="Equation" r:id="rId6" imgW="81038700" imgH="28092400" progId="Equation.DSMT4">
                  <p:embed/>
                  <p:pic>
                    <p:nvPicPr>
                      <p:cNvPr id="626692" name="Object 4">
                        <a:extLst>
                          <a:ext uri="{FF2B5EF4-FFF2-40B4-BE49-F238E27FC236}">
                            <a16:creationId xmlns:a16="http://schemas.microsoft.com/office/drawing/2014/main" id="{CBF06602-05F0-6DEE-5D1A-7175D67A4B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7938" y="4025901"/>
                        <a:ext cx="6724650" cy="206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1000"/>
                                        <p:tgtEl>
                                          <p:spTgt spid="626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1000"/>
                                        <p:tgtEl>
                                          <p:spTgt spid="626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714" name="Rectangle 2">
            <a:extLst>
              <a:ext uri="{FF2B5EF4-FFF2-40B4-BE49-F238E27FC236}">
                <a16:creationId xmlns:a16="http://schemas.microsoft.com/office/drawing/2014/main" id="{98E4379D-E564-0D43-CA8E-27AC527A827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416176" y="561977"/>
            <a:ext cx="7847013" cy="779463"/>
          </a:xfrm>
        </p:spPr>
        <p:txBody>
          <a:bodyPr/>
          <a:lstStyle/>
          <a:p>
            <a:pPr>
              <a:buFontTx/>
              <a:buBlip>
                <a:blip r:embed="rId3"/>
              </a:buBlip>
            </a:pPr>
            <a:r>
              <a:rPr lang="en-US" altLang="zh-CN" sz="4000" dirty="0"/>
              <a:t>  </a:t>
            </a:r>
            <a:r>
              <a:rPr lang="zh-CN" altLang="en-US" sz="4000" dirty="0">
                <a:solidFill>
                  <a:srgbClr val="FF6600"/>
                </a:solidFill>
                <a:latin typeface="宋体" panose="02010600030101010101" pitchFamily="2" charset="-122"/>
              </a:rPr>
              <a:t>正态总体均值方差的区间估计</a:t>
            </a:r>
          </a:p>
        </p:txBody>
      </p:sp>
      <p:graphicFrame>
        <p:nvGraphicFramePr>
          <p:cNvPr id="627715" name="Object 3">
            <a:extLst>
              <a:ext uri="{FF2B5EF4-FFF2-40B4-BE49-F238E27FC236}">
                <a16:creationId xmlns:a16="http://schemas.microsoft.com/office/drawing/2014/main" id="{2F2BCF7A-FC67-6675-A9FD-D9735068821A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8266654"/>
              </p:ext>
            </p:extLst>
          </p:nvPr>
        </p:nvGraphicFramePr>
        <p:xfrm>
          <a:off x="2597151" y="1237458"/>
          <a:ext cx="3525837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38" name="Equation" r:id="rId4" imgW="53543200" imgH="6438900" progId="Equation.DSMT4">
                  <p:embed/>
                </p:oleObj>
              </mc:Choice>
              <mc:Fallback>
                <p:oleObj name="Equation" r:id="rId4" imgW="53543200" imgH="6438900" progId="Equation.DSMT4">
                  <p:embed/>
                  <p:pic>
                    <p:nvPicPr>
                      <p:cNvPr id="627715" name="Object 3">
                        <a:extLst>
                          <a:ext uri="{FF2B5EF4-FFF2-40B4-BE49-F238E27FC236}">
                            <a16:creationId xmlns:a16="http://schemas.microsoft.com/office/drawing/2014/main" id="{2F2BCF7A-FC67-6675-A9FD-D973506882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151" y="1237458"/>
                        <a:ext cx="3525837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7716" name="Object 4">
            <a:extLst>
              <a:ext uri="{FF2B5EF4-FFF2-40B4-BE49-F238E27FC236}">
                <a16:creationId xmlns:a16="http://schemas.microsoft.com/office/drawing/2014/main" id="{9A42A3F2-B38E-579D-AE29-ECE596FF50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5439247"/>
              </p:ext>
            </p:extLst>
          </p:nvPr>
        </p:nvGraphicFramePr>
        <p:xfrm>
          <a:off x="2928938" y="1639890"/>
          <a:ext cx="7204075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39" name="Equation" r:id="rId6" imgW="109423200" imgH="6438900" progId="Equation.DSMT4">
                  <p:embed/>
                </p:oleObj>
              </mc:Choice>
              <mc:Fallback>
                <p:oleObj name="Equation" r:id="rId6" imgW="109423200" imgH="6438900" progId="Equation.DSMT4">
                  <p:embed/>
                  <p:pic>
                    <p:nvPicPr>
                      <p:cNvPr id="627716" name="Object 4">
                        <a:extLst>
                          <a:ext uri="{FF2B5EF4-FFF2-40B4-BE49-F238E27FC236}">
                            <a16:creationId xmlns:a16="http://schemas.microsoft.com/office/drawing/2014/main" id="{9A42A3F2-B38E-579D-AE29-ECE596FF50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8" y="1639890"/>
                        <a:ext cx="7204075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7717" name="Object 5">
            <a:extLst>
              <a:ext uri="{FF2B5EF4-FFF2-40B4-BE49-F238E27FC236}">
                <a16:creationId xmlns:a16="http://schemas.microsoft.com/office/drawing/2014/main" id="{FBD37F61-4882-611F-1F5A-D3EB527009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7151" y="2185989"/>
          <a:ext cx="206057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40" name="Equation" r:id="rId8" imgW="31305500" imgH="4978400" progId="Equation.DSMT4">
                  <p:embed/>
                </p:oleObj>
              </mc:Choice>
              <mc:Fallback>
                <p:oleObj name="Equation" r:id="rId8" imgW="31305500" imgH="4978400" progId="Equation.DSMT4">
                  <p:embed/>
                  <p:pic>
                    <p:nvPicPr>
                      <p:cNvPr id="627717" name="Object 5">
                        <a:extLst>
                          <a:ext uri="{FF2B5EF4-FFF2-40B4-BE49-F238E27FC236}">
                            <a16:creationId xmlns:a16="http://schemas.microsoft.com/office/drawing/2014/main" id="{FBD37F61-4882-611F-1F5A-D3EB527009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151" y="2185989"/>
                        <a:ext cx="206057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7718" name="Object 6">
            <a:extLst>
              <a:ext uri="{FF2B5EF4-FFF2-40B4-BE49-F238E27FC236}">
                <a16:creationId xmlns:a16="http://schemas.microsoft.com/office/drawing/2014/main" id="{2F34BD2E-C37E-F7A7-EABF-FEDAEC4029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35275" y="2709863"/>
          <a:ext cx="1328738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41" name="Equation" r:id="rId10" imgW="20193000" imgH="5854700" progId="Equation.DSMT4">
                  <p:embed/>
                </p:oleObj>
              </mc:Choice>
              <mc:Fallback>
                <p:oleObj name="Equation" r:id="rId10" imgW="20193000" imgH="5854700" progId="Equation.DSMT4">
                  <p:embed/>
                  <p:pic>
                    <p:nvPicPr>
                      <p:cNvPr id="627718" name="Object 6">
                        <a:extLst>
                          <a:ext uri="{FF2B5EF4-FFF2-40B4-BE49-F238E27FC236}">
                            <a16:creationId xmlns:a16="http://schemas.microsoft.com/office/drawing/2014/main" id="{2F34BD2E-C37E-F7A7-EABF-FEDAEC4029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5275" y="2709863"/>
                        <a:ext cx="1328738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7719" name="Object 7">
            <a:extLst>
              <a:ext uri="{FF2B5EF4-FFF2-40B4-BE49-F238E27FC236}">
                <a16:creationId xmlns:a16="http://schemas.microsoft.com/office/drawing/2014/main" id="{E8271E78-EBAF-1945-C6BB-CCAB15B59F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65476" y="3138488"/>
          <a:ext cx="379412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42" name="Equation" r:id="rId12" imgW="57632600" imgH="10528300" progId="Equation.DSMT4">
                  <p:embed/>
                </p:oleObj>
              </mc:Choice>
              <mc:Fallback>
                <p:oleObj name="Equation" r:id="rId12" imgW="57632600" imgH="10528300" progId="Equation.DSMT4">
                  <p:embed/>
                  <p:pic>
                    <p:nvPicPr>
                      <p:cNvPr id="627719" name="Object 7">
                        <a:extLst>
                          <a:ext uri="{FF2B5EF4-FFF2-40B4-BE49-F238E27FC236}">
                            <a16:creationId xmlns:a16="http://schemas.microsoft.com/office/drawing/2014/main" id="{E8271E78-EBAF-1945-C6BB-CCAB15B59F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5476" y="3138488"/>
                        <a:ext cx="3794125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7720" name="Object 8">
            <a:extLst>
              <a:ext uri="{FF2B5EF4-FFF2-40B4-BE49-F238E27FC236}">
                <a16:creationId xmlns:a16="http://schemas.microsoft.com/office/drawing/2014/main" id="{0886B482-2FA5-0357-4A6F-1F9AB11732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95639" y="3851275"/>
          <a:ext cx="263842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43" name="Equation" r:id="rId14" imgW="40081200" imgH="11696700" progId="Equation.DSMT4">
                  <p:embed/>
                </p:oleObj>
              </mc:Choice>
              <mc:Fallback>
                <p:oleObj name="Equation" r:id="rId14" imgW="40081200" imgH="11696700" progId="Equation.DSMT4">
                  <p:embed/>
                  <p:pic>
                    <p:nvPicPr>
                      <p:cNvPr id="627720" name="Object 8">
                        <a:extLst>
                          <a:ext uri="{FF2B5EF4-FFF2-40B4-BE49-F238E27FC236}">
                            <a16:creationId xmlns:a16="http://schemas.microsoft.com/office/drawing/2014/main" id="{0886B482-2FA5-0357-4A6F-1F9AB11732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5639" y="3851275"/>
                        <a:ext cx="2638425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7721" name="Object 9">
            <a:extLst>
              <a:ext uri="{FF2B5EF4-FFF2-40B4-BE49-F238E27FC236}">
                <a16:creationId xmlns:a16="http://schemas.microsoft.com/office/drawing/2014/main" id="{5CAA8D83-7ABF-B501-F870-766BF7A0CE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6275" y="4724400"/>
          <a:ext cx="4256088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44" name="Equation" r:id="rId16" imgW="64655700" imgH="10528300" progId="Equation.DSMT4">
                  <p:embed/>
                </p:oleObj>
              </mc:Choice>
              <mc:Fallback>
                <p:oleObj name="Equation" r:id="rId16" imgW="64655700" imgH="10528300" progId="Equation.DSMT4">
                  <p:embed/>
                  <p:pic>
                    <p:nvPicPr>
                      <p:cNvPr id="627721" name="Object 9">
                        <a:extLst>
                          <a:ext uri="{FF2B5EF4-FFF2-40B4-BE49-F238E27FC236}">
                            <a16:creationId xmlns:a16="http://schemas.microsoft.com/office/drawing/2014/main" id="{5CAA8D83-7ABF-B501-F870-766BF7A0CE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4724400"/>
                        <a:ext cx="4256088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7722" name="Object 10">
            <a:extLst>
              <a:ext uri="{FF2B5EF4-FFF2-40B4-BE49-F238E27FC236}">
                <a16:creationId xmlns:a16="http://schemas.microsoft.com/office/drawing/2014/main" id="{39AEF4BE-EEAD-1FB4-6E55-D0917C2A5A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81339" y="5640388"/>
          <a:ext cx="4198937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45" name="Equation" r:id="rId18" imgW="63779400" imgH="10528300" progId="Equation.DSMT4">
                  <p:embed/>
                </p:oleObj>
              </mc:Choice>
              <mc:Fallback>
                <p:oleObj name="Equation" r:id="rId18" imgW="63779400" imgH="10528300" progId="Equation.DSMT4">
                  <p:embed/>
                  <p:pic>
                    <p:nvPicPr>
                      <p:cNvPr id="627722" name="Object 10">
                        <a:extLst>
                          <a:ext uri="{FF2B5EF4-FFF2-40B4-BE49-F238E27FC236}">
                            <a16:creationId xmlns:a16="http://schemas.microsoft.com/office/drawing/2014/main" id="{39AEF4BE-EEAD-1FB4-6E55-D0917C2A5A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1339" y="5640388"/>
                        <a:ext cx="4198937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7723" name="Rectangle 11">
            <a:extLst>
              <a:ext uri="{FF2B5EF4-FFF2-40B4-BE49-F238E27FC236}">
                <a16:creationId xmlns:a16="http://schemas.microsoft.com/office/drawing/2014/main" id="{C55B3E07-14F2-3D55-8810-3BE1C0FEC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914" y="5767240"/>
            <a:ext cx="2808287" cy="463846"/>
          </a:xfrm>
          <a:prstGeom prst="rect">
            <a:avLst/>
          </a:prstGeom>
          <a:noFill/>
          <a:ln w="25400" algn="ctr">
            <a:solidFill>
              <a:srgbClr val="FF9900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27724" name="Object 12">
            <a:extLst>
              <a:ext uri="{FF2B5EF4-FFF2-40B4-BE49-F238E27FC236}">
                <a16:creationId xmlns:a16="http://schemas.microsoft.com/office/drawing/2014/main" id="{858B7D07-E300-DB27-E2F2-18E1F23864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48526" y="2349501"/>
          <a:ext cx="3014663" cy="146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46" name="Equation" r:id="rId20" imgW="31889700" imgH="15506700" progId="Equation.DSMT4">
                  <p:embed/>
                </p:oleObj>
              </mc:Choice>
              <mc:Fallback>
                <p:oleObj name="Equation" r:id="rId20" imgW="31889700" imgH="15506700" progId="Equation.DSMT4">
                  <p:embed/>
                  <p:pic>
                    <p:nvPicPr>
                      <p:cNvPr id="627724" name="Object 12">
                        <a:extLst>
                          <a:ext uri="{FF2B5EF4-FFF2-40B4-BE49-F238E27FC236}">
                            <a16:creationId xmlns:a16="http://schemas.microsoft.com/office/drawing/2014/main" id="{858B7D07-E300-DB27-E2F2-18E1F23864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8526" y="2349501"/>
                        <a:ext cx="3014663" cy="1465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7725" name="Object 13">
            <a:extLst>
              <a:ext uri="{FF2B5EF4-FFF2-40B4-BE49-F238E27FC236}">
                <a16:creationId xmlns:a16="http://schemas.microsoft.com/office/drawing/2014/main" id="{B4126644-3375-D777-7CE8-AB40D936AA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12113" y="3908425"/>
          <a:ext cx="21209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47" name="Equation" r:id="rId22" imgW="22237700" imgH="9652000" progId="Equation.DSMT4">
                  <p:embed/>
                </p:oleObj>
              </mc:Choice>
              <mc:Fallback>
                <p:oleObj name="Equation" r:id="rId22" imgW="22237700" imgH="9652000" progId="Equation.DSMT4">
                  <p:embed/>
                  <p:pic>
                    <p:nvPicPr>
                      <p:cNvPr id="627725" name="Object 13">
                        <a:extLst>
                          <a:ext uri="{FF2B5EF4-FFF2-40B4-BE49-F238E27FC236}">
                            <a16:creationId xmlns:a16="http://schemas.microsoft.com/office/drawing/2014/main" id="{B4126644-3375-D777-7CE8-AB40D936AA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2113" y="3908425"/>
                        <a:ext cx="2120900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7726" name="Rectangle 14">
            <a:extLst>
              <a:ext uri="{FF2B5EF4-FFF2-40B4-BE49-F238E27FC236}">
                <a16:creationId xmlns:a16="http://schemas.microsoft.com/office/drawing/2014/main" id="{7CDBDAAF-4688-BBC3-26C9-9A1E12E2A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6" y="2916089"/>
            <a:ext cx="3141663" cy="463846"/>
          </a:xfrm>
          <a:prstGeom prst="rect">
            <a:avLst/>
          </a:prstGeom>
          <a:noFill/>
          <a:ln w="19050">
            <a:solidFill>
              <a:srgbClr val="808000"/>
            </a:solidFill>
            <a:prstDash val="dash"/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7727" name="AutoShape 15">
            <a:extLst>
              <a:ext uri="{FF2B5EF4-FFF2-40B4-BE49-F238E27FC236}">
                <a16:creationId xmlns:a16="http://schemas.microsoft.com/office/drawing/2014/main" id="{FD8F9A7D-FC31-08F8-DD75-FEDCE11DE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7813" y="4138214"/>
            <a:ext cx="2365376" cy="486276"/>
          </a:xfrm>
          <a:prstGeom prst="foldedCorner">
            <a:avLst>
              <a:gd name="adj" fmla="val 12500"/>
            </a:avLst>
          </a:prstGeom>
          <a:noFill/>
          <a:ln w="19050">
            <a:solidFill>
              <a:srgbClr val="000080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7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7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7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7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7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7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27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27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27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27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27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27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7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627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7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4" dur="500"/>
                                        <p:tgtEl>
                                          <p:spTgt spid="627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7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8738" name="Object 2">
            <a:extLst>
              <a:ext uri="{FF2B5EF4-FFF2-40B4-BE49-F238E27FC236}">
                <a16:creationId xmlns:a16="http://schemas.microsoft.com/office/drawing/2014/main" id="{C921360E-254A-157F-A3FD-4E8565E815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6700" y="1393826"/>
          <a:ext cx="1385888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2" name="Equation" r:id="rId3" imgW="21069300" imgH="5854700" progId="Equation.DSMT4">
                  <p:embed/>
                </p:oleObj>
              </mc:Choice>
              <mc:Fallback>
                <p:oleObj name="Equation" r:id="rId3" imgW="21069300" imgH="5854700" progId="Equation.DSMT4">
                  <p:embed/>
                  <p:pic>
                    <p:nvPicPr>
                      <p:cNvPr id="628738" name="Object 2">
                        <a:extLst>
                          <a:ext uri="{FF2B5EF4-FFF2-40B4-BE49-F238E27FC236}">
                            <a16:creationId xmlns:a16="http://schemas.microsoft.com/office/drawing/2014/main" id="{C921360E-254A-157F-A3FD-4E8565E815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6700" y="1393826"/>
                        <a:ext cx="1385888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8739" name="Object 3">
            <a:extLst>
              <a:ext uri="{FF2B5EF4-FFF2-40B4-BE49-F238E27FC236}">
                <a16:creationId xmlns:a16="http://schemas.microsoft.com/office/drawing/2014/main" id="{5772E648-9CD1-36F6-1FE1-3033666C2F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7050" y="1870075"/>
          <a:ext cx="1925638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3" name="Equation" r:id="rId5" imgW="29260800" imgH="10528300" progId="Equation.DSMT4">
                  <p:embed/>
                </p:oleObj>
              </mc:Choice>
              <mc:Fallback>
                <p:oleObj name="Equation" r:id="rId5" imgW="29260800" imgH="10528300" progId="Equation.DSMT4">
                  <p:embed/>
                  <p:pic>
                    <p:nvPicPr>
                      <p:cNvPr id="628739" name="Object 3">
                        <a:extLst>
                          <a:ext uri="{FF2B5EF4-FFF2-40B4-BE49-F238E27FC236}">
                            <a16:creationId xmlns:a16="http://schemas.microsoft.com/office/drawing/2014/main" id="{5772E648-9CD1-36F6-1FE1-3033666C2F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050" y="1870075"/>
                        <a:ext cx="1925638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8740" name="Object 4">
            <a:extLst>
              <a:ext uri="{FF2B5EF4-FFF2-40B4-BE49-F238E27FC236}">
                <a16:creationId xmlns:a16="http://schemas.microsoft.com/office/drawing/2014/main" id="{6521B381-DEB4-CBC9-1A7A-62E82117BF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4826" y="2711450"/>
          <a:ext cx="435292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4" name="Equation" r:id="rId7" imgW="66116200" imgH="11696700" progId="Equation.DSMT4">
                  <p:embed/>
                </p:oleObj>
              </mc:Choice>
              <mc:Fallback>
                <p:oleObj name="Equation" r:id="rId7" imgW="66116200" imgH="11696700" progId="Equation.DSMT4">
                  <p:embed/>
                  <p:pic>
                    <p:nvPicPr>
                      <p:cNvPr id="628740" name="Object 4">
                        <a:extLst>
                          <a:ext uri="{FF2B5EF4-FFF2-40B4-BE49-F238E27FC236}">
                            <a16:creationId xmlns:a16="http://schemas.microsoft.com/office/drawing/2014/main" id="{6521B381-DEB4-CBC9-1A7A-62E82117BF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826" y="2711450"/>
                        <a:ext cx="4352925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8741" name="Object 5">
            <a:extLst>
              <a:ext uri="{FF2B5EF4-FFF2-40B4-BE49-F238E27FC236}">
                <a16:creationId xmlns:a16="http://schemas.microsoft.com/office/drawing/2014/main" id="{0836FE19-8331-C543-3B45-5FA18CD731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3" y="3741738"/>
          <a:ext cx="527685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5" name="Equation" r:id="rId9" imgW="80162400" imgH="10528300" progId="Equation.DSMT4">
                  <p:embed/>
                </p:oleObj>
              </mc:Choice>
              <mc:Fallback>
                <p:oleObj name="Equation" r:id="rId9" imgW="80162400" imgH="10528300" progId="Equation.DSMT4">
                  <p:embed/>
                  <p:pic>
                    <p:nvPicPr>
                      <p:cNvPr id="628741" name="Object 5">
                        <a:extLst>
                          <a:ext uri="{FF2B5EF4-FFF2-40B4-BE49-F238E27FC236}">
                            <a16:creationId xmlns:a16="http://schemas.microsoft.com/office/drawing/2014/main" id="{0836FE19-8331-C543-3B45-5FA18CD731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3741738"/>
                        <a:ext cx="5276850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8742" name="Object 6">
            <a:extLst>
              <a:ext uri="{FF2B5EF4-FFF2-40B4-BE49-F238E27FC236}">
                <a16:creationId xmlns:a16="http://schemas.microsoft.com/office/drawing/2014/main" id="{A9C2B134-2D64-9959-AB08-59FA571306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5463" y="4821238"/>
          <a:ext cx="52578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6" name="Equation" r:id="rId11" imgW="79870300" imgH="10528300" progId="Equation.DSMT4">
                  <p:embed/>
                </p:oleObj>
              </mc:Choice>
              <mc:Fallback>
                <p:oleObj name="Equation" r:id="rId11" imgW="79870300" imgH="10528300" progId="Equation.DSMT4">
                  <p:embed/>
                  <p:pic>
                    <p:nvPicPr>
                      <p:cNvPr id="628742" name="Object 6">
                        <a:extLst>
                          <a:ext uri="{FF2B5EF4-FFF2-40B4-BE49-F238E27FC236}">
                            <a16:creationId xmlns:a16="http://schemas.microsoft.com/office/drawing/2014/main" id="{A9C2B134-2D64-9959-AB08-59FA571306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463" y="4821238"/>
                        <a:ext cx="5257800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8743" name="Rectangle 7">
            <a:extLst>
              <a:ext uri="{FF2B5EF4-FFF2-40B4-BE49-F238E27FC236}">
                <a16:creationId xmlns:a16="http://schemas.microsoft.com/office/drawing/2014/main" id="{304B0C93-B042-368F-4654-72479E9C6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932215"/>
            <a:ext cx="3963988" cy="463846"/>
          </a:xfrm>
          <a:prstGeom prst="rect">
            <a:avLst/>
          </a:prstGeom>
          <a:noFill/>
          <a:ln w="25400" algn="ctr">
            <a:solidFill>
              <a:srgbClr val="FF9900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28744" name="Group 8">
            <a:extLst>
              <a:ext uri="{FF2B5EF4-FFF2-40B4-BE49-F238E27FC236}">
                <a16:creationId xmlns:a16="http://schemas.microsoft.com/office/drawing/2014/main" id="{B2B55088-BCDB-3D04-9FD7-1E79B6EF1B9D}"/>
              </a:ext>
            </a:extLst>
          </p:cNvPr>
          <p:cNvGrpSpPr>
            <a:grpSpLocks/>
          </p:cNvGrpSpPr>
          <p:nvPr/>
        </p:nvGrpSpPr>
        <p:grpSpPr bwMode="auto">
          <a:xfrm>
            <a:off x="7097713" y="1627188"/>
            <a:ext cx="3003550" cy="931862"/>
            <a:chOff x="1605" y="227"/>
            <a:chExt cx="4155" cy="1113"/>
          </a:xfrm>
        </p:grpSpPr>
        <p:sp>
          <p:nvSpPr>
            <p:cNvPr id="628745" name="Line 9">
              <a:extLst>
                <a:ext uri="{FF2B5EF4-FFF2-40B4-BE49-F238E27FC236}">
                  <a16:creationId xmlns:a16="http://schemas.microsoft.com/office/drawing/2014/main" id="{0C1B97A6-781C-A2D8-DCA8-4F8FFF41A3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5" y="1149"/>
              <a:ext cx="4155" cy="0"/>
            </a:xfrm>
            <a:prstGeom prst="line">
              <a:avLst/>
            </a:prstGeom>
            <a:noFill/>
            <a:ln w="25400">
              <a:solidFill>
                <a:srgbClr val="3333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628746" name="Group 10">
              <a:extLst>
                <a:ext uri="{FF2B5EF4-FFF2-40B4-BE49-F238E27FC236}">
                  <a16:creationId xmlns:a16="http://schemas.microsoft.com/office/drawing/2014/main" id="{89A5F823-CE8A-F746-8EDD-B1D67CDA8C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4" y="227"/>
              <a:ext cx="3550" cy="1113"/>
              <a:chOff x="1864" y="227"/>
              <a:chExt cx="3550" cy="1113"/>
            </a:xfrm>
          </p:grpSpPr>
          <p:sp>
            <p:nvSpPr>
              <p:cNvPr id="628747" name="Freeform 11">
                <a:extLst>
                  <a:ext uri="{FF2B5EF4-FFF2-40B4-BE49-F238E27FC236}">
                    <a16:creationId xmlns:a16="http://schemas.microsoft.com/office/drawing/2014/main" id="{FB63353C-9952-0C64-301E-7860BE6FE29E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39" y="228"/>
                <a:ext cx="1775" cy="866"/>
              </a:xfrm>
              <a:custGeom>
                <a:avLst/>
                <a:gdLst>
                  <a:gd name="T0" fmla="*/ 18 w 1800"/>
                  <a:gd name="T1" fmla="*/ 237 h 237"/>
                  <a:gd name="T2" fmla="*/ 54 w 1800"/>
                  <a:gd name="T3" fmla="*/ 236 h 237"/>
                  <a:gd name="T4" fmla="*/ 90 w 1800"/>
                  <a:gd name="T5" fmla="*/ 234 h 237"/>
                  <a:gd name="T6" fmla="*/ 126 w 1800"/>
                  <a:gd name="T7" fmla="*/ 232 h 237"/>
                  <a:gd name="T8" fmla="*/ 162 w 1800"/>
                  <a:gd name="T9" fmla="*/ 228 h 237"/>
                  <a:gd name="T10" fmla="*/ 198 w 1800"/>
                  <a:gd name="T11" fmla="*/ 224 h 237"/>
                  <a:gd name="T12" fmla="*/ 234 w 1800"/>
                  <a:gd name="T13" fmla="*/ 219 h 237"/>
                  <a:gd name="T14" fmla="*/ 270 w 1800"/>
                  <a:gd name="T15" fmla="*/ 214 h 237"/>
                  <a:gd name="T16" fmla="*/ 306 w 1800"/>
                  <a:gd name="T17" fmla="*/ 208 h 237"/>
                  <a:gd name="T18" fmla="*/ 342 w 1800"/>
                  <a:gd name="T19" fmla="*/ 201 h 237"/>
                  <a:gd name="T20" fmla="*/ 378 w 1800"/>
                  <a:gd name="T21" fmla="*/ 194 h 237"/>
                  <a:gd name="T22" fmla="*/ 414 w 1800"/>
                  <a:gd name="T23" fmla="*/ 186 h 237"/>
                  <a:gd name="T24" fmla="*/ 450 w 1800"/>
                  <a:gd name="T25" fmla="*/ 178 h 237"/>
                  <a:gd name="T26" fmla="*/ 486 w 1800"/>
                  <a:gd name="T27" fmla="*/ 170 h 237"/>
                  <a:gd name="T28" fmla="*/ 522 w 1800"/>
                  <a:gd name="T29" fmla="*/ 161 h 237"/>
                  <a:gd name="T30" fmla="*/ 558 w 1800"/>
                  <a:gd name="T31" fmla="*/ 153 h 237"/>
                  <a:gd name="T32" fmla="*/ 594 w 1800"/>
                  <a:gd name="T33" fmla="*/ 144 h 237"/>
                  <a:gd name="T34" fmla="*/ 630 w 1800"/>
                  <a:gd name="T35" fmla="*/ 135 h 237"/>
                  <a:gd name="T36" fmla="*/ 666 w 1800"/>
                  <a:gd name="T37" fmla="*/ 126 h 237"/>
                  <a:gd name="T38" fmla="*/ 702 w 1800"/>
                  <a:gd name="T39" fmla="*/ 118 h 237"/>
                  <a:gd name="T40" fmla="*/ 738 w 1800"/>
                  <a:gd name="T41" fmla="*/ 110 h 237"/>
                  <a:gd name="T42" fmla="*/ 774 w 1800"/>
                  <a:gd name="T43" fmla="*/ 101 h 237"/>
                  <a:gd name="T44" fmla="*/ 810 w 1800"/>
                  <a:gd name="T45" fmla="*/ 93 h 237"/>
                  <a:gd name="T46" fmla="*/ 846 w 1800"/>
                  <a:gd name="T47" fmla="*/ 86 h 237"/>
                  <a:gd name="T48" fmla="*/ 882 w 1800"/>
                  <a:gd name="T49" fmla="*/ 78 h 237"/>
                  <a:gd name="T50" fmla="*/ 918 w 1800"/>
                  <a:gd name="T51" fmla="*/ 71 h 237"/>
                  <a:gd name="T52" fmla="*/ 954 w 1800"/>
                  <a:gd name="T53" fmla="*/ 65 h 237"/>
                  <a:gd name="T54" fmla="*/ 990 w 1800"/>
                  <a:gd name="T55" fmla="*/ 58 h 237"/>
                  <a:gd name="T56" fmla="*/ 1026 w 1800"/>
                  <a:gd name="T57" fmla="*/ 53 h 237"/>
                  <a:gd name="T58" fmla="*/ 1062 w 1800"/>
                  <a:gd name="T59" fmla="*/ 47 h 237"/>
                  <a:gd name="T60" fmla="*/ 1098 w 1800"/>
                  <a:gd name="T61" fmla="*/ 42 h 237"/>
                  <a:gd name="T62" fmla="*/ 1134 w 1800"/>
                  <a:gd name="T63" fmla="*/ 37 h 237"/>
                  <a:gd name="T64" fmla="*/ 1170 w 1800"/>
                  <a:gd name="T65" fmla="*/ 33 h 237"/>
                  <a:gd name="T66" fmla="*/ 1206 w 1800"/>
                  <a:gd name="T67" fmla="*/ 29 h 237"/>
                  <a:gd name="T68" fmla="*/ 1242 w 1800"/>
                  <a:gd name="T69" fmla="*/ 25 h 237"/>
                  <a:gd name="T70" fmla="*/ 1278 w 1800"/>
                  <a:gd name="T71" fmla="*/ 22 h 237"/>
                  <a:gd name="T72" fmla="*/ 1314 w 1800"/>
                  <a:gd name="T73" fmla="*/ 19 h 237"/>
                  <a:gd name="T74" fmla="*/ 1350 w 1800"/>
                  <a:gd name="T75" fmla="*/ 16 h 237"/>
                  <a:gd name="T76" fmla="*/ 1386 w 1800"/>
                  <a:gd name="T77" fmla="*/ 14 h 237"/>
                  <a:gd name="T78" fmla="*/ 1422 w 1800"/>
                  <a:gd name="T79" fmla="*/ 11 h 237"/>
                  <a:gd name="T80" fmla="*/ 1458 w 1800"/>
                  <a:gd name="T81" fmla="*/ 10 h 237"/>
                  <a:gd name="T82" fmla="*/ 1494 w 1800"/>
                  <a:gd name="T83" fmla="*/ 8 h 237"/>
                  <a:gd name="T84" fmla="*/ 1530 w 1800"/>
                  <a:gd name="T85" fmla="*/ 6 h 237"/>
                  <a:gd name="T86" fmla="*/ 1566 w 1800"/>
                  <a:gd name="T87" fmla="*/ 5 h 237"/>
                  <a:gd name="T88" fmla="*/ 1602 w 1800"/>
                  <a:gd name="T89" fmla="*/ 4 h 237"/>
                  <a:gd name="T90" fmla="*/ 1638 w 1800"/>
                  <a:gd name="T91" fmla="*/ 3 h 237"/>
                  <a:gd name="T92" fmla="*/ 1674 w 1800"/>
                  <a:gd name="T93" fmla="*/ 2 h 237"/>
                  <a:gd name="T94" fmla="*/ 1710 w 1800"/>
                  <a:gd name="T95" fmla="*/ 1 h 237"/>
                  <a:gd name="T96" fmla="*/ 1746 w 1800"/>
                  <a:gd name="T97" fmla="*/ 0 h 237"/>
                  <a:gd name="T98" fmla="*/ 1782 w 1800"/>
                  <a:gd name="T99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800" h="237">
                    <a:moveTo>
                      <a:pt x="0" y="237"/>
                    </a:moveTo>
                    <a:cubicBezTo>
                      <a:pt x="18" y="237"/>
                      <a:pt x="18" y="237"/>
                      <a:pt x="18" y="237"/>
                    </a:cubicBezTo>
                    <a:cubicBezTo>
                      <a:pt x="36" y="236"/>
                      <a:pt x="36" y="236"/>
                      <a:pt x="36" y="236"/>
                    </a:cubicBezTo>
                    <a:cubicBezTo>
                      <a:pt x="54" y="236"/>
                      <a:pt x="54" y="236"/>
                      <a:pt x="54" y="236"/>
                    </a:cubicBezTo>
                    <a:cubicBezTo>
                      <a:pt x="72" y="235"/>
                      <a:pt x="72" y="235"/>
                      <a:pt x="72" y="235"/>
                    </a:cubicBezTo>
                    <a:cubicBezTo>
                      <a:pt x="90" y="234"/>
                      <a:pt x="90" y="234"/>
                      <a:pt x="90" y="234"/>
                    </a:cubicBezTo>
                    <a:cubicBezTo>
                      <a:pt x="108" y="233"/>
                      <a:pt x="108" y="233"/>
                      <a:pt x="108" y="233"/>
                    </a:cubicBezTo>
                    <a:cubicBezTo>
                      <a:pt x="126" y="232"/>
                      <a:pt x="126" y="232"/>
                      <a:pt x="126" y="232"/>
                    </a:cubicBezTo>
                    <a:cubicBezTo>
                      <a:pt x="144" y="230"/>
                      <a:pt x="144" y="230"/>
                      <a:pt x="144" y="230"/>
                    </a:cubicBezTo>
                    <a:cubicBezTo>
                      <a:pt x="162" y="228"/>
                      <a:pt x="162" y="228"/>
                      <a:pt x="162" y="228"/>
                    </a:cubicBezTo>
                    <a:cubicBezTo>
                      <a:pt x="180" y="226"/>
                      <a:pt x="180" y="226"/>
                      <a:pt x="180" y="226"/>
                    </a:cubicBezTo>
                    <a:cubicBezTo>
                      <a:pt x="198" y="224"/>
                      <a:pt x="198" y="224"/>
                      <a:pt x="198" y="224"/>
                    </a:cubicBezTo>
                    <a:cubicBezTo>
                      <a:pt x="216" y="222"/>
                      <a:pt x="216" y="222"/>
                      <a:pt x="216" y="222"/>
                    </a:cubicBezTo>
                    <a:cubicBezTo>
                      <a:pt x="234" y="219"/>
                      <a:pt x="234" y="219"/>
                      <a:pt x="234" y="219"/>
                    </a:cubicBezTo>
                    <a:cubicBezTo>
                      <a:pt x="252" y="217"/>
                      <a:pt x="252" y="217"/>
                      <a:pt x="252" y="217"/>
                    </a:cubicBezTo>
                    <a:cubicBezTo>
                      <a:pt x="270" y="214"/>
                      <a:pt x="270" y="214"/>
                      <a:pt x="270" y="214"/>
                    </a:cubicBezTo>
                    <a:cubicBezTo>
                      <a:pt x="288" y="211"/>
                      <a:pt x="288" y="211"/>
                      <a:pt x="288" y="211"/>
                    </a:cubicBezTo>
                    <a:cubicBezTo>
                      <a:pt x="306" y="208"/>
                      <a:pt x="306" y="208"/>
                      <a:pt x="306" y="208"/>
                    </a:cubicBezTo>
                    <a:cubicBezTo>
                      <a:pt x="324" y="204"/>
                      <a:pt x="324" y="204"/>
                      <a:pt x="324" y="204"/>
                    </a:cubicBezTo>
                    <a:cubicBezTo>
                      <a:pt x="342" y="201"/>
                      <a:pt x="342" y="201"/>
                      <a:pt x="342" y="201"/>
                    </a:cubicBezTo>
                    <a:cubicBezTo>
                      <a:pt x="360" y="197"/>
                      <a:pt x="360" y="197"/>
                      <a:pt x="360" y="197"/>
                    </a:cubicBezTo>
                    <a:cubicBezTo>
                      <a:pt x="378" y="194"/>
                      <a:pt x="378" y="194"/>
                      <a:pt x="378" y="194"/>
                    </a:cubicBezTo>
                    <a:cubicBezTo>
                      <a:pt x="396" y="190"/>
                      <a:pt x="396" y="190"/>
                      <a:pt x="396" y="190"/>
                    </a:cubicBezTo>
                    <a:cubicBezTo>
                      <a:pt x="414" y="186"/>
                      <a:pt x="414" y="186"/>
                      <a:pt x="414" y="186"/>
                    </a:cubicBezTo>
                    <a:cubicBezTo>
                      <a:pt x="432" y="182"/>
                      <a:pt x="432" y="182"/>
                      <a:pt x="432" y="182"/>
                    </a:cubicBezTo>
                    <a:cubicBezTo>
                      <a:pt x="450" y="178"/>
                      <a:pt x="450" y="178"/>
                      <a:pt x="450" y="178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86" y="170"/>
                      <a:pt x="486" y="170"/>
                      <a:pt x="486" y="170"/>
                    </a:cubicBezTo>
                    <a:cubicBezTo>
                      <a:pt x="504" y="165"/>
                      <a:pt x="504" y="165"/>
                      <a:pt x="504" y="165"/>
                    </a:cubicBezTo>
                    <a:cubicBezTo>
                      <a:pt x="522" y="161"/>
                      <a:pt x="522" y="161"/>
                      <a:pt x="522" y="161"/>
                    </a:cubicBezTo>
                    <a:cubicBezTo>
                      <a:pt x="540" y="157"/>
                      <a:pt x="540" y="157"/>
                      <a:pt x="540" y="157"/>
                    </a:cubicBezTo>
                    <a:cubicBezTo>
                      <a:pt x="558" y="153"/>
                      <a:pt x="558" y="153"/>
                      <a:pt x="558" y="153"/>
                    </a:cubicBezTo>
                    <a:cubicBezTo>
                      <a:pt x="576" y="148"/>
                      <a:pt x="576" y="148"/>
                      <a:pt x="576" y="148"/>
                    </a:cubicBezTo>
                    <a:cubicBezTo>
                      <a:pt x="594" y="144"/>
                      <a:pt x="594" y="144"/>
                      <a:pt x="594" y="144"/>
                    </a:cubicBezTo>
                    <a:cubicBezTo>
                      <a:pt x="612" y="140"/>
                      <a:pt x="612" y="140"/>
                      <a:pt x="612" y="140"/>
                    </a:cubicBezTo>
                    <a:cubicBezTo>
                      <a:pt x="630" y="135"/>
                      <a:pt x="630" y="135"/>
                      <a:pt x="630" y="135"/>
                    </a:cubicBezTo>
                    <a:cubicBezTo>
                      <a:pt x="648" y="131"/>
                      <a:pt x="648" y="131"/>
                      <a:pt x="648" y="131"/>
                    </a:cubicBezTo>
                    <a:cubicBezTo>
                      <a:pt x="666" y="126"/>
                      <a:pt x="666" y="126"/>
                      <a:pt x="666" y="126"/>
                    </a:cubicBezTo>
                    <a:cubicBezTo>
                      <a:pt x="684" y="122"/>
                      <a:pt x="684" y="122"/>
                      <a:pt x="684" y="122"/>
                    </a:cubicBezTo>
                    <a:cubicBezTo>
                      <a:pt x="702" y="118"/>
                      <a:pt x="702" y="118"/>
                      <a:pt x="702" y="118"/>
                    </a:cubicBezTo>
                    <a:cubicBezTo>
                      <a:pt x="720" y="114"/>
                      <a:pt x="720" y="114"/>
                      <a:pt x="720" y="114"/>
                    </a:cubicBezTo>
                    <a:cubicBezTo>
                      <a:pt x="738" y="110"/>
                      <a:pt x="738" y="110"/>
                      <a:pt x="738" y="110"/>
                    </a:cubicBezTo>
                    <a:cubicBezTo>
                      <a:pt x="756" y="105"/>
                      <a:pt x="756" y="105"/>
                      <a:pt x="756" y="105"/>
                    </a:cubicBezTo>
                    <a:cubicBezTo>
                      <a:pt x="774" y="101"/>
                      <a:pt x="774" y="101"/>
                      <a:pt x="774" y="101"/>
                    </a:cubicBezTo>
                    <a:cubicBezTo>
                      <a:pt x="792" y="97"/>
                      <a:pt x="792" y="97"/>
                      <a:pt x="792" y="97"/>
                    </a:cubicBezTo>
                    <a:cubicBezTo>
                      <a:pt x="810" y="93"/>
                      <a:pt x="810" y="93"/>
                      <a:pt x="810" y="93"/>
                    </a:cubicBezTo>
                    <a:cubicBezTo>
                      <a:pt x="828" y="90"/>
                      <a:pt x="828" y="90"/>
                      <a:pt x="828" y="90"/>
                    </a:cubicBezTo>
                    <a:cubicBezTo>
                      <a:pt x="846" y="86"/>
                      <a:pt x="846" y="86"/>
                      <a:pt x="846" y="86"/>
                    </a:cubicBezTo>
                    <a:cubicBezTo>
                      <a:pt x="864" y="82"/>
                      <a:pt x="864" y="82"/>
                      <a:pt x="864" y="82"/>
                    </a:cubicBezTo>
                    <a:cubicBezTo>
                      <a:pt x="882" y="78"/>
                      <a:pt x="882" y="78"/>
                      <a:pt x="882" y="78"/>
                    </a:cubicBezTo>
                    <a:cubicBezTo>
                      <a:pt x="900" y="75"/>
                      <a:pt x="900" y="75"/>
                      <a:pt x="900" y="75"/>
                    </a:cubicBezTo>
                    <a:cubicBezTo>
                      <a:pt x="918" y="71"/>
                      <a:pt x="918" y="71"/>
                      <a:pt x="918" y="71"/>
                    </a:cubicBezTo>
                    <a:cubicBezTo>
                      <a:pt x="936" y="68"/>
                      <a:pt x="936" y="68"/>
                      <a:pt x="936" y="68"/>
                    </a:cubicBezTo>
                    <a:cubicBezTo>
                      <a:pt x="954" y="65"/>
                      <a:pt x="954" y="65"/>
                      <a:pt x="954" y="65"/>
                    </a:cubicBezTo>
                    <a:cubicBezTo>
                      <a:pt x="972" y="62"/>
                      <a:pt x="972" y="62"/>
                      <a:pt x="972" y="62"/>
                    </a:cubicBezTo>
                    <a:cubicBezTo>
                      <a:pt x="990" y="58"/>
                      <a:pt x="990" y="58"/>
                      <a:pt x="990" y="58"/>
                    </a:cubicBezTo>
                    <a:cubicBezTo>
                      <a:pt x="1008" y="55"/>
                      <a:pt x="1008" y="55"/>
                      <a:pt x="1008" y="55"/>
                    </a:cubicBezTo>
                    <a:cubicBezTo>
                      <a:pt x="1026" y="53"/>
                      <a:pt x="1026" y="53"/>
                      <a:pt x="1026" y="53"/>
                    </a:cubicBezTo>
                    <a:cubicBezTo>
                      <a:pt x="1044" y="50"/>
                      <a:pt x="1044" y="50"/>
                      <a:pt x="1044" y="50"/>
                    </a:cubicBezTo>
                    <a:cubicBezTo>
                      <a:pt x="1062" y="47"/>
                      <a:pt x="1062" y="47"/>
                      <a:pt x="1062" y="47"/>
                    </a:cubicBezTo>
                    <a:cubicBezTo>
                      <a:pt x="1080" y="44"/>
                      <a:pt x="1080" y="44"/>
                      <a:pt x="1080" y="44"/>
                    </a:cubicBezTo>
                    <a:cubicBezTo>
                      <a:pt x="1098" y="42"/>
                      <a:pt x="1098" y="42"/>
                      <a:pt x="1098" y="42"/>
                    </a:cubicBezTo>
                    <a:cubicBezTo>
                      <a:pt x="1116" y="40"/>
                      <a:pt x="1116" y="40"/>
                      <a:pt x="1116" y="40"/>
                    </a:cubicBezTo>
                    <a:cubicBezTo>
                      <a:pt x="1134" y="37"/>
                      <a:pt x="1134" y="37"/>
                      <a:pt x="1134" y="37"/>
                    </a:cubicBezTo>
                    <a:cubicBezTo>
                      <a:pt x="1152" y="35"/>
                      <a:pt x="1152" y="35"/>
                      <a:pt x="1152" y="35"/>
                    </a:cubicBezTo>
                    <a:cubicBezTo>
                      <a:pt x="1170" y="33"/>
                      <a:pt x="1170" y="33"/>
                      <a:pt x="1170" y="33"/>
                    </a:cubicBezTo>
                    <a:cubicBezTo>
                      <a:pt x="1188" y="31"/>
                      <a:pt x="1188" y="31"/>
                      <a:pt x="1188" y="31"/>
                    </a:cubicBezTo>
                    <a:cubicBezTo>
                      <a:pt x="1206" y="29"/>
                      <a:pt x="1206" y="29"/>
                      <a:pt x="1206" y="29"/>
                    </a:cubicBezTo>
                    <a:cubicBezTo>
                      <a:pt x="1224" y="27"/>
                      <a:pt x="1224" y="27"/>
                      <a:pt x="1224" y="27"/>
                    </a:cubicBezTo>
                    <a:cubicBezTo>
                      <a:pt x="1242" y="25"/>
                      <a:pt x="1242" y="25"/>
                      <a:pt x="1242" y="25"/>
                    </a:cubicBezTo>
                    <a:cubicBezTo>
                      <a:pt x="1260" y="23"/>
                      <a:pt x="1260" y="23"/>
                      <a:pt x="1260" y="23"/>
                    </a:cubicBezTo>
                    <a:cubicBezTo>
                      <a:pt x="1278" y="22"/>
                      <a:pt x="1278" y="22"/>
                      <a:pt x="1278" y="22"/>
                    </a:cubicBezTo>
                    <a:cubicBezTo>
                      <a:pt x="1296" y="20"/>
                      <a:pt x="1296" y="20"/>
                      <a:pt x="1296" y="20"/>
                    </a:cubicBezTo>
                    <a:cubicBezTo>
                      <a:pt x="1314" y="19"/>
                      <a:pt x="1314" y="19"/>
                      <a:pt x="1314" y="19"/>
                    </a:cubicBezTo>
                    <a:cubicBezTo>
                      <a:pt x="1332" y="17"/>
                      <a:pt x="1332" y="17"/>
                      <a:pt x="1332" y="17"/>
                    </a:cubicBezTo>
                    <a:cubicBezTo>
                      <a:pt x="1350" y="16"/>
                      <a:pt x="1350" y="16"/>
                      <a:pt x="1350" y="16"/>
                    </a:cubicBezTo>
                    <a:cubicBezTo>
                      <a:pt x="1368" y="15"/>
                      <a:pt x="1368" y="15"/>
                      <a:pt x="1368" y="15"/>
                    </a:cubicBezTo>
                    <a:cubicBezTo>
                      <a:pt x="1386" y="14"/>
                      <a:pt x="1386" y="14"/>
                      <a:pt x="1386" y="14"/>
                    </a:cubicBezTo>
                    <a:cubicBezTo>
                      <a:pt x="1404" y="13"/>
                      <a:pt x="1404" y="13"/>
                      <a:pt x="1404" y="13"/>
                    </a:cubicBezTo>
                    <a:cubicBezTo>
                      <a:pt x="1422" y="11"/>
                      <a:pt x="1422" y="11"/>
                      <a:pt x="1422" y="11"/>
                    </a:cubicBezTo>
                    <a:cubicBezTo>
                      <a:pt x="1440" y="10"/>
                      <a:pt x="1440" y="10"/>
                      <a:pt x="1440" y="10"/>
                    </a:cubicBezTo>
                    <a:cubicBezTo>
                      <a:pt x="1458" y="10"/>
                      <a:pt x="1458" y="10"/>
                      <a:pt x="1458" y="10"/>
                    </a:cubicBezTo>
                    <a:cubicBezTo>
                      <a:pt x="1476" y="9"/>
                      <a:pt x="1476" y="9"/>
                      <a:pt x="1476" y="9"/>
                    </a:cubicBezTo>
                    <a:cubicBezTo>
                      <a:pt x="1494" y="8"/>
                      <a:pt x="1494" y="8"/>
                      <a:pt x="1494" y="8"/>
                    </a:cubicBezTo>
                    <a:cubicBezTo>
                      <a:pt x="1512" y="7"/>
                      <a:pt x="1512" y="7"/>
                      <a:pt x="1512" y="7"/>
                    </a:cubicBezTo>
                    <a:cubicBezTo>
                      <a:pt x="1530" y="6"/>
                      <a:pt x="1530" y="6"/>
                      <a:pt x="1530" y="6"/>
                    </a:cubicBezTo>
                    <a:cubicBezTo>
                      <a:pt x="1548" y="6"/>
                      <a:pt x="1548" y="6"/>
                      <a:pt x="1548" y="6"/>
                    </a:cubicBezTo>
                    <a:cubicBezTo>
                      <a:pt x="1566" y="5"/>
                      <a:pt x="1566" y="5"/>
                      <a:pt x="1566" y="5"/>
                    </a:cubicBezTo>
                    <a:cubicBezTo>
                      <a:pt x="1584" y="4"/>
                      <a:pt x="1584" y="4"/>
                      <a:pt x="1584" y="4"/>
                    </a:cubicBezTo>
                    <a:cubicBezTo>
                      <a:pt x="1602" y="4"/>
                      <a:pt x="1602" y="4"/>
                      <a:pt x="1602" y="4"/>
                    </a:cubicBezTo>
                    <a:cubicBezTo>
                      <a:pt x="1620" y="3"/>
                      <a:pt x="1620" y="3"/>
                      <a:pt x="1620" y="3"/>
                    </a:cubicBezTo>
                    <a:cubicBezTo>
                      <a:pt x="1638" y="3"/>
                      <a:pt x="1638" y="3"/>
                      <a:pt x="1638" y="3"/>
                    </a:cubicBezTo>
                    <a:cubicBezTo>
                      <a:pt x="1656" y="2"/>
                      <a:pt x="1656" y="2"/>
                      <a:pt x="1656" y="2"/>
                    </a:cubicBezTo>
                    <a:cubicBezTo>
                      <a:pt x="1674" y="2"/>
                      <a:pt x="1674" y="2"/>
                      <a:pt x="1674" y="2"/>
                    </a:cubicBezTo>
                    <a:cubicBezTo>
                      <a:pt x="1692" y="1"/>
                      <a:pt x="1692" y="1"/>
                      <a:pt x="1692" y="1"/>
                    </a:cubicBezTo>
                    <a:cubicBezTo>
                      <a:pt x="1710" y="1"/>
                      <a:pt x="1710" y="1"/>
                      <a:pt x="1710" y="1"/>
                    </a:cubicBezTo>
                    <a:cubicBezTo>
                      <a:pt x="1728" y="1"/>
                      <a:pt x="1728" y="1"/>
                      <a:pt x="1728" y="1"/>
                    </a:cubicBezTo>
                    <a:cubicBezTo>
                      <a:pt x="1746" y="0"/>
                      <a:pt x="1746" y="0"/>
                      <a:pt x="1746" y="0"/>
                    </a:cubicBezTo>
                    <a:cubicBezTo>
                      <a:pt x="1764" y="0"/>
                      <a:pt x="1764" y="0"/>
                      <a:pt x="1764" y="0"/>
                    </a:cubicBezTo>
                    <a:cubicBezTo>
                      <a:pt x="1782" y="0"/>
                      <a:pt x="1782" y="0"/>
                      <a:pt x="1782" y="0"/>
                    </a:cubicBezTo>
                    <a:cubicBezTo>
                      <a:pt x="1800" y="0"/>
                      <a:pt x="1800" y="0"/>
                      <a:pt x="1800" y="0"/>
                    </a:cubicBezTo>
                  </a:path>
                </a:pathLst>
              </a:custGeom>
              <a:noFill/>
              <a:ln w="25400" cap="flat" cmpd="sng">
                <a:solidFill>
                  <a:srgbClr val="FF66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CN" sz="2400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8748" name="Freeform 12">
                <a:extLst>
                  <a:ext uri="{FF2B5EF4-FFF2-40B4-BE49-F238E27FC236}">
                    <a16:creationId xmlns:a16="http://schemas.microsoft.com/office/drawing/2014/main" id="{ACBFF1A3-A207-5544-1CBB-4C61F23B09D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864" y="227"/>
                <a:ext cx="1774" cy="867"/>
              </a:xfrm>
              <a:custGeom>
                <a:avLst/>
                <a:gdLst>
                  <a:gd name="T0" fmla="*/ 18 w 1800"/>
                  <a:gd name="T1" fmla="*/ 237 h 237"/>
                  <a:gd name="T2" fmla="*/ 54 w 1800"/>
                  <a:gd name="T3" fmla="*/ 236 h 237"/>
                  <a:gd name="T4" fmla="*/ 90 w 1800"/>
                  <a:gd name="T5" fmla="*/ 234 h 237"/>
                  <a:gd name="T6" fmla="*/ 126 w 1800"/>
                  <a:gd name="T7" fmla="*/ 232 h 237"/>
                  <a:gd name="T8" fmla="*/ 162 w 1800"/>
                  <a:gd name="T9" fmla="*/ 228 h 237"/>
                  <a:gd name="T10" fmla="*/ 198 w 1800"/>
                  <a:gd name="T11" fmla="*/ 224 h 237"/>
                  <a:gd name="T12" fmla="*/ 234 w 1800"/>
                  <a:gd name="T13" fmla="*/ 219 h 237"/>
                  <a:gd name="T14" fmla="*/ 270 w 1800"/>
                  <a:gd name="T15" fmla="*/ 214 h 237"/>
                  <a:gd name="T16" fmla="*/ 306 w 1800"/>
                  <a:gd name="T17" fmla="*/ 208 h 237"/>
                  <a:gd name="T18" fmla="*/ 342 w 1800"/>
                  <a:gd name="T19" fmla="*/ 201 h 237"/>
                  <a:gd name="T20" fmla="*/ 378 w 1800"/>
                  <a:gd name="T21" fmla="*/ 194 h 237"/>
                  <a:gd name="T22" fmla="*/ 414 w 1800"/>
                  <a:gd name="T23" fmla="*/ 186 h 237"/>
                  <a:gd name="T24" fmla="*/ 450 w 1800"/>
                  <a:gd name="T25" fmla="*/ 178 h 237"/>
                  <a:gd name="T26" fmla="*/ 486 w 1800"/>
                  <a:gd name="T27" fmla="*/ 170 h 237"/>
                  <a:gd name="T28" fmla="*/ 522 w 1800"/>
                  <a:gd name="T29" fmla="*/ 161 h 237"/>
                  <a:gd name="T30" fmla="*/ 558 w 1800"/>
                  <a:gd name="T31" fmla="*/ 153 h 237"/>
                  <a:gd name="T32" fmla="*/ 594 w 1800"/>
                  <a:gd name="T33" fmla="*/ 144 h 237"/>
                  <a:gd name="T34" fmla="*/ 630 w 1800"/>
                  <a:gd name="T35" fmla="*/ 135 h 237"/>
                  <a:gd name="T36" fmla="*/ 666 w 1800"/>
                  <a:gd name="T37" fmla="*/ 126 h 237"/>
                  <a:gd name="T38" fmla="*/ 702 w 1800"/>
                  <a:gd name="T39" fmla="*/ 118 h 237"/>
                  <a:gd name="T40" fmla="*/ 738 w 1800"/>
                  <a:gd name="T41" fmla="*/ 110 h 237"/>
                  <a:gd name="T42" fmla="*/ 774 w 1800"/>
                  <a:gd name="T43" fmla="*/ 101 h 237"/>
                  <a:gd name="T44" fmla="*/ 810 w 1800"/>
                  <a:gd name="T45" fmla="*/ 93 h 237"/>
                  <a:gd name="T46" fmla="*/ 846 w 1800"/>
                  <a:gd name="T47" fmla="*/ 86 h 237"/>
                  <a:gd name="T48" fmla="*/ 882 w 1800"/>
                  <a:gd name="T49" fmla="*/ 78 h 237"/>
                  <a:gd name="T50" fmla="*/ 918 w 1800"/>
                  <a:gd name="T51" fmla="*/ 71 h 237"/>
                  <a:gd name="T52" fmla="*/ 954 w 1800"/>
                  <a:gd name="T53" fmla="*/ 65 h 237"/>
                  <a:gd name="T54" fmla="*/ 990 w 1800"/>
                  <a:gd name="T55" fmla="*/ 58 h 237"/>
                  <a:gd name="T56" fmla="*/ 1026 w 1800"/>
                  <a:gd name="T57" fmla="*/ 53 h 237"/>
                  <a:gd name="T58" fmla="*/ 1062 w 1800"/>
                  <a:gd name="T59" fmla="*/ 47 h 237"/>
                  <a:gd name="T60" fmla="*/ 1098 w 1800"/>
                  <a:gd name="T61" fmla="*/ 42 h 237"/>
                  <a:gd name="T62" fmla="*/ 1134 w 1800"/>
                  <a:gd name="T63" fmla="*/ 37 h 237"/>
                  <a:gd name="T64" fmla="*/ 1170 w 1800"/>
                  <a:gd name="T65" fmla="*/ 33 h 237"/>
                  <a:gd name="T66" fmla="*/ 1206 w 1800"/>
                  <a:gd name="T67" fmla="*/ 29 h 237"/>
                  <a:gd name="T68" fmla="*/ 1242 w 1800"/>
                  <a:gd name="T69" fmla="*/ 25 h 237"/>
                  <a:gd name="T70" fmla="*/ 1278 w 1800"/>
                  <a:gd name="T71" fmla="*/ 22 h 237"/>
                  <a:gd name="T72" fmla="*/ 1314 w 1800"/>
                  <a:gd name="T73" fmla="*/ 19 h 237"/>
                  <a:gd name="T74" fmla="*/ 1350 w 1800"/>
                  <a:gd name="T75" fmla="*/ 16 h 237"/>
                  <a:gd name="T76" fmla="*/ 1386 w 1800"/>
                  <a:gd name="T77" fmla="*/ 14 h 237"/>
                  <a:gd name="T78" fmla="*/ 1422 w 1800"/>
                  <a:gd name="T79" fmla="*/ 11 h 237"/>
                  <a:gd name="T80" fmla="*/ 1458 w 1800"/>
                  <a:gd name="T81" fmla="*/ 10 h 237"/>
                  <a:gd name="T82" fmla="*/ 1494 w 1800"/>
                  <a:gd name="T83" fmla="*/ 8 h 237"/>
                  <a:gd name="T84" fmla="*/ 1530 w 1800"/>
                  <a:gd name="T85" fmla="*/ 6 h 237"/>
                  <a:gd name="T86" fmla="*/ 1566 w 1800"/>
                  <a:gd name="T87" fmla="*/ 5 h 237"/>
                  <a:gd name="T88" fmla="*/ 1602 w 1800"/>
                  <a:gd name="T89" fmla="*/ 4 h 237"/>
                  <a:gd name="T90" fmla="*/ 1638 w 1800"/>
                  <a:gd name="T91" fmla="*/ 3 h 237"/>
                  <a:gd name="T92" fmla="*/ 1674 w 1800"/>
                  <a:gd name="T93" fmla="*/ 2 h 237"/>
                  <a:gd name="T94" fmla="*/ 1710 w 1800"/>
                  <a:gd name="T95" fmla="*/ 1 h 237"/>
                  <a:gd name="T96" fmla="*/ 1746 w 1800"/>
                  <a:gd name="T97" fmla="*/ 0 h 237"/>
                  <a:gd name="T98" fmla="*/ 1782 w 1800"/>
                  <a:gd name="T99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800" h="237">
                    <a:moveTo>
                      <a:pt x="0" y="237"/>
                    </a:moveTo>
                    <a:cubicBezTo>
                      <a:pt x="18" y="237"/>
                      <a:pt x="18" y="237"/>
                      <a:pt x="18" y="237"/>
                    </a:cubicBezTo>
                    <a:cubicBezTo>
                      <a:pt x="36" y="236"/>
                      <a:pt x="36" y="236"/>
                      <a:pt x="36" y="236"/>
                    </a:cubicBezTo>
                    <a:cubicBezTo>
                      <a:pt x="54" y="236"/>
                      <a:pt x="54" y="236"/>
                      <a:pt x="54" y="236"/>
                    </a:cubicBezTo>
                    <a:cubicBezTo>
                      <a:pt x="72" y="235"/>
                      <a:pt x="72" y="235"/>
                      <a:pt x="72" y="235"/>
                    </a:cubicBezTo>
                    <a:cubicBezTo>
                      <a:pt x="90" y="234"/>
                      <a:pt x="90" y="234"/>
                      <a:pt x="90" y="234"/>
                    </a:cubicBezTo>
                    <a:cubicBezTo>
                      <a:pt x="108" y="233"/>
                      <a:pt x="108" y="233"/>
                      <a:pt x="108" y="233"/>
                    </a:cubicBezTo>
                    <a:cubicBezTo>
                      <a:pt x="126" y="232"/>
                      <a:pt x="126" y="232"/>
                      <a:pt x="126" y="232"/>
                    </a:cubicBezTo>
                    <a:cubicBezTo>
                      <a:pt x="144" y="230"/>
                      <a:pt x="144" y="230"/>
                      <a:pt x="144" y="230"/>
                    </a:cubicBezTo>
                    <a:cubicBezTo>
                      <a:pt x="162" y="228"/>
                      <a:pt x="162" y="228"/>
                      <a:pt x="162" y="228"/>
                    </a:cubicBezTo>
                    <a:cubicBezTo>
                      <a:pt x="180" y="226"/>
                      <a:pt x="180" y="226"/>
                      <a:pt x="180" y="226"/>
                    </a:cubicBezTo>
                    <a:cubicBezTo>
                      <a:pt x="198" y="224"/>
                      <a:pt x="198" y="224"/>
                      <a:pt x="198" y="224"/>
                    </a:cubicBezTo>
                    <a:cubicBezTo>
                      <a:pt x="216" y="222"/>
                      <a:pt x="216" y="222"/>
                      <a:pt x="216" y="222"/>
                    </a:cubicBezTo>
                    <a:cubicBezTo>
                      <a:pt x="234" y="219"/>
                      <a:pt x="234" y="219"/>
                      <a:pt x="234" y="219"/>
                    </a:cubicBezTo>
                    <a:cubicBezTo>
                      <a:pt x="252" y="217"/>
                      <a:pt x="252" y="217"/>
                      <a:pt x="252" y="217"/>
                    </a:cubicBezTo>
                    <a:cubicBezTo>
                      <a:pt x="270" y="214"/>
                      <a:pt x="270" y="214"/>
                      <a:pt x="270" y="214"/>
                    </a:cubicBezTo>
                    <a:cubicBezTo>
                      <a:pt x="288" y="211"/>
                      <a:pt x="288" y="211"/>
                      <a:pt x="288" y="211"/>
                    </a:cubicBezTo>
                    <a:cubicBezTo>
                      <a:pt x="306" y="208"/>
                      <a:pt x="306" y="208"/>
                      <a:pt x="306" y="208"/>
                    </a:cubicBezTo>
                    <a:cubicBezTo>
                      <a:pt x="324" y="204"/>
                      <a:pt x="324" y="204"/>
                      <a:pt x="324" y="204"/>
                    </a:cubicBezTo>
                    <a:cubicBezTo>
                      <a:pt x="342" y="201"/>
                      <a:pt x="342" y="201"/>
                      <a:pt x="342" y="201"/>
                    </a:cubicBezTo>
                    <a:cubicBezTo>
                      <a:pt x="360" y="197"/>
                      <a:pt x="360" y="197"/>
                      <a:pt x="360" y="197"/>
                    </a:cubicBezTo>
                    <a:cubicBezTo>
                      <a:pt x="378" y="194"/>
                      <a:pt x="378" y="194"/>
                      <a:pt x="378" y="194"/>
                    </a:cubicBezTo>
                    <a:cubicBezTo>
                      <a:pt x="396" y="190"/>
                      <a:pt x="396" y="190"/>
                      <a:pt x="396" y="190"/>
                    </a:cubicBezTo>
                    <a:cubicBezTo>
                      <a:pt x="414" y="186"/>
                      <a:pt x="414" y="186"/>
                      <a:pt x="414" y="186"/>
                    </a:cubicBezTo>
                    <a:cubicBezTo>
                      <a:pt x="432" y="182"/>
                      <a:pt x="432" y="182"/>
                      <a:pt x="432" y="182"/>
                    </a:cubicBezTo>
                    <a:cubicBezTo>
                      <a:pt x="450" y="178"/>
                      <a:pt x="450" y="178"/>
                      <a:pt x="450" y="178"/>
                    </a:cubicBezTo>
                    <a:cubicBezTo>
                      <a:pt x="468" y="174"/>
                      <a:pt x="468" y="174"/>
                      <a:pt x="468" y="174"/>
                    </a:cubicBezTo>
                    <a:cubicBezTo>
                      <a:pt x="486" y="170"/>
                      <a:pt x="486" y="170"/>
                      <a:pt x="486" y="170"/>
                    </a:cubicBezTo>
                    <a:cubicBezTo>
                      <a:pt x="504" y="165"/>
                      <a:pt x="504" y="165"/>
                      <a:pt x="504" y="165"/>
                    </a:cubicBezTo>
                    <a:cubicBezTo>
                      <a:pt x="522" y="161"/>
                      <a:pt x="522" y="161"/>
                      <a:pt x="522" y="161"/>
                    </a:cubicBezTo>
                    <a:cubicBezTo>
                      <a:pt x="540" y="157"/>
                      <a:pt x="540" y="157"/>
                      <a:pt x="540" y="157"/>
                    </a:cubicBezTo>
                    <a:cubicBezTo>
                      <a:pt x="558" y="153"/>
                      <a:pt x="558" y="153"/>
                      <a:pt x="558" y="153"/>
                    </a:cubicBezTo>
                    <a:cubicBezTo>
                      <a:pt x="576" y="148"/>
                      <a:pt x="576" y="148"/>
                      <a:pt x="576" y="148"/>
                    </a:cubicBezTo>
                    <a:cubicBezTo>
                      <a:pt x="594" y="144"/>
                      <a:pt x="594" y="144"/>
                      <a:pt x="594" y="144"/>
                    </a:cubicBezTo>
                    <a:cubicBezTo>
                      <a:pt x="612" y="140"/>
                      <a:pt x="612" y="140"/>
                      <a:pt x="612" y="140"/>
                    </a:cubicBezTo>
                    <a:cubicBezTo>
                      <a:pt x="630" y="135"/>
                      <a:pt x="630" y="135"/>
                      <a:pt x="630" y="135"/>
                    </a:cubicBezTo>
                    <a:cubicBezTo>
                      <a:pt x="648" y="131"/>
                      <a:pt x="648" y="131"/>
                      <a:pt x="648" y="131"/>
                    </a:cubicBezTo>
                    <a:cubicBezTo>
                      <a:pt x="666" y="126"/>
                      <a:pt x="666" y="126"/>
                      <a:pt x="666" y="126"/>
                    </a:cubicBezTo>
                    <a:cubicBezTo>
                      <a:pt x="684" y="122"/>
                      <a:pt x="684" y="122"/>
                      <a:pt x="684" y="122"/>
                    </a:cubicBezTo>
                    <a:cubicBezTo>
                      <a:pt x="702" y="118"/>
                      <a:pt x="702" y="118"/>
                      <a:pt x="702" y="118"/>
                    </a:cubicBezTo>
                    <a:cubicBezTo>
                      <a:pt x="720" y="114"/>
                      <a:pt x="720" y="114"/>
                      <a:pt x="720" y="114"/>
                    </a:cubicBezTo>
                    <a:cubicBezTo>
                      <a:pt x="738" y="110"/>
                      <a:pt x="738" y="110"/>
                      <a:pt x="738" y="110"/>
                    </a:cubicBezTo>
                    <a:cubicBezTo>
                      <a:pt x="756" y="105"/>
                      <a:pt x="756" y="105"/>
                      <a:pt x="756" y="105"/>
                    </a:cubicBezTo>
                    <a:cubicBezTo>
                      <a:pt x="774" y="101"/>
                      <a:pt x="774" y="101"/>
                      <a:pt x="774" y="101"/>
                    </a:cubicBezTo>
                    <a:cubicBezTo>
                      <a:pt x="792" y="97"/>
                      <a:pt x="792" y="97"/>
                      <a:pt x="792" y="97"/>
                    </a:cubicBezTo>
                    <a:cubicBezTo>
                      <a:pt x="810" y="93"/>
                      <a:pt x="810" y="93"/>
                      <a:pt x="810" y="93"/>
                    </a:cubicBezTo>
                    <a:cubicBezTo>
                      <a:pt x="828" y="90"/>
                      <a:pt x="828" y="90"/>
                      <a:pt x="828" y="90"/>
                    </a:cubicBezTo>
                    <a:cubicBezTo>
                      <a:pt x="846" y="86"/>
                      <a:pt x="846" y="86"/>
                      <a:pt x="846" y="86"/>
                    </a:cubicBezTo>
                    <a:cubicBezTo>
                      <a:pt x="864" y="82"/>
                      <a:pt x="864" y="82"/>
                      <a:pt x="864" y="82"/>
                    </a:cubicBezTo>
                    <a:cubicBezTo>
                      <a:pt x="882" y="78"/>
                      <a:pt x="882" y="78"/>
                      <a:pt x="882" y="78"/>
                    </a:cubicBezTo>
                    <a:cubicBezTo>
                      <a:pt x="900" y="75"/>
                      <a:pt x="900" y="75"/>
                      <a:pt x="900" y="75"/>
                    </a:cubicBezTo>
                    <a:cubicBezTo>
                      <a:pt x="918" y="71"/>
                      <a:pt x="918" y="71"/>
                      <a:pt x="918" y="71"/>
                    </a:cubicBezTo>
                    <a:cubicBezTo>
                      <a:pt x="936" y="68"/>
                      <a:pt x="936" y="68"/>
                      <a:pt x="936" y="68"/>
                    </a:cubicBezTo>
                    <a:cubicBezTo>
                      <a:pt x="954" y="65"/>
                      <a:pt x="954" y="65"/>
                      <a:pt x="954" y="65"/>
                    </a:cubicBezTo>
                    <a:cubicBezTo>
                      <a:pt x="972" y="62"/>
                      <a:pt x="972" y="62"/>
                      <a:pt x="972" y="62"/>
                    </a:cubicBezTo>
                    <a:cubicBezTo>
                      <a:pt x="990" y="58"/>
                      <a:pt x="990" y="58"/>
                      <a:pt x="990" y="58"/>
                    </a:cubicBezTo>
                    <a:cubicBezTo>
                      <a:pt x="1008" y="55"/>
                      <a:pt x="1008" y="55"/>
                      <a:pt x="1008" y="55"/>
                    </a:cubicBezTo>
                    <a:cubicBezTo>
                      <a:pt x="1026" y="53"/>
                      <a:pt x="1026" y="53"/>
                      <a:pt x="1026" y="53"/>
                    </a:cubicBezTo>
                    <a:cubicBezTo>
                      <a:pt x="1044" y="50"/>
                      <a:pt x="1044" y="50"/>
                      <a:pt x="1044" y="50"/>
                    </a:cubicBezTo>
                    <a:cubicBezTo>
                      <a:pt x="1062" y="47"/>
                      <a:pt x="1062" y="47"/>
                      <a:pt x="1062" y="47"/>
                    </a:cubicBezTo>
                    <a:cubicBezTo>
                      <a:pt x="1080" y="44"/>
                      <a:pt x="1080" y="44"/>
                      <a:pt x="1080" y="44"/>
                    </a:cubicBezTo>
                    <a:cubicBezTo>
                      <a:pt x="1098" y="42"/>
                      <a:pt x="1098" y="42"/>
                      <a:pt x="1098" y="42"/>
                    </a:cubicBezTo>
                    <a:cubicBezTo>
                      <a:pt x="1116" y="40"/>
                      <a:pt x="1116" y="40"/>
                      <a:pt x="1116" y="40"/>
                    </a:cubicBezTo>
                    <a:cubicBezTo>
                      <a:pt x="1134" y="37"/>
                      <a:pt x="1134" y="37"/>
                      <a:pt x="1134" y="37"/>
                    </a:cubicBezTo>
                    <a:cubicBezTo>
                      <a:pt x="1152" y="35"/>
                      <a:pt x="1152" y="35"/>
                      <a:pt x="1152" y="35"/>
                    </a:cubicBezTo>
                    <a:cubicBezTo>
                      <a:pt x="1170" y="33"/>
                      <a:pt x="1170" y="33"/>
                      <a:pt x="1170" y="33"/>
                    </a:cubicBezTo>
                    <a:cubicBezTo>
                      <a:pt x="1188" y="31"/>
                      <a:pt x="1188" y="31"/>
                      <a:pt x="1188" y="31"/>
                    </a:cubicBezTo>
                    <a:cubicBezTo>
                      <a:pt x="1206" y="29"/>
                      <a:pt x="1206" y="29"/>
                      <a:pt x="1206" y="29"/>
                    </a:cubicBezTo>
                    <a:cubicBezTo>
                      <a:pt x="1224" y="27"/>
                      <a:pt x="1224" y="27"/>
                      <a:pt x="1224" y="27"/>
                    </a:cubicBezTo>
                    <a:cubicBezTo>
                      <a:pt x="1242" y="25"/>
                      <a:pt x="1242" y="25"/>
                      <a:pt x="1242" y="25"/>
                    </a:cubicBezTo>
                    <a:cubicBezTo>
                      <a:pt x="1260" y="23"/>
                      <a:pt x="1260" y="23"/>
                      <a:pt x="1260" y="23"/>
                    </a:cubicBezTo>
                    <a:cubicBezTo>
                      <a:pt x="1278" y="22"/>
                      <a:pt x="1278" y="22"/>
                      <a:pt x="1278" y="22"/>
                    </a:cubicBezTo>
                    <a:cubicBezTo>
                      <a:pt x="1296" y="20"/>
                      <a:pt x="1296" y="20"/>
                      <a:pt x="1296" y="20"/>
                    </a:cubicBezTo>
                    <a:cubicBezTo>
                      <a:pt x="1314" y="19"/>
                      <a:pt x="1314" y="19"/>
                      <a:pt x="1314" y="19"/>
                    </a:cubicBezTo>
                    <a:cubicBezTo>
                      <a:pt x="1332" y="17"/>
                      <a:pt x="1332" y="17"/>
                      <a:pt x="1332" y="17"/>
                    </a:cubicBezTo>
                    <a:cubicBezTo>
                      <a:pt x="1350" y="16"/>
                      <a:pt x="1350" y="16"/>
                      <a:pt x="1350" y="16"/>
                    </a:cubicBezTo>
                    <a:cubicBezTo>
                      <a:pt x="1368" y="15"/>
                      <a:pt x="1368" y="15"/>
                      <a:pt x="1368" y="15"/>
                    </a:cubicBezTo>
                    <a:cubicBezTo>
                      <a:pt x="1386" y="14"/>
                      <a:pt x="1386" y="14"/>
                      <a:pt x="1386" y="14"/>
                    </a:cubicBezTo>
                    <a:cubicBezTo>
                      <a:pt x="1404" y="13"/>
                      <a:pt x="1404" y="13"/>
                      <a:pt x="1404" y="13"/>
                    </a:cubicBezTo>
                    <a:cubicBezTo>
                      <a:pt x="1422" y="11"/>
                      <a:pt x="1422" y="11"/>
                      <a:pt x="1422" y="11"/>
                    </a:cubicBezTo>
                    <a:cubicBezTo>
                      <a:pt x="1440" y="10"/>
                      <a:pt x="1440" y="10"/>
                      <a:pt x="1440" y="10"/>
                    </a:cubicBezTo>
                    <a:cubicBezTo>
                      <a:pt x="1458" y="10"/>
                      <a:pt x="1458" y="10"/>
                      <a:pt x="1458" y="10"/>
                    </a:cubicBezTo>
                    <a:cubicBezTo>
                      <a:pt x="1476" y="9"/>
                      <a:pt x="1476" y="9"/>
                      <a:pt x="1476" y="9"/>
                    </a:cubicBezTo>
                    <a:cubicBezTo>
                      <a:pt x="1494" y="8"/>
                      <a:pt x="1494" y="8"/>
                      <a:pt x="1494" y="8"/>
                    </a:cubicBezTo>
                    <a:cubicBezTo>
                      <a:pt x="1512" y="7"/>
                      <a:pt x="1512" y="7"/>
                      <a:pt x="1512" y="7"/>
                    </a:cubicBezTo>
                    <a:cubicBezTo>
                      <a:pt x="1530" y="6"/>
                      <a:pt x="1530" y="6"/>
                      <a:pt x="1530" y="6"/>
                    </a:cubicBezTo>
                    <a:cubicBezTo>
                      <a:pt x="1548" y="6"/>
                      <a:pt x="1548" y="6"/>
                      <a:pt x="1548" y="6"/>
                    </a:cubicBezTo>
                    <a:cubicBezTo>
                      <a:pt x="1566" y="5"/>
                      <a:pt x="1566" y="5"/>
                      <a:pt x="1566" y="5"/>
                    </a:cubicBezTo>
                    <a:cubicBezTo>
                      <a:pt x="1584" y="4"/>
                      <a:pt x="1584" y="4"/>
                      <a:pt x="1584" y="4"/>
                    </a:cubicBezTo>
                    <a:cubicBezTo>
                      <a:pt x="1602" y="4"/>
                      <a:pt x="1602" y="4"/>
                      <a:pt x="1602" y="4"/>
                    </a:cubicBezTo>
                    <a:cubicBezTo>
                      <a:pt x="1620" y="3"/>
                      <a:pt x="1620" y="3"/>
                      <a:pt x="1620" y="3"/>
                    </a:cubicBezTo>
                    <a:cubicBezTo>
                      <a:pt x="1638" y="3"/>
                      <a:pt x="1638" y="3"/>
                      <a:pt x="1638" y="3"/>
                    </a:cubicBezTo>
                    <a:cubicBezTo>
                      <a:pt x="1656" y="2"/>
                      <a:pt x="1656" y="2"/>
                      <a:pt x="1656" y="2"/>
                    </a:cubicBezTo>
                    <a:cubicBezTo>
                      <a:pt x="1674" y="2"/>
                      <a:pt x="1674" y="2"/>
                      <a:pt x="1674" y="2"/>
                    </a:cubicBezTo>
                    <a:cubicBezTo>
                      <a:pt x="1692" y="1"/>
                      <a:pt x="1692" y="1"/>
                      <a:pt x="1692" y="1"/>
                    </a:cubicBezTo>
                    <a:cubicBezTo>
                      <a:pt x="1710" y="1"/>
                      <a:pt x="1710" y="1"/>
                      <a:pt x="1710" y="1"/>
                    </a:cubicBezTo>
                    <a:cubicBezTo>
                      <a:pt x="1728" y="1"/>
                      <a:pt x="1728" y="1"/>
                      <a:pt x="1728" y="1"/>
                    </a:cubicBezTo>
                    <a:cubicBezTo>
                      <a:pt x="1746" y="0"/>
                      <a:pt x="1746" y="0"/>
                      <a:pt x="1746" y="0"/>
                    </a:cubicBezTo>
                    <a:cubicBezTo>
                      <a:pt x="1764" y="0"/>
                      <a:pt x="1764" y="0"/>
                      <a:pt x="1764" y="0"/>
                    </a:cubicBezTo>
                    <a:cubicBezTo>
                      <a:pt x="1782" y="0"/>
                      <a:pt x="1782" y="0"/>
                      <a:pt x="1782" y="0"/>
                    </a:cubicBezTo>
                    <a:cubicBezTo>
                      <a:pt x="1800" y="0"/>
                      <a:pt x="1800" y="0"/>
                      <a:pt x="1800" y="0"/>
                    </a:cubicBezTo>
                  </a:path>
                </a:pathLst>
              </a:custGeom>
              <a:noFill/>
              <a:ln w="25400" cap="flat" cmpd="sng">
                <a:solidFill>
                  <a:srgbClr val="FF6600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CN" sz="2400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8749" name="Line 13">
                <a:extLst>
                  <a:ext uri="{FF2B5EF4-FFF2-40B4-BE49-F238E27FC236}">
                    <a16:creationId xmlns:a16="http://schemas.microsoft.com/office/drawing/2014/main" id="{02E02C73-05D6-C8A6-C2DA-7BB58365BB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7" y="847"/>
                <a:ext cx="0" cy="301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CN" sz="2400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8750" name="Line 14">
                <a:extLst>
                  <a:ext uri="{FF2B5EF4-FFF2-40B4-BE49-F238E27FC236}">
                    <a16:creationId xmlns:a16="http://schemas.microsoft.com/office/drawing/2014/main" id="{26842091-B31F-682D-FA6F-7B5F6FBC8A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0" y="858"/>
                <a:ext cx="0" cy="300"/>
              </a:xfrm>
              <a:prstGeom prst="line">
                <a:avLst/>
              </a:prstGeom>
              <a:noFill/>
              <a:ln w="25400">
                <a:solidFill>
                  <a:schemeClr val="accent2"/>
                </a:solidFill>
                <a:round/>
                <a:headEnd/>
                <a:tailEnd type="non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CN" sz="2400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628751" name="Object 15">
                <a:extLst>
                  <a:ext uri="{FF2B5EF4-FFF2-40B4-BE49-F238E27FC236}">
                    <a16:creationId xmlns:a16="http://schemas.microsoft.com/office/drawing/2014/main" id="{5724DD3A-D68D-E530-F8FE-1FC9DE6ACCA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43" y="1133"/>
              <a:ext cx="132" cy="2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757" name="Equation" r:id="rId13" imgW="3213100" imgH="5270500" progId="Equation.DSMT4">
                      <p:embed/>
                    </p:oleObj>
                  </mc:Choice>
                  <mc:Fallback>
                    <p:oleObj name="Equation" r:id="rId13" imgW="3213100" imgH="5270500" progId="Equation.DSMT4">
                      <p:embed/>
                      <p:pic>
                        <p:nvPicPr>
                          <p:cNvPr id="628751" name="Object 15">
                            <a:extLst>
                              <a:ext uri="{FF2B5EF4-FFF2-40B4-BE49-F238E27FC236}">
                                <a16:creationId xmlns:a16="http://schemas.microsoft.com/office/drawing/2014/main" id="{5724DD3A-D68D-E530-F8FE-1FC9DE6ACCA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43" y="1133"/>
                            <a:ext cx="132" cy="20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 algn="ctr">
                                <a:solidFill>
                                  <a:srgbClr val="FF9900"/>
                                </a:solidFill>
                                <a:miter lim="800000"/>
                                <a:headEnd/>
                                <a:tailEnd type="none" w="med" len="lg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28752" name="Object 16">
                <a:extLst>
                  <a:ext uri="{FF2B5EF4-FFF2-40B4-BE49-F238E27FC236}">
                    <a16:creationId xmlns:a16="http://schemas.microsoft.com/office/drawing/2014/main" id="{C64F4408-2B73-7CDB-6F59-3DDEEB548FC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326" y="612"/>
              <a:ext cx="488" cy="2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758" name="Equation" r:id="rId15" imgW="7607300" imgH="4102100" progId="Equation.DSMT4">
                      <p:embed/>
                    </p:oleObj>
                  </mc:Choice>
                  <mc:Fallback>
                    <p:oleObj name="Equation" r:id="rId15" imgW="7607300" imgH="4102100" progId="Equation.DSMT4">
                      <p:embed/>
                      <p:pic>
                        <p:nvPicPr>
                          <p:cNvPr id="628752" name="Object 16">
                            <a:extLst>
                              <a:ext uri="{FF2B5EF4-FFF2-40B4-BE49-F238E27FC236}">
                                <a16:creationId xmlns:a16="http://schemas.microsoft.com/office/drawing/2014/main" id="{C64F4408-2B73-7CDB-6F59-3DDEEB548FC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26" y="612"/>
                            <a:ext cx="488" cy="2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 algn="ctr">
                                <a:solidFill>
                                  <a:srgbClr val="FF9900"/>
                                </a:solidFill>
                                <a:miter lim="800000"/>
                                <a:headEnd/>
                                <a:tailEnd type="none" w="med" len="lg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28753" name="Object 17">
                <a:extLst>
                  <a:ext uri="{FF2B5EF4-FFF2-40B4-BE49-F238E27FC236}">
                    <a16:creationId xmlns:a16="http://schemas.microsoft.com/office/drawing/2014/main" id="{57E207B7-16F7-39F7-476C-8DB2319C07E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197" y="807"/>
              <a:ext cx="117" cy="2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759" name="Equation" r:id="rId17" imgW="4102100" imgH="9067800" progId="Equation.DSMT4">
                      <p:embed/>
                    </p:oleObj>
                  </mc:Choice>
                  <mc:Fallback>
                    <p:oleObj name="Equation" r:id="rId17" imgW="4102100" imgH="9067800" progId="Equation.DSMT4">
                      <p:embed/>
                      <p:pic>
                        <p:nvPicPr>
                          <p:cNvPr id="628753" name="Object 17">
                            <a:extLst>
                              <a:ext uri="{FF2B5EF4-FFF2-40B4-BE49-F238E27FC236}">
                                <a16:creationId xmlns:a16="http://schemas.microsoft.com/office/drawing/2014/main" id="{57E207B7-16F7-39F7-476C-8DB2319C07E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97" y="807"/>
                            <a:ext cx="117" cy="2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 algn="ctr">
                                <a:solidFill>
                                  <a:srgbClr val="FF9900"/>
                                </a:solidFill>
                                <a:miter lim="800000"/>
                                <a:headEnd/>
                                <a:tailEnd type="none" w="med" len="lg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28754" name="Object 18">
                <a:extLst>
                  <a:ext uri="{FF2B5EF4-FFF2-40B4-BE49-F238E27FC236}">
                    <a16:creationId xmlns:a16="http://schemas.microsoft.com/office/drawing/2014/main" id="{5CBF89BA-3544-574A-114E-74CFBE383AF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93" y="794"/>
              <a:ext cx="116" cy="2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760" name="Equation" r:id="rId19" imgW="4102100" imgH="9067800" progId="Equation.DSMT4">
                      <p:embed/>
                    </p:oleObj>
                  </mc:Choice>
                  <mc:Fallback>
                    <p:oleObj name="Equation" r:id="rId19" imgW="4102100" imgH="9067800" progId="Equation.DSMT4">
                      <p:embed/>
                      <p:pic>
                        <p:nvPicPr>
                          <p:cNvPr id="628754" name="Object 18">
                            <a:extLst>
                              <a:ext uri="{FF2B5EF4-FFF2-40B4-BE49-F238E27FC236}">
                                <a16:creationId xmlns:a16="http://schemas.microsoft.com/office/drawing/2014/main" id="{5CBF89BA-3544-574A-114E-74CFBE383AF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93" y="794"/>
                            <a:ext cx="116" cy="2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 algn="ctr">
                                <a:solidFill>
                                  <a:srgbClr val="FF9900"/>
                                </a:solidFill>
                                <a:miter lim="800000"/>
                                <a:headEnd/>
                                <a:tailEnd type="none" w="med" len="lg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28755" name="Object 19">
                <a:extLst>
                  <a:ext uri="{FF2B5EF4-FFF2-40B4-BE49-F238E27FC236}">
                    <a16:creationId xmlns:a16="http://schemas.microsoft.com/office/drawing/2014/main" id="{72C510F6-C9AA-8EBB-E39D-B13EF611675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611" y="1123"/>
              <a:ext cx="204" cy="2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761" name="Equation" r:id="rId21" imgW="4978400" imgH="5270500" progId="Equation.DSMT4">
                      <p:embed/>
                    </p:oleObj>
                  </mc:Choice>
                  <mc:Fallback>
                    <p:oleObj name="Equation" r:id="rId21" imgW="4978400" imgH="5270500" progId="Equation.DSMT4">
                      <p:embed/>
                      <p:pic>
                        <p:nvPicPr>
                          <p:cNvPr id="628755" name="Object 19">
                            <a:extLst>
                              <a:ext uri="{FF2B5EF4-FFF2-40B4-BE49-F238E27FC236}">
                                <a16:creationId xmlns:a16="http://schemas.microsoft.com/office/drawing/2014/main" id="{72C510F6-C9AA-8EBB-E39D-B13EF611675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11" y="1123"/>
                            <a:ext cx="204" cy="20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 algn="ctr">
                                <a:solidFill>
                                  <a:srgbClr val="FF9900"/>
                                </a:solidFill>
                                <a:miter lim="800000"/>
                                <a:headEnd/>
                                <a:tailEnd type="none" w="med" len="lg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28756" name="Line 20">
                <a:extLst>
                  <a:ext uri="{FF2B5EF4-FFF2-40B4-BE49-F238E27FC236}">
                    <a16:creationId xmlns:a16="http://schemas.microsoft.com/office/drawing/2014/main" id="{87A1ADFB-9A18-914E-D2B2-CC6AB49338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29" y="930"/>
                <a:ext cx="230" cy="13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CN" sz="2400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8757" name="Line 21">
                <a:extLst>
                  <a:ext uri="{FF2B5EF4-FFF2-40B4-BE49-F238E27FC236}">
                    <a16:creationId xmlns:a16="http://schemas.microsoft.com/office/drawing/2014/main" id="{4E3EC00D-5BBD-ADC4-2ED9-EE413067AE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32" y="897"/>
                <a:ext cx="164" cy="214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en-CN" sz="2400">
                  <a:solidFill>
                    <a:srgbClr val="007A77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8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8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28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28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28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28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628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628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28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28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1000"/>
                                        <p:tgtEl>
                                          <p:spTgt spid="628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9762" name="Object 2">
            <a:extLst>
              <a:ext uri="{FF2B5EF4-FFF2-40B4-BE49-F238E27FC236}">
                <a16:creationId xmlns:a16="http://schemas.microsoft.com/office/drawing/2014/main" id="{91B45CD8-C62A-B0ED-6F93-6F2972F891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68613" y="1350964"/>
          <a:ext cx="2195512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97" name="Equation" r:id="rId3" imgW="33350200" imgH="4978400" progId="Equation.DSMT4">
                  <p:embed/>
                </p:oleObj>
              </mc:Choice>
              <mc:Fallback>
                <p:oleObj name="Equation" r:id="rId3" imgW="33350200" imgH="4978400" progId="Equation.DSMT4">
                  <p:embed/>
                  <p:pic>
                    <p:nvPicPr>
                      <p:cNvPr id="629762" name="Object 2">
                        <a:extLst>
                          <a:ext uri="{FF2B5EF4-FFF2-40B4-BE49-F238E27FC236}">
                            <a16:creationId xmlns:a16="http://schemas.microsoft.com/office/drawing/2014/main" id="{91B45CD8-C62A-B0ED-6F93-6F2972F891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8613" y="1350964"/>
                        <a:ext cx="2195512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9763" name="Object 3">
            <a:extLst>
              <a:ext uri="{FF2B5EF4-FFF2-40B4-BE49-F238E27FC236}">
                <a16:creationId xmlns:a16="http://schemas.microsoft.com/office/drawing/2014/main" id="{41DF6CED-5C77-5B0D-0EEC-B1CB0E3A4C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5314" y="1919288"/>
          <a:ext cx="885825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98" name="Equation" r:id="rId5" imgW="13462000" imgH="4978400" progId="Equation.DSMT4">
                  <p:embed/>
                </p:oleObj>
              </mc:Choice>
              <mc:Fallback>
                <p:oleObj name="Equation" r:id="rId5" imgW="13462000" imgH="4978400" progId="Equation.DSMT4">
                  <p:embed/>
                  <p:pic>
                    <p:nvPicPr>
                      <p:cNvPr id="629763" name="Object 3">
                        <a:extLst>
                          <a:ext uri="{FF2B5EF4-FFF2-40B4-BE49-F238E27FC236}">
                            <a16:creationId xmlns:a16="http://schemas.microsoft.com/office/drawing/2014/main" id="{41DF6CED-5C77-5B0D-0EEC-B1CB0E3A4C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5314" y="1919288"/>
                        <a:ext cx="885825" cy="32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9764" name="Object 4">
            <a:extLst>
              <a:ext uri="{FF2B5EF4-FFF2-40B4-BE49-F238E27FC236}">
                <a16:creationId xmlns:a16="http://schemas.microsoft.com/office/drawing/2014/main" id="{ADD53D32-7608-E064-F67E-9A318AD2F5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70263" y="2466976"/>
          <a:ext cx="2387600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99" name="Equation" r:id="rId7" imgW="36283900" imgH="9944100" progId="Equation.DSMT4">
                  <p:embed/>
                </p:oleObj>
              </mc:Choice>
              <mc:Fallback>
                <p:oleObj name="Equation" r:id="rId7" imgW="36283900" imgH="9944100" progId="Equation.DSMT4">
                  <p:embed/>
                  <p:pic>
                    <p:nvPicPr>
                      <p:cNvPr id="629764" name="Object 4">
                        <a:extLst>
                          <a:ext uri="{FF2B5EF4-FFF2-40B4-BE49-F238E27FC236}">
                            <a16:creationId xmlns:a16="http://schemas.microsoft.com/office/drawing/2014/main" id="{ADD53D32-7608-E064-F67E-9A318AD2F5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0263" y="2466976"/>
                        <a:ext cx="2387600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9765" name="Object 5">
            <a:extLst>
              <a:ext uri="{FF2B5EF4-FFF2-40B4-BE49-F238E27FC236}">
                <a16:creationId xmlns:a16="http://schemas.microsoft.com/office/drawing/2014/main" id="{470BE39A-C336-EBF6-448F-77FC2BFD89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32163" y="3289300"/>
          <a:ext cx="479425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00" name="Equation" r:id="rId9" imgW="72847200" imgH="11696700" progId="Equation.DSMT4">
                  <p:embed/>
                </p:oleObj>
              </mc:Choice>
              <mc:Fallback>
                <p:oleObj name="Equation" r:id="rId9" imgW="72847200" imgH="11696700" progId="Equation.DSMT4">
                  <p:embed/>
                  <p:pic>
                    <p:nvPicPr>
                      <p:cNvPr id="629765" name="Object 5">
                        <a:extLst>
                          <a:ext uri="{FF2B5EF4-FFF2-40B4-BE49-F238E27FC236}">
                            <a16:creationId xmlns:a16="http://schemas.microsoft.com/office/drawing/2014/main" id="{470BE39A-C336-EBF6-448F-77FC2BFD89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2163" y="3289300"/>
                        <a:ext cx="4794250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9766" name="Object 6">
            <a:extLst>
              <a:ext uri="{FF2B5EF4-FFF2-40B4-BE49-F238E27FC236}">
                <a16:creationId xmlns:a16="http://schemas.microsoft.com/office/drawing/2014/main" id="{D925298E-3716-9941-DE5D-2ED5B66D8B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62325" y="4197350"/>
          <a:ext cx="4237038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01" name="Equation" r:id="rId11" imgW="64363600" imgH="11696700" progId="Equation.DSMT4">
                  <p:embed/>
                </p:oleObj>
              </mc:Choice>
              <mc:Fallback>
                <p:oleObj name="Equation" r:id="rId11" imgW="64363600" imgH="11696700" progId="Equation.DSMT4">
                  <p:embed/>
                  <p:pic>
                    <p:nvPicPr>
                      <p:cNvPr id="629766" name="Object 6">
                        <a:extLst>
                          <a:ext uri="{FF2B5EF4-FFF2-40B4-BE49-F238E27FC236}">
                            <a16:creationId xmlns:a16="http://schemas.microsoft.com/office/drawing/2014/main" id="{D925298E-3716-9941-DE5D-2ED5B66D8B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2325" y="4197350"/>
                        <a:ext cx="4237038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9767" name="Object 7">
            <a:extLst>
              <a:ext uri="{FF2B5EF4-FFF2-40B4-BE49-F238E27FC236}">
                <a16:creationId xmlns:a16="http://schemas.microsoft.com/office/drawing/2014/main" id="{3122C160-CEB8-1788-1C84-52813F35B5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9463" y="5262564"/>
          <a:ext cx="4102100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02" name="Equation" r:id="rId13" imgW="62318900" imgH="11696700" progId="Equation.DSMT4">
                  <p:embed/>
                </p:oleObj>
              </mc:Choice>
              <mc:Fallback>
                <p:oleObj name="Equation" r:id="rId13" imgW="62318900" imgH="11696700" progId="Equation.DSMT4">
                  <p:embed/>
                  <p:pic>
                    <p:nvPicPr>
                      <p:cNvPr id="629767" name="Object 7">
                        <a:extLst>
                          <a:ext uri="{FF2B5EF4-FFF2-40B4-BE49-F238E27FC236}">
                            <a16:creationId xmlns:a16="http://schemas.microsoft.com/office/drawing/2014/main" id="{3122C160-CEB8-1788-1C84-52813F35B5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9463" y="5262564"/>
                        <a:ext cx="4102100" cy="76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9768" name="Rectangle 8">
            <a:extLst>
              <a:ext uri="{FF2B5EF4-FFF2-40B4-BE49-F238E27FC236}">
                <a16:creationId xmlns:a16="http://schemas.microsoft.com/office/drawing/2014/main" id="{328DE6B5-0C18-90F1-79C7-A047A74B9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5663" y="5420371"/>
            <a:ext cx="3033712" cy="463846"/>
          </a:xfrm>
          <a:prstGeom prst="rect">
            <a:avLst/>
          </a:prstGeom>
          <a:noFill/>
          <a:ln w="25400" algn="ctr">
            <a:solidFill>
              <a:srgbClr val="FF9900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29769" name="Group 9">
            <a:extLst>
              <a:ext uri="{FF2B5EF4-FFF2-40B4-BE49-F238E27FC236}">
                <a16:creationId xmlns:a16="http://schemas.microsoft.com/office/drawing/2014/main" id="{A5F1203C-E9A9-9027-4918-719EFB44F656}"/>
              </a:ext>
            </a:extLst>
          </p:cNvPr>
          <p:cNvGrpSpPr>
            <a:grpSpLocks/>
          </p:cNvGrpSpPr>
          <p:nvPr/>
        </p:nvGrpSpPr>
        <p:grpSpPr bwMode="auto">
          <a:xfrm>
            <a:off x="2810409" y="1057161"/>
            <a:ext cx="4888966" cy="4057119"/>
            <a:chOff x="2122" y="975"/>
            <a:chExt cx="4888966" cy="4057119"/>
          </a:xfrm>
        </p:grpSpPr>
        <p:sp>
          <p:nvSpPr>
            <p:cNvPr id="629770" name="Line 10">
              <a:extLst>
                <a:ext uri="{FF2B5EF4-FFF2-40B4-BE49-F238E27FC236}">
                  <a16:creationId xmlns:a16="http://schemas.microsoft.com/office/drawing/2014/main" id="{AAB03851-6F02-1474-06D7-3A70FF2DA9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9" y="1476"/>
              <a:ext cx="23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9771" name="Freeform 11">
              <a:extLst>
                <a:ext uri="{FF2B5EF4-FFF2-40B4-BE49-F238E27FC236}">
                  <a16:creationId xmlns:a16="http://schemas.microsoft.com/office/drawing/2014/main" id="{31926CC5-A762-6411-DE78-4973691CB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1088" y="3594248"/>
              <a:ext cx="0" cy="463846"/>
            </a:xfrm>
            <a:custGeom>
              <a:avLst/>
              <a:gdLst>
                <a:gd name="T0" fmla="*/ 0 w 1300"/>
                <a:gd name="T1" fmla="*/ 821 h 821"/>
                <a:gd name="T2" fmla="*/ 41 w 1300"/>
                <a:gd name="T3" fmla="*/ 607 h 821"/>
                <a:gd name="T4" fmla="*/ 115 w 1300"/>
                <a:gd name="T5" fmla="*/ 278 h 821"/>
                <a:gd name="T6" fmla="*/ 189 w 1300"/>
                <a:gd name="T7" fmla="*/ 64 h 821"/>
                <a:gd name="T8" fmla="*/ 304 w 1300"/>
                <a:gd name="T9" fmla="*/ 6 h 821"/>
                <a:gd name="T10" fmla="*/ 403 w 1300"/>
                <a:gd name="T11" fmla="*/ 97 h 821"/>
                <a:gd name="T12" fmla="*/ 493 w 1300"/>
                <a:gd name="T13" fmla="*/ 253 h 821"/>
                <a:gd name="T14" fmla="*/ 576 w 1300"/>
                <a:gd name="T15" fmla="*/ 376 h 821"/>
                <a:gd name="T16" fmla="*/ 683 w 1300"/>
                <a:gd name="T17" fmla="*/ 508 h 821"/>
                <a:gd name="T18" fmla="*/ 847 w 1300"/>
                <a:gd name="T19" fmla="*/ 623 h 821"/>
                <a:gd name="T20" fmla="*/ 1004 w 1300"/>
                <a:gd name="T21" fmla="*/ 706 h 821"/>
                <a:gd name="T22" fmla="*/ 1300 w 1300"/>
                <a:gd name="T23" fmla="*/ 788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00" h="821">
                  <a:moveTo>
                    <a:pt x="0" y="821"/>
                  </a:moveTo>
                  <a:cubicBezTo>
                    <a:pt x="7" y="785"/>
                    <a:pt x="22" y="697"/>
                    <a:pt x="41" y="607"/>
                  </a:cubicBezTo>
                  <a:cubicBezTo>
                    <a:pt x="60" y="517"/>
                    <a:pt x="90" y="368"/>
                    <a:pt x="115" y="278"/>
                  </a:cubicBezTo>
                  <a:cubicBezTo>
                    <a:pt x="140" y="188"/>
                    <a:pt x="157" y="109"/>
                    <a:pt x="189" y="64"/>
                  </a:cubicBezTo>
                  <a:cubicBezTo>
                    <a:pt x="221" y="19"/>
                    <a:pt x="268" y="0"/>
                    <a:pt x="304" y="6"/>
                  </a:cubicBezTo>
                  <a:cubicBezTo>
                    <a:pt x="340" y="12"/>
                    <a:pt x="371" y="56"/>
                    <a:pt x="403" y="97"/>
                  </a:cubicBezTo>
                  <a:cubicBezTo>
                    <a:pt x="435" y="138"/>
                    <a:pt x="464" y="207"/>
                    <a:pt x="493" y="253"/>
                  </a:cubicBezTo>
                  <a:cubicBezTo>
                    <a:pt x="522" y="299"/>
                    <a:pt x="544" y="334"/>
                    <a:pt x="576" y="376"/>
                  </a:cubicBezTo>
                  <a:cubicBezTo>
                    <a:pt x="608" y="418"/>
                    <a:pt x="638" y="467"/>
                    <a:pt x="683" y="508"/>
                  </a:cubicBezTo>
                  <a:cubicBezTo>
                    <a:pt x="728" y="549"/>
                    <a:pt x="794" y="590"/>
                    <a:pt x="847" y="623"/>
                  </a:cubicBezTo>
                  <a:cubicBezTo>
                    <a:pt x="900" y="656"/>
                    <a:pt x="929" y="678"/>
                    <a:pt x="1004" y="706"/>
                  </a:cubicBezTo>
                  <a:cubicBezTo>
                    <a:pt x="1079" y="734"/>
                    <a:pt x="1238" y="771"/>
                    <a:pt x="1300" y="788"/>
                  </a:cubicBezTo>
                </a:path>
              </a:pathLst>
            </a:custGeom>
            <a:noFill/>
            <a:ln w="25400" cap="flat" cmpd="sng">
              <a:solidFill>
                <a:srgbClr val="FF66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9772" name="Line 12">
              <a:extLst>
                <a:ext uri="{FF2B5EF4-FFF2-40B4-BE49-F238E27FC236}">
                  <a16:creationId xmlns:a16="http://schemas.microsoft.com/office/drawing/2014/main" id="{D13B594F-566B-E1A3-76BC-76047B0D91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4" y="975"/>
              <a:ext cx="0" cy="499"/>
            </a:xfrm>
            <a:prstGeom prst="line">
              <a:avLst/>
            </a:prstGeom>
            <a:noFill/>
            <a:ln w="15875">
              <a:solidFill>
                <a:srgbClr val="808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629773" name="Object 13">
              <a:extLst>
                <a:ext uri="{FF2B5EF4-FFF2-40B4-BE49-F238E27FC236}">
                  <a16:creationId xmlns:a16="http://schemas.microsoft.com/office/drawing/2014/main" id="{F3A533BF-DEEB-1770-35D7-8B466EDDE3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5" y="1914"/>
            <a:ext cx="193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03" name="Equation" r:id="rId15" imgW="4978400" imgH="7607300" progId="Equation.DSMT4">
                    <p:embed/>
                  </p:oleObj>
                </mc:Choice>
                <mc:Fallback>
                  <p:oleObj name="Equation" r:id="rId15" imgW="4978400" imgH="7607300" progId="Equation.DSMT4">
                    <p:embed/>
                    <p:pic>
                      <p:nvPicPr>
                        <p:cNvPr id="629773" name="Object 13">
                          <a:extLst>
                            <a:ext uri="{FF2B5EF4-FFF2-40B4-BE49-F238E27FC236}">
                              <a16:creationId xmlns:a16="http://schemas.microsoft.com/office/drawing/2014/main" id="{F3A533BF-DEEB-1770-35D7-8B466EDDE3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5" y="1914"/>
                          <a:ext cx="193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9774" name="Object 14">
              <a:extLst>
                <a:ext uri="{FF2B5EF4-FFF2-40B4-BE49-F238E27FC236}">
                  <a16:creationId xmlns:a16="http://schemas.microsoft.com/office/drawing/2014/main" id="{55D4B8E7-5E59-DFAC-7D7E-884DA79D017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22" y="1376"/>
            <a:ext cx="150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04" name="Equation" r:id="rId17" imgW="4102100" imgH="7607300" progId="Equation.DSMT4">
                    <p:embed/>
                  </p:oleObj>
                </mc:Choice>
                <mc:Fallback>
                  <p:oleObj name="Equation" r:id="rId17" imgW="4102100" imgH="7607300" progId="Equation.DSMT4">
                    <p:embed/>
                    <p:pic>
                      <p:nvPicPr>
                        <p:cNvPr id="629774" name="Object 14">
                          <a:extLst>
                            <a:ext uri="{FF2B5EF4-FFF2-40B4-BE49-F238E27FC236}">
                              <a16:creationId xmlns:a16="http://schemas.microsoft.com/office/drawing/2014/main" id="{55D4B8E7-5E59-DFAC-7D7E-884DA79D017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2" y="1376"/>
                          <a:ext cx="150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9775" name="Line 15">
              <a:extLst>
                <a:ext uri="{FF2B5EF4-FFF2-40B4-BE49-F238E27FC236}">
                  <a16:creationId xmlns:a16="http://schemas.microsoft.com/office/drawing/2014/main" id="{A8516F02-A1EA-C44D-F037-2A4F099822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9" y="1163"/>
              <a:ext cx="142" cy="233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629776" name="Object 16">
              <a:extLst>
                <a:ext uri="{FF2B5EF4-FFF2-40B4-BE49-F238E27FC236}">
                  <a16:creationId xmlns:a16="http://schemas.microsoft.com/office/drawing/2014/main" id="{A7F3A087-F4DA-FF7B-2BCC-FB2C989531B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3" y="1104"/>
            <a:ext cx="390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05" name="Equation" r:id="rId19" imgW="7607300" imgH="4102100" progId="Equation.DSMT4">
                    <p:embed/>
                  </p:oleObj>
                </mc:Choice>
                <mc:Fallback>
                  <p:oleObj name="Equation" r:id="rId19" imgW="7607300" imgH="4102100" progId="Equation.DSMT4">
                    <p:embed/>
                    <p:pic>
                      <p:nvPicPr>
                        <p:cNvPr id="629776" name="Object 16">
                          <a:extLst>
                            <a:ext uri="{FF2B5EF4-FFF2-40B4-BE49-F238E27FC236}">
                              <a16:creationId xmlns:a16="http://schemas.microsoft.com/office/drawing/2014/main" id="{A7F3A087-F4DA-FF7B-2BCC-FB2C989531B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3" y="1104"/>
                          <a:ext cx="390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9777" name="Object 17">
              <a:extLst>
                <a:ext uri="{FF2B5EF4-FFF2-40B4-BE49-F238E27FC236}">
                  <a16:creationId xmlns:a16="http://schemas.microsoft.com/office/drawing/2014/main" id="{4FDD0273-D12C-182D-0182-5A0FE52F6F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42" y="1485"/>
            <a:ext cx="250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06" name="Equation" r:id="rId21" imgW="7023100" imgH="7607300" progId="Equation.DSMT4">
                    <p:embed/>
                  </p:oleObj>
                </mc:Choice>
                <mc:Fallback>
                  <p:oleObj name="Equation" r:id="rId21" imgW="7023100" imgH="7607300" progId="Equation.DSMT4">
                    <p:embed/>
                    <p:pic>
                      <p:nvPicPr>
                        <p:cNvPr id="629777" name="Object 17">
                          <a:extLst>
                            <a:ext uri="{FF2B5EF4-FFF2-40B4-BE49-F238E27FC236}">
                              <a16:creationId xmlns:a16="http://schemas.microsoft.com/office/drawing/2014/main" id="{4FDD0273-D12C-182D-0182-5A0FE52F6F2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2" y="1485"/>
                          <a:ext cx="250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9778" name="Line 18">
              <a:extLst>
                <a:ext uri="{FF2B5EF4-FFF2-40B4-BE49-F238E27FC236}">
                  <a16:creationId xmlns:a16="http://schemas.microsoft.com/office/drawing/2014/main" id="{782DBBC2-46B1-6A8B-9BC8-5AD3F3E97F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1303"/>
              <a:ext cx="0" cy="166"/>
            </a:xfrm>
            <a:prstGeom prst="line">
              <a:avLst/>
            </a:prstGeom>
            <a:noFill/>
            <a:ln w="15875">
              <a:solidFill>
                <a:srgbClr val="8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629779" name="Object 19">
              <a:extLst>
                <a:ext uri="{FF2B5EF4-FFF2-40B4-BE49-F238E27FC236}">
                  <a16:creationId xmlns:a16="http://schemas.microsoft.com/office/drawing/2014/main" id="{0E4A773F-16FF-8B6B-3F42-97F805BD645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85" y="1004"/>
            <a:ext cx="139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07" name="Equation" r:id="rId23" imgW="4102100" imgH="7607300" progId="Equation.DSMT4">
                    <p:embed/>
                  </p:oleObj>
                </mc:Choice>
                <mc:Fallback>
                  <p:oleObj name="Equation" r:id="rId23" imgW="4102100" imgH="7607300" progId="Equation.DSMT4">
                    <p:embed/>
                    <p:pic>
                      <p:nvPicPr>
                        <p:cNvPr id="629779" name="Object 19">
                          <a:extLst>
                            <a:ext uri="{FF2B5EF4-FFF2-40B4-BE49-F238E27FC236}">
                              <a16:creationId xmlns:a16="http://schemas.microsoft.com/office/drawing/2014/main" id="{0E4A773F-16FF-8B6B-3F42-97F805BD645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5" y="1004"/>
                          <a:ext cx="139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9780" name="Line 20">
              <a:extLst>
                <a:ext uri="{FF2B5EF4-FFF2-40B4-BE49-F238E27FC236}">
                  <a16:creationId xmlns:a16="http://schemas.microsoft.com/office/drawing/2014/main" id="{7BD9A339-4DE7-261F-477A-0CAAF284FF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65" y="1214"/>
              <a:ext cx="192" cy="223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629781" name="Object 21">
            <a:extLst>
              <a:ext uri="{FF2B5EF4-FFF2-40B4-BE49-F238E27FC236}">
                <a16:creationId xmlns:a16="http://schemas.microsoft.com/office/drawing/2014/main" id="{CAE0C1A2-0F64-0403-AB86-762C5C7207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74038" y="3371851"/>
          <a:ext cx="2493962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08" name="Equation" r:id="rId24" imgW="33642300" imgH="16383000" progId="Equation.DSMT4">
                  <p:embed/>
                </p:oleObj>
              </mc:Choice>
              <mc:Fallback>
                <p:oleObj name="Equation" r:id="rId24" imgW="33642300" imgH="16383000" progId="Equation.DSMT4">
                  <p:embed/>
                  <p:pic>
                    <p:nvPicPr>
                      <p:cNvPr id="629781" name="Object 21">
                        <a:extLst>
                          <a:ext uri="{FF2B5EF4-FFF2-40B4-BE49-F238E27FC236}">
                            <a16:creationId xmlns:a16="http://schemas.microsoft.com/office/drawing/2014/main" id="{CAE0C1A2-0F64-0403-AB86-762C5C7207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4038" y="3371851"/>
                        <a:ext cx="2493962" cy="1216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9782" name="Object 22">
            <a:extLst>
              <a:ext uri="{FF2B5EF4-FFF2-40B4-BE49-F238E27FC236}">
                <a16:creationId xmlns:a16="http://schemas.microsoft.com/office/drawing/2014/main" id="{2388E481-6097-FE75-36DB-770E47CD41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28014" y="4826000"/>
          <a:ext cx="1684337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09" name="Equation" r:id="rId26" imgW="16967200" imgH="15798800" progId="Equation.DSMT4">
                  <p:embed/>
                </p:oleObj>
              </mc:Choice>
              <mc:Fallback>
                <p:oleObj name="Equation" r:id="rId26" imgW="16967200" imgH="15798800" progId="Equation.DSMT4">
                  <p:embed/>
                  <p:pic>
                    <p:nvPicPr>
                      <p:cNvPr id="629782" name="Object 22">
                        <a:extLst>
                          <a:ext uri="{FF2B5EF4-FFF2-40B4-BE49-F238E27FC236}">
                            <a16:creationId xmlns:a16="http://schemas.microsoft.com/office/drawing/2014/main" id="{2388E481-6097-FE75-36DB-770E47CD41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8014" y="4826000"/>
                        <a:ext cx="1684337" cy="135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9783" name="AutoShape 23">
            <a:extLst>
              <a:ext uri="{FF2B5EF4-FFF2-40B4-BE49-F238E27FC236}">
                <a16:creationId xmlns:a16="http://schemas.microsoft.com/office/drawing/2014/main" id="{3BAA4947-4690-4639-B8B1-A08947864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8164" y="3716918"/>
            <a:ext cx="2509837" cy="513191"/>
          </a:xfrm>
          <a:prstGeom prst="roundRect">
            <a:avLst>
              <a:gd name="adj" fmla="val 16667"/>
            </a:avLst>
          </a:prstGeom>
          <a:noFill/>
          <a:ln w="19050">
            <a:solidFill>
              <a:schemeClr val="accent2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9784" name="AutoShape 24">
            <a:extLst>
              <a:ext uri="{FF2B5EF4-FFF2-40B4-BE49-F238E27FC236}">
                <a16:creationId xmlns:a16="http://schemas.microsoft.com/office/drawing/2014/main" id="{D2D7475D-FFFD-2C81-2D35-4A06DF06E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8139" y="5303869"/>
            <a:ext cx="2160587" cy="598424"/>
          </a:xfrm>
          <a:prstGeom prst="hexagon">
            <a:avLst>
              <a:gd name="adj" fmla="val 34543"/>
              <a:gd name="vf" fmla="val 115470"/>
            </a:avLst>
          </a:prstGeom>
          <a:noFill/>
          <a:ln w="19050">
            <a:solidFill>
              <a:schemeClr val="accent2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9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9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9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9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9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9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29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29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29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29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29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29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9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29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629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9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29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29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9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6" name="Object 2">
            <a:extLst>
              <a:ext uri="{FF2B5EF4-FFF2-40B4-BE49-F238E27FC236}">
                <a16:creationId xmlns:a16="http://schemas.microsoft.com/office/drawing/2014/main" id="{00D7EB63-596E-1485-5076-3B33D25042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1" y="188913"/>
          <a:ext cx="7288213" cy="210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72" name="Equation" r:id="rId3" imgW="87185500" imgH="23406100" progId="Equation.DSMT4">
                  <p:embed/>
                </p:oleObj>
              </mc:Choice>
              <mc:Fallback>
                <p:oleObj name="Equation" r:id="rId3" imgW="87185500" imgH="23406100" progId="Equation.DSMT4">
                  <p:embed/>
                  <p:pic>
                    <p:nvPicPr>
                      <p:cNvPr id="630786" name="Object 2">
                        <a:extLst>
                          <a:ext uri="{FF2B5EF4-FFF2-40B4-BE49-F238E27FC236}">
                            <a16:creationId xmlns:a16="http://schemas.microsoft.com/office/drawing/2014/main" id="{00D7EB63-596E-1485-5076-3B33D25042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188913"/>
                        <a:ext cx="7288213" cy="210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0787" name="Text Box 3">
            <a:extLst>
              <a:ext uri="{FF2B5EF4-FFF2-40B4-BE49-F238E27FC236}">
                <a16:creationId xmlns:a16="http://schemas.microsoft.com/office/drawing/2014/main" id="{9DE202CE-5F56-A743-B87F-2595AAC4C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0" y="231776"/>
            <a:ext cx="526404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2286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7A77"/>
              </a:buClr>
              <a:buSzPct val="80000"/>
              <a:buBlip>
                <a:blip r:embed="rId5"/>
              </a:buBlip>
            </a:pPr>
            <a:r>
              <a:rPr kumimoji="0" lang="en-US" altLang="zh-CN" sz="3200">
                <a:solidFill>
                  <a:srgbClr val="000066"/>
                </a:solidFill>
                <a:latin typeface="Arial" panose="020B0604020202020204" pitchFamily="34" charset="0"/>
              </a:rPr>
              <a:t> </a:t>
            </a:r>
          </a:p>
        </p:txBody>
      </p:sp>
      <p:graphicFrame>
        <p:nvGraphicFramePr>
          <p:cNvPr id="630788" name="Object 4">
            <a:extLst>
              <a:ext uri="{FF2B5EF4-FFF2-40B4-BE49-F238E27FC236}">
                <a16:creationId xmlns:a16="http://schemas.microsoft.com/office/drawing/2014/main" id="{21AC0E28-03F7-271C-2E04-B798D989B4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1151" y="2251075"/>
          <a:ext cx="321786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73" name="Equation" r:id="rId6" imgW="41833800" imgH="5854700" progId="Equation.DSMT4">
                  <p:embed/>
                </p:oleObj>
              </mc:Choice>
              <mc:Fallback>
                <p:oleObj name="Equation" r:id="rId6" imgW="41833800" imgH="5854700" progId="Equation.DSMT4">
                  <p:embed/>
                  <p:pic>
                    <p:nvPicPr>
                      <p:cNvPr id="630788" name="Object 4">
                        <a:extLst>
                          <a:ext uri="{FF2B5EF4-FFF2-40B4-BE49-F238E27FC236}">
                            <a16:creationId xmlns:a16="http://schemas.microsoft.com/office/drawing/2014/main" id="{21AC0E28-03F7-271C-2E04-B798D989B4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1151" y="2251075"/>
                        <a:ext cx="3217863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0789" name="Object 5">
            <a:extLst>
              <a:ext uri="{FF2B5EF4-FFF2-40B4-BE49-F238E27FC236}">
                <a16:creationId xmlns:a16="http://schemas.microsoft.com/office/drawing/2014/main" id="{1547671D-5355-99E6-8785-F7529C61F6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7263" y="2616201"/>
          <a:ext cx="4932362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74" name="Equation" r:id="rId8" imgW="68465700" imgH="10528300" progId="Equation.DSMT4">
                  <p:embed/>
                </p:oleObj>
              </mc:Choice>
              <mc:Fallback>
                <p:oleObj name="Equation" r:id="rId8" imgW="68465700" imgH="10528300" progId="Equation.DSMT4">
                  <p:embed/>
                  <p:pic>
                    <p:nvPicPr>
                      <p:cNvPr id="630789" name="Object 5">
                        <a:extLst>
                          <a:ext uri="{FF2B5EF4-FFF2-40B4-BE49-F238E27FC236}">
                            <a16:creationId xmlns:a16="http://schemas.microsoft.com/office/drawing/2014/main" id="{1547671D-5355-99E6-8785-F7529C61F6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7263" y="2616201"/>
                        <a:ext cx="4932362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0790" name="Object 6">
            <a:extLst>
              <a:ext uri="{FF2B5EF4-FFF2-40B4-BE49-F238E27FC236}">
                <a16:creationId xmlns:a16="http://schemas.microsoft.com/office/drawing/2014/main" id="{794FCF28-7266-88E8-4DDB-485040DCD2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81389" y="3525838"/>
          <a:ext cx="4586287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75" name="Equation" r:id="rId10" imgW="60566300" imgH="8775700" progId="Equation.DSMT4">
                  <p:embed/>
                </p:oleObj>
              </mc:Choice>
              <mc:Fallback>
                <p:oleObj name="Equation" r:id="rId10" imgW="60566300" imgH="8775700" progId="Equation.DSMT4">
                  <p:embed/>
                  <p:pic>
                    <p:nvPicPr>
                      <p:cNvPr id="630790" name="Object 6">
                        <a:extLst>
                          <a:ext uri="{FF2B5EF4-FFF2-40B4-BE49-F238E27FC236}">
                            <a16:creationId xmlns:a16="http://schemas.microsoft.com/office/drawing/2014/main" id="{794FCF28-7266-88E8-4DDB-485040DCD2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1389" y="3525838"/>
                        <a:ext cx="4586287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0791" name="Object 7">
            <a:extLst>
              <a:ext uri="{FF2B5EF4-FFF2-40B4-BE49-F238E27FC236}">
                <a16:creationId xmlns:a16="http://schemas.microsoft.com/office/drawing/2014/main" id="{7676E6C1-443B-56FD-C5BD-57D605AD8A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21100" y="4314826"/>
          <a:ext cx="3894138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76" name="Equation" r:id="rId12" imgW="54127400" imgH="8775700" progId="Equation.DSMT4">
                  <p:embed/>
                </p:oleObj>
              </mc:Choice>
              <mc:Fallback>
                <p:oleObj name="Equation" r:id="rId12" imgW="54127400" imgH="8775700" progId="Equation.DSMT4">
                  <p:embed/>
                  <p:pic>
                    <p:nvPicPr>
                      <p:cNvPr id="630791" name="Object 7">
                        <a:extLst>
                          <a:ext uri="{FF2B5EF4-FFF2-40B4-BE49-F238E27FC236}">
                            <a16:creationId xmlns:a16="http://schemas.microsoft.com/office/drawing/2014/main" id="{7676E6C1-443B-56FD-C5BD-57D605AD8A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1100" y="4314826"/>
                        <a:ext cx="3894138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0792" name="Object 8">
            <a:extLst>
              <a:ext uri="{FF2B5EF4-FFF2-40B4-BE49-F238E27FC236}">
                <a16:creationId xmlns:a16="http://schemas.microsoft.com/office/drawing/2014/main" id="{B8EF3C46-78DB-DE62-E471-67E0C4468F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79801" y="5059363"/>
          <a:ext cx="4652963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77" name="Equation" r:id="rId14" imgW="46812200" imgH="5854700" progId="Equation.DSMT4">
                  <p:embed/>
                </p:oleObj>
              </mc:Choice>
              <mc:Fallback>
                <p:oleObj name="Equation" r:id="rId14" imgW="46812200" imgH="5854700" progId="Equation.DSMT4">
                  <p:embed/>
                  <p:pic>
                    <p:nvPicPr>
                      <p:cNvPr id="630792" name="Object 8">
                        <a:extLst>
                          <a:ext uri="{FF2B5EF4-FFF2-40B4-BE49-F238E27FC236}">
                            <a16:creationId xmlns:a16="http://schemas.microsoft.com/office/drawing/2014/main" id="{B8EF3C46-78DB-DE62-E471-67E0C4468F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9801" y="5059363"/>
                        <a:ext cx="4652963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0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0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0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0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07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0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07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30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Rectangle 2">
            <a:extLst>
              <a:ext uri="{FF2B5EF4-FFF2-40B4-BE49-F238E27FC236}">
                <a16:creationId xmlns:a16="http://schemas.microsoft.com/office/drawing/2014/main" id="{B27A6ACD-4E9B-E484-9D0E-D71CC9D84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5524352"/>
            <a:ext cx="181822" cy="463846"/>
          </a:xfrm>
          <a:prstGeom prst="rect">
            <a:avLst/>
          </a:prstGeom>
          <a:solidFill>
            <a:schemeClr val="folHlink"/>
          </a:solidFill>
          <a:ln w="25400" algn="ctr">
            <a:solidFill>
              <a:srgbClr val="FF9900"/>
            </a:solidFill>
            <a:miter lim="800000"/>
            <a:headEnd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31811" name="Object 3">
            <a:extLst>
              <a:ext uri="{FF2B5EF4-FFF2-40B4-BE49-F238E27FC236}">
                <a16:creationId xmlns:a16="http://schemas.microsoft.com/office/drawing/2014/main" id="{974F52F7-9EEA-EBC1-A111-C2FB4EA6F8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48026" y="1227139"/>
          <a:ext cx="3648075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03" name="Equation" r:id="rId3" imgW="37744400" imgH="5854700" progId="Equation.DSMT4">
                  <p:embed/>
                </p:oleObj>
              </mc:Choice>
              <mc:Fallback>
                <p:oleObj name="Equation" r:id="rId3" imgW="37744400" imgH="5854700" progId="Equation.DSMT4">
                  <p:embed/>
                  <p:pic>
                    <p:nvPicPr>
                      <p:cNvPr id="631811" name="Object 3">
                        <a:extLst>
                          <a:ext uri="{FF2B5EF4-FFF2-40B4-BE49-F238E27FC236}">
                            <a16:creationId xmlns:a16="http://schemas.microsoft.com/office/drawing/2014/main" id="{974F52F7-9EEA-EBC1-A111-C2FB4EA6F8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8026" y="1227139"/>
                        <a:ext cx="3648075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1812" name="Object 4">
            <a:extLst>
              <a:ext uri="{FF2B5EF4-FFF2-40B4-BE49-F238E27FC236}">
                <a16:creationId xmlns:a16="http://schemas.microsoft.com/office/drawing/2014/main" id="{5E49DFC4-CC38-E0CE-ACE5-01F33A29E1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3275" y="1946275"/>
          <a:ext cx="6046788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04" name="Equation" r:id="rId5" imgW="72847200" imgH="10528300" progId="Equation.DSMT4">
                  <p:embed/>
                </p:oleObj>
              </mc:Choice>
              <mc:Fallback>
                <p:oleObj name="Equation" r:id="rId5" imgW="72847200" imgH="10528300" progId="Equation.DSMT4">
                  <p:embed/>
                  <p:pic>
                    <p:nvPicPr>
                      <p:cNvPr id="631812" name="Object 4">
                        <a:extLst>
                          <a:ext uri="{FF2B5EF4-FFF2-40B4-BE49-F238E27FC236}">
                            <a16:creationId xmlns:a16="http://schemas.microsoft.com/office/drawing/2014/main" id="{5E49DFC4-CC38-E0CE-ACE5-01F33A29E1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3275" y="1946275"/>
                        <a:ext cx="6046788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1813" name="Object 5">
            <a:extLst>
              <a:ext uri="{FF2B5EF4-FFF2-40B4-BE49-F238E27FC236}">
                <a16:creationId xmlns:a16="http://schemas.microsoft.com/office/drawing/2014/main" id="{46ABB272-2B47-E6BA-EE69-D65D366801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71864" y="3030539"/>
          <a:ext cx="4471987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05" name="Equation" r:id="rId7" imgW="40373300" imgH="5854700" progId="Equation.DSMT4">
                  <p:embed/>
                </p:oleObj>
              </mc:Choice>
              <mc:Fallback>
                <p:oleObj name="Equation" r:id="rId7" imgW="40373300" imgH="5854700" progId="Equation.DSMT4">
                  <p:embed/>
                  <p:pic>
                    <p:nvPicPr>
                      <p:cNvPr id="631813" name="Object 5">
                        <a:extLst>
                          <a:ext uri="{FF2B5EF4-FFF2-40B4-BE49-F238E27FC236}">
                            <a16:creationId xmlns:a16="http://schemas.microsoft.com/office/drawing/2014/main" id="{46ABB272-2B47-E6BA-EE69-D65D366801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1864" y="3030539"/>
                        <a:ext cx="4471987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1814" name="Object 6">
            <a:extLst>
              <a:ext uri="{FF2B5EF4-FFF2-40B4-BE49-F238E27FC236}">
                <a16:creationId xmlns:a16="http://schemas.microsoft.com/office/drawing/2014/main" id="{FE866145-1B41-642F-8AD4-1621577E9A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4575" y="3713164"/>
          <a:ext cx="6489700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06" name="Equation" r:id="rId9" imgW="74904600" imgH="7607300" progId="Equation.DSMT4">
                  <p:embed/>
                </p:oleObj>
              </mc:Choice>
              <mc:Fallback>
                <p:oleObj name="Equation" r:id="rId9" imgW="74904600" imgH="7607300" progId="Equation.DSMT4">
                  <p:embed/>
                  <p:pic>
                    <p:nvPicPr>
                      <p:cNvPr id="631814" name="Object 6">
                        <a:extLst>
                          <a:ext uri="{FF2B5EF4-FFF2-40B4-BE49-F238E27FC236}">
                            <a16:creationId xmlns:a16="http://schemas.microsoft.com/office/drawing/2014/main" id="{FE866145-1B41-642F-8AD4-1621577E9A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4575" y="3713164"/>
                        <a:ext cx="6489700" cy="66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1815" name="Object 7">
            <a:extLst>
              <a:ext uri="{FF2B5EF4-FFF2-40B4-BE49-F238E27FC236}">
                <a16:creationId xmlns:a16="http://schemas.microsoft.com/office/drawing/2014/main" id="{5EEEDC99-B257-C380-1AEC-B53C088760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92525" y="4468814"/>
          <a:ext cx="412115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07" name="Equation" r:id="rId11" imgW="46812200" imgH="5854700" progId="Equation.DSMT4">
                  <p:embed/>
                </p:oleObj>
              </mc:Choice>
              <mc:Fallback>
                <p:oleObj name="Equation" r:id="rId11" imgW="46812200" imgH="5854700" progId="Equation.DSMT4">
                  <p:embed/>
                  <p:pic>
                    <p:nvPicPr>
                      <p:cNvPr id="631815" name="Object 7">
                        <a:extLst>
                          <a:ext uri="{FF2B5EF4-FFF2-40B4-BE49-F238E27FC236}">
                            <a16:creationId xmlns:a16="http://schemas.microsoft.com/office/drawing/2014/main" id="{5EEEDC99-B257-C380-1AEC-B53C088760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2525" y="4468814"/>
                        <a:ext cx="4121150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1816" name="Object 8">
            <a:extLst>
              <a:ext uri="{FF2B5EF4-FFF2-40B4-BE49-F238E27FC236}">
                <a16:creationId xmlns:a16="http://schemas.microsoft.com/office/drawing/2014/main" id="{94A61ED6-3263-155B-03B9-2344970862E3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3717926" y="5367338"/>
          <a:ext cx="2906713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08" name="Equation" r:id="rId13" imgW="41833800" imgH="11696700" progId="Equation.DSMT4">
                  <p:embed/>
                </p:oleObj>
              </mc:Choice>
              <mc:Fallback>
                <p:oleObj name="Equation" r:id="rId13" imgW="41833800" imgH="11696700" progId="Equation.DSMT4">
                  <p:embed/>
                  <p:pic>
                    <p:nvPicPr>
                      <p:cNvPr id="631816" name="Object 8">
                        <a:extLst>
                          <a:ext uri="{FF2B5EF4-FFF2-40B4-BE49-F238E27FC236}">
                            <a16:creationId xmlns:a16="http://schemas.microsoft.com/office/drawing/2014/main" id="{94A61ED6-3263-155B-03B9-2344970862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7926" y="5367338"/>
                        <a:ext cx="2906713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1817" name="Object 9">
            <a:extLst>
              <a:ext uri="{FF2B5EF4-FFF2-40B4-BE49-F238E27FC236}">
                <a16:creationId xmlns:a16="http://schemas.microsoft.com/office/drawing/2014/main" id="{D0D83D8C-3F7B-F0DF-B7DE-6D63A5188E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07214" y="5246689"/>
          <a:ext cx="3057525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809" name="Equation" r:id="rId15" imgW="43002200" imgH="11696700" progId="Equation.DSMT4">
                  <p:embed/>
                </p:oleObj>
              </mc:Choice>
              <mc:Fallback>
                <p:oleObj name="Equation" r:id="rId15" imgW="43002200" imgH="11696700" progId="Equation.DSMT4">
                  <p:embed/>
                  <p:pic>
                    <p:nvPicPr>
                      <p:cNvPr id="631817" name="Object 9">
                        <a:extLst>
                          <a:ext uri="{FF2B5EF4-FFF2-40B4-BE49-F238E27FC236}">
                            <a16:creationId xmlns:a16="http://schemas.microsoft.com/office/drawing/2014/main" id="{D0D83D8C-3F7B-F0DF-B7DE-6D63A5188E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7214" y="5246689"/>
                        <a:ext cx="3057525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1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1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1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1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1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1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1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1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1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31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31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31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31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31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31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31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2834" name="Object 2">
            <a:extLst>
              <a:ext uri="{FF2B5EF4-FFF2-40B4-BE49-F238E27FC236}">
                <a16:creationId xmlns:a16="http://schemas.microsoft.com/office/drawing/2014/main" id="{A71A9DD2-66B7-534D-07AE-40AFEAC6E9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0825" y="1398588"/>
          <a:ext cx="34417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06" name="Equation" r:id="rId3" imgW="55003700" imgH="5854700" progId="Equation.DSMT4">
                  <p:embed/>
                </p:oleObj>
              </mc:Choice>
              <mc:Fallback>
                <p:oleObj name="Equation" r:id="rId3" imgW="55003700" imgH="5854700" progId="Equation.DSMT4">
                  <p:embed/>
                  <p:pic>
                    <p:nvPicPr>
                      <p:cNvPr id="632834" name="Object 2">
                        <a:extLst>
                          <a:ext uri="{FF2B5EF4-FFF2-40B4-BE49-F238E27FC236}">
                            <a16:creationId xmlns:a16="http://schemas.microsoft.com/office/drawing/2014/main" id="{A71A9DD2-66B7-534D-07AE-40AFEAC6E9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0825" y="1398588"/>
                        <a:ext cx="3441700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2835" name="Object 3">
            <a:extLst>
              <a:ext uri="{FF2B5EF4-FFF2-40B4-BE49-F238E27FC236}">
                <a16:creationId xmlns:a16="http://schemas.microsoft.com/office/drawing/2014/main" id="{E0E0831E-5333-27FE-C0B3-46615576C2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7825" y="2317751"/>
          <a:ext cx="387985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07" name="Equation" r:id="rId5" imgW="62026800" imgH="5854700" progId="Equation.DSMT4">
                  <p:embed/>
                </p:oleObj>
              </mc:Choice>
              <mc:Fallback>
                <p:oleObj name="Equation" r:id="rId5" imgW="62026800" imgH="5854700" progId="Equation.DSMT4">
                  <p:embed/>
                  <p:pic>
                    <p:nvPicPr>
                      <p:cNvPr id="632835" name="Object 3">
                        <a:extLst>
                          <a:ext uri="{FF2B5EF4-FFF2-40B4-BE49-F238E27FC236}">
                            <a16:creationId xmlns:a16="http://schemas.microsoft.com/office/drawing/2014/main" id="{E0E0831E-5333-27FE-C0B3-46615576C2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7825" y="2317751"/>
                        <a:ext cx="3879850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2836" name="Object 4">
            <a:extLst>
              <a:ext uri="{FF2B5EF4-FFF2-40B4-BE49-F238E27FC236}">
                <a16:creationId xmlns:a16="http://schemas.microsoft.com/office/drawing/2014/main" id="{90A4BFFE-C2F0-063C-57FD-2D2A7A15DE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5764" y="2908301"/>
          <a:ext cx="3881437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08" name="Equation" r:id="rId7" imgW="62026800" imgH="5854700" progId="Equation.DSMT4">
                  <p:embed/>
                </p:oleObj>
              </mc:Choice>
              <mc:Fallback>
                <p:oleObj name="Equation" r:id="rId7" imgW="62026800" imgH="5854700" progId="Equation.DSMT4">
                  <p:embed/>
                  <p:pic>
                    <p:nvPicPr>
                      <p:cNvPr id="632836" name="Object 4">
                        <a:extLst>
                          <a:ext uri="{FF2B5EF4-FFF2-40B4-BE49-F238E27FC236}">
                            <a16:creationId xmlns:a16="http://schemas.microsoft.com/office/drawing/2014/main" id="{90A4BFFE-C2F0-063C-57FD-2D2A7A15DE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5764" y="2908301"/>
                        <a:ext cx="3881437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2837" name="Object 5">
            <a:extLst>
              <a:ext uri="{FF2B5EF4-FFF2-40B4-BE49-F238E27FC236}">
                <a16:creationId xmlns:a16="http://schemas.microsoft.com/office/drawing/2014/main" id="{C8D2AFB9-A933-F779-6D59-5EBF6A789F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92439" y="3794126"/>
          <a:ext cx="5437187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09" name="Equation" r:id="rId9" imgW="86893400" imgH="11112500" progId="Equation.DSMT4">
                  <p:embed/>
                </p:oleObj>
              </mc:Choice>
              <mc:Fallback>
                <p:oleObj name="Equation" r:id="rId9" imgW="86893400" imgH="11112500" progId="Equation.DSMT4">
                  <p:embed/>
                  <p:pic>
                    <p:nvPicPr>
                      <p:cNvPr id="632837" name="Object 5">
                        <a:extLst>
                          <a:ext uri="{FF2B5EF4-FFF2-40B4-BE49-F238E27FC236}">
                            <a16:creationId xmlns:a16="http://schemas.microsoft.com/office/drawing/2014/main" id="{C8D2AFB9-A933-F779-6D59-5EBF6A789F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2439" y="3794126"/>
                        <a:ext cx="5437187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2838" name="AutoShape 6">
            <a:extLst>
              <a:ext uri="{FF2B5EF4-FFF2-40B4-BE49-F238E27FC236}">
                <a16:creationId xmlns:a16="http://schemas.microsoft.com/office/drawing/2014/main" id="{3ED33ABC-592B-1077-7F66-A9DDF6C84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1463" y="2022475"/>
            <a:ext cx="1250950" cy="673100"/>
          </a:xfrm>
          <a:prstGeom prst="wedgeRoundRectCallout">
            <a:avLst>
              <a:gd name="adj1" fmla="val -133630"/>
              <a:gd name="adj2" fmla="val 21935"/>
              <a:gd name="adj3" fmla="val 16667"/>
            </a:avLst>
          </a:prstGeom>
          <a:solidFill>
            <a:srgbClr val="666699"/>
          </a:solidFill>
          <a:ln w="12700" algn="ctr">
            <a:solidFill>
              <a:schemeClr val="accent2"/>
            </a:solidFill>
            <a:miter lim="800000"/>
            <a:headEnd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2286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7A77"/>
              </a:buClr>
              <a:buSzPct val="80000"/>
            </a:pPr>
            <a:r>
              <a:rPr kumimoji="0" lang="zh-CN" altLang="en-US" sz="1600">
                <a:solidFill>
                  <a:srgbClr val="FFFFFF"/>
                </a:solidFill>
                <a:latin typeface="Arial" panose="020B0604020202020204" pitchFamily="34" charset="0"/>
              </a:rPr>
              <a:t>区间短</a:t>
            </a:r>
          </a:p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7A77"/>
              </a:buClr>
              <a:buSzPct val="80000"/>
            </a:pPr>
            <a:r>
              <a:rPr kumimoji="0" lang="zh-CN" altLang="en-US" sz="1600">
                <a:solidFill>
                  <a:srgbClr val="FFFFFF"/>
                </a:solidFill>
                <a:latin typeface="Arial" panose="020B0604020202020204" pitchFamily="34" charset="0"/>
              </a:rPr>
              <a:t>精度高</a:t>
            </a:r>
          </a:p>
        </p:txBody>
      </p:sp>
      <p:sp>
        <p:nvSpPr>
          <p:cNvPr id="632839" name="AutoShape 7">
            <a:extLst>
              <a:ext uri="{FF2B5EF4-FFF2-40B4-BE49-F238E27FC236}">
                <a16:creationId xmlns:a16="http://schemas.microsoft.com/office/drawing/2014/main" id="{3BABF0AD-3D2C-C47E-E9AE-7B3A9E24A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5275" y="2897188"/>
            <a:ext cx="1250950" cy="673100"/>
          </a:xfrm>
          <a:prstGeom prst="wedgeRoundRectCallout">
            <a:avLst>
              <a:gd name="adj1" fmla="val -136167"/>
              <a:gd name="adj2" fmla="val -23111"/>
              <a:gd name="adj3" fmla="val 16667"/>
            </a:avLst>
          </a:prstGeom>
          <a:solidFill>
            <a:srgbClr val="666699"/>
          </a:solidFill>
          <a:ln w="12700" algn="ctr">
            <a:solidFill>
              <a:schemeClr val="accent2"/>
            </a:solidFill>
            <a:miter lim="800000"/>
            <a:headEnd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2286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7A77"/>
              </a:buClr>
              <a:buSzPct val="80000"/>
            </a:pPr>
            <a:r>
              <a:rPr kumimoji="0" lang="zh-CN" altLang="en-US" sz="1600">
                <a:solidFill>
                  <a:srgbClr val="FFFFFF"/>
                </a:solidFill>
                <a:latin typeface="Arial" panose="020B0604020202020204" pitchFamily="34" charset="0"/>
              </a:rPr>
              <a:t>区间长</a:t>
            </a:r>
          </a:p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7A77"/>
              </a:buClr>
              <a:buSzPct val="80000"/>
            </a:pPr>
            <a:r>
              <a:rPr kumimoji="0" lang="zh-CN" altLang="en-US" sz="1600">
                <a:solidFill>
                  <a:srgbClr val="FFFFFF"/>
                </a:solidFill>
                <a:latin typeface="Arial" panose="020B0604020202020204" pitchFamily="34" charset="0"/>
              </a:rPr>
              <a:t>精度低</a:t>
            </a:r>
          </a:p>
        </p:txBody>
      </p:sp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2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2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632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2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2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632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32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2838" grpId="0" animBg="1" autoUpdateAnimBg="0"/>
      <p:bldP spid="632839" grpId="0" animBg="1" autoUpdateAnimBg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3858" name="Object 2">
            <a:extLst>
              <a:ext uri="{FF2B5EF4-FFF2-40B4-BE49-F238E27FC236}">
                <a16:creationId xmlns:a16="http://schemas.microsoft.com/office/drawing/2014/main" id="{A1AFEEB1-3CC7-35EC-7B61-5DFD1EEB15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3026" y="687389"/>
          <a:ext cx="1979613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58" name="Equation" r:id="rId3" imgW="26619200" imgH="4686300" progId="Equation.DSMT4">
                  <p:embed/>
                </p:oleObj>
              </mc:Choice>
              <mc:Fallback>
                <p:oleObj name="Equation" r:id="rId3" imgW="26619200" imgH="4686300" progId="Equation.DSMT4">
                  <p:embed/>
                  <p:pic>
                    <p:nvPicPr>
                      <p:cNvPr id="633858" name="Object 2">
                        <a:extLst>
                          <a:ext uri="{FF2B5EF4-FFF2-40B4-BE49-F238E27FC236}">
                            <a16:creationId xmlns:a16="http://schemas.microsoft.com/office/drawing/2014/main" id="{A1AFEEB1-3CC7-35EC-7B61-5DFD1EEB15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3026" y="687389"/>
                        <a:ext cx="1979613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3859" name="Object 3">
            <a:extLst>
              <a:ext uri="{FF2B5EF4-FFF2-40B4-BE49-F238E27FC236}">
                <a16:creationId xmlns:a16="http://schemas.microsoft.com/office/drawing/2014/main" id="{79D4A306-61DC-488D-611B-20BA4835A0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20976" y="1260475"/>
          <a:ext cx="6430963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59" name="Equation" r:id="rId5" imgW="97713800" imgH="12293600" progId="Equation.DSMT4">
                  <p:embed/>
                </p:oleObj>
              </mc:Choice>
              <mc:Fallback>
                <p:oleObj name="Equation" r:id="rId5" imgW="97713800" imgH="12293600" progId="Equation.DSMT4">
                  <p:embed/>
                  <p:pic>
                    <p:nvPicPr>
                      <p:cNvPr id="633859" name="Object 3">
                        <a:extLst>
                          <a:ext uri="{FF2B5EF4-FFF2-40B4-BE49-F238E27FC236}">
                            <a16:creationId xmlns:a16="http://schemas.microsoft.com/office/drawing/2014/main" id="{79D4A306-61DC-488D-611B-20BA4835A0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0976" y="1260475"/>
                        <a:ext cx="6430963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3860" name="Object 4">
            <a:extLst>
              <a:ext uri="{FF2B5EF4-FFF2-40B4-BE49-F238E27FC236}">
                <a16:creationId xmlns:a16="http://schemas.microsoft.com/office/drawing/2014/main" id="{A59AD755-3479-9FA1-B0DA-3CDBACE24E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1" y="2260600"/>
          <a:ext cx="7319963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60" name="Equation" r:id="rId7" imgW="111175800" imgH="15798800" progId="Equation.DSMT4">
                  <p:embed/>
                </p:oleObj>
              </mc:Choice>
              <mc:Fallback>
                <p:oleObj name="Equation" r:id="rId7" imgW="111175800" imgH="15798800" progId="Equation.DSMT4">
                  <p:embed/>
                  <p:pic>
                    <p:nvPicPr>
                      <p:cNvPr id="633860" name="Object 4">
                        <a:extLst>
                          <a:ext uri="{FF2B5EF4-FFF2-40B4-BE49-F238E27FC236}">
                            <a16:creationId xmlns:a16="http://schemas.microsoft.com/office/drawing/2014/main" id="{A59AD755-3479-9FA1-B0DA-3CDBACE24E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1" y="2260600"/>
                        <a:ext cx="7319963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33861" name="Group 5">
            <a:extLst>
              <a:ext uri="{FF2B5EF4-FFF2-40B4-BE49-F238E27FC236}">
                <a16:creationId xmlns:a16="http://schemas.microsoft.com/office/drawing/2014/main" id="{CB7BF2BA-33A1-B103-3732-1A6DB208A8A5}"/>
              </a:ext>
            </a:extLst>
          </p:cNvPr>
          <p:cNvGrpSpPr>
            <a:grpSpLocks/>
          </p:cNvGrpSpPr>
          <p:nvPr/>
        </p:nvGrpSpPr>
        <p:grpSpPr bwMode="auto">
          <a:xfrm>
            <a:off x="3159125" y="5322889"/>
            <a:ext cx="6192838" cy="1108075"/>
            <a:chOff x="304" y="3016"/>
            <a:chExt cx="4618" cy="1304"/>
          </a:xfrm>
        </p:grpSpPr>
        <p:sp>
          <p:nvSpPr>
            <p:cNvPr id="633862" name="Freeform 6">
              <a:extLst>
                <a:ext uri="{FF2B5EF4-FFF2-40B4-BE49-F238E27FC236}">
                  <a16:creationId xmlns:a16="http://schemas.microsoft.com/office/drawing/2014/main" id="{E0BA23D4-3CA2-A255-6213-0AA50D7ECD3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65" y="3017"/>
              <a:ext cx="1972" cy="1009"/>
            </a:xfrm>
            <a:custGeom>
              <a:avLst/>
              <a:gdLst>
                <a:gd name="T0" fmla="*/ 18 w 1800"/>
                <a:gd name="T1" fmla="*/ 237 h 237"/>
                <a:gd name="T2" fmla="*/ 54 w 1800"/>
                <a:gd name="T3" fmla="*/ 236 h 237"/>
                <a:gd name="T4" fmla="*/ 90 w 1800"/>
                <a:gd name="T5" fmla="*/ 234 h 237"/>
                <a:gd name="T6" fmla="*/ 126 w 1800"/>
                <a:gd name="T7" fmla="*/ 232 h 237"/>
                <a:gd name="T8" fmla="*/ 162 w 1800"/>
                <a:gd name="T9" fmla="*/ 228 h 237"/>
                <a:gd name="T10" fmla="*/ 198 w 1800"/>
                <a:gd name="T11" fmla="*/ 224 h 237"/>
                <a:gd name="T12" fmla="*/ 234 w 1800"/>
                <a:gd name="T13" fmla="*/ 219 h 237"/>
                <a:gd name="T14" fmla="*/ 270 w 1800"/>
                <a:gd name="T15" fmla="*/ 214 h 237"/>
                <a:gd name="T16" fmla="*/ 306 w 1800"/>
                <a:gd name="T17" fmla="*/ 208 h 237"/>
                <a:gd name="T18" fmla="*/ 342 w 1800"/>
                <a:gd name="T19" fmla="*/ 201 h 237"/>
                <a:gd name="T20" fmla="*/ 378 w 1800"/>
                <a:gd name="T21" fmla="*/ 194 h 237"/>
                <a:gd name="T22" fmla="*/ 414 w 1800"/>
                <a:gd name="T23" fmla="*/ 186 h 237"/>
                <a:gd name="T24" fmla="*/ 450 w 1800"/>
                <a:gd name="T25" fmla="*/ 178 h 237"/>
                <a:gd name="T26" fmla="*/ 486 w 1800"/>
                <a:gd name="T27" fmla="*/ 170 h 237"/>
                <a:gd name="T28" fmla="*/ 522 w 1800"/>
                <a:gd name="T29" fmla="*/ 161 h 237"/>
                <a:gd name="T30" fmla="*/ 558 w 1800"/>
                <a:gd name="T31" fmla="*/ 153 h 237"/>
                <a:gd name="T32" fmla="*/ 594 w 1800"/>
                <a:gd name="T33" fmla="*/ 144 h 237"/>
                <a:gd name="T34" fmla="*/ 630 w 1800"/>
                <a:gd name="T35" fmla="*/ 135 h 237"/>
                <a:gd name="T36" fmla="*/ 666 w 1800"/>
                <a:gd name="T37" fmla="*/ 126 h 237"/>
                <a:gd name="T38" fmla="*/ 702 w 1800"/>
                <a:gd name="T39" fmla="*/ 118 h 237"/>
                <a:gd name="T40" fmla="*/ 738 w 1800"/>
                <a:gd name="T41" fmla="*/ 110 h 237"/>
                <a:gd name="T42" fmla="*/ 774 w 1800"/>
                <a:gd name="T43" fmla="*/ 101 h 237"/>
                <a:gd name="T44" fmla="*/ 810 w 1800"/>
                <a:gd name="T45" fmla="*/ 93 h 237"/>
                <a:gd name="T46" fmla="*/ 846 w 1800"/>
                <a:gd name="T47" fmla="*/ 86 h 237"/>
                <a:gd name="T48" fmla="*/ 882 w 1800"/>
                <a:gd name="T49" fmla="*/ 78 h 237"/>
                <a:gd name="T50" fmla="*/ 918 w 1800"/>
                <a:gd name="T51" fmla="*/ 71 h 237"/>
                <a:gd name="T52" fmla="*/ 954 w 1800"/>
                <a:gd name="T53" fmla="*/ 65 h 237"/>
                <a:gd name="T54" fmla="*/ 990 w 1800"/>
                <a:gd name="T55" fmla="*/ 58 h 237"/>
                <a:gd name="T56" fmla="*/ 1026 w 1800"/>
                <a:gd name="T57" fmla="*/ 53 h 237"/>
                <a:gd name="T58" fmla="*/ 1062 w 1800"/>
                <a:gd name="T59" fmla="*/ 47 h 237"/>
                <a:gd name="T60" fmla="*/ 1098 w 1800"/>
                <a:gd name="T61" fmla="*/ 42 h 237"/>
                <a:gd name="T62" fmla="*/ 1134 w 1800"/>
                <a:gd name="T63" fmla="*/ 37 h 237"/>
                <a:gd name="T64" fmla="*/ 1170 w 1800"/>
                <a:gd name="T65" fmla="*/ 33 h 237"/>
                <a:gd name="T66" fmla="*/ 1206 w 1800"/>
                <a:gd name="T67" fmla="*/ 29 h 237"/>
                <a:gd name="T68" fmla="*/ 1242 w 1800"/>
                <a:gd name="T69" fmla="*/ 25 h 237"/>
                <a:gd name="T70" fmla="*/ 1278 w 1800"/>
                <a:gd name="T71" fmla="*/ 22 h 237"/>
                <a:gd name="T72" fmla="*/ 1314 w 1800"/>
                <a:gd name="T73" fmla="*/ 19 h 237"/>
                <a:gd name="T74" fmla="*/ 1350 w 1800"/>
                <a:gd name="T75" fmla="*/ 16 h 237"/>
                <a:gd name="T76" fmla="*/ 1386 w 1800"/>
                <a:gd name="T77" fmla="*/ 14 h 237"/>
                <a:gd name="T78" fmla="*/ 1422 w 1800"/>
                <a:gd name="T79" fmla="*/ 11 h 237"/>
                <a:gd name="T80" fmla="*/ 1458 w 1800"/>
                <a:gd name="T81" fmla="*/ 10 h 237"/>
                <a:gd name="T82" fmla="*/ 1494 w 1800"/>
                <a:gd name="T83" fmla="*/ 8 h 237"/>
                <a:gd name="T84" fmla="*/ 1530 w 1800"/>
                <a:gd name="T85" fmla="*/ 6 h 237"/>
                <a:gd name="T86" fmla="*/ 1566 w 1800"/>
                <a:gd name="T87" fmla="*/ 5 h 237"/>
                <a:gd name="T88" fmla="*/ 1602 w 1800"/>
                <a:gd name="T89" fmla="*/ 4 h 237"/>
                <a:gd name="T90" fmla="*/ 1638 w 1800"/>
                <a:gd name="T91" fmla="*/ 3 h 237"/>
                <a:gd name="T92" fmla="*/ 1674 w 1800"/>
                <a:gd name="T93" fmla="*/ 2 h 237"/>
                <a:gd name="T94" fmla="*/ 1710 w 1800"/>
                <a:gd name="T95" fmla="*/ 1 h 237"/>
                <a:gd name="T96" fmla="*/ 1746 w 1800"/>
                <a:gd name="T97" fmla="*/ 0 h 237"/>
                <a:gd name="T98" fmla="*/ 1782 w 1800"/>
                <a:gd name="T9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800" h="237">
                  <a:moveTo>
                    <a:pt x="0" y="237"/>
                  </a:moveTo>
                  <a:cubicBezTo>
                    <a:pt x="18" y="237"/>
                    <a:pt x="18" y="237"/>
                    <a:pt x="18" y="237"/>
                  </a:cubicBezTo>
                  <a:cubicBezTo>
                    <a:pt x="36" y="236"/>
                    <a:pt x="36" y="236"/>
                    <a:pt x="36" y="236"/>
                  </a:cubicBezTo>
                  <a:cubicBezTo>
                    <a:pt x="54" y="236"/>
                    <a:pt x="54" y="236"/>
                    <a:pt x="54" y="236"/>
                  </a:cubicBezTo>
                  <a:cubicBezTo>
                    <a:pt x="72" y="235"/>
                    <a:pt x="72" y="235"/>
                    <a:pt x="72" y="235"/>
                  </a:cubicBezTo>
                  <a:cubicBezTo>
                    <a:pt x="90" y="234"/>
                    <a:pt x="90" y="234"/>
                    <a:pt x="90" y="234"/>
                  </a:cubicBezTo>
                  <a:cubicBezTo>
                    <a:pt x="108" y="233"/>
                    <a:pt x="108" y="233"/>
                    <a:pt x="108" y="233"/>
                  </a:cubicBezTo>
                  <a:cubicBezTo>
                    <a:pt x="126" y="232"/>
                    <a:pt x="126" y="232"/>
                    <a:pt x="126" y="232"/>
                  </a:cubicBezTo>
                  <a:cubicBezTo>
                    <a:pt x="144" y="230"/>
                    <a:pt x="144" y="230"/>
                    <a:pt x="144" y="230"/>
                  </a:cubicBezTo>
                  <a:cubicBezTo>
                    <a:pt x="162" y="228"/>
                    <a:pt x="162" y="228"/>
                    <a:pt x="162" y="228"/>
                  </a:cubicBezTo>
                  <a:cubicBezTo>
                    <a:pt x="180" y="226"/>
                    <a:pt x="180" y="226"/>
                    <a:pt x="180" y="226"/>
                  </a:cubicBezTo>
                  <a:cubicBezTo>
                    <a:pt x="198" y="224"/>
                    <a:pt x="198" y="224"/>
                    <a:pt x="198" y="224"/>
                  </a:cubicBezTo>
                  <a:cubicBezTo>
                    <a:pt x="216" y="222"/>
                    <a:pt x="216" y="222"/>
                    <a:pt x="216" y="222"/>
                  </a:cubicBezTo>
                  <a:cubicBezTo>
                    <a:pt x="234" y="219"/>
                    <a:pt x="234" y="219"/>
                    <a:pt x="234" y="219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70" y="214"/>
                    <a:pt x="270" y="214"/>
                    <a:pt x="270" y="214"/>
                  </a:cubicBezTo>
                  <a:cubicBezTo>
                    <a:pt x="288" y="211"/>
                    <a:pt x="288" y="211"/>
                    <a:pt x="288" y="211"/>
                  </a:cubicBezTo>
                  <a:cubicBezTo>
                    <a:pt x="306" y="208"/>
                    <a:pt x="306" y="208"/>
                    <a:pt x="306" y="208"/>
                  </a:cubicBezTo>
                  <a:cubicBezTo>
                    <a:pt x="324" y="204"/>
                    <a:pt x="324" y="204"/>
                    <a:pt x="324" y="204"/>
                  </a:cubicBezTo>
                  <a:cubicBezTo>
                    <a:pt x="342" y="201"/>
                    <a:pt x="342" y="201"/>
                    <a:pt x="342" y="201"/>
                  </a:cubicBezTo>
                  <a:cubicBezTo>
                    <a:pt x="360" y="197"/>
                    <a:pt x="360" y="197"/>
                    <a:pt x="360" y="197"/>
                  </a:cubicBezTo>
                  <a:cubicBezTo>
                    <a:pt x="378" y="194"/>
                    <a:pt x="378" y="194"/>
                    <a:pt x="378" y="194"/>
                  </a:cubicBezTo>
                  <a:cubicBezTo>
                    <a:pt x="396" y="190"/>
                    <a:pt x="396" y="190"/>
                    <a:pt x="396" y="190"/>
                  </a:cubicBezTo>
                  <a:cubicBezTo>
                    <a:pt x="414" y="186"/>
                    <a:pt x="414" y="186"/>
                    <a:pt x="414" y="186"/>
                  </a:cubicBezTo>
                  <a:cubicBezTo>
                    <a:pt x="432" y="182"/>
                    <a:pt x="432" y="182"/>
                    <a:pt x="432" y="182"/>
                  </a:cubicBezTo>
                  <a:cubicBezTo>
                    <a:pt x="450" y="178"/>
                    <a:pt x="450" y="178"/>
                    <a:pt x="450" y="178"/>
                  </a:cubicBezTo>
                  <a:cubicBezTo>
                    <a:pt x="468" y="174"/>
                    <a:pt x="468" y="174"/>
                    <a:pt x="468" y="174"/>
                  </a:cubicBezTo>
                  <a:cubicBezTo>
                    <a:pt x="486" y="170"/>
                    <a:pt x="486" y="170"/>
                    <a:pt x="486" y="170"/>
                  </a:cubicBezTo>
                  <a:cubicBezTo>
                    <a:pt x="504" y="165"/>
                    <a:pt x="504" y="165"/>
                    <a:pt x="504" y="165"/>
                  </a:cubicBezTo>
                  <a:cubicBezTo>
                    <a:pt x="522" y="161"/>
                    <a:pt x="522" y="161"/>
                    <a:pt x="522" y="161"/>
                  </a:cubicBezTo>
                  <a:cubicBezTo>
                    <a:pt x="540" y="157"/>
                    <a:pt x="540" y="157"/>
                    <a:pt x="540" y="157"/>
                  </a:cubicBezTo>
                  <a:cubicBezTo>
                    <a:pt x="558" y="153"/>
                    <a:pt x="558" y="153"/>
                    <a:pt x="558" y="153"/>
                  </a:cubicBezTo>
                  <a:cubicBezTo>
                    <a:pt x="576" y="148"/>
                    <a:pt x="576" y="148"/>
                    <a:pt x="576" y="148"/>
                  </a:cubicBezTo>
                  <a:cubicBezTo>
                    <a:pt x="594" y="144"/>
                    <a:pt x="594" y="144"/>
                    <a:pt x="594" y="144"/>
                  </a:cubicBezTo>
                  <a:cubicBezTo>
                    <a:pt x="612" y="140"/>
                    <a:pt x="612" y="140"/>
                    <a:pt x="612" y="140"/>
                  </a:cubicBezTo>
                  <a:cubicBezTo>
                    <a:pt x="630" y="135"/>
                    <a:pt x="630" y="135"/>
                    <a:pt x="630" y="135"/>
                  </a:cubicBezTo>
                  <a:cubicBezTo>
                    <a:pt x="648" y="131"/>
                    <a:pt x="648" y="131"/>
                    <a:pt x="648" y="131"/>
                  </a:cubicBezTo>
                  <a:cubicBezTo>
                    <a:pt x="666" y="126"/>
                    <a:pt x="666" y="126"/>
                    <a:pt x="666" y="126"/>
                  </a:cubicBezTo>
                  <a:cubicBezTo>
                    <a:pt x="684" y="122"/>
                    <a:pt x="684" y="122"/>
                    <a:pt x="684" y="122"/>
                  </a:cubicBezTo>
                  <a:cubicBezTo>
                    <a:pt x="702" y="118"/>
                    <a:pt x="702" y="118"/>
                    <a:pt x="702" y="118"/>
                  </a:cubicBezTo>
                  <a:cubicBezTo>
                    <a:pt x="720" y="114"/>
                    <a:pt x="720" y="114"/>
                    <a:pt x="720" y="114"/>
                  </a:cubicBezTo>
                  <a:cubicBezTo>
                    <a:pt x="738" y="110"/>
                    <a:pt x="738" y="110"/>
                    <a:pt x="738" y="110"/>
                  </a:cubicBezTo>
                  <a:cubicBezTo>
                    <a:pt x="756" y="105"/>
                    <a:pt x="756" y="105"/>
                    <a:pt x="756" y="105"/>
                  </a:cubicBezTo>
                  <a:cubicBezTo>
                    <a:pt x="774" y="101"/>
                    <a:pt x="774" y="101"/>
                    <a:pt x="774" y="101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810" y="93"/>
                    <a:pt x="810" y="93"/>
                    <a:pt x="810" y="93"/>
                  </a:cubicBezTo>
                  <a:cubicBezTo>
                    <a:pt x="828" y="90"/>
                    <a:pt x="828" y="90"/>
                    <a:pt x="828" y="90"/>
                  </a:cubicBezTo>
                  <a:cubicBezTo>
                    <a:pt x="846" y="86"/>
                    <a:pt x="846" y="86"/>
                    <a:pt x="846" y="86"/>
                  </a:cubicBezTo>
                  <a:cubicBezTo>
                    <a:pt x="864" y="82"/>
                    <a:pt x="864" y="82"/>
                    <a:pt x="864" y="82"/>
                  </a:cubicBezTo>
                  <a:cubicBezTo>
                    <a:pt x="882" y="78"/>
                    <a:pt x="882" y="78"/>
                    <a:pt x="882" y="78"/>
                  </a:cubicBezTo>
                  <a:cubicBezTo>
                    <a:pt x="900" y="75"/>
                    <a:pt x="900" y="75"/>
                    <a:pt x="900" y="75"/>
                  </a:cubicBezTo>
                  <a:cubicBezTo>
                    <a:pt x="918" y="71"/>
                    <a:pt x="918" y="71"/>
                    <a:pt x="918" y="71"/>
                  </a:cubicBezTo>
                  <a:cubicBezTo>
                    <a:pt x="936" y="68"/>
                    <a:pt x="936" y="68"/>
                    <a:pt x="936" y="68"/>
                  </a:cubicBezTo>
                  <a:cubicBezTo>
                    <a:pt x="954" y="65"/>
                    <a:pt x="954" y="65"/>
                    <a:pt x="954" y="65"/>
                  </a:cubicBezTo>
                  <a:cubicBezTo>
                    <a:pt x="972" y="62"/>
                    <a:pt x="972" y="62"/>
                    <a:pt x="972" y="62"/>
                  </a:cubicBezTo>
                  <a:cubicBezTo>
                    <a:pt x="990" y="58"/>
                    <a:pt x="990" y="58"/>
                    <a:pt x="990" y="58"/>
                  </a:cubicBezTo>
                  <a:cubicBezTo>
                    <a:pt x="1008" y="55"/>
                    <a:pt x="1008" y="55"/>
                    <a:pt x="1008" y="55"/>
                  </a:cubicBezTo>
                  <a:cubicBezTo>
                    <a:pt x="1026" y="53"/>
                    <a:pt x="1026" y="53"/>
                    <a:pt x="1026" y="53"/>
                  </a:cubicBezTo>
                  <a:cubicBezTo>
                    <a:pt x="1044" y="50"/>
                    <a:pt x="1044" y="50"/>
                    <a:pt x="1044" y="50"/>
                  </a:cubicBezTo>
                  <a:cubicBezTo>
                    <a:pt x="1062" y="47"/>
                    <a:pt x="1062" y="47"/>
                    <a:pt x="1062" y="47"/>
                  </a:cubicBezTo>
                  <a:cubicBezTo>
                    <a:pt x="1080" y="44"/>
                    <a:pt x="1080" y="44"/>
                    <a:pt x="1080" y="44"/>
                  </a:cubicBezTo>
                  <a:cubicBezTo>
                    <a:pt x="1098" y="42"/>
                    <a:pt x="1098" y="42"/>
                    <a:pt x="1098" y="42"/>
                  </a:cubicBezTo>
                  <a:cubicBezTo>
                    <a:pt x="1116" y="40"/>
                    <a:pt x="1116" y="40"/>
                    <a:pt x="1116" y="40"/>
                  </a:cubicBezTo>
                  <a:cubicBezTo>
                    <a:pt x="1134" y="37"/>
                    <a:pt x="1134" y="37"/>
                    <a:pt x="1134" y="37"/>
                  </a:cubicBezTo>
                  <a:cubicBezTo>
                    <a:pt x="1152" y="35"/>
                    <a:pt x="1152" y="35"/>
                    <a:pt x="1152" y="35"/>
                  </a:cubicBezTo>
                  <a:cubicBezTo>
                    <a:pt x="1170" y="33"/>
                    <a:pt x="1170" y="33"/>
                    <a:pt x="1170" y="33"/>
                  </a:cubicBezTo>
                  <a:cubicBezTo>
                    <a:pt x="1188" y="31"/>
                    <a:pt x="1188" y="31"/>
                    <a:pt x="1188" y="31"/>
                  </a:cubicBezTo>
                  <a:cubicBezTo>
                    <a:pt x="1206" y="29"/>
                    <a:pt x="1206" y="29"/>
                    <a:pt x="1206" y="29"/>
                  </a:cubicBezTo>
                  <a:cubicBezTo>
                    <a:pt x="1224" y="27"/>
                    <a:pt x="1224" y="27"/>
                    <a:pt x="1224" y="27"/>
                  </a:cubicBezTo>
                  <a:cubicBezTo>
                    <a:pt x="1242" y="25"/>
                    <a:pt x="1242" y="25"/>
                    <a:pt x="1242" y="25"/>
                  </a:cubicBezTo>
                  <a:cubicBezTo>
                    <a:pt x="1260" y="23"/>
                    <a:pt x="1260" y="23"/>
                    <a:pt x="1260" y="23"/>
                  </a:cubicBezTo>
                  <a:cubicBezTo>
                    <a:pt x="1278" y="22"/>
                    <a:pt x="1278" y="22"/>
                    <a:pt x="1278" y="22"/>
                  </a:cubicBezTo>
                  <a:cubicBezTo>
                    <a:pt x="1296" y="20"/>
                    <a:pt x="1296" y="20"/>
                    <a:pt x="1296" y="20"/>
                  </a:cubicBezTo>
                  <a:cubicBezTo>
                    <a:pt x="1314" y="19"/>
                    <a:pt x="1314" y="19"/>
                    <a:pt x="1314" y="19"/>
                  </a:cubicBezTo>
                  <a:cubicBezTo>
                    <a:pt x="1332" y="17"/>
                    <a:pt x="1332" y="17"/>
                    <a:pt x="1332" y="17"/>
                  </a:cubicBezTo>
                  <a:cubicBezTo>
                    <a:pt x="1350" y="16"/>
                    <a:pt x="1350" y="16"/>
                    <a:pt x="1350" y="16"/>
                  </a:cubicBezTo>
                  <a:cubicBezTo>
                    <a:pt x="1368" y="15"/>
                    <a:pt x="1368" y="15"/>
                    <a:pt x="1368" y="15"/>
                  </a:cubicBezTo>
                  <a:cubicBezTo>
                    <a:pt x="1386" y="14"/>
                    <a:pt x="1386" y="14"/>
                    <a:pt x="1386" y="14"/>
                  </a:cubicBezTo>
                  <a:cubicBezTo>
                    <a:pt x="1404" y="13"/>
                    <a:pt x="1404" y="13"/>
                    <a:pt x="1404" y="13"/>
                  </a:cubicBezTo>
                  <a:cubicBezTo>
                    <a:pt x="1422" y="11"/>
                    <a:pt x="1422" y="11"/>
                    <a:pt x="1422" y="11"/>
                  </a:cubicBezTo>
                  <a:cubicBezTo>
                    <a:pt x="1440" y="10"/>
                    <a:pt x="1440" y="10"/>
                    <a:pt x="1440" y="10"/>
                  </a:cubicBezTo>
                  <a:cubicBezTo>
                    <a:pt x="1458" y="10"/>
                    <a:pt x="1458" y="10"/>
                    <a:pt x="1458" y="10"/>
                  </a:cubicBezTo>
                  <a:cubicBezTo>
                    <a:pt x="1476" y="9"/>
                    <a:pt x="1476" y="9"/>
                    <a:pt x="1476" y="9"/>
                  </a:cubicBezTo>
                  <a:cubicBezTo>
                    <a:pt x="1494" y="8"/>
                    <a:pt x="1494" y="8"/>
                    <a:pt x="1494" y="8"/>
                  </a:cubicBezTo>
                  <a:cubicBezTo>
                    <a:pt x="1512" y="7"/>
                    <a:pt x="1512" y="7"/>
                    <a:pt x="1512" y="7"/>
                  </a:cubicBezTo>
                  <a:cubicBezTo>
                    <a:pt x="1530" y="6"/>
                    <a:pt x="1530" y="6"/>
                    <a:pt x="1530" y="6"/>
                  </a:cubicBezTo>
                  <a:cubicBezTo>
                    <a:pt x="1548" y="6"/>
                    <a:pt x="1548" y="6"/>
                    <a:pt x="1548" y="6"/>
                  </a:cubicBezTo>
                  <a:cubicBezTo>
                    <a:pt x="1566" y="5"/>
                    <a:pt x="1566" y="5"/>
                    <a:pt x="1566" y="5"/>
                  </a:cubicBezTo>
                  <a:cubicBezTo>
                    <a:pt x="1584" y="4"/>
                    <a:pt x="1584" y="4"/>
                    <a:pt x="1584" y="4"/>
                  </a:cubicBezTo>
                  <a:cubicBezTo>
                    <a:pt x="1602" y="4"/>
                    <a:pt x="1602" y="4"/>
                    <a:pt x="1602" y="4"/>
                  </a:cubicBezTo>
                  <a:cubicBezTo>
                    <a:pt x="1620" y="3"/>
                    <a:pt x="1620" y="3"/>
                    <a:pt x="1620" y="3"/>
                  </a:cubicBezTo>
                  <a:cubicBezTo>
                    <a:pt x="1638" y="3"/>
                    <a:pt x="1638" y="3"/>
                    <a:pt x="1638" y="3"/>
                  </a:cubicBezTo>
                  <a:cubicBezTo>
                    <a:pt x="1656" y="2"/>
                    <a:pt x="1656" y="2"/>
                    <a:pt x="1656" y="2"/>
                  </a:cubicBezTo>
                  <a:cubicBezTo>
                    <a:pt x="1674" y="2"/>
                    <a:pt x="1674" y="2"/>
                    <a:pt x="1674" y="2"/>
                  </a:cubicBezTo>
                  <a:cubicBezTo>
                    <a:pt x="1692" y="1"/>
                    <a:pt x="1692" y="1"/>
                    <a:pt x="1692" y="1"/>
                  </a:cubicBezTo>
                  <a:cubicBezTo>
                    <a:pt x="1710" y="1"/>
                    <a:pt x="1710" y="1"/>
                    <a:pt x="1710" y="1"/>
                  </a:cubicBezTo>
                  <a:cubicBezTo>
                    <a:pt x="1728" y="1"/>
                    <a:pt x="1728" y="1"/>
                    <a:pt x="1728" y="1"/>
                  </a:cubicBezTo>
                  <a:cubicBezTo>
                    <a:pt x="1746" y="0"/>
                    <a:pt x="1746" y="0"/>
                    <a:pt x="1746" y="0"/>
                  </a:cubicBezTo>
                  <a:cubicBezTo>
                    <a:pt x="1764" y="0"/>
                    <a:pt x="1764" y="0"/>
                    <a:pt x="1764" y="0"/>
                  </a:cubicBezTo>
                  <a:cubicBezTo>
                    <a:pt x="1782" y="0"/>
                    <a:pt x="1782" y="0"/>
                    <a:pt x="1782" y="0"/>
                  </a:cubicBezTo>
                  <a:cubicBezTo>
                    <a:pt x="1800" y="0"/>
                    <a:pt x="1800" y="0"/>
                    <a:pt x="1800" y="0"/>
                  </a:cubicBezTo>
                </a:path>
              </a:pathLst>
            </a:custGeom>
            <a:noFill/>
            <a:ln w="38100" cap="flat" cmpd="sng">
              <a:solidFill>
                <a:srgbClr val="FF66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63" name="Line 7">
              <a:extLst>
                <a:ext uri="{FF2B5EF4-FFF2-40B4-BE49-F238E27FC236}">
                  <a16:creationId xmlns:a16="http://schemas.microsoft.com/office/drawing/2014/main" id="{D0D8EA14-4EF5-D5B6-D61A-BA4262AF64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4" y="4091"/>
              <a:ext cx="4618" cy="0"/>
            </a:xfrm>
            <a:prstGeom prst="line">
              <a:avLst/>
            </a:prstGeom>
            <a:noFill/>
            <a:ln w="25400">
              <a:solidFill>
                <a:srgbClr val="333300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64" name="Freeform 8">
              <a:extLst>
                <a:ext uri="{FF2B5EF4-FFF2-40B4-BE49-F238E27FC236}">
                  <a16:creationId xmlns:a16="http://schemas.microsoft.com/office/drawing/2014/main" id="{D588EE8E-4690-0D57-DCED-8A7DE1BEE911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592" y="3016"/>
              <a:ext cx="1972" cy="1010"/>
            </a:xfrm>
            <a:custGeom>
              <a:avLst/>
              <a:gdLst>
                <a:gd name="T0" fmla="*/ 18 w 1800"/>
                <a:gd name="T1" fmla="*/ 237 h 237"/>
                <a:gd name="T2" fmla="*/ 54 w 1800"/>
                <a:gd name="T3" fmla="*/ 236 h 237"/>
                <a:gd name="T4" fmla="*/ 90 w 1800"/>
                <a:gd name="T5" fmla="*/ 234 h 237"/>
                <a:gd name="T6" fmla="*/ 126 w 1800"/>
                <a:gd name="T7" fmla="*/ 232 h 237"/>
                <a:gd name="T8" fmla="*/ 162 w 1800"/>
                <a:gd name="T9" fmla="*/ 228 h 237"/>
                <a:gd name="T10" fmla="*/ 198 w 1800"/>
                <a:gd name="T11" fmla="*/ 224 h 237"/>
                <a:gd name="T12" fmla="*/ 234 w 1800"/>
                <a:gd name="T13" fmla="*/ 219 h 237"/>
                <a:gd name="T14" fmla="*/ 270 w 1800"/>
                <a:gd name="T15" fmla="*/ 214 h 237"/>
                <a:gd name="T16" fmla="*/ 306 w 1800"/>
                <a:gd name="T17" fmla="*/ 208 h 237"/>
                <a:gd name="T18" fmla="*/ 342 w 1800"/>
                <a:gd name="T19" fmla="*/ 201 h 237"/>
                <a:gd name="T20" fmla="*/ 378 w 1800"/>
                <a:gd name="T21" fmla="*/ 194 h 237"/>
                <a:gd name="T22" fmla="*/ 414 w 1800"/>
                <a:gd name="T23" fmla="*/ 186 h 237"/>
                <a:gd name="T24" fmla="*/ 450 w 1800"/>
                <a:gd name="T25" fmla="*/ 178 h 237"/>
                <a:gd name="T26" fmla="*/ 486 w 1800"/>
                <a:gd name="T27" fmla="*/ 170 h 237"/>
                <a:gd name="T28" fmla="*/ 522 w 1800"/>
                <a:gd name="T29" fmla="*/ 161 h 237"/>
                <a:gd name="T30" fmla="*/ 558 w 1800"/>
                <a:gd name="T31" fmla="*/ 153 h 237"/>
                <a:gd name="T32" fmla="*/ 594 w 1800"/>
                <a:gd name="T33" fmla="*/ 144 h 237"/>
                <a:gd name="T34" fmla="*/ 630 w 1800"/>
                <a:gd name="T35" fmla="*/ 135 h 237"/>
                <a:gd name="T36" fmla="*/ 666 w 1800"/>
                <a:gd name="T37" fmla="*/ 126 h 237"/>
                <a:gd name="T38" fmla="*/ 702 w 1800"/>
                <a:gd name="T39" fmla="*/ 118 h 237"/>
                <a:gd name="T40" fmla="*/ 738 w 1800"/>
                <a:gd name="T41" fmla="*/ 110 h 237"/>
                <a:gd name="T42" fmla="*/ 774 w 1800"/>
                <a:gd name="T43" fmla="*/ 101 h 237"/>
                <a:gd name="T44" fmla="*/ 810 w 1800"/>
                <a:gd name="T45" fmla="*/ 93 h 237"/>
                <a:gd name="T46" fmla="*/ 846 w 1800"/>
                <a:gd name="T47" fmla="*/ 86 h 237"/>
                <a:gd name="T48" fmla="*/ 882 w 1800"/>
                <a:gd name="T49" fmla="*/ 78 h 237"/>
                <a:gd name="T50" fmla="*/ 918 w 1800"/>
                <a:gd name="T51" fmla="*/ 71 h 237"/>
                <a:gd name="T52" fmla="*/ 954 w 1800"/>
                <a:gd name="T53" fmla="*/ 65 h 237"/>
                <a:gd name="T54" fmla="*/ 990 w 1800"/>
                <a:gd name="T55" fmla="*/ 58 h 237"/>
                <a:gd name="T56" fmla="*/ 1026 w 1800"/>
                <a:gd name="T57" fmla="*/ 53 h 237"/>
                <a:gd name="T58" fmla="*/ 1062 w 1800"/>
                <a:gd name="T59" fmla="*/ 47 h 237"/>
                <a:gd name="T60" fmla="*/ 1098 w 1800"/>
                <a:gd name="T61" fmla="*/ 42 h 237"/>
                <a:gd name="T62" fmla="*/ 1134 w 1800"/>
                <a:gd name="T63" fmla="*/ 37 h 237"/>
                <a:gd name="T64" fmla="*/ 1170 w 1800"/>
                <a:gd name="T65" fmla="*/ 33 h 237"/>
                <a:gd name="T66" fmla="*/ 1206 w 1800"/>
                <a:gd name="T67" fmla="*/ 29 h 237"/>
                <a:gd name="T68" fmla="*/ 1242 w 1800"/>
                <a:gd name="T69" fmla="*/ 25 h 237"/>
                <a:gd name="T70" fmla="*/ 1278 w 1800"/>
                <a:gd name="T71" fmla="*/ 22 h 237"/>
                <a:gd name="T72" fmla="*/ 1314 w 1800"/>
                <a:gd name="T73" fmla="*/ 19 h 237"/>
                <a:gd name="T74" fmla="*/ 1350 w 1800"/>
                <a:gd name="T75" fmla="*/ 16 h 237"/>
                <a:gd name="T76" fmla="*/ 1386 w 1800"/>
                <a:gd name="T77" fmla="*/ 14 h 237"/>
                <a:gd name="T78" fmla="*/ 1422 w 1800"/>
                <a:gd name="T79" fmla="*/ 11 h 237"/>
                <a:gd name="T80" fmla="*/ 1458 w 1800"/>
                <a:gd name="T81" fmla="*/ 10 h 237"/>
                <a:gd name="T82" fmla="*/ 1494 w 1800"/>
                <a:gd name="T83" fmla="*/ 8 h 237"/>
                <a:gd name="T84" fmla="*/ 1530 w 1800"/>
                <a:gd name="T85" fmla="*/ 6 h 237"/>
                <a:gd name="T86" fmla="*/ 1566 w 1800"/>
                <a:gd name="T87" fmla="*/ 5 h 237"/>
                <a:gd name="T88" fmla="*/ 1602 w 1800"/>
                <a:gd name="T89" fmla="*/ 4 h 237"/>
                <a:gd name="T90" fmla="*/ 1638 w 1800"/>
                <a:gd name="T91" fmla="*/ 3 h 237"/>
                <a:gd name="T92" fmla="*/ 1674 w 1800"/>
                <a:gd name="T93" fmla="*/ 2 h 237"/>
                <a:gd name="T94" fmla="*/ 1710 w 1800"/>
                <a:gd name="T95" fmla="*/ 1 h 237"/>
                <a:gd name="T96" fmla="*/ 1746 w 1800"/>
                <a:gd name="T97" fmla="*/ 0 h 237"/>
                <a:gd name="T98" fmla="*/ 1782 w 1800"/>
                <a:gd name="T9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800" h="237">
                  <a:moveTo>
                    <a:pt x="0" y="237"/>
                  </a:moveTo>
                  <a:cubicBezTo>
                    <a:pt x="18" y="237"/>
                    <a:pt x="18" y="237"/>
                    <a:pt x="18" y="237"/>
                  </a:cubicBezTo>
                  <a:cubicBezTo>
                    <a:pt x="36" y="236"/>
                    <a:pt x="36" y="236"/>
                    <a:pt x="36" y="236"/>
                  </a:cubicBezTo>
                  <a:cubicBezTo>
                    <a:pt x="54" y="236"/>
                    <a:pt x="54" y="236"/>
                    <a:pt x="54" y="236"/>
                  </a:cubicBezTo>
                  <a:cubicBezTo>
                    <a:pt x="72" y="235"/>
                    <a:pt x="72" y="235"/>
                    <a:pt x="72" y="235"/>
                  </a:cubicBezTo>
                  <a:cubicBezTo>
                    <a:pt x="90" y="234"/>
                    <a:pt x="90" y="234"/>
                    <a:pt x="90" y="234"/>
                  </a:cubicBezTo>
                  <a:cubicBezTo>
                    <a:pt x="108" y="233"/>
                    <a:pt x="108" y="233"/>
                    <a:pt x="108" y="233"/>
                  </a:cubicBezTo>
                  <a:cubicBezTo>
                    <a:pt x="126" y="232"/>
                    <a:pt x="126" y="232"/>
                    <a:pt x="126" y="232"/>
                  </a:cubicBezTo>
                  <a:cubicBezTo>
                    <a:pt x="144" y="230"/>
                    <a:pt x="144" y="230"/>
                    <a:pt x="144" y="230"/>
                  </a:cubicBezTo>
                  <a:cubicBezTo>
                    <a:pt x="162" y="228"/>
                    <a:pt x="162" y="228"/>
                    <a:pt x="162" y="228"/>
                  </a:cubicBezTo>
                  <a:cubicBezTo>
                    <a:pt x="180" y="226"/>
                    <a:pt x="180" y="226"/>
                    <a:pt x="180" y="226"/>
                  </a:cubicBezTo>
                  <a:cubicBezTo>
                    <a:pt x="198" y="224"/>
                    <a:pt x="198" y="224"/>
                    <a:pt x="198" y="224"/>
                  </a:cubicBezTo>
                  <a:cubicBezTo>
                    <a:pt x="216" y="222"/>
                    <a:pt x="216" y="222"/>
                    <a:pt x="216" y="222"/>
                  </a:cubicBezTo>
                  <a:cubicBezTo>
                    <a:pt x="234" y="219"/>
                    <a:pt x="234" y="219"/>
                    <a:pt x="234" y="219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70" y="214"/>
                    <a:pt x="270" y="214"/>
                    <a:pt x="270" y="214"/>
                  </a:cubicBezTo>
                  <a:cubicBezTo>
                    <a:pt x="288" y="211"/>
                    <a:pt x="288" y="211"/>
                    <a:pt x="288" y="211"/>
                  </a:cubicBezTo>
                  <a:cubicBezTo>
                    <a:pt x="306" y="208"/>
                    <a:pt x="306" y="208"/>
                    <a:pt x="306" y="208"/>
                  </a:cubicBezTo>
                  <a:cubicBezTo>
                    <a:pt x="324" y="204"/>
                    <a:pt x="324" y="204"/>
                    <a:pt x="324" y="204"/>
                  </a:cubicBezTo>
                  <a:cubicBezTo>
                    <a:pt x="342" y="201"/>
                    <a:pt x="342" y="201"/>
                    <a:pt x="342" y="201"/>
                  </a:cubicBezTo>
                  <a:cubicBezTo>
                    <a:pt x="360" y="197"/>
                    <a:pt x="360" y="197"/>
                    <a:pt x="360" y="197"/>
                  </a:cubicBezTo>
                  <a:cubicBezTo>
                    <a:pt x="378" y="194"/>
                    <a:pt x="378" y="194"/>
                    <a:pt x="378" y="194"/>
                  </a:cubicBezTo>
                  <a:cubicBezTo>
                    <a:pt x="396" y="190"/>
                    <a:pt x="396" y="190"/>
                    <a:pt x="396" y="190"/>
                  </a:cubicBezTo>
                  <a:cubicBezTo>
                    <a:pt x="414" y="186"/>
                    <a:pt x="414" y="186"/>
                    <a:pt x="414" y="186"/>
                  </a:cubicBezTo>
                  <a:cubicBezTo>
                    <a:pt x="432" y="182"/>
                    <a:pt x="432" y="182"/>
                    <a:pt x="432" y="182"/>
                  </a:cubicBezTo>
                  <a:cubicBezTo>
                    <a:pt x="450" y="178"/>
                    <a:pt x="450" y="178"/>
                    <a:pt x="450" y="178"/>
                  </a:cubicBezTo>
                  <a:cubicBezTo>
                    <a:pt x="468" y="174"/>
                    <a:pt x="468" y="174"/>
                    <a:pt x="468" y="174"/>
                  </a:cubicBezTo>
                  <a:cubicBezTo>
                    <a:pt x="486" y="170"/>
                    <a:pt x="486" y="170"/>
                    <a:pt x="486" y="170"/>
                  </a:cubicBezTo>
                  <a:cubicBezTo>
                    <a:pt x="504" y="165"/>
                    <a:pt x="504" y="165"/>
                    <a:pt x="504" y="165"/>
                  </a:cubicBezTo>
                  <a:cubicBezTo>
                    <a:pt x="522" y="161"/>
                    <a:pt x="522" y="161"/>
                    <a:pt x="522" y="161"/>
                  </a:cubicBezTo>
                  <a:cubicBezTo>
                    <a:pt x="540" y="157"/>
                    <a:pt x="540" y="157"/>
                    <a:pt x="540" y="157"/>
                  </a:cubicBezTo>
                  <a:cubicBezTo>
                    <a:pt x="558" y="153"/>
                    <a:pt x="558" y="153"/>
                    <a:pt x="558" y="153"/>
                  </a:cubicBezTo>
                  <a:cubicBezTo>
                    <a:pt x="576" y="148"/>
                    <a:pt x="576" y="148"/>
                    <a:pt x="576" y="148"/>
                  </a:cubicBezTo>
                  <a:cubicBezTo>
                    <a:pt x="594" y="144"/>
                    <a:pt x="594" y="144"/>
                    <a:pt x="594" y="144"/>
                  </a:cubicBezTo>
                  <a:cubicBezTo>
                    <a:pt x="612" y="140"/>
                    <a:pt x="612" y="140"/>
                    <a:pt x="612" y="140"/>
                  </a:cubicBezTo>
                  <a:cubicBezTo>
                    <a:pt x="630" y="135"/>
                    <a:pt x="630" y="135"/>
                    <a:pt x="630" y="135"/>
                  </a:cubicBezTo>
                  <a:cubicBezTo>
                    <a:pt x="648" y="131"/>
                    <a:pt x="648" y="131"/>
                    <a:pt x="648" y="131"/>
                  </a:cubicBezTo>
                  <a:cubicBezTo>
                    <a:pt x="666" y="126"/>
                    <a:pt x="666" y="126"/>
                    <a:pt x="666" y="126"/>
                  </a:cubicBezTo>
                  <a:cubicBezTo>
                    <a:pt x="684" y="122"/>
                    <a:pt x="684" y="122"/>
                    <a:pt x="684" y="122"/>
                  </a:cubicBezTo>
                  <a:cubicBezTo>
                    <a:pt x="702" y="118"/>
                    <a:pt x="702" y="118"/>
                    <a:pt x="702" y="118"/>
                  </a:cubicBezTo>
                  <a:cubicBezTo>
                    <a:pt x="720" y="114"/>
                    <a:pt x="720" y="114"/>
                    <a:pt x="720" y="114"/>
                  </a:cubicBezTo>
                  <a:cubicBezTo>
                    <a:pt x="738" y="110"/>
                    <a:pt x="738" y="110"/>
                    <a:pt x="738" y="110"/>
                  </a:cubicBezTo>
                  <a:cubicBezTo>
                    <a:pt x="756" y="105"/>
                    <a:pt x="756" y="105"/>
                    <a:pt x="756" y="105"/>
                  </a:cubicBezTo>
                  <a:cubicBezTo>
                    <a:pt x="774" y="101"/>
                    <a:pt x="774" y="101"/>
                    <a:pt x="774" y="101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810" y="93"/>
                    <a:pt x="810" y="93"/>
                    <a:pt x="810" y="93"/>
                  </a:cubicBezTo>
                  <a:cubicBezTo>
                    <a:pt x="828" y="90"/>
                    <a:pt x="828" y="90"/>
                    <a:pt x="828" y="90"/>
                  </a:cubicBezTo>
                  <a:cubicBezTo>
                    <a:pt x="846" y="86"/>
                    <a:pt x="846" y="86"/>
                    <a:pt x="846" y="86"/>
                  </a:cubicBezTo>
                  <a:cubicBezTo>
                    <a:pt x="864" y="82"/>
                    <a:pt x="864" y="82"/>
                    <a:pt x="864" y="82"/>
                  </a:cubicBezTo>
                  <a:cubicBezTo>
                    <a:pt x="882" y="78"/>
                    <a:pt x="882" y="78"/>
                    <a:pt x="882" y="78"/>
                  </a:cubicBezTo>
                  <a:cubicBezTo>
                    <a:pt x="900" y="75"/>
                    <a:pt x="900" y="75"/>
                    <a:pt x="900" y="75"/>
                  </a:cubicBezTo>
                  <a:cubicBezTo>
                    <a:pt x="918" y="71"/>
                    <a:pt x="918" y="71"/>
                    <a:pt x="918" y="71"/>
                  </a:cubicBezTo>
                  <a:cubicBezTo>
                    <a:pt x="936" y="68"/>
                    <a:pt x="936" y="68"/>
                    <a:pt x="936" y="68"/>
                  </a:cubicBezTo>
                  <a:cubicBezTo>
                    <a:pt x="954" y="65"/>
                    <a:pt x="954" y="65"/>
                    <a:pt x="954" y="65"/>
                  </a:cubicBezTo>
                  <a:cubicBezTo>
                    <a:pt x="972" y="62"/>
                    <a:pt x="972" y="62"/>
                    <a:pt x="972" y="62"/>
                  </a:cubicBezTo>
                  <a:cubicBezTo>
                    <a:pt x="990" y="58"/>
                    <a:pt x="990" y="58"/>
                    <a:pt x="990" y="58"/>
                  </a:cubicBezTo>
                  <a:cubicBezTo>
                    <a:pt x="1008" y="55"/>
                    <a:pt x="1008" y="55"/>
                    <a:pt x="1008" y="55"/>
                  </a:cubicBezTo>
                  <a:cubicBezTo>
                    <a:pt x="1026" y="53"/>
                    <a:pt x="1026" y="53"/>
                    <a:pt x="1026" y="53"/>
                  </a:cubicBezTo>
                  <a:cubicBezTo>
                    <a:pt x="1044" y="50"/>
                    <a:pt x="1044" y="50"/>
                    <a:pt x="1044" y="50"/>
                  </a:cubicBezTo>
                  <a:cubicBezTo>
                    <a:pt x="1062" y="47"/>
                    <a:pt x="1062" y="47"/>
                    <a:pt x="1062" y="47"/>
                  </a:cubicBezTo>
                  <a:cubicBezTo>
                    <a:pt x="1080" y="44"/>
                    <a:pt x="1080" y="44"/>
                    <a:pt x="1080" y="44"/>
                  </a:cubicBezTo>
                  <a:cubicBezTo>
                    <a:pt x="1098" y="42"/>
                    <a:pt x="1098" y="42"/>
                    <a:pt x="1098" y="42"/>
                  </a:cubicBezTo>
                  <a:cubicBezTo>
                    <a:pt x="1116" y="40"/>
                    <a:pt x="1116" y="40"/>
                    <a:pt x="1116" y="40"/>
                  </a:cubicBezTo>
                  <a:cubicBezTo>
                    <a:pt x="1134" y="37"/>
                    <a:pt x="1134" y="37"/>
                    <a:pt x="1134" y="37"/>
                  </a:cubicBezTo>
                  <a:cubicBezTo>
                    <a:pt x="1152" y="35"/>
                    <a:pt x="1152" y="35"/>
                    <a:pt x="1152" y="35"/>
                  </a:cubicBezTo>
                  <a:cubicBezTo>
                    <a:pt x="1170" y="33"/>
                    <a:pt x="1170" y="33"/>
                    <a:pt x="1170" y="33"/>
                  </a:cubicBezTo>
                  <a:cubicBezTo>
                    <a:pt x="1188" y="31"/>
                    <a:pt x="1188" y="31"/>
                    <a:pt x="1188" y="31"/>
                  </a:cubicBezTo>
                  <a:cubicBezTo>
                    <a:pt x="1206" y="29"/>
                    <a:pt x="1206" y="29"/>
                    <a:pt x="1206" y="29"/>
                  </a:cubicBezTo>
                  <a:cubicBezTo>
                    <a:pt x="1224" y="27"/>
                    <a:pt x="1224" y="27"/>
                    <a:pt x="1224" y="27"/>
                  </a:cubicBezTo>
                  <a:cubicBezTo>
                    <a:pt x="1242" y="25"/>
                    <a:pt x="1242" y="25"/>
                    <a:pt x="1242" y="25"/>
                  </a:cubicBezTo>
                  <a:cubicBezTo>
                    <a:pt x="1260" y="23"/>
                    <a:pt x="1260" y="23"/>
                    <a:pt x="1260" y="23"/>
                  </a:cubicBezTo>
                  <a:cubicBezTo>
                    <a:pt x="1278" y="22"/>
                    <a:pt x="1278" y="22"/>
                    <a:pt x="1278" y="22"/>
                  </a:cubicBezTo>
                  <a:cubicBezTo>
                    <a:pt x="1296" y="20"/>
                    <a:pt x="1296" y="20"/>
                    <a:pt x="1296" y="20"/>
                  </a:cubicBezTo>
                  <a:cubicBezTo>
                    <a:pt x="1314" y="19"/>
                    <a:pt x="1314" y="19"/>
                    <a:pt x="1314" y="19"/>
                  </a:cubicBezTo>
                  <a:cubicBezTo>
                    <a:pt x="1332" y="17"/>
                    <a:pt x="1332" y="17"/>
                    <a:pt x="1332" y="17"/>
                  </a:cubicBezTo>
                  <a:cubicBezTo>
                    <a:pt x="1350" y="16"/>
                    <a:pt x="1350" y="16"/>
                    <a:pt x="1350" y="16"/>
                  </a:cubicBezTo>
                  <a:cubicBezTo>
                    <a:pt x="1368" y="15"/>
                    <a:pt x="1368" y="15"/>
                    <a:pt x="1368" y="15"/>
                  </a:cubicBezTo>
                  <a:cubicBezTo>
                    <a:pt x="1386" y="14"/>
                    <a:pt x="1386" y="14"/>
                    <a:pt x="1386" y="14"/>
                  </a:cubicBezTo>
                  <a:cubicBezTo>
                    <a:pt x="1404" y="13"/>
                    <a:pt x="1404" y="13"/>
                    <a:pt x="1404" y="13"/>
                  </a:cubicBezTo>
                  <a:cubicBezTo>
                    <a:pt x="1422" y="11"/>
                    <a:pt x="1422" y="11"/>
                    <a:pt x="1422" y="11"/>
                  </a:cubicBezTo>
                  <a:cubicBezTo>
                    <a:pt x="1440" y="10"/>
                    <a:pt x="1440" y="10"/>
                    <a:pt x="1440" y="10"/>
                  </a:cubicBezTo>
                  <a:cubicBezTo>
                    <a:pt x="1458" y="10"/>
                    <a:pt x="1458" y="10"/>
                    <a:pt x="1458" y="10"/>
                  </a:cubicBezTo>
                  <a:cubicBezTo>
                    <a:pt x="1476" y="9"/>
                    <a:pt x="1476" y="9"/>
                    <a:pt x="1476" y="9"/>
                  </a:cubicBezTo>
                  <a:cubicBezTo>
                    <a:pt x="1494" y="8"/>
                    <a:pt x="1494" y="8"/>
                    <a:pt x="1494" y="8"/>
                  </a:cubicBezTo>
                  <a:cubicBezTo>
                    <a:pt x="1512" y="7"/>
                    <a:pt x="1512" y="7"/>
                    <a:pt x="1512" y="7"/>
                  </a:cubicBezTo>
                  <a:cubicBezTo>
                    <a:pt x="1530" y="6"/>
                    <a:pt x="1530" y="6"/>
                    <a:pt x="1530" y="6"/>
                  </a:cubicBezTo>
                  <a:cubicBezTo>
                    <a:pt x="1548" y="6"/>
                    <a:pt x="1548" y="6"/>
                    <a:pt x="1548" y="6"/>
                  </a:cubicBezTo>
                  <a:cubicBezTo>
                    <a:pt x="1566" y="5"/>
                    <a:pt x="1566" y="5"/>
                    <a:pt x="1566" y="5"/>
                  </a:cubicBezTo>
                  <a:cubicBezTo>
                    <a:pt x="1584" y="4"/>
                    <a:pt x="1584" y="4"/>
                    <a:pt x="1584" y="4"/>
                  </a:cubicBezTo>
                  <a:cubicBezTo>
                    <a:pt x="1602" y="4"/>
                    <a:pt x="1602" y="4"/>
                    <a:pt x="1602" y="4"/>
                  </a:cubicBezTo>
                  <a:cubicBezTo>
                    <a:pt x="1620" y="3"/>
                    <a:pt x="1620" y="3"/>
                    <a:pt x="1620" y="3"/>
                  </a:cubicBezTo>
                  <a:cubicBezTo>
                    <a:pt x="1638" y="3"/>
                    <a:pt x="1638" y="3"/>
                    <a:pt x="1638" y="3"/>
                  </a:cubicBezTo>
                  <a:cubicBezTo>
                    <a:pt x="1656" y="2"/>
                    <a:pt x="1656" y="2"/>
                    <a:pt x="1656" y="2"/>
                  </a:cubicBezTo>
                  <a:cubicBezTo>
                    <a:pt x="1674" y="2"/>
                    <a:pt x="1674" y="2"/>
                    <a:pt x="1674" y="2"/>
                  </a:cubicBezTo>
                  <a:cubicBezTo>
                    <a:pt x="1692" y="1"/>
                    <a:pt x="1692" y="1"/>
                    <a:pt x="1692" y="1"/>
                  </a:cubicBezTo>
                  <a:cubicBezTo>
                    <a:pt x="1710" y="1"/>
                    <a:pt x="1710" y="1"/>
                    <a:pt x="1710" y="1"/>
                  </a:cubicBezTo>
                  <a:cubicBezTo>
                    <a:pt x="1728" y="1"/>
                    <a:pt x="1728" y="1"/>
                    <a:pt x="1728" y="1"/>
                  </a:cubicBezTo>
                  <a:cubicBezTo>
                    <a:pt x="1746" y="0"/>
                    <a:pt x="1746" y="0"/>
                    <a:pt x="1746" y="0"/>
                  </a:cubicBezTo>
                  <a:cubicBezTo>
                    <a:pt x="1764" y="0"/>
                    <a:pt x="1764" y="0"/>
                    <a:pt x="1764" y="0"/>
                  </a:cubicBezTo>
                  <a:cubicBezTo>
                    <a:pt x="1782" y="0"/>
                    <a:pt x="1782" y="0"/>
                    <a:pt x="1782" y="0"/>
                  </a:cubicBezTo>
                  <a:cubicBezTo>
                    <a:pt x="1800" y="0"/>
                    <a:pt x="1800" y="0"/>
                    <a:pt x="1800" y="0"/>
                  </a:cubicBezTo>
                </a:path>
              </a:pathLst>
            </a:custGeom>
            <a:noFill/>
            <a:ln w="38100" cap="flat" cmpd="sng">
              <a:solidFill>
                <a:srgbClr val="FF66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633865" name="Object 9">
              <a:extLst>
                <a:ext uri="{FF2B5EF4-FFF2-40B4-BE49-F238E27FC236}">
                  <a16:creationId xmlns:a16="http://schemas.microsoft.com/office/drawing/2014/main" id="{F8615272-2B9E-544D-7718-D61EF3E1C68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25" y="4151"/>
            <a:ext cx="122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861" name="Equation" r:id="rId9" imgW="2921000" imgH="4102100" progId="Equation.DSMT4">
                    <p:embed/>
                  </p:oleObj>
                </mc:Choice>
                <mc:Fallback>
                  <p:oleObj name="Equation" r:id="rId9" imgW="2921000" imgH="4102100" progId="Equation.DSMT4">
                    <p:embed/>
                    <p:pic>
                      <p:nvPicPr>
                        <p:cNvPr id="633865" name="Object 9">
                          <a:extLst>
                            <a:ext uri="{FF2B5EF4-FFF2-40B4-BE49-F238E27FC236}">
                              <a16:creationId xmlns:a16="http://schemas.microsoft.com/office/drawing/2014/main" id="{F8615272-2B9E-544D-7718-D61EF3E1C68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5" y="4151"/>
                          <a:ext cx="122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 algn="ctr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3866" name="Object 10">
              <a:extLst>
                <a:ext uri="{FF2B5EF4-FFF2-40B4-BE49-F238E27FC236}">
                  <a16:creationId xmlns:a16="http://schemas.microsoft.com/office/drawing/2014/main" id="{3F40EE31-2F5B-6EB8-875A-59AA4112BCA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67" y="4169"/>
            <a:ext cx="121" cy="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862" name="Equation" r:id="rId11" imgW="2921000" imgH="3213100" progId="Equation.DSMT4">
                    <p:embed/>
                  </p:oleObj>
                </mc:Choice>
                <mc:Fallback>
                  <p:oleObj name="Equation" r:id="rId11" imgW="2921000" imgH="3213100" progId="Equation.DSMT4">
                    <p:embed/>
                    <p:pic>
                      <p:nvPicPr>
                        <p:cNvPr id="633866" name="Object 10">
                          <a:extLst>
                            <a:ext uri="{FF2B5EF4-FFF2-40B4-BE49-F238E27FC236}">
                              <a16:creationId xmlns:a16="http://schemas.microsoft.com/office/drawing/2014/main" id="{3F40EE31-2F5B-6EB8-875A-59AA4112BCA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7" y="4169"/>
                          <a:ext cx="121" cy="1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 algn="ctr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3867" name="Object 11">
              <a:extLst>
                <a:ext uri="{FF2B5EF4-FFF2-40B4-BE49-F238E27FC236}">
                  <a16:creationId xmlns:a16="http://schemas.microsoft.com/office/drawing/2014/main" id="{E6D8F4CA-63D6-069D-B676-0813C388A3E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23" y="3438"/>
            <a:ext cx="303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863" name="Equation" r:id="rId13" imgW="7315200" imgH="4102100" progId="Equation.DSMT4">
                    <p:embed/>
                  </p:oleObj>
                </mc:Choice>
                <mc:Fallback>
                  <p:oleObj name="Equation" r:id="rId13" imgW="7315200" imgH="4102100" progId="Equation.DSMT4">
                    <p:embed/>
                    <p:pic>
                      <p:nvPicPr>
                        <p:cNvPr id="633867" name="Object 11">
                          <a:extLst>
                            <a:ext uri="{FF2B5EF4-FFF2-40B4-BE49-F238E27FC236}">
                              <a16:creationId xmlns:a16="http://schemas.microsoft.com/office/drawing/2014/main" id="{E6D8F4CA-63D6-069D-B676-0813C388A3E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3" y="3438"/>
                          <a:ext cx="303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 algn="ctr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3868" name="Object 12">
              <a:extLst>
                <a:ext uri="{FF2B5EF4-FFF2-40B4-BE49-F238E27FC236}">
                  <a16:creationId xmlns:a16="http://schemas.microsoft.com/office/drawing/2014/main" id="{9FA2B8F9-216F-B2BF-9CB4-1D7ED38CB7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46" y="3724"/>
            <a:ext cx="364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864" name="Equation" r:id="rId15" imgW="8775700" imgH="4102100" progId="Equation.DSMT4">
                    <p:embed/>
                  </p:oleObj>
                </mc:Choice>
                <mc:Fallback>
                  <p:oleObj name="Equation" r:id="rId15" imgW="8775700" imgH="4102100" progId="Equation.DSMT4">
                    <p:embed/>
                    <p:pic>
                      <p:nvPicPr>
                        <p:cNvPr id="633868" name="Object 12">
                          <a:extLst>
                            <a:ext uri="{FF2B5EF4-FFF2-40B4-BE49-F238E27FC236}">
                              <a16:creationId xmlns:a16="http://schemas.microsoft.com/office/drawing/2014/main" id="{9FA2B8F9-216F-B2BF-9CB4-1D7ED38CB77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6" y="3724"/>
                          <a:ext cx="364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 algn="ctr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3869" name="Line 13">
              <a:extLst>
                <a:ext uri="{FF2B5EF4-FFF2-40B4-BE49-F238E27FC236}">
                  <a16:creationId xmlns:a16="http://schemas.microsoft.com/office/drawing/2014/main" id="{F2887C13-7669-9F51-EBFA-2FD1CB6AAF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981"/>
              <a:ext cx="0" cy="19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70" name="Line 14">
              <a:extLst>
                <a:ext uri="{FF2B5EF4-FFF2-40B4-BE49-F238E27FC236}">
                  <a16:creationId xmlns:a16="http://schemas.microsoft.com/office/drawing/2014/main" id="{AC739456-8ECB-1C99-130A-D0D17C54EE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7" y="3966"/>
              <a:ext cx="0" cy="19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633871" name="Object 15">
              <a:extLst>
                <a:ext uri="{FF2B5EF4-FFF2-40B4-BE49-F238E27FC236}">
                  <a16:creationId xmlns:a16="http://schemas.microsoft.com/office/drawing/2014/main" id="{E4BE6EB1-8BF3-E9A0-44C4-E44970864E3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3" y="3680"/>
            <a:ext cx="364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865" name="Equation" r:id="rId17" imgW="8775700" imgH="4102100" progId="Equation.DSMT4">
                    <p:embed/>
                  </p:oleObj>
                </mc:Choice>
                <mc:Fallback>
                  <p:oleObj name="Equation" r:id="rId17" imgW="8775700" imgH="4102100" progId="Equation.DSMT4">
                    <p:embed/>
                    <p:pic>
                      <p:nvPicPr>
                        <p:cNvPr id="633871" name="Object 15">
                          <a:extLst>
                            <a:ext uri="{FF2B5EF4-FFF2-40B4-BE49-F238E27FC236}">
                              <a16:creationId xmlns:a16="http://schemas.microsoft.com/office/drawing/2014/main" id="{E4BE6EB1-8BF3-E9A0-44C4-E44970864E3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" y="3680"/>
                          <a:ext cx="364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 algn="ctr">
                              <a:solidFill>
                                <a:srgbClr val="FF9900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3872" name="Line 16">
              <a:extLst>
                <a:ext uri="{FF2B5EF4-FFF2-40B4-BE49-F238E27FC236}">
                  <a16:creationId xmlns:a16="http://schemas.microsoft.com/office/drawing/2014/main" id="{49B7F5CD-CA66-6267-E0B2-05DF6F9DE0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64" y="3890"/>
              <a:ext cx="171" cy="18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73" name="Line 17">
              <a:extLst>
                <a:ext uri="{FF2B5EF4-FFF2-40B4-BE49-F238E27FC236}">
                  <a16:creationId xmlns:a16="http://schemas.microsoft.com/office/drawing/2014/main" id="{3F5C6B88-67F6-2205-1C37-8ED1DBBE4A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7" y="3870"/>
              <a:ext cx="192" cy="20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33874" name="Group 18">
            <a:extLst>
              <a:ext uri="{FF2B5EF4-FFF2-40B4-BE49-F238E27FC236}">
                <a16:creationId xmlns:a16="http://schemas.microsoft.com/office/drawing/2014/main" id="{7CB621F7-1519-A2AE-8A9D-87D20ED4D697}"/>
              </a:ext>
            </a:extLst>
          </p:cNvPr>
          <p:cNvGrpSpPr>
            <a:grpSpLocks/>
          </p:cNvGrpSpPr>
          <p:nvPr/>
        </p:nvGrpSpPr>
        <p:grpSpPr bwMode="auto">
          <a:xfrm>
            <a:off x="3151189" y="3509963"/>
            <a:ext cx="5888037" cy="1574800"/>
            <a:chOff x="575" y="2281"/>
            <a:chExt cx="3305" cy="1467"/>
          </a:xfrm>
        </p:grpSpPr>
        <p:sp>
          <p:nvSpPr>
            <p:cNvPr id="633875" name="Line 19">
              <a:extLst>
                <a:ext uri="{FF2B5EF4-FFF2-40B4-BE49-F238E27FC236}">
                  <a16:creationId xmlns:a16="http://schemas.microsoft.com/office/drawing/2014/main" id="{BFF525F7-43C7-445A-6F03-957BF02666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0" y="2891"/>
              <a:ext cx="0" cy="313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76" name="Line 20">
              <a:extLst>
                <a:ext uri="{FF2B5EF4-FFF2-40B4-BE49-F238E27FC236}">
                  <a16:creationId xmlns:a16="http://schemas.microsoft.com/office/drawing/2014/main" id="{7CBBD69E-4127-AC9C-1C19-18EBF0133D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4" y="2761"/>
              <a:ext cx="0" cy="514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77" name="Line 21">
              <a:extLst>
                <a:ext uri="{FF2B5EF4-FFF2-40B4-BE49-F238E27FC236}">
                  <a16:creationId xmlns:a16="http://schemas.microsoft.com/office/drawing/2014/main" id="{7B0410BA-5F2E-5925-C5BE-658F91668F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08" y="2651"/>
              <a:ext cx="0" cy="687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78" name="Line 22">
              <a:extLst>
                <a:ext uri="{FF2B5EF4-FFF2-40B4-BE49-F238E27FC236}">
                  <a16:creationId xmlns:a16="http://schemas.microsoft.com/office/drawing/2014/main" id="{076836C3-710A-DA8D-FF30-F974161C40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2" y="2521"/>
              <a:ext cx="0" cy="627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79" name="Line 23">
              <a:extLst>
                <a:ext uri="{FF2B5EF4-FFF2-40B4-BE49-F238E27FC236}">
                  <a16:creationId xmlns:a16="http://schemas.microsoft.com/office/drawing/2014/main" id="{B8CC6B1B-5EE4-904C-29CB-7B2C2DA1C8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6" y="2681"/>
              <a:ext cx="0" cy="434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80" name="Line 24">
              <a:extLst>
                <a:ext uri="{FF2B5EF4-FFF2-40B4-BE49-F238E27FC236}">
                  <a16:creationId xmlns:a16="http://schemas.microsoft.com/office/drawing/2014/main" id="{58478A60-3F3F-AF21-493A-F529177923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0" y="2601"/>
              <a:ext cx="0" cy="829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81" name="Line 25">
              <a:extLst>
                <a:ext uri="{FF2B5EF4-FFF2-40B4-BE49-F238E27FC236}">
                  <a16:creationId xmlns:a16="http://schemas.microsoft.com/office/drawing/2014/main" id="{C192914D-307E-A64B-68A2-91BC3D73F3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24" y="2891"/>
              <a:ext cx="0" cy="333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82" name="Line 26">
              <a:extLst>
                <a:ext uri="{FF2B5EF4-FFF2-40B4-BE49-F238E27FC236}">
                  <a16:creationId xmlns:a16="http://schemas.microsoft.com/office/drawing/2014/main" id="{9B07ED38-78A4-2F1E-1B11-FA29B8A1AB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78" y="2794"/>
              <a:ext cx="0" cy="475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83" name="Line 27">
              <a:extLst>
                <a:ext uri="{FF2B5EF4-FFF2-40B4-BE49-F238E27FC236}">
                  <a16:creationId xmlns:a16="http://schemas.microsoft.com/office/drawing/2014/main" id="{BD3B8E51-63CD-C437-E94C-0BAD4AB1D0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2" y="2400"/>
              <a:ext cx="0" cy="889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84" name="Line 28">
              <a:extLst>
                <a:ext uri="{FF2B5EF4-FFF2-40B4-BE49-F238E27FC236}">
                  <a16:creationId xmlns:a16="http://schemas.microsoft.com/office/drawing/2014/main" id="{53C5B0AE-29CF-6298-5027-13ECC5E748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0" y="2861"/>
              <a:ext cx="0" cy="394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85" name="Line 29">
              <a:extLst>
                <a:ext uri="{FF2B5EF4-FFF2-40B4-BE49-F238E27FC236}">
                  <a16:creationId xmlns:a16="http://schemas.microsoft.com/office/drawing/2014/main" id="{40C0B59C-6A27-0D61-D5D1-3ED721EB99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54" y="2761"/>
              <a:ext cx="0" cy="525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86" name="Line 30">
              <a:extLst>
                <a:ext uri="{FF2B5EF4-FFF2-40B4-BE49-F238E27FC236}">
                  <a16:creationId xmlns:a16="http://schemas.microsoft.com/office/drawing/2014/main" id="{5F2A4040-5C96-6E61-6445-1B7C116DC0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08" y="2491"/>
              <a:ext cx="0" cy="95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87" name="Line 31">
              <a:extLst>
                <a:ext uri="{FF2B5EF4-FFF2-40B4-BE49-F238E27FC236}">
                  <a16:creationId xmlns:a16="http://schemas.microsoft.com/office/drawing/2014/main" id="{2AF84D3F-6C98-7E56-4BCD-0545CC26DE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62" y="2381"/>
              <a:ext cx="0" cy="97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88" name="Line 32">
              <a:extLst>
                <a:ext uri="{FF2B5EF4-FFF2-40B4-BE49-F238E27FC236}">
                  <a16:creationId xmlns:a16="http://schemas.microsoft.com/office/drawing/2014/main" id="{17FC9077-D2C3-3C27-7116-F605B61001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16" y="2851"/>
              <a:ext cx="0" cy="373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89" name="Line 33">
              <a:extLst>
                <a:ext uri="{FF2B5EF4-FFF2-40B4-BE49-F238E27FC236}">
                  <a16:creationId xmlns:a16="http://schemas.microsoft.com/office/drawing/2014/main" id="{06F2A6EB-995D-5F46-DB6F-F7B5AF8899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70" y="2941"/>
              <a:ext cx="0" cy="373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90" name="Line 34">
              <a:extLst>
                <a:ext uri="{FF2B5EF4-FFF2-40B4-BE49-F238E27FC236}">
                  <a16:creationId xmlns:a16="http://schemas.microsoft.com/office/drawing/2014/main" id="{9E00D69B-21CF-9152-DA7E-E3F295E86C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24" y="2602"/>
              <a:ext cx="0" cy="657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91" name="Line 35">
              <a:extLst>
                <a:ext uri="{FF2B5EF4-FFF2-40B4-BE49-F238E27FC236}">
                  <a16:creationId xmlns:a16="http://schemas.microsoft.com/office/drawing/2014/main" id="{00B12A3F-7660-ACC6-59CB-5C68F762B7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78" y="3121"/>
              <a:ext cx="0" cy="27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92" name="Line 36">
              <a:extLst>
                <a:ext uri="{FF2B5EF4-FFF2-40B4-BE49-F238E27FC236}">
                  <a16:creationId xmlns:a16="http://schemas.microsoft.com/office/drawing/2014/main" id="{BDC9BA5B-E169-F9FB-FAAE-F9D1692562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32" y="2391"/>
              <a:ext cx="0" cy="889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93" name="Line 37">
              <a:extLst>
                <a:ext uri="{FF2B5EF4-FFF2-40B4-BE49-F238E27FC236}">
                  <a16:creationId xmlns:a16="http://schemas.microsoft.com/office/drawing/2014/main" id="{F753332A-0300-75AF-2465-795EFE9C4B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90" y="2721"/>
              <a:ext cx="0" cy="616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94" name="Line 38">
              <a:extLst>
                <a:ext uri="{FF2B5EF4-FFF2-40B4-BE49-F238E27FC236}">
                  <a16:creationId xmlns:a16="http://schemas.microsoft.com/office/drawing/2014/main" id="{74C39AFE-0DC3-0510-F557-8955FF18C3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4" y="2651"/>
              <a:ext cx="0" cy="636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95" name="Line 39">
              <a:extLst>
                <a:ext uri="{FF2B5EF4-FFF2-40B4-BE49-F238E27FC236}">
                  <a16:creationId xmlns:a16="http://schemas.microsoft.com/office/drawing/2014/main" id="{8CCDAAFA-D917-7AEF-8E22-190C339301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98" y="2591"/>
              <a:ext cx="0" cy="727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96" name="Line 40">
              <a:extLst>
                <a:ext uri="{FF2B5EF4-FFF2-40B4-BE49-F238E27FC236}">
                  <a16:creationId xmlns:a16="http://schemas.microsoft.com/office/drawing/2014/main" id="{6493AF77-04BA-72B7-B2E9-44049662FF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52" y="2771"/>
              <a:ext cx="0" cy="768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97" name="Line 41">
              <a:extLst>
                <a:ext uri="{FF2B5EF4-FFF2-40B4-BE49-F238E27FC236}">
                  <a16:creationId xmlns:a16="http://schemas.microsoft.com/office/drawing/2014/main" id="{74F1C4A2-30F2-D132-2F13-18F07869FA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06" y="2851"/>
              <a:ext cx="0" cy="616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98" name="Line 42">
              <a:extLst>
                <a:ext uri="{FF2B5EF4-FFF2-40B4-BE49-F238E27FC236}">
                  <a16:creationId xmlns:a16="http://schemas.microsoft.com/office/drawing/2014/main" id="{88047936-64E3-4223-0C51-C4FABB83A4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0" y="2771"/>
              <a:ext cx="0" cy="768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899" name="Line 43">
              <a:extLst>
                <a:ext uri="{FF2B5EF4-FFF2-40B4-BE49-F238E27FC236}">
                  <a16:creationId xmlns:a16="http://schemas.microsoft.com/office/drawing/2014/main" id="{504E0FDB-8A74-DFA5-90D9-D207C6A021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4" y="2921"/>
              <a:ext cx="0" cy="636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00" name="Line 44">
              <a:extLst>
                <a:ext uri="{FF2B5EF4-FFF2-40B4-BE49-F238E27FC236}">
                  <a16:creationId xmlns:a16="http://schemas.microsoft.com/office/drawing/2014/main" id="{D23C957C-3241-7E7B-8D00-318D7AE9D0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8" y="2395"/>
              <a:ext cx="0" cy="768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01" name="Line 45">
              <a:extLst>
                <a:ext uri="{FF2B5EF4-FFF2-40B4-BE49-F238E27FC236}">
                  <a16:creationId xmlns:a16="http://schemas.microsoft.com/office/drawing/2014/main" id="{5D572CA5-823D-E16E-B1A4-DB3898204F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22" y="2526"/>
              <a:ext cx="0" cy="213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02" name="Line 46">
              <a:extLst>
                <a:ext uri="{FF2B5EF4-FFF2-40B4-BE49-F238E27FC236}">
                  <a16:creationId xmlns:a16="http://schemas.microsoft.com/office/drawing/2014/main" id="{FC90B7E3-4F8C-485F-115C-F46715A639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0" y="2511"/>
              <a:ext cx="0" cy="91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03" name="Line 47">
              <a:extLst>
                <a:ext uri="{FF2B5EF4-FFF2-40B4-BE49-F238E27FC236}">
                  <a16:creationId xmlns:a16="http://schemas.microsoft.com/office/drawing/2014/main" id="{1C2A6874-6BC1-A1EB-033A-458DFF24B6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24" y="2451"/>
              <a:ext cx="0" cy="103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04" name="Line 48">
              <a:extLst>
                <a:ext uri="{FF2B5EF4-FFF2-40B4-BE49-F238E27FC236}">
                  <a16:creationId xmlns:a16="http://schemas.microsoft.com/office/drawing/2014/main" id="{35992C36-186E-BD6F-2522-D83E9CA8B7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78" y="2401"/>
              <a:ext cx="0" cy="798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05" name="Line 49">
              <a:extLst>
                <a:ext uri="{FF2B5EF4-FFF2-40B4-BE49-F238E27FC236}">
                  <a16:creationId xmlns:a16="http://schemas.microsoft.com/office/drawing/2014/main" id="{A413C8C0-4B0F-9384-D7FA-F17DF67303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32" y="2651"/>
              <a:ext cx="0" cy="485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06" name="Line 50">
              <a:extLst>
                <a:ext uri="{FF2B5EF4-FFF2-40B4-BE49-F238E27FC236}">
                  <a16:creationId xmlns:a16="http://schemas.microsoft.com/office/drawing/2014/main" id="{AEB2FC0F-91FA-90DA-7078-2D1EEBEC3B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86" y="2711"/>
              <a:ext cx="0" cy="556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07" name="Line 51">
              <a:extLst>
                <a:ext uri="{FF2B5EF4-FFF2-40B4-BE49-F238E27FC236}">
                  <a16:creationId xmlns:a16="http://schemas.microsoft.com/office/drawing/2014/main" id="{74DE15BC-D907-821F-DD6B-106A744A0D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0" y="2402"/>
              <a:ext cx="0" cy="657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08" name="Line 52">
              <a:extLst>
                <a:ext uri="{FF2B5EF4-FFF2-40B4-BE49-F238E27FC236}">
                  <a16:creationId xmlns:a16="http://schemas.microsoft.com/office/drawing/2014/main" id="{8F125A74-F328-70BD-E206-0DC90E616A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4" y="2653"/>
              <a:ext cx="0" cy="616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09" name="Line 53">
              <a:extLst>
                <a:ext uri="{FF2B5EF4-FFF2-40B4-BE49-F238E27FC236}">
                  <a16:creationId xmlns:a16="http://schemas.microsoft.com/office/drawing/2014/main" id="{71205038-42C9-99F3-A5B2-4CA97BFE1F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48" y="2631"/>
              <a:ext cx="0" cy="637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10" name="Line 54">
              <a:extLst>
                <a:ext uri="{FF2B5EF4-FFF2-40B4-BE49-F238E27FC236}">
                  <a16:creationId xmlns:a16="http://schemas.microsoft.com/office/drawing/2014/main" id="{61B671ED-78D8-9EC4-13A2-95AF2451F3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2" y="2461"/>
              <a:ext cx="0" cy="1051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11" name="Line 55">
              <a:extLst>
                <a:ext uri="{FF2B5EF4-FFF2-40B4-BE49-F238E27FC236}">
                  <a16:creationId xmlns:a16="http://schemas.microsoft.com/office/drawing/2014/main" id="{6640C7B8-1CB2-3FE7-E03E-9309152C40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50" y="2401"/>
              <a:ext cx="0" cy="111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12" name="Line 56">
              <a:extLst>
                <a:ext uri="{FF2B5EF4-FFF2-40B4-BE49-F238E27FC236}">
                  <a16:creationId xmlns:a16="http://schemas.microsoft.com/office/drawing/2014/main" id="{C6985078-90FE-0BB9-CA66-E98E18CF9D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04" y="2701"/>
              <a:ext cx="0" cy="617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13" name="Line 57">
              <a:extLst>
                <a:ext uri="{FF2B5EF4-FFF2-40B4-BE49-F238E27FC236}">
                  <a16:creationId xmlns:a16="http://schemas.microsoft.com/office/drawing/2014/main" id="{B3871E60-E707-A5D0-EB41-A283E66D8E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58" y="2765"/>
              <a:ext cx="0" cy="424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14" name="Line 58">
              <a:extLst>
                <a:ext uri="{FF2B5EF4-FFF2-40B4-BE49-F238E27FC236}">
                  <a16:creationId xmlns:a16="http://schemas.microsoft.com/office/drawing/2014/main" id="{7708C650-39CD-ED60-F1AA-25C54966B3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12" y="2831"/>
              <a:ext cx="0" cy="555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15" name="Line 59">
              <a:extLst>
                <a:ext uri="{FF2B5EF4-FFF2-40B4-BE49-F238E27FC236}">
                  <a16:creationId xmlns:a16="http://schemas.microsoft.com/office/drawing/2014/main" id="{647BF4EA-5E3F-9E2F-3BA9-C64A7D1DBD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66" y="2781"/>
              <a:ext cx="0" cy="455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16" name="Line 60">
              <a:extLst>
                <a:ext uri="{FF2B5EF4-FFF2-40B4-BE49-F238E27FC236}">
                  <a16:creationId xmlns:a16="http://schemas.microsoft.com/office/drawing/2014/main" id="{4FA06AD3-8A5F-CF73-24E7-0D290F8E7C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0" y="2705"/>
              <a:ext cx="0" cy="647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17" name="Line 61">
              <a:extLst>
                <a:ext uri="{FF2B5EF4-FFF2-40B4-BE49-F238E27FC236}">
                  <a16:creationId xmlns:a16="http://schemas.microsoft.com/office/drawing/2014/main" id="{ACCEE1B0-ACB6-93DF-DA67-8F0646E6D4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4" y="2654"/>
              <a:ext cx="0" cy="658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18" name="Line 62">
              <a:extLst>
                <a:ext uri="{FF2B5EF4-FFF2-40B4-BE49-F238E27FC236}">
                  <a16:creationId xmlns:a16="http://schemas.microsoft.com/office/drawing/2014/main" id="{494C6327-AB45-5D8A-B1DC-F5AA23AA27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8" y="2591"/>
              <a:ext cx="0" cy="768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19" name="Line 63">
              <a:extLst>
                <a:ext uri="{FF2B5EF4-FFF2-40B4-BE49-F238E27FC236}">
                  <a16:creationId xmlns:a16="http://schemas.microsoft.com/office/drawing/2014/main" id="{46EA0E9F-164E-41A6-9E4E-AB58C27E3A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2" y="2421"/>
              <a:ext cx="0" cy="991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20" name="Line 64">
              <a:extLst>
                <a:ext uri="{FF2B5EF4-FFF2-40B4-BE49-F238E27FC236}">
                  <a16:creationId xmlns:a16="http://schemas.microsoft.com/office/drawing/2014/main" id="{3E1060F3-9693-C8BC-5FA5-097556C09F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2341"/>
              <a:ext cx="0" cy="1193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21" name="Line 65">
              <a:extLst>
                <a:ext uri="{FF2B5EF4-FFF2-40B4-BE49-F238E27FC236}">
                  <a16:creationId xmlns:a16="http://schemas.microsoft.com/office/drawing/2014/main" id="{3FB2DAD6-B7B5-977C-2303-2598035489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84" y="2281"/>
              <a:ext cx="0" cy="899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22" name="Line 66">
              <a:extLst>
                <a:ext uri="{FF2B5EF4-FFF2-40B4-BE49-F238E27FC236}">
                  <a16:creationId xmlns:a16="http://schemas.microsoft.com/office/drawing/2014/main" id="{7C1D3477-F3E4-4D02-4164-4BF130EEBC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38" y="2501"/>
              <a:ext cx="0" cy="768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23" name="Line 67">
              <a:extLst>
                <a:ext uri="{FF2B5EF4-FFF2-40B4-BE49-F238E27FC236}">
                  <a16:creationId xmlns:a16="http://schemas.microsoft.com/office/drawing/2014/main" id="{68B602D6-DB7A-039F-75D1-D402CA97A2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92" y="2401"/>
              <a:ext cx="0" cy="394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24" name="Line 68">
              <a:extLst>
                <a:ext uri="{FF2B5EF4-FFF2-40B4-BE49-F238E27FC236}">
                  <a16:creationId xmlns:a16="http://schemas.microsoft.com/office/drawing/2014/main" id="{53AF4807-E814-A00E-ACED-CDE2C1C963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6" y="2521"/>
              <a:ext cx="0" cy="768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25" name="Line 69">
              <a:extLst>
                <a:ext uri="{FF2B5EF4-FFF2-40B4-BE49-F238E27FC236}">
                  <a16:creationId xmlns:a16="http://schemas.microsoft.com/office/drawing/2014/main" id="{79D9D09F-B96C-BAA5-61F9-0A2D83C0FA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0" y="2641"/>
              <a:ext cx="0" cy="596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26" name="Line 70">
              <a:extLst>
                <a:ext uri="{FF2B5EF4-FFF2-40B4-BE49-F238E27FC236}">
                  <a16:creationId xmlns:a16="http://schemas.microsoft.com/office/drawing/2014/main" id="{B10A7B4B-40A1-2030-796D-9880E5A103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4" y="2711"/>
              <a:ext cx="0" cy="597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27" name="Line 71">
              <a:extLst>
                <a:ext uri="{FF2B5EF4-FFF2-40B4-BE49-F238E27FC236}">
                  <a16:creationId xmlns:a16="http://schemas.microsoft.com/office/drawing/2014/main" id="{A0940DA6-F1E1-E1C0-7618-330C159316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8" y="2364"/>
              <a:ext cx="0" cy="1152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28" name="Line 72">
              <a:extLst>
                <a:ext uri="{FF2B5EF4-FFF2-40B4-BE49-F238E27FC236}">
                  <a16:creationId xmlns:a16="http://schemas.microsoft.com/office/drawing/2014/main" id="{96D3E210-412F-CE9D-AB6F-B8027729EC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2" y="2791"/>
              <a:ext cx="0" cy="465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29" name="Line 73">
              <a:extLst>
                <a:ext uri="{FF2B5EF4-FFF2-40B4-BE49-F238E27FC236}">
                  <a16:creationId xmlns:a16="http://schemas.microsoft.com/office/drawing/2014/main" id="{67F67B82-53BA-944B-901A-F56A7B7442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10" y="2701"/>
              <a:ext cx="0" cy="505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30" name="Line 74">
              <a:extLst>
                <a:ext uri="{FF2B5EF4-FFF2-40B4-BE49-F238E27FC236}">
                  <a16:creationId xmlns:a16="http://schemas.microsoft.com/office/drawing/2014/main" id="{790F114B-FA01-16CF-B909-4B1097CCFB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64" y="2681"/>
              <a:ext cx="0" cy="768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31" name="Line 75">
              <a:extLst>
                <a:ext uri="{FF2B5EF4-FFF2-40B4-BE49-F238E27FC236}">
                  <a16:creationId xmlns:a16="http://schemas.microsoft.com/office/drawing/2014/main" id="{594DFD54-ED08-2FD7-FFD1-927931EC93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18" y="2821"/>
              <a:ext cx="0" cy="515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32" name="Line 76">
              <a:extLst>
                <a:ext uri="{FF2B5EF4-FFF2-40B4-BE49-F238E27FC236}">
                  <a16:creationId xmlns:a16="http://schemas.microsoft.com/office/drawing/2014/main" id="{A264C326-8003-6B79-A31D-903F312BFD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2" y="2591"/>
              <a:ext cx="0" cy="768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33" name="Line 77">
              <a:extLst>
                <a:ext uri="{FF2B5EF4-FFF2-40B4-BE49-F238E27FC236}">
                  <a16:creationId xmlns:a16="http://schemas.microsoft.com/office/drawing/2014/main" id="{6B814CE2-962E-FD2F-BAB1-4E582F759C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26" y="2641"/>
              <a:ext cx="0" cy="465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34" name="Line 78">
              <a:extLst>
                <a:ext uri="{FF2B5EF4-FFF2-40B4-BE49-F238E27FC236}">
                  <a16:creationId xmlns:a16="http://schemas.microsoft.com/office/drawing/2014/main" id="{90E56BD3-87EA-1277-04AB-C0F8AE60CC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80" y="2621"/>
              <a:ext cx="0" cy="586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35" name="Line 79">
              <a:extLst>
                <a:ext uri="{FF2B5EF4-FFF2-40B4-BE49-F238E27FC236}">
                  <a16:creationId xmlns:a16="http://schemas.microsoft.com/office/drawing/2014/main" id="{0AFF1C21-2A35-EC74-0686-D27E40CB1A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" y="2333"/>
              <a:ext cx="0" cy="14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33936" name="Line 80">
              <a:extLst>
                <a:ext uri="{FF2B5EF4-FFF2-40B4-BE49-F238E27FC236}">
                  <a16:creationId xmlns:a16="http://schemas.microsoft.com/office/drawing/2014/main" id="{1189C7A1-0AA1-5B2C-DAA0-CCB53E9AA1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3033"/>
              <a:ext cx="33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CN" sz="2400">
                <a:solidFill>
                  <a:srgbClr val="007A77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med">
    <p:blinds dir="vert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5906" name="Object 2">
            <a:extLst>
              <a:ext uri="{FF2B5EF4-FFF2-40B4-BE49-F238E27FC236}">
                <a16:creationId xmlns:a16="http://schemas.microsoft.com/office/drawing/2014/main" id="{79F25B1B-AB13-F6D2-EB7E-08C2ABE0F7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9651" y="333376"/>
          <a:ext cx="7718425" cy="164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82" name="Equation" r:id="rId3" imgW="106794300" imgH="22821900" progId="Equation.DSMT4">
                  <p:embed/>
                </p:oleObj>
              </mc:Choice>
              <mc:Fallback>
                <p:oleObj name="Equation" r:id="rId3" imgW="106794300" imgH="22821900" progId="Equation.DSMT4">
                  <p:embed/>
                  <p:pic>
                    <p:nvPicPr>
                      <p:cNvPr id="635906" name="Object 2">
                        <a:extLst>
                          <a:ext uri="{FF2B5EF4-FFF2-40B4-BE49-F238E27FC236}">
                            <a16:creationId xmlns:a16="http://schemas.microsoft.com/office/drawing/2014/main" id="{79F25B1B-AB13-F6D2-EB7E-08C2ABE0F7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1" y="333376"/>
                        <a:ext cx="7718425" cy="164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907" name="Text Box 3">
            <a:extLst>
              <a:ext uri="{FF2B5EF4-FFF2-40B4-BE49-F238E27FC236}">
                <a16:creationId xmlns:a16="http://schemas.microsoft.com/office/drawing/2014/main" id="{9CA78697-6B5B-29DB-E971-12C35FC0F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333376"/>
            <a:ext cx="526404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2286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7A77"/>
              </a:buClr>
              <a:buSzPct val="80000"/>
              <a:buBlip>
                <a:blip r:embed="rId5"/>
              </a:buBlip>
            </a:pPr>
            <a:r>
              <a:rPr kumimoji="0" lang="en-US" altLang="zh-CN" sz="3200">
                <a:solidFill>
                  <a:srgbClr val="000066"/>
                </a:solidFill>
                <a:latin typeface="Arial" panose="020B0604020202020204" pitchFamily="34" charset="0"/>
              </a:rPr>
              <a:t> </a:t>
            </a:r>
          </a:p>
        </p:txBody>
      </p:sp>
      <p:graphicFrame>
        <p:nvGraphicFramePr>
          <p:cNvPr id="635908" name="Object 4">
            <a:extLst>
              <a:ext uri="{FF2B5EF4-FFF2-40B4-BE49-F238E27FC236}">
                <a16:creationId xmlns:a16="http://schemas.microsoft.com/office/drawing/2014/main" id="{A8EA11AA-D53A-EE7B-4FE9-6AEB345FFB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14575" y="2044700"/>
          <a:ext cx="29845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83" name="Equation" r:id="rId6" imgW="31305500" imgH="4686300" progId="Equation.DSMT4">
                  <p:embed/>
                </p:oleObj>
              </mc:Choice>
              <mc:Fallback>
                <p:oleObj name="Equation" r:id="rId6" imgW="31305500" imgH="4686300" progId="Equation.DSMT4">
                  <p:embed/>
                  <p:pic>
                    <p:nvPicPr>
                      <p:cNvPr id="635908" name="Object 4">
                        <a:extLst>
                          <a:ext uri="{FF2B5EF4-FFF2-40B4-BE49-F238E27FC236}">
                            <a16:creationId xmlns:a16="http://schemas.microsoft.com/office/drawing/2014/main" id="{A8EA11AA-D53A-EE7B-4FE9-6AEB345FFB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4575" y="2044700"/>
                        <a:ext cx="298450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909" name="Object 5">
            <a:extLst>
              <a:ext uri="{FF2B5EF4-FFF2-40B4-BE49-F238E27FC236}">
                <a16:creationId xmlns:a16="http://schemas.microsoft.com/office/drawing/2014/main" id="{141020E8-ED67-D7EC-6DCA-26D705A635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1125" y="2609851"/>
          <a:ext cx="4014788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84" name="Equation" r:id="rId8" imgW="58508900" imgH="11696700" progId="Equation.DSMT4">
                  <p:embed/>
                </p:oleObj>
              </mc:Choice>
              <mc:Fallback>
                <p:oleObj name="Equation" r:id="rId8" imgW="58508900" imgH="11696700" progId="Equation.DSMT4">
                  <p:embed/>
                  <p:pic>
                    <p:nvPicPr>
                      <p:cNvPr id="635909" name="Object 5">
                        <a:extLst>
                          <a:ext uri="{FF2B5EF4-FFF2-40B4-BE49-F238E27FC236}">
                            <a16:creationId xmlns:a16="http://schemas.microsoft.com/office/drawing/2014/main" id="{141020E8-ED67-D7EC-6DCA-26D705A635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125" y="2609851"/>
                        <a:ext cx="4014788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910" name="Object 6">
            <a:extLst>
              <a:ext uri="{FF2B5EF4-FFF2-40B4-BE49-F238E27FC236}">
                <a16:creationId xmlns:a16="http://schemas.microsoft.com/office/drawing/2014/main" id="{0377D9B8-0C9C-EE05-E71A-F3E3B0F9E6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2238" y="3586164"/>
          <a:ext cx="4875212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85" name="Equation" r:id="rId10" imgW="63195200" imgH="5854700" progId="Equation.DSMT4">
                  <p:embed/>
                </p:oleObj>
              </mc:Choice>
              <mc:Fallback>
                <p:oleObj name="Equation" r:id="rId10" imgW="63195200" imgH="5854700" progId="Equation.DSMT4">
                  <p:embed/>
                  <p:pic>
                    <p:nvPicPr>
                      <p:cNvPr id="635910" name="Object 6">
                        <a:extLst>
                          <a:ext uri="{FF2B5EF4-FFF2-40B4-BE49-F238E27FC236}">
                            <a16:creationId xmlns:a16="http://schemas.microsoft.com/office/drawing/2014/main" id="{0377D9B8-0C9C-EE05-E71A-F3E3B0F9E6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2238" y="3586164"/>
                        <a:ext cx="4875212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911" name="Object 7">
            <a:extLst>
              <a:ext uri="{FF2B5EF4-FFF2-40B4-BE49-F238E27FC236}">
                <a16:creationId xmlns:a16="http://schemas.microsoft.com/office/drawing/2014/main" id="{9EAADC76-BB7E-11F9-A2CF-3800DF0E2C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05089" y="4200526"/>
          <a:ext cx="47021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86" name="Equation" r:id="rId12" imgW="68757800" imgH="9067800" progId="Equation.DSMT4">
                  <p:embed/>
                </p:oleObj>
              </mc:Choice>
              <mc:Fallback>
                <p:oleObj name="Equation" r:id="rId12" imgW="68757800" imgH="9067800" progId="Equation.DSMT4">
                  <p:embed/>
                  <p:pic>
                    <p:nvPicPr>
                      <p:cNvPr id="635911" name="Object 7">
                        <a:extLst>
                          <a:ext uri="{FF2B5EF4-FFF2-40B4-BE49-F238E27FC236}">
                            <a16:creationId xmlns:a16="http://schemas.microsoft.com/office/drawing/2014/main" id="{9EAADC76-BB7E-11F9-A2CF-3800DF0E2C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089" y="4200526"/>
                        <a:ext cx="470217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912" name="Object 8">
            <a:extLst>
              <a:ext uri="{FF2B5EF4-FFF2-40B4-BE49-F238E27FC236}">
                <a16:creationId xmlns:a16="http://schemas.microsoft.com/office/drawing/2014/main" id="{D58F038E-CFC5-6161-0290-382CF6DB33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8275" y="5267325"/>
          <a:ext cx="356393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87" name="Equation" r:id="rId14" imgW="41541700" imgH="5854700" progId="Equation.DSMT4">
                  <p:embed/>
                </p:oleObj>
              </mc:Choice>
              <mc:Fallback>
                <p:oleObj name="Equation" r:id="rId14" imgW="41541700" imgH="5854700" progId="Equation.DSMT4">
                  <p:embed/>
                  <p:pic>
                    <p:nvPicPr>
                      <p:cNvPr id="635912" name="Object 8">
                        <a:extLst>
                          <a:ext uri="{FF2B5EF4-FFF2-40B4-BE49-F238E27FC236}">
                            <a16:creationId xmlns:a16="http://schemas.microsoft.com/office/drawing/2014/main" id="{D58F038E-CFC5-6161-0290-382CF6DB33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8275" y="5267325"/>
                        <a:ext cx="3563938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913" name="Object 9">
            <a:extLst>
              <a:ext uri="{FF2B5EF4-FFF2-40B4-BE49-F238E27FC236}">
                <a16:creationId xmlns:a16="http://schemas.microsoft.com/office/drawing/2014/main" id="{D9E77904-A2B9-C307-4D59-6C4A474455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02589" y="2022475"/>
          <a:ext cx="2320925" cy="268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88" name="Equation" r:id="rId16" imgW="31597600" imgH="36576000" progId="Equation.DSMT4">
                  <p:embed/>
                </p:oleObj>
              </mc:Choice>
              <mc:Fallback>
                <p:oleObj name="Equation" r:id="rId16" imgW="31597600" imgH="36576000" progId="Equation.DSMT4">
                  <p:embed/>
                  <p:pic>
                    <p:nvPicPr>
                      <p:cNvPr id="635913" name="Object 9">
                        <a:extLst>
                          <a:ext uri="{FF2B5EF4-FFF2-40B4-BE49-F238E27FC236}">
                            <a16:creationId xmlns:a16="http://schemas.microsoft.com/office/drawing/2014/main" id="{D9E77904-A2B9-C307-4D59-6C4A474455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2589" y="2022475"/>
                        <a:ext cx="2320925" cy="268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914" name="Object 10">
            <a:extLst>
              <a:ext uri="{FF2B5EF4-FFF2-40B4-BE49-F238E27FC236}">
                <a16:creationId xmlns:a16="http://schemas.microsoft.com/office/drawing/2014/main" id="{B7DCACA6-A9DC-3791-4E39-FF5E761461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9188" y="5056188"/>
          <a:ext cx="3198812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89" name="Equation" r:id="rId18" imgW="43002200" imgH="5854700" progId="Equation.DSMT4">
                  <p:embed/>
                </p:oleObj>
              </mc:Choice>
              <mc:Fallback>
                <p:oleObj name="Equation" r:id="rId18" imgW="43002200" imgH="5854700" progId="Equation.DSMT4">
                  <p:embed/>
                  <p:pic>
                    <p:nvPicPr>
                      <p:cNvPr id="635914" name="Object 10">
                        <a:extLst>
                          <a:ext uri="{FF2B5EF4-FFF2-40B4-BE49-F238E27FC236}">
                            <a16:creationId xmlns:a16="http://schemas.microsoft.com/office/drawing/2014/main" id="{B7DCACA6-A9DC-3791-4E39-FF5E761461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9188" y="5056188"/>
                        <a:ext cx="3198812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5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5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5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5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5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5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5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5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5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35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635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35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35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6930" name="Object 2">
            <a:extLst>
              <a:ext uri="{FF2B5EF4-FFF2-40B4-BE49-F238E27FC236}">
                <a16:creationId xmlns:a16="http://schemas.microsoft.com/office/drawing/2014/main" id="{A4BD5369-17CF-4EEB-A28C-6A5FE93D49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7789" y="646113"/>
          <a:ext cx="4662487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99" name="Equation" r:id="rId3" imgW="70802500" imgH="6438900" progId="Equation.DSMT4">
                  <p:embed/>
                </p:oleObj>
              </mc:Choice>
              <mc:Fallback>
                <p:oleObj name="Equation" r:id="rId3" imgW="70802500" imgH="6438900" progId="Equation.DSMT4">
                  <p:embed/>
                  <p:pic>
                    <p:nvPicPr>
                      <p:cNvPr id="636930" name="Object 2">
                        <a:extLst>
                          <a:ext uri="{FF2B5EF4-FFF2-40B4-BE49-F238E27FC236}">
                            <a16:creationId xmlns:a16="http://schemas.microsoft.com/office/drawing/2014/main" id="{A4BD5369-17CF-4EEB-A28C-6A5FE93D49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7789" y="646113"/>
                        <a:ext cx="4662487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6931" name="Object 3">
            <a:extLst>
              <a:ext uri="{FF2B5EF4-FFF2-40B4-BE49-F238E27FC236}">
                <a16:creationId xmlns:a16="http://schemas.microsoft.com/office/drawing/2014/main" id="{C202C2E6-72F3-FAF5-AA54-CDD7085553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47926" y="1173163"/>
          <a:ext cx="8228013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00" name="Equation" r:id="rId5" imgW="124929900" imgH="17551400" progId="Equation.DSMT4">
                  <p:embed/>
                </p:oleObj>
              </mc:Choice>
              <mc:Fallback>
                <p:oleObj name="Equation" r:id="rId5" imgW="124929900" imgH="17551400" progId="Equation.DSMT4">
                  <p:embed/>
                  <p:pic>
                    <p:nvPicPr>
                      <p:cNvPr id="636931" name="Object 3">
                        <a:extLst>
                          <a:ext uri="{FF2B5EF4-FFF2-40B4-BE49-F238E27FC236}">
                            <a16:creationId xmlns:a16="http://schemas.microsoft.com/office/drawing/2014/main" id="{C202C2E6-72F3-FAF5-AA54-CDD7085553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926" y="1173163"/>
                        <a:ext cx="8228013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6932" name="Object 4">
            <a:extLst>
              <a:ext uri="{FF2B5EF4-FFF2-40B4-BE49-F238E27FC236}">
                <a16:creationId xmlns:a16="http://schemas.microsoft.com/office/drawing/2014/main" id="{B6BABDCD-308D-8CC8-CB5A-C91639EB01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95576" y="2398713"/>
          <a:ext cx="2436813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01" name="Equation" r:id="rId7" imgW="31597600" imgH="5270500" progId="Equation.DSMT4">
                  <p:embed/>
                </p:oleObj>
              </mc:Choice>
              <mc:Fallback>
                <p:oleObj name="Equation" r:id="rId7" imgW="31597600" imgH="5270500" progId="Equation.DSMT4">
                  <p:embed/>
                  <p:pic>
                    <p:nvPicPr>
                      <p:cNvPr id="636932" name="Object 4">
                        <a:extLst>
                          <a:ext uri="{FF2B5EF4-FFF2-40B4-BE49-F238E27FC236}">
                            <a16:creationId xmlns:a16="http://schemas.microsoft.com/office/drawing/2014/main" id="{B6BABDCD-308D-8CC8-CB5A-C91639EB01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5576" y="2398713"/>
                        <a:ext cx="2436813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6933" name="Object 5">
            <a:extLst>
              <a:ext uri="{FF2B5EF4-FFF2-40B4-BE49-F238E27FC236}">
                <a16:creationId xmlns:a16="http://schemas.microsoft.com/office/drawing/2014/main" id="{372E4CC4-2C93-E4FA-B31A-E8FBB969FA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27363" y="2933701"/>
          <a:ext cx="1657350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02" name="Equation" r:id="rId9" imgW="25158700" imgH="5854700" progId="Equation.DSMT4">
                  <p:embed/>
                </p:oleObj>
              </mc:Choice>
              <mc:Fallback>
                <p:oleObj name="Equation" r:id="rId9" imgW="25158700" imgH="5854700" progId="Equation.DSMT4">
                  <p:embed/>
                  <p:pic>
                    <p:nvPicPr>
                      <p:cNvPr id="636933" name="Object 5">
                        <a:extLst>
                          <a:ext uri="{FF2B5EF4-FFF2-40B4-BE49-F238E27FC236}">
                            <a16:creationId xmlns:a16="http://schemas.microsoft.com/office/drawing/2014/main" id="{372E4CC4-2C93-E4FA-B31A-E8FBB969FA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7363" y="2933701"/>
                        <a:ext cx="1657350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6934" name="Object 6">
            <a:extLst>
              <a:ext uri="{FF2B5EF4-FFF2-40B4-BE49-F238E27FC236}">
                <a16:creationId xmlns:a16="http://schemas.microsoft.com/office/drawing/2014/main" id="{DA413756-6560-ED75-1D9B-407220ECAB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4389" y="3506789"/>
          <a:ext cx="3138487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03" name="Equation" r:id="rId11" imgW="47688500" imgH="11112500" progId="Equation.DSMT4">
                  <p:embed/>
                </p:oleObj>
              </mc:Choice>
              <mc:Fallback>
                <p:oleObj name="Equation" r:id="rId11" imgW="47688500" imgH="11112500" progId="Equation.DSMT4">
                  <p:embed/>
                  <p:pic>
                    <p:nvPicPr>
                      <p:cNvPr id="636934" name="Object 6">
                        <a:extLst>
                          <a:ext uri="{FF2B5EF4-FFF2-40B4-BE49-F238E27FC236}">
                            <a16:creationId xmlns:a16="http://schemas.microsoft.com/office/drawing/2014/main" id="{DA413756-6560-ED75-1D9B-407220ECAB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4389" y="3506789"/>
                        <a:ext cx="3138487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6935" name="Object 7">
            <a:extLst>
              <a:ext uri="{FF2B5EF4-FFF2-40B4-BE49-F238E27FC236}">
                <a16:creationId xmlns:a16="http://schemas.microsoft.com/office/drawing/2014/main" id="{C5F4D641-1643-5FC4-F3EE-4E038E2394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1689" y="4429125"/>
          <a:ext cx="3157537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04" name="Equation" r:id="rId13" imgW="47980600" imgH="16383000" progId="Equation.DSMT4">
                  <p:embed/>
                </p:oleObj>
              </mc:Choice>
              <mc:Fallback>
                <p:oleObj name="Equation" r:id="rId13" imgW="47980600" imgH="16383000" progId="Equation.DSMT4">
                  <p:embed/>
                  <p:pic>
                    <p:nvPicPr>
                      <p:cNvPr id="636935" name="Object 7">
                        <a:extLst>
                          <a:ext uri="{FF2B5EF4-FFF2-40B4-BE49-F238E27FC236}">
                            <a16:creationId xmlns:a16="http://schemas.microsoft.com/office/drawing/2014/main" id="{C5F4D641-1643-5FC4-F3EE-4E038E2394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1689" y="4429125"/>
                        <a:ext cx="3157537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6936" name="Object 8">
            <a:extLst>
              <a:ext uri="{FF2B5EF4-FFF2-40B4-BE49-F238E27FC236}">
                <a16:creationId xmlns:a16="http://schemas.microsoft.com/office/drawing/2014/main" id="{888B66DE-6B52-AAC6-2C99-DC3DD0BAC4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09938" y="5557839"/>
          <a:ext cx="4006850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05" name="Equation" r:id="rId15" imgW="60858400" imgH="12293600" progId="Equation.DSMT4">
                  <p:embed/>
                </p:oleObj>
              </mc:Choice>
              <mc:Fallback>
                <p:oleObj name="Equation" r:id="rId15" imgW="60858400" imgH="12293600" progId="Equation.DSMT4">
                  <p:embed/>
                  <p:pic>
                    <p:nvPicPr>
                      <p:cNvPr id="636936" name="Object 8">
                        <a:extLst>
                          <a:ext uri="{FF2B5EF4-FFF2-40B4-BE49-F238E27FC236}">
                            <a16:creationId xmlns:a16="http://schemas.microsoft.com/office/drawing/2014/main" id="{888B66DE-6B52-AAC6-2C99-DC3DD0BAC4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9938" y="5557839"/>
                        <a:ext cx="4006850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6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6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6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6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36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36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636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636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36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7954" name="Object 2">
            <a:extLst>
              <a:ext uri="{FF2B5EF4-FFF2-40B4-BE49-F238E27FC236}">
                <a16:creationId xmlns:a16="http://schemas.microsoft.com/office/drawing/2014/main" id="{43C24FC5-4CC7-D294-124E-7E0A769567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0375" y="1344613"/>
          <a:ext cx="2484438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02" name="Equation" r:id="rId3" imgW="37744400" imgH="5854700" progId="Equation.DSMT4">
                  <p:embed/>
                </p:oleObj>
              </mc:Choice>
              <mc:Fallback>
                <p:oleObj name="Equation" r:id="rId3" imgW="37744400" imgH="5854700" progId="Equation.DSMT4">
                  <p:embed/>
                  <p:pic>
                    <p:nvPicPr>
                      <p:cNvPr id="637954" name="Object 2">
                        <a:extLst>
                          <a:ext uri="{FF2B5EF4-FFF2-40B4-BE49-F238E27FC236}">
                            <a16:creationId xmlns:a16="http://schemas.microsoft.com/office/drawing/2014/main" id="{43C24FC5-4CC7-D294-124E-7E0A769567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1344613"/>
                        <a:ext cx="2484438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7955" name="Object 3">
            <a:extLst>
              <a:ext uri="{FF2B5EF4-FFF2-40B4-BE49-F238E27FC236}">
                <a16:creationId xmlns:a16="http://schemas.microsoft.com/office/drawing/2014/main" id="{F58A5B87-07A9-B5F3-2D5A-EFD23916E0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0589" y="1989138"/>
          <a:ext cx="5716587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03" name="Equation" r:id="rId5" imgW="86893400" imgH="15214600" progId="Equation.DSMT4">
                  <p:embed/>
                </p:oleObj>
              </mc:Choice>
              <mc:Fallback>
                <p:oleObj name="Equation" r:id="rId5" imgW="86893400" imgH="15214600" progId="Equation.DSMT4">
                  <p:embed/>
                  <p:pic>
                    <p:nvPicPr>
                      <p:cNvPr id="637955" name="Object 3">
                        <a:extLst>
                          <a:ext uri="{FF2B5EF4-FFF2-40B4-BE49-F238E27FC236}">
                            <a16:creationId xmlns:a16="http://schemas.microsoft.com/office/drawing/2014/main" id="{F58A5B87-07A9-B5F3-2D5A-EFD23916E0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0589" y="1989138"/>
                        <a:ext cx="5716587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7956" name="Object 4">
            <a:extLst>
              <a:ext uri="{FF2B5EF4-FFF2-40B4-BE49-F238E27FC236}">
                <a16:creationId xmlns:a16="http://schemas.microsoft.com/office/drawing/2014/main" id="{0483942E-D8E8-C568-2876-B81CD40CFB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2025" y="4632326"/>
          <a:ext cx="421640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04" name="Equation" r:id="rId7" imgW="64071500" imgH="10236200" progId="Equation.DSMT4">
                  <p:embed/>
                </p:oleObj>
              </mc:Choice>
              <mc:Fallback>
                <p:oleObj name="Equation" r:id="rId7" imgW="64071500" imgH="10236200" progId="Equation.DSMT4">
                  <p:embed/>
                  <p:pic>
                    <p:nvPicPr>
                      <p:cNvPr id="637956" name="Object 4">
                        <a:extLst>
                          <a:ext uri="{FF2B5EF4-FFF2-40B4-BE49-F238E27FC236}">
                            <a16:creationId xmlns:a16="http://schemas.microsoft.com/office/drawing/2014/main" id="{0483942E-D8E8-C568-2876-B81CD40CFB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2025" y="4632326"/>
                        <a:ext cx="4216400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7957" name="Object 5">
            <a:extLst>
              <a:ext uri="{FF2B5EF4-FFF2-40B4-BE49-F238E27FC236}">
                <a16:creationId xmlns:a16="http://schemas.microsoft.com/office/drawing/2014/main" id="{983789BF-CD85-736C-4418-12D6CE0B3A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4875" y="3338513"/>
          <a:ext cx="51816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05" name="Equation" r:id="rId9" imgW="78701900" imgH="10528300" progId="Equation.DSMT4">
                  <p:embed/>
                </p:oleObj>
              </mc:Choice>
              <mc:Fallback>
                <p:oleObj name="Equation" r:id="rId9" imgW="78701900" imgH="10528300" progId="Equation.DSMT4">
                  <p:embed/>
                  <p:pic>
                    <p:nvPicPr>
                      <p:cNvPr id="637957" name="Object 5">
                        <a:extLst>
                          <a:ext uri="{FF2B5EF4-FFF2-40B4-BE49-F238E27FC236}">
                            <a16:creationId xmlns:a16="http://schemas.microsoft.com/office/drawing/2014/main" id="{983789BF-CD85-736C-4418-12D6CE0B3A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75" y="3338513"/>
                        <a:ext cx="5181600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7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37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37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637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37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8978" name="Object 2">
            <a:extLst>
              <a:ext uri="{FF2B5EF4-FFF2-40B4-BE49-F238E27FC236}">
                <a16:creationId xmlns:a16="http://schemas.microsoft.com/office/drawing/2014/main" id="{D7C620F7-B4DD-3443-933A-BD4DC0FAC9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95576" y="352426"/>
          <a:ext cx="2143125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40" name="Equation" r:id="rId3" imgW="27800300" imgH="10528300" progId="Equation.DSMT4">
                  <p:embed/>
                </p:oleObj>
              </mc:Choice>
              <mc:Fallback>
                <p:oleObj name="Equation" r:id="rId3" imgW="27800300" imgH="10528300" progId="Equation.DSMT4">
                  <p:embed/>
                  <p:pic>
                    <p:nvPicPr>
                      <p:cNvPr id="638978" name="Object 2">
                        <a:extLst>
                          <a:ext uri="{FF2B5EF4-FFF2-40B4-BE49-F238E27FC236}">
                            <a16:creationId xmlns:a16="http://schemas.microsoft.com/office/drawing/2014/main" id="{D7C620F7-B4DD-3443-933A-BD4DC0FAC9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5576" y="352426"/>
                        <a:ext cx="2143125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8979" name="Object 3">
            <a:extLst>
              <a:ext uri="{FF2B5EF4-FFF2-40B4-BE49-F238E27FC236}">
                <a16:creationId xmlns:a16="http://schemas.microsoft.com/office/drawing/2014/main" id="{B1675FD1-CF27-FEAF-28AB-D7E829CB2C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03564" y="1300164"/>
          <a:ext cx="136683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41" name="Equation" r:id="rId5" imgW="19011900" imgH="5270500" progId="Equation.DSMT4">
                  <p:embed/>
                </p:oleObj>
              </mc:Choice>
              <mc:Fallback>
                <p:oleObj name="Equation" r:id="rId5" imgW="19011900" imgH="5270500" progId="Equation.DSMT4">
                  <p:embed/>
                  <p:pic>
                    <p:nvPicPr>
                      <p:cNvPr id="638979" name="Object 3">
                        <a:extLst>
                          <a:ext uri="{FF2B5EF4-FFF2-40B4-BE49-F238E27FC236}">
                            <a16:creationId xmlns:a16="http://schemas.microsoft.com/office/drawing/2014/main" id="{B1675FD1-CF27-FEAF-28AB-D7E829CB2C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3564" y="1300164"/>
                        <a:ext cx="1366837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8980" name="Object 4">
            <a:extLst>
              <a:ext uri="{FF2B5EF4-FFF2-40B4-BE49-F238E27FC236}">
                <a16:creationId xmlns:a16="http://schemas.microsoft.com/office/drawing/2014/main" id="{1B467651-EFB1-5049-4B1C-0E708D2AB1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65476" y="1890714"/>
          <a:ext cx="2714625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42" name="Equation" r:id="rId7" imgW="41249600" imgH="10528300" progId="Equation.DSMT4">
                  <p:embed/>
                </p:oleObj>
              </mc:Choice>
              <mc:Fallback>
                <p:oleObj name="Equation" r:id="rId7" imgW="41249600" imgH="10528300" progId="Equation.DSMT4">
                  <p:embed/>
                  <p:pic>
                    <p:nvPicPr>
                      <p:cNvPr id="638980" name="Object 4">
                        <a:extLst>
                          <a:ext uri="{FF2B5EF4-FFF2-40B4-BE49-F238E27FC236}">
                            <a16:creationId xmlns:a16="http://schemas.microsoft.com/office/drawing/2014/main" id="{1B467651-EFB1-5049-4B1C-0E708D2AB1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5476" y="1890714"/>
                        <a:ext cx="2714625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8981" name="Object 5">
            <a:extLst>
              <a:ext uri="{FF2B5EF4-FFF2-40B4-BE49-F238E27FC236}">
                <a16:creationId xmlns:a16="http://schemas.microsoft.com/office/drawing/2014/main" id="{729E4B49-73DF-3DD5-7941-E057B42714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8488" y="2820988"/>
          <a:ext cx="5719762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43" name="Equation" r:id="rId9" imgW="86893400" imgH="11112500" progId="Equation.DSMT4">
                  <p:embed/>
                </p:oleObj>
              </mc:Choice>
              <mc:Fallback>
                <p:oleObj name="Equation" r:id="rId9" imgW="86893400" imgH="11112500" progId="Equation.DSMT4">
                  <p:embed/>
                  <p:pic>
                    <p:nvPicPr>
                      <p:cNvPr id="638981" name="Object 5">
                        <a:extLst>
                          <a:ext uri="{FF2B5EF4-FFF2-40B4-BE49-F238E27FC236}">
                            <a16:creationId xmlns:a16="http://schemas.microsoft.com/office/drawing/2014/main" id="{729E4B49-73DF-3DD5-7941-E057B42714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488" y="2820988"/>
                        <a:ext cx="5719762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8982" name="Object 6">
            <a:extLst>
              <a:ext uri="{FF2B5EF4-FFF2-40B4-BE49-F238E27FC236}">
                <a16:creationId xmlns:a16="http://schemas.microsoft.com/office/drawing/2014/main" id="{4353FA9A-4701-FCC7-A098-BA687D60CD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5938" y="5114925"/>
          <a:ext cx="5702300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44" name="Equation" r:id="rId11" imgW="86601300" imgH="14630400" progId="Equation.DSMT4">
                  <p:embed/>
                </p:oleObj>
              </mc:Choice>
              <mc:Fallback>
                <p:oleObj name="Equation" r:id="rId11" imgW="86601300" imgH="14630400" progId="Equation.DSMT4">
                  <p:embed/>
                  <p:pic>
                    <p:nvPicPr>
                      <p:cNvPr id="638982" name="Object 6">
                        <a:extLst>
                          <a:ext uri="{FF2B5EF4-FFF2-40B4-BE49-F238E27FC236}">
                            <a16:creationId xmlns:a16="http://schemas.microsoft.com/office/drawing/2014/main" id="{4353FA9A-4701-FCC7-A098-BA687D60CD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5938" y="5114925"/>
                        <a:ext cx="5702300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8983" name="Object 7">
            <a:extLst>
              <a:ext uri="{FF2B5EF4-FFF2-40B4-BE49-F238E27FC236}">
                <a16:creationId xmlns:a16="http://schemas.microsoft.com/office/drawing/2014/main" id="{0065D91F-12B7-48F0-D5DB-CBFCFCC048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3250" y="3849688"/>
          <a:ext cx="6008688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45" name="Equation" r:id="rId13" imgW="91287600" imgH="14630400" progId="Equation.DSMT4">
                  <p:embed/>
                </p:oleObj>
              </mc:Choice>
              <mc:Fallback>
                <p:oleObj name="Equation" r:id="rId13" imgW="91287600" imgH="14630400" progId="Equation.DSMT4">
                  <p:embed/>
                  <p:pic>
                    <p:nvPicPr>
                      <p:cNvPr id="638983" name="Object 7">
                        <a:extLst>
                          <a:ext uri="{FF2B5EF4-FFF2-40B4-BE49-F238E27FC236}">
                            <a16:creationId xmlns:a16="http://schemas.microsoft.com/office/drawing/2014/main" id="{0065D91F-12B7-48F0-D5DB-CBFCFCC048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3849688"/>
                        <a:ext cx="6008688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algn="ctr">
                            <a:solidFill>
                              <a:srgbClr val="FF9900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8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8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38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638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38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38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638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638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38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002" name="Rectangle 2">
            <a:extLst>
              <a:ext uri="{FF2B5EF4-FFF2-40B4-BE49-F238E27FC236}">
                <a16:creationId xmlns:a16="http://schemas.microsoft.com/office/drawing/2014/main" id="{E85F53D7-DE89-1049-A1FC-AB4A88819975}"/>
              </a:ext>
            </a:extLst>
          </p:cNvPr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2424114" y="1125538"/>
            <a:ext cx="7775575" cy="2087562"/>
          </a:xfrm>
        </p:spPr>
        <p:txBody>
          <a:bodyPr/>
          <a:lstStyle/>
          <a:p>
            <a:pPr marL="0" indent="0">
              <a:buBlip>
                <a:blip r:embed="rId3"/>
              </a:buBlip>
            </a:pPr>
            <a:r>
              <a:rPr lang="en-US" altLang="zh-CN" sz="2800">
                <a:solidFill>
                  <a:srgbClr val="9966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800">
                <a:solidFill>
                  <a:srgbClr val="996600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800">
                <a:solidFill>
                  <a:srgbClr val="996600"/>
                </a:solidFill>
                <a:latin typeface="宋体" panose="02010600030101010101" pitchFamily="2" charset="-122"/>
              </a:rPr>
              <a:t>12</a:t>
            </a:r>
            <a:r>
              <a:rPr lang="zh-CN" altLang="en-US" sz="2800">
                <a:solidFill>
                  <a:srgbClr val="996600"/>
                </a:solidFill>
                <a:latin typeface="宋体" panose="02010600030101010101" pitchFamily="2" charset="-122"/>
              </a:rPr>
              <a:t>：两台机床生产同一个型号的滚珠，从甲机床生产的滚珠中抽取</a:t>
            </a:r>
            <a:r>
              <a:rPr lang="en-US" altLang="zh-CN" sz="2800">
                <a:solidFill>
                  <a:srgbClr val="996600"/>
                </a:solidFill>
                <a:latin typeface="宋体" panose="02010600030101010101" pitchFamily="2" charset="-122"/>
              </a:rPr>
              <a:t>8</a:t>
            </a:r>
            <a:r>
              <a:rPr lang="zh-CN" altLang="en-US" sz="2800">
                <a:solidFill>
                  <a:srgbClr val="996600"/>
                </a:solidFill>
                <a:latin typeface="宋体" panose="02010600030101010101" pitchFamily="2" charset="-122"/>
              </a:rPr>
              <a:t>个，从乙机床生产的滚珠中抽取</a:t>
            </a:r>
            <a:r>
              <a:rPr lang="en-US" altLang="zh-CN" sz="2800">
                <a:solidFill>
                  <a:srgbClr val="996600"/>
                </a:solidFill>
                <a:latin typeface="宋体" panose="02010600030101010101" pitchFamily="2" charset="-122"/>
              </a:rPr>
              <a:t>9</a:t>
            </a:r>
            <a:r>
              <a:rPr lang="zh-CN" altLang="en-US" sz="2800">
                <a:solidFill>
                  <a:srgbClr val="996600"/>
                </a:solidFill>
                <a:latin typeface="宋体" panose="02010600030101010101" pitchFamily="2" charset="-122"/>
              </a:rPr>
              <a:t>个，测得这	些滚珠得直径</a:t>
            </a:r>
            <a:r>
              <a:rPr lang="en-US" altLang="zh-CN" sz="2800">
                <a:solidFill>
                  <a:srgbClr val="9966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800">
                <a:solidFill>
                  <a:srgbClr val="996600"/>
                </a:solidFill>
                <a:latin typeface="宋体" panose="02010600030101010101" pitchFamily="2" charset="-122"/>
              </a:rPr>
              <a:t>毫米</a:t>
            </a:r>
            <a:r>
              <a:rPr lang="en-US" altLang="zh-CN" sz="2800">
                <a:solidFill>
                  <a:srgbClr val="9966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800">
                <a:solidFill>
                  <a:srgbClr val="996600"/>
                </a:solidFill>
                <a:latin typeface="宋体" panose="02010600030101010101" pitchFamily="2" charset="-122"/>
              </a:rPr>
              <a:t>如下</a:t>
            </a:r>
            <a:r>
              <a:rPr lang="en-US" altLang="zh-CN" sz="2800">
                <a:solidFill>
                  <a:srgbClr val="996600"/>
                </a:solidFill>
                <a:latin typeface="宋体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2000">
                <a:solidFill>
                  <a:srgbClr val="9966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000">
                <a:solidFill>
                  <a:srgbClr val="996600"/>
                </a:solidFill>
                <a:latin typeface="宋体" panose="02010600030101010101" pitchFamily="2" charset="-122"/>
              </a:rPr>
              <a:t>甲机床 </a:t>
            </a:r>
            <a:r>
              <a:rPr lang="en-US" altLang="zh-CN" sz="2000">
                <a:solidFill>
                  <a:srgbClr val="996600"/>
                </a:solidFill>
                <a:latin typeface="宋体" panose="02010600030101010101" pitchFamily="2" charset="-122"/>
              </a:rPr>
              <a:t>15.0  14.8  15.2  15.4  14.9  15.1  15.2  14.8</a:t>
            </a:r>
          </a:p>
          <a:p>
            <a:pPr marL="0" indent="0">
              <a:buNone/>
            </a:pPr>
            <a:r>
              <a:rPr lang="en-US" altLang="zh-CN" sz="2000">
                <a:solidFill>
                  <a:srgbClr val="9966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000">
                <a:solidFill>
                  <a:srgbClr val="996600"/>
                </a:solidFill>
                <a:latin typeface="宋体" panose="02010600030101010101" pitchFamily="2" charset="-122"/>
              </a:rPr>
              <a:t>乙机床 </a:t>
            </a:r>
            <a:r>
              <a:rPr lang="en-US" altLang="zh-CN" sz="2000">
                <a:solidFill>
                  <a:srgbClr val="996600"/>
                </a:solidFill>
                <a:latin typeface="宋体" panose="02010600030101010101" pitchFamily="2" charset="-122"/>
              </a:rPr>
              <a:t>15.2  15.0  14.8  15.1  14.6  14.8  15.1  14.5 15.0</a:t>
            </a:r>
          </a:p>
        </p:txBody>
      </p:sp>
      <p:graphicFrame>
        <p:nvGraphicFramePr>
          <p:cNvPr id="640003" name="Object 3">
            <a:extLst>
              <a:ext uri="{FF2B5EF4-FFF2-40B4-BE49-F238E27FC236}">
                <a16:creationId xmlns:a16="http://schemas.microsoft.com/office/drawing/2014/main" id="{E9F0CA6D-FB7E-0AFA-79D2-EDD8727178DB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657475" y="3533776"/>
          <a:ext cx="7513638" cy="2481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29" name="Equation" r:id="rId4" imgW="103568500" imgH="38328600" progId="Equation.DSMT4">
                  <p:embed/>
                </p:oleObj>
              </mc:Choice>
              <mc:Fallback>
                <p:oleObj name="Equation" r:id="rId4" imgW="103568500" imgH="38328600" progId="Equation.DSMT4">
                  <p:embed/>
                  <p:pic>
                    <p:nvPicPr>
                      <p:cNvPr id="640003" name="Object 3">
                        <a:extLst>
                          <a:ext uri="{FF2B5EF4-FFF2-40B4-BE49-F238E27FC236}">
                            <a16:creationId xmlns:a16="http://schemas.microsoft.com/office/drawing/2014/main" id="{E9F0CA6D-FB7E-0AFA-79D2-EDD8727178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7475" y="3533776"/>
                        <a:ext cx="7513638" cy="2481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blinds dir="vert"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1026" name="Object 2">
            <a:extLst>
              <a:ext uri="{FF2B5EF4-FFF2-40B4-BE49-F238E27FC236}">
                <a16:creationId xmlns:a16="http://schemas.microsoft.com/office/drawing/2014/main" id="{B569DAFC-4515-C0C9-F36D-31783A8F22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1125" y="1144589"/>
          <a:ext cx="718185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09" name="Equation" r:id="rId3" imgW="98005900" imgH="5562600" progId="Equation.DSMT4">
                  <p:embed/>
                </p:oleObj>
              </mc:Choice>
              <mc:Fallback>
                <p:oleObj name="Equation" r:id="rId3" imgW="98005900" imgH="5562600" progId="Equation.DSMT4">
                  <p:embed/>
                  <p:pic>
                    <p:nvPicPr>
                      <p:cNvPr id="641026" name="Object 2">
                        <a:extLst>
                          <a:ext uri="{FF2B5EF4-FFF2-40B4-BE49-F238E27FC236}">
                            <a16:creationId xmlns:a16="http://schemas.microsoft.com/office/drawing/2014/main" id="{B569DAFC-4515-C0C9-F36D-31783A8F22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125" y="1144589"/>
                        <a:ext cx="718185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27" name="Object 3">
            <a:extLst>
              <a:ext uri="{FF2B5EF4-FFF2-40B4-BE49-F238E27FC236}">
                <a16:creationId xmlns:a16="http://schemas.microsoft.com/office/drawing/2014/main" id="{D70D0A9C-01F6-F1DC-C73C-C48F69A7AE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65450" y="3836988"/>
          <a:ext cx="6223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10" name="Equation" r:id="rId5" imgW="95669100" imgH="5854700" progId="Equation.DSMT4">
                  <p:embed/>
                </p:oleObj>
              </mc:Choice>
              <mc:Fallback>
                <p:oleObj name="Equation" r:id="rId5" imgW="95669100" imgH="5854700" progId="Equation.DSMT4">
                  <p:embed/>
                  <p:pic>
                    <p:nvPicPr>
                      <p:cNvPr id="641027" name="Object 3">
                        <a:extLst>
                          <a:ext uri="{FF2B5EF4-FFF2-40B4-BE49-F238E27FC236}">
                            <a16:creationId xmlns:a16="http://schemas.microsoft.com/office/drawing/2014/main" id="{D70D0A9C-01F6-F1DC-C73C-C48F69A7AE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450" y="3836988"/>
                        <a:ext cx="6223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28" name="Object 4">
            <a:extLst>
              <a:ext uri="{FF2B5EF4-FFF2-40B4-BE49-F238E27FC236}">
                <a16:creationId xmlns:a16="http://schemas.microsoft.com/office/drawing/2014/main" id="{230714B2-AE95-747D-33A1-EBBE63E207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9725" y="1697038"/>
          <a:ext cx="593883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11" name="Equation" r:id="rId7" imgW="81038700" imgH="10528300" progId="Equation.DSMT4">
                  <p:embed/>
                </p:oleObj>
              </mc:Choice>
              <mc:Fallback>
                <p:oleObj name="Equation" r:id="rId7" imgW="81038700" imgH="10528300" progId="Equation.DSMT4">
                  <p:embed/>
                  <p:pic>
                    <p:nvPicPr>
                      <p:cNvPr id="641028" name="Object 4">
                        <a:extLst>
                          <a:ext uri="{FF2B5EF4-FFF2-40B4-BE49-F238E27FC236}">
                            <a16:creationId xmlns:a16="http://schemas.microsoft.com/office/drawing/2014/main" id="{230714B2-AE95-747D-33A1-EBBE63E207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9725" y="1697038"/>
                        <a:ext cx="5938838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29" name="Object 5">
            <a:extLst>
              <a:ext uri="{FF2B5EF4-FFF2-40B4-BE49-F238E27FC236}">
                <a16:creationId xmlns:a16="http://schemas.microsoft.com/office/drawing/2014/main" id="{6BD83F88-DFA4-AC69-ED1B-C02C119DDC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13300" y="2255838"/>
          <a:ext cx="27892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12" name="Equation" r:id="rId9" imgW="38036500" imgH="12293600" progId="Equation.DSMT4">
                  <p:embed/>
                </p:oleObj>
              </mc:Choice>
              <mc:Fallback>
                <p:oleObj name="Equation" r:id="rId9" imgW="38036500" imgH="12293600" progId="Equation.DSMT4">
                  <p:embed/>
                  <p:pic>
                    <p:nvPicPr>
                      <p:cNvPr id="641029" name="Object 5">
                        <a:extLst>
                          <a:ext uri="{FF2B5EF4-FFF2-40B4-BE49-F238E27FC236}">
                            <a16:creationId xmlns:a16="http://schemas.microsoft.com/office/drawing/2014/main" id="{6BD83F88-DFA4-AC69-ED1B-C02C119DDC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3300" y="2255838"/>
                        <a:ext cx="2789238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30" name="Object 6">
            <a:extLst>
              <a:ext uri="{FF2B5EF4-FFF2-40B4-BE49-F238E27FC236}">
                <a16:creationId xmlns:a16="http://schemas.microsoft.com/office/drawing/2014/main" id="{46400537-25AA-513E-4129-E88EE2278A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02000" y="3182938"/>
          <a:ext cx="581025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13" name="Equation" r:id="rId11" imgW="79286100" imgH="5854700" progId="Equation.DSMT4">
                  <p:embed/>
                </p:oleObj>
              </mc:Choice>
              <mc:Fallback>
                <p:oleObj name="Equation" r:id="rId11" imgW="79286100" imgH="5854700" progId="Equation.DSMT4">
                  <p:embed/>
                  <p:pic>
                    <p:nvPicPr>
                      <p:cNvPr id="641030" name="Object 6">
                        <a:extLst>
                          <a:ext uri="{FF2B5EF4-FFF2-40B4-BE49-F238E27FC236}">
                            <a16:creationId xmlns:a16="http://schemas.microsoft.com/office/drawing/2014/main" id="{46400537-25AA-513E-4129-E88EE2278A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3182938"/>
                        <a:ext cx="581025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31" name="Object 7">
            <a:extLst>
              <a:ext uri="{FF2B5EF4-FFF2-40B4-BE49-F238E27FC236}">
                <a16:creationId xmlns:a16="http://schemas.microsoft.com/office/drawing/2014/main" id="{EAC1CD78-5AC7-DEB4-9D17-8CDCF025FA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19425" y="5164138"/>
          <a:ext cx="4889500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14" name="Equation" r:id="rId13" imgW="66700400" imgH="9652000" progId="Equation.DSMT4">
                  <p:embed/>
                </p:oleObj>
              </mc:Choice>
              <mc:Fallback>
                <p:oleObj name="Equation" r:id="rId13" imgW="66700400" imgH="9652000" progId="Equation.DSMT4">
                  <p:embed/>
                  <p:pic>
                    <p:nvPicPr>
                      <p:cNvPr id="641031" name="Object 7">
                        <a:extLst>
                          <a:ext uri="{FF2B5EF4-FFF2-40B4-BE49-F238E27FC236}">
                            <a16:creationId xmlns:a16="http://schemas.microsoft.com/office/drawing/2014/main" id="{EAC1CD78-5AC7-DEB4-9D17-8CDCF025FA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9425" y="5164138"/>
                        <a:ext cx="4889500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32" name="Object 8">
            <a:extLst>
              <a:ext uri="{FF2B5EF4-FFF2-40B4-BE49-F238E27FC236}">
                <a16:creationId xmlns:a16="http://schemas.microsoft.com/office/drawing/2014/main" id="{BE3BBF51-D4AB-BAB7-AADF-E2F7AB0CF5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9625" y="4289425"/>
          <a:ext cx="400843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15" name="Equation" r:id="rId15" imgW="54711600" imgH="10528300" progId="Equation.DSMT4">
                  <p:embed/>
                </p:oleObj>
              </mc:Choice>
              <mc:Fallback>
                <p:oleObj name="Equation" r:id="rId15" imgW="54711600" imgH="10528300" progId="Equation.DSMT4">
                  <p:embed/>
                  <p:pic>
                    <p:nvPicPr>
                      <p:cNvPr id="641032" name="Object 8">
                        <a:extLst>
                          <a:ext uri="{FF2B5EF4-FFF2-40B4-BE49-F238E27FC236}">
                            <a16:creationId xmlns:a16="http://schemas.microsoft.com/office/drawing/2014/main" id="{BE3BBF51-D4AB-BAB7-AADF-E2F7AB0CF5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625" y="4289425"/>
                        <a:ext cx="4008438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33" name="Object 9">
            <a:extLst>
              <a:ext uri="{FF2B5EF4-FFF2-40B4-BE49-F238E27FC236}">
                <a16:creationId xmlns:a16="http://schemas.microsoft.com/office/drawing/2014/main" id="{CF56E626-5F6A-5ED9-99AD-7745077107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62325" y="5957888"/>
          <a:ext cx="347345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16" name="Equation" r:id="rId17" imgW="47396400" imgH="5854700" progId="Equation.DSMT4">
                  <p:embed/>
                </p:oleObj>
              </mc:Choice>
              <mc:Fallback>
                <p:oleObj name="Equation" r:id="rId17" imgW="47396400" imgH="5854700" progId="Equation.DSMT4">
                  <p:embed/>
                  <p:pic>
                    <p:nvPicPr>
                      <p:cNvPr id="641033" name="Object 9">
                        <a:extLst>
                          <a:ext uri="{FF2B5EF4-FFF2-40B4-BE49-F238E27FC236}">
                            <a16:creationId xmlns:a16="http://schemas.microsoft.com/office/drawing/2014/main" id="{CF56E626-5F6A-5ED9-99AD-7745077107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2325" y="5957888"/>
                        <a:ext cx="347345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1034" name="Object 10">
            <a:extLst>
              <a:ext uri="{FF2B5EF4-FFF2-40B4-BE49-F238E27FC236}">
                <a16:creationId xmlns:a16="http://schemas.microsoft.com/office/drawing/2014/main" id="{32D04E56-BF0C-6E36-5D8B-AE3DD86074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51750" y="4173538"/>
          <a:ext cx="3016250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17" name="Equation" r:id="rId19" imgW="44183300" imgH="15506700" progId="Equation.DSMT4">
                  <p:embed/>
                </p:oleObj>
              </mc:Choice>
              <mc:Fallback>
                <p:oleObj name="Equation" r:id="rId19" imgW="44183300" imgH="15506700" progId="Equation.DSMT4">
                  <p:embed/>
                  <p:pic>
                    <p:nvPicPr>
                      <p:cNvPr id="641034" name="Object 10">
                        <a:extLst>
                          <a:ext uri="{FF2B5EF4-FFF2-40B4-BE49-F238E27FC236}">
                            <a16:creationId xmlns:a16="http://schemas.microsoft.com/office/drawing/2014/main" id="{32D04E56-BF0C-6E36-5D8B-AE3DD86074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1750" y="4173538"/>
                        <a:ext cx="3016250" cy="1058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1035" name="Oval 11">
            <a:extLst>
              <a:ext uri="{FF2B5EF4-FFF2-40B4-BE49-F238E27FC236}">
                <a16:creationId xmlns:a16="http://schemas.microsoft.com/office/drawing/2014/main" id="{3D019212-DF36-AC54-12B9-FE43546BC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3488" y="4443517"/>
            <a:ext cx="3084512" cy="652255"/>
          </a:xfrm>
          <a:prstGeom prst="ellipse">
            <a:avLst/>
          </a:prstGeom>
          <a:noFill/>
          <a:ln w="19050">
            <a:solidFill>
              <a:srgbClr val="FFCC00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4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4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4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4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4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4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4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4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41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41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4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4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41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41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074" name="Text Box 2">
            <a:extLst>
              <a:ext uri="{FF2B5EF4-FFF2-40B4-BE49-F238E27FC236}">
                <a16:creationId xmlns:a16="http://schemas.microsoft.com/office/drawing/2014/main" id="{F11DEE89-E861-93F6-AAF5-E06E98C8C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1962" y="1773238"/>
            <a:ext cx="1314376" cy="42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lIns="90000" tIns="46800" rIns="90000" bIns="46800">
            <a:spAutoFit/>
          </a:bodyPr>
          <a:lstStyle>
            <a:lvl1pPr marL="2286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7A77"/>
              </a:buClr>
              <a:buSzPct val="80000"/>
            </a:pPr>
            <a:r>
              <a:rPr kumimoji="0" lang="en-US" altLang="zh-CN" sz="1600">
                <a:solidFill>
                  <a:srgbClr val="FF9900"/>
                </a:solidFill>
                <a:latin typeface="宋体" panose="02010600030101010101" pitchFamily="2" charset="-122"/>
              </a:rPr>
              <a:t>[</a:t>
            </a:r>
            <a:r>
              <a:rPr kumimoji="0" lang="zh-CN" altLang="en-US" sz="1600">
                <a:solidFill>
                  <a:srgbClr val="FF9900"/>
                </a:solidFill>
                <a:latin typeface="宋体" panose="02010600030101010101" pitchFamily="2" charset="-122"/>
              </a:rPr>
              <a:t>说明</a:t>
            </a:r>
            <a:r>
              <a:rPr kumimoji="0" lang="en-US" altLang="zh-CN" sz="1600">
                <a:solidFill>
                  <a:srgbClr val="FF9900"/>
                </a:solidFill>
                <a:latin typeface="宋体" panose="02010600030101010101" pitchFamily="2" charset="-122"/>
              </a:rPr>
              <a:t>] </a:t>
            </a:r>
            <a:r>
              <a:rPr kumimoji="0" lang="zh-CN" altLang="en-US" sz="1600">
                <a:solidFill>
                  <a:srgbClr val="FF9900"/>
                </a:solidFill>
                <a:latin typeface="宋体" panose="02010600030101010101" pitchFamily="2" charset="-122"/>
              </a:rPr>
              <a:t>置信区间包含两方面含义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7A77"/>
              </a:buClr>
              <a:buSzPct val="80000"/>
            </a:pPr>
            <a:r>
              <a:rPr kumimoji="0" lang="zh-CN" altLang="en-US" sz="1600">
                <a:solidFill>
                  <a:srgbClr val="FF9900"/>
                </a:solidFill>
                <a:latin typeface="宋体" panose="02010600030101010101" pitchFamily="2" charset="-122"/>
              </a:rPr>
              <a:t>    </a:t>
            </a:r>
            <a:r>
              <a:rPr kumimoji="0" lang="en-US" altLang="zh-CN" sz="1600">
                <a:solidFill>
                  <a:srgbClr val="FF9900"/>
                </a:solidFill>
                <a:latin typeface="宋体" panose="02010600030101010101" pitchFamily="2" charset="-122"/>
              </a:rPr>
              <a:t>1.</a:t>
            </a:r>
            <a:r>
              <a:rPr kumimoji="0" lang="zh-CN" altLang="en-US" sz="1600">
                <a:solidFill>
                  <a:srgbClr val="FF9900"/>
                </a:solidFill>
                <a:latin typeface="宋体" panose="02010600030101010101" pitchFamily="2" charset="-122"/>
              </a:rPr>
              <a:t>置信水平  </a:t>
            </a:r>
            <a:r>
              <a:rPr kumimoji="0" lang="en-US" altLang="zh-CN" sz="1600">
                <a:solidFill>
                  <a:srgbClr val="FF9900"/>
                </a:solidFill>
                <a:latin typeface="宋体" panose="02010600030101010101" pitchFamily="2" charset="-122"/>
              </a:rPr>
              <a:t>2.</a:t>
            </a:r>
            <a:r>
              <a:rPr kumimoji="0" lang="zh-CN" altLang="en-US" sz="1600">
                <a:solidFill>
                  <a:srgbClr val="FF9900"/>
                </a:solidFill>
                <a:latin typeface="宋体" panose="02010600030101010101" pitchFamily="2" charset="-122"/>
              </a:rPr>
              <a:t>区间长度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7A77"/>
              </a:buClr>
              <a:buSzPct val="80000"/>
              <a:buBlip>
                <a:blip r:embed="rId3"/>
              </a:buBlip>
            </a:pPr>
            <a:r>
              <a:rPr kumimoji="0" lang="zh-CN" altLang="en-US" sz="1600">
                <a:solidFill>
                  <a:srgbClr val="3366FF"/>
                </a:solidFill>
                <a:latin typeface="宋体" panose="02010600030101010101" pitchFamily="2" charset="-122"/>
              </a:rPr>
              <a:t>置信水平越高，区间越大，但区间精确度差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7A77"/>
              </a:buClr>
              <a:buSzPct val="80000"/>
              <a:buBlip>
                <a:blip r:embed="rId3"/>
              </a:buBlip>
            </a:pPr>
            <a:r>
              <a:rPr kumimoji="0" lang="zh-CN" altLang="en-US" sz="1600">
                <a:solidFill>
                  <a:srgbClr val="3366FF"/>
                </a:solidFill>
                <a:latin typeface="宋体" panose="02010600030101010101" pitchFamily="2" charset="-122"/>
              </a:rPr>
              <a:t>置信区间越小，精确度高，但置信水平差</a:t>
            </a:r>
          </a:p>
        </p:txBody>
      </p:sp>
      <p:graphicFrame>
        <p:nvGraphicFramePr>
          <p:cNvPr id="643075" name="Object 3">
            <a:extLst>
              <a:ext uri="{FF2B5EF4-FFF2-40B4-BE49-F238E27FC236}">
                <a16:creationId xmlns:a16="http://schemas.microsoft.com/office/drawing/2014/main" id="{62F9BF4B-A639-71BC-CB6C-C865867783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0014" y="981076"/>
          <a:ext cx="555942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05" name="Equation" r:id="rId4" imgW="79870300" imgH="10528300" progId="Equation.DSMT4">
                  <p:embed/>
                </p:oleObj>
              </mc:Choice>
              <mc:Fallback>
                <p:oleObj name="Equation" r:id="rId4" imgW="79870300" imgH="10528300" progId="Equation.DSMT4">
                  <p:embed/>
                  <p:pic>
                    <p:nvPicPr>
                      <p:cNvPr id="643075" name="Object 3">
                        <a:extLst>
                          <a:ext uri="{FF2B5EF4-FFF2-40B4-BE49-F238E27FC236}">
                            <a16:creationId xmlns:a16="http://schemas.microsoft.com/office/drawing/2014/main" id="{62F9BF4B-A639-71BC-CB6C-C865867783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4" y="981076"/>
                        <a:ext cx="5559425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3076" name="Object 4">
            <a:extLst>
              <a:ext uri="{FF2B5EF4-FFF2-40B4-BE49-F238E27FC236}">
                <a16:creationId xmlns:a16="http://schemas.microsoft.com/office/drawing/2014/main" id="{EEE89848-2410-75C9-958C-BE939FD14B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4" y="1773239"/>
          <a:ext cx="4643437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06" name="Equation" r:id="rId6" imgW="66700400" imgH="11696700" progId="Equation.DSMT4">
                  <p:embed/>
                </p:oleObj>
              </mc:Choice>
              <mc:Fallback>
                <p:oleObj name="Equation" r:id="rId6" imgW="66700400" imgH="11696700" progId="Equation.DSMT4">
                  <p:embed/>
                  <p:pic>
                    <p:nvPicPr>
                      <p:cNvPr id="643076" name="Object 4">
                        <a:extLst>
                          <a:ext uri="{FF2B5EF4-FFF2-40B4-BE49-F238E27FC236}">
                            <a16:creationId xmlns:a16="http://schemas.microsoft.com/office/drawing/2014/main" id="{EEE89848-2410-75C9-958C-BE939FD14B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4" y="1773239"/>
                        <a:ext cx="4643437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3077" name="Object 5">
            <a:extLst>
              <a:ext uri="{FF2B5EF4-FFF2-40B4-BE49-F238E27FC236}">
                <a16:creationId xmlns:a16="http://schemas.microsoft.com/office/drawing/2014/main" id="{24FEC549-1C30-121F-3DEF-5EBE9DD105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0375" y="2708276"/>
          <a:ext cx="5621338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07" name="Equation" r:id="rId8" imgW="80746600" imgH="9067800" progId="Equation.DSMT4">
                  <p:embed/>
                </p:oleObj>
              </mc:Choice>
              <mc:Fallback>
                <p:oleObj name="Equation" r:id="rId8" imgW="80746600" imgH="9067800" progId="Equation.DSMT4">
                  <p:embed/>
                  <p:pic>
                    <p:nvPicPr>
                      <p:cNvPr id="643077" name="Object 5">
                        <a:extLst>
                          <a:ext uri="{FF2B5EF4-FFF2-40B4-BE49-F238E27FC236}">
                            <a16:creationId xmlns:a16="http://schemas.microsoft.com/office/drawing/2014/main" id="{24FEC549-1C30-121F-3DEF-5EBE9DD105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2708276"/>
                        <a:ext cx="5621338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3078" name="Object 6">
            <a:extLst>
              <a:ext uri="{FF2B5EF4-FFF2-40B4-BE49-F238E27FC236}">
                <a16:creationId xmlns:a16="http://schemas.microsoft.com/office/drawing/2014/main" id="{6FDD5FB9-2504-BAD8-130D-AE999F5910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4" y="3284539"/>
          <a:ext cx="5132387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08" name="Equation" r:id="rId10" imgW="73723500" imgH="10528300" progId="Equation.DSMT4">
                  <p:embed/>
                </p:oleObj>
              </mc:Choice>
              <mc:Fallback>
                <p:oleObj name="Equation" r:id="rId10" imgW="73723500" imgH="10528300" progId="Equation.DSMT4">
                  <p:embed/>
                  <p:pic>
                    <p:nvPicPr>
                      <p:cNvPr id="643078" name="Object 6">
                        <a:extLst>
                          <a:ext uri="{FF2B5EF4-FFF2-40B4-BE49-F238E27FC236}">
                            <a16:creationId xmlns:a16="http://schemas.microsoft.com/office/drawing/2014/main" id="{6FDD5FB9-2504-BAD8-130D-AE999F5910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4" y="3284539"/>
                        <a:ext cx="5132387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3079" name="Object 7">
            <a:extLst>
              <a:ext uri="{FF2B5EF4-FFF2-40B4-BE49-F238E27FC236}">
                <a16:creationId xmlns:a16="http://schemas.microsoft.com/office/drawing/2014/main" id="{54AF3CB6-F325-A76B-0915-9171C26BC4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3250" y="4365625"/>
          <a:ext cx="4592638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09" name="Equation" r:id="rId12" imgW="69049900" imgH="15214600" progId="Equation.DSMT4">
                  <p:embed/>
                </p:oleObj>
              </mc:Choice>
              <mc:Fallback>
                <p:oleObj name="Equation" r:id="rId12" imgW="69049900" imgH="15214600" progId="Equation.DSMT4">
                  <p:embed/>
                  <p:pic>
                    <p:nvPicPr>
                      <p:cNvPr id="643079" name="Object 7">
                        <a:extLst>
                          <a:ext uri="{FF2B5EF4-FFF2-40B4-BE49-F238E27FC236}">
                            <a16:creationId xmlns:a16="http://schemas.microsoft.com/office/drawing/2014/main" id="{54AF3CB6-F325-A76B-0915-9171C26BC4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4365625"/>
                        <a:ext cx="4592638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3080" name="Oval 8">
            <a:extLst>
              <a:ext uri="{FF2B5EF4-FFF2-40B4-BE49-F238E27FC236}">
                <a16:creationId xmlns:a16="http://schemas.microsoft.com/office/drawing/2014/main" id="{570242F9-AAEA-C69A-C9BE-B74D14FA3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889" y="4684023"/>
            <a:ext cx="5380037" cy="652255"/>
          </a:xfrm>
          <a:prstGeom prst="ellipse">
            <a:avLst/>
          </a:prstGeom>
          <a:noFill/>
          <a:ln w="19050">
            <a:solidFill>
              <a:srgbClr val="FFCC00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CN" sz="2400">
              <a:solidFill>
                <a:srgbClr val="007A77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4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4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4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4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4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4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4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4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3074" grpId="0" autoUpdateAnimBg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5218" name="Group 98">
            <a:extLst>
              <a:ext uri="{FF2B5EF4-FFF2-40B4-BE49-F238E27FC236}">
                <a16:creationId xmlns:a16="http://schemas.microsoft.com/office/drawing/2014/main" id="{3275B7CA-E76B-5C66-53FE-8E04F271043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31951" y="736600"/>
          <a:ext cx="8742363" cy="5835844"/>
        </p:xfrm>
        <a:graphic>
          <a:graphicData uri="http://schemas.openxmlformats.org/drawingml/2006/table">
            <a:tbl>
              <a:tblPr/>
              <a:tblGrid>
                <a:gridCol w="566738">
                  <a:extLst>
                    <a:ext uri="{9D8B030D-6E8A-4147-A177-3AD203B41FA5}">
                      <a16:colId xmlns:a16="http://schemas.microsoft.com/office/drawing/2014/main" val="74375016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558480531"/>
                    </a:ext>
                  </a:extLst>
                </a:gridCol>
                <a:gridCol w="947737">
                  <a:extLst>
                    <a:ext uri="{9D8B030D-6E8A-4147-A177-3AD203B41FA5}">
                      <a16:colId xmlns:a16="http://schemas.microsoft.com/office/drawing/2014/main" val="1791113053"/>
                    </a:ext>
                  </a:extLst>
                </a:gridCol>
                <a:gridCol w="2430463">
                  <a:extLst>
                    <a:ext uri="{9D8B030D-6E8A-4147-A177-3AD203B41FA5}">
                      <a16:colId xmlns:a16="http://schemas.microsoft.com/office/drawing/2014/main" val="360502033"/>
                    </a:ext>
                  </a:extLst>
                </a:gridCol>
                <a:gridCol w="2089150">
                  <a:extLst>
                    <a:ext uri="{9D8B030D-6E8A-4147-A177-3AD203B41FA5}">
                      <a16:colId xmlns:a16="http://schemas.microsoft.com/office/drawing/2014/main" val="3884342659"/>
                    </a:ext>
                  </a:extLst>
                </a:gridCol>
                <a:gridCol w="1870075">
                  <a:extLst>
                    <a:ext uri="{9D8B030D-6E8A-4147-A177-3AD203B41FA5}">
                      <a16:colId xmlns:a16="http://schemas.microsoft.com/office/drawing/2014/main" val="2820182348"/>
                    </a:ext>
                  </a:extLst>
                </a:gridCol>
              </a:tblGrid>
              <a:tr h="466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待估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参数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其他  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参数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 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 分 布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置信区间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单侧置信限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314558"/>
                  </a:ext>
                </a:extLst>
              </a:tr>
              <a:tr h="782638">
                <a:tc row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一个正态总体</a:t>
                      </a:r>
                    </a:p>
                  </a:txBody>
                  <a:tcPr marL="90000" marR="90000" marT="46800" marB="46800" vert="eaVert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237274"/>
                  </a:ext>
                </a:extLst>
              </a:tr>
              <a:tr h="747713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018326"/>
                  </a:ext>
                </a:extLst>
              </a:tr>
              <a:tr h="955675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52579"/>
                  </a:ext>
                </a:extLst>
              </a:tr>
              <a:tr h="779463">
                <a:tc row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两个正态总体</a:t>
                      </a:r>
                    </a:p>
                  </a:txBody>
                  <a:tcPr marL="90000" marR="90000" marT="46800" marB="46800" vert="eaVert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062170"/>
                  </a:ext>
                </a:extLst>
              </a:tr>
              <a:tr h="833438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530737"/>
                  </a:ext>
                </a:extLst>
              </a:tr>
              <a:tr h="1039813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CN" altLang="en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027378"/>
                  </a:ext>
                </a:extLst>
              </a:tr>
            </a:tbl>
          </a:graphicData>
        </a:graphic>
      </p:graphicFrame>
      <p:grpSp>
        <p:nvGrpSpPr>
          <p:cNvPr id="645184" name="Group 64">
            <a:extLst>
              <a:ext uri="{FF2B5EF4-FFF2-40B4-BE49-F238E27FC236}">
                <a16:creationId xmlns:a16="http://schemas.microsoft.com/office/drawing/2014/main" id="{42C81DA2-ADCF-CF20-DAEF-7AEBEC1E6607}"/>
              </a:ext>
            </a:extLst>
          </p:cNvPr>
          <p:cNvGrpSpPr>
            <a:grpSpLocks/>
          </p:cNvGrpSpPr>
          <p:nvPr/>
        </p:nvGrpSpPr>
        <p:grpSpPr bwMode="auto">
          <a:xfrm>
            <a:off x="2314576" y="1401763"/>
            <a:ext cx="8061325" cy="5130800"/>
            <a:chOff x="498" y="883"/>
            <a:chExt cx="5078" cy="3232"/>
          </a:xfrm>
        </p:grpSpPr>
        <p:graphicFrame>
          <p:nvGraphicFramePr>
            <p:cNvPr id="645185" name="Object 65">
              <a:extLst>
                <a:ext uri="{FF2B5EF4-FFF2-40B4-BE49-F238E27FC236}">
                  <a16:creationId xmlns:a16="http://schemas.microsoft.com/office/drawing/2014/main" id="{2812AE4D-96D9-B410-6C06-D37D2CD316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4" y="1070"/>
            <a:ext cx="172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11" name="Equation" r:id="rId3" imgW="3505200" imgH="3797300" progId="Equation.DSMT4">
                    <p:embed/>
                  </p:oleObj>
                </mc:Choice>
                <mc:Fallback>
                  <p:oleObj name="Equation" r:id="rId3" imgW="3505200" imgH="3797300" progId="Equation.DSMT4">
                    <p:embed/>
                    <p:pic>
                      <p:nvPicPr>
                        <p:cNvPr id="645185" name="Object 65">
                          <a:extLst>
                            <a:ext uri="{FF2B5EF4-FFF2-40B4-BE49-F238E27FC236}">
                              <a16:creationId xmlns:a16="http://schemas.microsoft.com/office/drawing/2014/main" id="{2812AE4D-96D9-B410-6C06-D37D2CD3161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4" y="1070"/>
                          <a:ext cx="172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86" name="Object 66">
              <a:extLst>
                <a:ext uri="{FF2B5EF4-FFF2-40B4-BE49-F238E27FC236}">
                  <a16:creationId xmlns:a16="http://schemas.microsoft.com/office/drawing/2014/main" id="{0A107A32-91CA-062A-6F4E-D966EC6D33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8" y="1564"/>
            <a:ext cx="172" cy="1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12" name="Equation" r:id="rId5" imgW="3505200" imgH="3797300" progId="Equation.DSMT4">
                    <p:embed/>
                  </p:oleObj>
                </mc:Choice>
                <mc:Fallback>
                  <p:oleObj name="Equation" r:id="rId5" imgW="3505200" imgH="3797300" progId="Equation.DSMT4">
                    <p:embed/>
                    <p:pic>
                      <p:nvPicPr>
                        <p:cNvPr id="645186" name="Object 66">
                          <a:extLst>
                            <a:ext uri="{FF2B5EF4-FFF2-40B4-BE49-F238E27FC236}">
                              <a16:creationId xmlns:a16="http://schemas.microsoft.com/office/drawing/2014/main" id="{0A107A32-91CA-062A-6F4E-D966EC6D33E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8" y="1564"/>
                          <a:ext cx="172" cy="1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87" name="Object 67">
              <a:extLst>
                <a:ext uri="{FF2B5EF4-FFF2-40B4-BE49-F238E27FC236}">
                  <a16:creationId xmlns:a16="http://schemas.microsoft.com/office/drawing/2014/main" id="{8216289D-C068-5D80-31AE-E8998FC3A1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59" y="2042"/>
            <a:ext cx="229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13" name="Equation" r:id="rId7" imgW="4686300" imgH="4686300" progId="Equation.DSMT4">
                    <p:embed/>
                  </p:oleObj>
                </mc:Choice>
                <mc:Fallback>
                  <p:oleObj name="Equation" r:id="rId7" imgW="4686300" imgH="4686300" progId="Equation.DSMT4">
                    <p:embed/>
                    <p:pic>
                      <p:nvPicPr>
                        <p:cNvPr id="645187" name="Object 67">
                          <a:extLst>
                            <a:ext uri="{FF2B5EF4-FFF2-40B4-BE49-F238E27FC236}">
                              <a16:creationId xmlns:a16="http://schemas.microsoft.com/office/drawing/2014/main" id="{8216289D-C068-5D80-31AE-E8998FC3A1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9" y="2042"/>
                          <a:ext cx="229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88" name="Object 68">
              <a:extLst>
                <a:ext uri="{FF2B5EF4-FFF2-40B4-BE49-F238E27FC236}">
                  <a16:creationId xmlns:a16="http://schemas.microsoft.com/office/drawing/2014/main" id="{AE6D9D54-EE8A-3C3F-7A86-58DBA1272B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0" y="2594"/>
            <a:ext cx="414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14" name="Equation" r:id="rId9" imgW="10528300" imgH="5270500" progId="Equation.DSMT4">
                    <p:embed/>
                  </p:oleObj>
                </mc:Choice>
                <mc:Fallback>
                  <p:oleObj name="Equation" r:id="rId9" imgW="10528300" imgH="5270500" progId="Equation.DSMT4">
                    <p:embed/>
                    <p:pic>
                      <p:nvPicPr>
                        <p:cNvPr id="645188" name="Object 68">
                          <a:extLst>
                            <a:ext uri="{FF2B5EF4-FFF2-40B4-BE49-F238E27FC236}">
                              <a16:creationId xmlns:a16="http://schemas.microsoft.com/office/drawing/2014/main" id="{AE6D9D54-EE8A-3C3F-7A86-58DBA1272BB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" y="2594"/>
                          <a:ext cx="414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89" name="Object 69">
              <a:extLst>
                <a:ext uri="{FF2B5EF4-FFF2-40B4-BE49-F238E27FC236}">
                  <a16:creationId xmlns:a16="http://schemas.microsoft.com/office/drawing/2014/main" id="{A3F4517F-C82C-5EEF-1C88-59629174F9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0" y="3495"/>
            <a:ext cx="231" cy="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15" name="Equation" r:id="rId11" imgW="5562600" imgH="10528300" progId="Equation.DSMT4">
                    <p:embed/>
                  </p:oleObj>
                </mc:Choice>
                <mc:Fallback>
                  <p:oleObj name="Equation" r:id="rId11" imgW="5562600" imgH="10528300" progId="Equation.DSMT4">
                    <p:embed/>
                    <p:pic>
                      <p:nvPicPr>
                        <p:cNvPr id="645189" name="Object 69">
                          <a:extLst>
                            <a:ext uri="{FF2B5EF4-FFF2-40B4-BE49-F238E27FC236}">
                              <a16:creationId xmlns:a16="http://schemas.microsoft.com/office/drawing/2014/main" id="{A3F4517F-C82C-5EEF-1C88-59629174F92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0" y="3495"/>
                          <a:ext cx="231" cy="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90" name="Object 70">
              <a:extLst>
                <a:ext uri="{FF2B5EF4-FFF2-40B4-BE49-F238E27FC236}">
                  <a16:creationId xmlns:a16="http://schemas.microsoft.com/office/drawing/2014/main" id="{365FA2C6-DB8A-AAA7-1219-5902CDB272F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9" y="1024"/>
            <a:ext cx="471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16" name="Equation" r:id="rId13" imgW="11112500" imgH="4686300" progId="Equation.DSMT4">
                    <p:embed/>
                  </p:oleObj>
                </mc:Choice>
                <mc:Fallback>
                  <p:oleObj name="Equation" r:id="rId13" imgW="11112500" imgH="4686300" progId="Equation.DSMT4">
                    <p:embed/>
                    <p:pic>
                      <p:nvPicPr>
                        <p:cNvPr id="645190" name="Object 70">
                          <a:extLst>
                            <a:ext uri="{FF2B5EF4-FFF2-40B4-BE49-F238E27FC236}">
                              <a16:creationId xmlns:a16="http://schemas.microsoft.com/office/drawing/2014/main" id="{365FA2C6-DB8A-AAA7-1219-5902CDB272F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9" y="1024"/>
                          <a:ext cx="471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91" name="Object 71">
              <a:extLst>
                <a:ext uri="{FF2B5EF4-FFF2-40B4-BE49-F238E27FC236}">
                  <a16:creationId xmlns:a16="http://schemas.microsoft.com/office/drawing/2014/main" id="{3B046322-E490-EAC3-6C5B-ABBFA49F89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73" y="2510"/>
            <a:ext cx="386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17" name="Equation" r:id="rId15" imgW="9944100" imgH="10528300" progId="Equation.DSMT4">
                    <p:embed/>
                  </p:oleObj>
                </mc:Choice>
                <mc:Fallback>
                  <p:oleObj name="Equation" r:id="rId15" imgW="9944100" imgH="10528300" progId="Equation.DSMT4">
                    <p:embed/>
                    <p:pic>
                      <p:nvPicPr>
                        <p:cNvPr id="645191" name="Object 71">
                          <a:extLst>
                            <a:ext uri="{FF2B5EF4-FFF2-40B4-BE49-F238E27FC236}">
                              <a16:creationId xmlns:a16="http://schemas.microsoft.com/office/drawing/2014/main" id="{3B046322-E490-EAC3-6C5B-ABBFA49F89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3" y="2510"/>
                          <a:ext cx="386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92" name="Object 72">
              <a:extLst>
                <a:ext uri="{FF2B5EF4-FFF2-40B4-BE49-F238E27FC236}">
                  <a16:creationId xmlns:a16="http://schemas.microsoft.com/office/drawing/2014/main" id="{492F38A0-020C-C2F2-CA9E-82348A3D9B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32" y="3052"/>
            <a:ext cx="464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18" name="Equation" r:id="rId17" imgW="14338300" imgH="10528300" progId="Equation.DSMT4">
                    <p:embed/>
                  </p:oleObj>
                </mc:Choice>
                <mc:Fallback>
                  <p:oleObj name="Equation" r:id="rId17" imgW="14338300" imgH="10528300" progId="Equation.DSMT4">
                    <p:embed/>
                    <p:pic>
                      <p:nvPicPr>
                        <p:cNvPr id="645192" name="Object 72">
                          <a:extLst>
                            <a:ext uri="{FF2B5EF4-FFF2-40B4-BE49-F238E27FC236}">
                              <a16:creationId xmlns:a16="http://schemas.microsoft.com/office/drawing/2014/main" id="{492F38A0-020C-C2F2-CA9E-82348A3D9B5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2" y="3052"/>
                          <a:ext cx="464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93" name="Object 73">
              <a:extLst>
                <a:ext uri="{FF2B5EF4-FFF2-40B4-BE49-F238E27FC236}">
                  <a16:creationId xmlns:a16="http://schemas.microsoft.com/office/drawing/2014/main" id="{9458A156-BF2A-93E3-40D5-5DA55893B1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70" y="3541"/>
            <a:ext cx="320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19" name="Equation" r:id="rId19" imgW="8775700" imgH="9944100" progId="Equation.DSMT4">
                    <p:embed/>
                  </p:oleObj>
                </mc:Choice>
                <mc:Fallback>
                  <p:oleObj name="Equation" r:id="rId19" imgW="8775700" imgH="9944100" progId="Equation.DSMT4">
                    <p:embed/>
                    <p:pic>
                      <p:nvPicPr>
                        <p:cNvPr id="645193" name="Object 73">
                          <a:extLst>
                            <a:ext uri="{FF2B5EF4-FFF2-40B4-BE49-F238E27FC236}">
                              <a16:creationId xmlns:a16="http://schemas.microsoft.com/office/drawing/2014/main" id="{9458A156-BF2A-93E3-40D5-5DA55893B1B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0" y="3541"/>
                          <a:ext cx="320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94" name="Object 74">
              <a:extLst>
                <a:ext uri="{FF2B5EF4-FFF2-40B4-BE49-F238E27FC236}">
                  <a16:creationId xmlns:a16="http://schemas.microsoft.com/office/drawing/2014/main" id="{6668B3D2-AC17-32E0-8213-5BE499E5E3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0" y="961"/>
            <a:ext cx="762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20" name="Equation" r:id="rId21" imgW="21945600" imgH="10528300" progId="Equation.DSMT4">
                    <p:embed/>
                  </p:oleObj>
                </mc:Choice>
                <mc:Fallback>
                  <p:oleObj name="Equation" r:id="rId21" imgW="21945600" imgH="10528300" progId="Equation.DSMT4">
                    <p:embed/>
                    <p:pic>
                      <p:nvPicPr>
                        <p:cNvPr id="645194" name="Object 74">
                          <a:extLst>
                            <a:ext uri="{FF2B5EF4-FFF2-40B4-BE49-F238E27FC236}">
                              <a16:creationId xmlns:a16="http://schemas.microsoft.com/office/drawing/2014/main" id="{6668B3D2-AC17-32E0-8213-5BE499E5E38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961"/>
                          <a:ext cx="762" cy="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95" name="Object 75">
              <a:extLst>
                <a:ext uri="{FF2B5EF4-FFF2-40B4-BE49-F238E27FC236}">
                  <a16:creationId xmlns:a16="http://schemas.microsoft.com/office/drawing/2014/main" id="{60EFD9D0-735D-2911-9778-C5F6FD5228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10" y="1453"/>
            <a:ext cx="1059" cy="3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21" name="Equation" r:id="rId23" imgW="29845000" imgH="10528300" progId="Equation.DSMT4">
                    <p:embed/>
                  </p:oleObj>
                </mc:Choice>
                <mc:Fallback>
                  <p:oleObj name="Equation" r:id="rId23" imgW="29845000" imgH="10528300" progId="Equation.DSMT4">
                    <p:embed/>
                    <p:pic>
                      <p:nvPicPr>
                        <p:cNvPr id="645195" name="Object 75">
                          <a:extLst>
                            <a:ext uri="{FF2B5EF4-FFF2-40B4-BE49-F238E27FC236}">
                              <a16:creationId xmlns:a16="http://schemas.microsoft.com/office/drawing/2014/main" id="{60EFD9D0-735D-2911-9778-C5F6FD52284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0" y="1453"/>
                          <a:ext cx="1059" cy="3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96" name="Object 76">
              <a:extLst>
                <a:ext uri="{FF2B5EF4-FFF2-40B4-BE49-F238E27FC236}">
                  <a16:creationId xmlns:a16="http://schemas.microsoft.com/office/drawing/2014/main" id="{FE6E6656-7738-AA0C-3293-F62E8F4D5B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05" y="1964"/>
            <a:ext cx="1289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22" name="Equation" r:id="rId25" imgW="38912800" imgH="11696700" progId="Equation.DSMT4">
                    <p:embed/>
                  </p:oleObj>
                </mc:Choice>
                <mc:Fallback>
                  <p:oleObj name="Equation" r:id="rId25" imgW="38912800" imgH="11696700" progId="Equation.DSMT4">
                    <p:embed/>
                    <p:pic>
                      <p:nvPicPr>
                        <p:cNvPr id="645196" name="Object 76">
                          <a:extLst>
                            <a:ext uri="{FF2B5EF4-FFF2-40B4-BE49-F238E27FC236}">
                              <a16:creationId xmlns:a16="http://schemas.microsoft.com/office/drawing/2014/main" id="{FE6E6656-7738-AA0C-3293-F62E8F4D5B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5" y="1964"/>
                          <a:ext cx="1289" cy="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97" name="Object 77">
              <a:extLst>
                <a:ext uri="{FF2B5EF4-FFF2-40B4-BE49-F238E27FC236}">
                  <a16:creationId xmlns:a16="http://schemas.microsoft.com/office/drawing/2014/main" id="{79B2187D-9B79-1ADA-1DB9-6EB5FE0F1BD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8" y="3091"/>
            <a:ext cx="414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23" name="Equation" r:id="rId27" imgW="10528300" imgH="5270500" progId="Equation.DSMT4">
                    <p:embed/>
                  </p:oleObj>
                </mc:Choice>
                <mc:Fallback>
                  <p:oleObj name="Equation" r:id="rId27" imgW="10528300" imgH="5270500" progId="Equation.DSMT4">
                    <p:embed/>
                    <p:pic>
                      <p:nvPicPr>
                        <p:cNvPr id="645197" name="Object 77">
                          <a:extLst>
                            <a:ext uri="{FF2B5EF4-FFF2-40B4-BE49-F238E27FC236}">
                              <a16:creationId xmlns:a16="http://schemas.microsoft.com/office/drawing/2014/main" id="{79B2187D-9B79-1ADA-1DB9-6EB5FE0F1B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" y="3091"/>
                          <a:ext cx="414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98" name="Object 78">
              <a:extLst>
                <a:ext uri="{FF2B5EF4-FFF2-40B4-BE49-F238E27FC236}">
                  <a16:creationId xmlns:a16="http://schemas.microsoft.com/office/drawing/2014/main" id="{DFC25E3A-C919-8C3D-9AA9-426779E466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7" y="1543"/>
            <a:ext cx="483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24" name="Equation" r:id="rId29" imgW="11404600" imgH="4978400" progId="Equation.DSMT4">
                    <p:embed/>
                  </p:oleObj>
                </mc:Choice>
                <mc:Fallback>
                  <p:oleObj name="Equation" r:id="rId29" imgW="11404600" imgH="4978400" progId="Equation.DSMT4">
                    <p:embed/>
                    <p:pic>
                      <p:nvPicPr>
                        <p:cNvPr id="645198" name="Object 78">
                          <a:extLst>
                            <a:ext uri="{FF2B5EF4-FFF2-40B4-BE49-F238E27FC236}">
                              <a16:creationId xmlns:a16="http://schemas.microsoft.com/office/drawing/2014/main" id="{DFC25E3A-C919-8C3D-9AA9-426779E466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7" y="1543"/>
                          <a:ext cx="483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199" name="Object 79">
              <a:extLst>
                <a:ext uri="{FF2B5EF4-FFF2-40B4-BE49-F238E27FC236}">
                  <a16:creationId xmlns:a16="http://schemas.microsoft.com/office/drawing/2014/main" id="{1BC32D10-2E15-AB7A-9B12-1AF8C92CAFD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17" y="2059"/>
            <a:ext cx="434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25" name="Equation" r:id="rId31" imgW="10236200" imgH="4978400" progId="Equation.DSMT4">
                    <p:embed/>
                  </p:oleObj>
                </mc:Choice>
                <mc:Fallback>
                  <p:oleObj name="Equation" r:id="rId31" imgW="10236200" imgH="4978400" progId="Equation.DSMT4">
                    <p:embed/>
                    <p:pic>
                      <p:nvPicPr>
                        <p:cNvPr id="645199" name="Object 79">
                          <a:extLst>
                            <a:ext uri="{FF2B5EF4-FFF2-40B4-BE49-F238E27FC236}">
                              <a16:creationId xmlns:a16="http://schemas.microsoft.com/office/drawing/2014/main" id="{1BC32D10-2E15-AB7A-9B12-1AF8C92CAF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7" y="2059"/>
                          <a:ext cx="434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00" name="Object 80">
              <a:extLst>
                <a:ext uri="{FF2B5EF4-FFF2-40B4-BE49-F238E27FC236}">
                  <a16:creationId xmlns:a16="http://schemas.microsoft.com/office/drawing/2014/main" id="{C2471AA0-6E11-0D12-90E1-5B1E0C8C9B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47" y="2521"/>
            <a:ext cx="1202" cy="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26" name="Equation" r:id="rId33" imgW="36576000" imgH="12293600" progId="Equation.DSMT4">
                    <p:embed/>
                  </p:oleObj>
                </mc:Choice>
                <mc:Fallback>
                  <p:oleObj name="Equation" r:id="rId33" imgW="36576000" imgH="12293600" progId="Equation.DSMT4">
                    <p:embed/>
                    <p:pic>
                      <p:nvPicPr>
                        <p:cNvPr id="645200" name="Object 80">
                          <a:extLst>
                            <a:ext uri="{FF2B5EF4-FFF2-40B4-BE49-F238E27FC236}">
                              <a16:creationId xmlns:a16="http://schemas.microsoft.com/office/drawing/2014/main" id="{C2471AA0-6E11-0D12-90E1-5B1E0C8C9B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7" y="2521"/>
                          <a:ext cx="1202" cy="4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01" name="Object 81">
              <a:extLst>
                <a:ext uri="{FF2B5EF4-FFF2-40B4-BE49-F238E27FC236}">
                  <a16:creationId xmlns:a16="http://schemas.microsoft.com/office/drawing/2014/main" id="{87865F55-BE9D-91FD-A0E9-A677771A03B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63" y="3532"/>
            <a:ext cx="909" cy="5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27" name="Equation" r:id="rId35" imgW="35699700" imgH="22237700" progId="Equation.DSMT4">
                    <p:embed/>
                  </p:oleObj>
                </mc:Choice>
                <mc:Fallback>
                  <p:oleObj name="Equation" r:id="rId35" imgW="35699700" imgH="22237700" progId="Equation.DSMT4">
                    <p:embed/>
                    <p:pic>
                      <p:nvPicPr>
                        <p:cNvPr id="645201" name="Object 81">
                          <a:extLst>
                            <a:ext uri="{FF2B5EF4-FFF2-40B4-BE49-F238E27FC236}">
                              <a16:creationId xmlns:a16="http://schemas.microsoft.com/office/drawing/2014/main" id="{87865F55-BE9D-91FD-A0E9-A677771A03B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3" y="3532"/>
                          <a:ext cx="909" cy="5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02" name="Object 82">
              <a:extLst>
                <a:ext uri="{FF2B5EF4-FFF2-40B4-BE49-F238E27FC236}">
                  <a16:creationId xmlns:a16="http://schemas.microsoft.com/office/drawing/2014/main" id="{2F152DEB-3FF5-B0D1-CA1D-8C3EB752B9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24" y="3088"/>
            <a:ext cx="1237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28" name="Equation" r:id="rId37" imgW="54419500" imgH="10528300" progId="Equation.DSMT4">
                    <p:embed/>
                  </p:oleObj>
                </mc:Choice>
                <mc:Fallback>
                  <p:oleObj name="Equation" r:id="rId37" imgW="54419500" imgH="10528300" progId="Equation.DSMT4">
                    <p:embed/>
                    <p:pic>
                      <p:nvPicPr>
                        <p:cNvPr id="645202" name="Object 82">
                          <a:extLst>
                            <a:ext uri="{FF2B5EF4-FFF2-40B4-BE49-F238E27FC236}">
                              <a16:creationId xmlns:a16="http://schemas.microsoft.com/office/drawing/2014/main" id="{2F152DEB-3FF5-B0D1-CA1D-8C3EB752B96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4" y="3088"/>
                          <a:ext cx="1237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03" name="Object 83">
              <a:extLst>
                <a:ext uri="{FF2B5EF4-FFF2-40B4-BE49-F238E27FC236}">
                  <a16:creationId xmlns:a16="http://schemas.microsoft.com/office/drawing/2014/main" id="{134EDC4E-A55A-B7E1-7379-FD839F15052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67" y="954"/>
            <a:ext cx="1085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29" name="Equation" r:id="rId39" imgW="29552900" imgH="10528300" progId="Equation.DSMT4">
                    <p:embed/>
                  </p:oleObj>
                </mc:Choice>
                <mc:Fallback>
                  <p:oleObj name="Equation" r:id="rId39" imgW="29552900" imgH="10528300" progId="Equation.DSMT4">
                    <p:embed/>
                    <p:pic>
                      <p:nvPicPr>
                        <p:cNvPr id="645203" name="Object 83">
                          <a:extLst>
                            <a:ext uri="{FF2B5EF4-FFF2-40B4-BE49-F238E27FC236}">
                              <a16:creationId xmlns:a16="http://schemas.microsoft.com/office/drawing/2014/main" id="{134EDC4E-A55A-B7E1-7379-FD839F15052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7" y="954"/>
                          <a:ext cx="1085" cy="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04" name="Object 84">
              <a:extLst>
                <a:ext uri="{FF2B5EF4-FFF2-40B4-BE49-F238E27FC236}">
                  <a16:creationId xmlns:a16="http://schemas.microsoft.com/office/drawing/2014/main" id="{EA0477B7-3A08-9355-EDEB-21100B1EB4C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12" y="1460"/>
            <a:ext cx="1004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30" name="Equation" r:id="rId41" imgW="28384500" imgH="10528300" progId="Equation.DSMT4">
                    <p:embed/>
                  </p:oleObj>
                </mc:Choice>
                <mc:Fallback>
                  <p:oleObj name="Equation" r:id="rId41" imgW="28384500" imgH="10528300" progId="Equation.DSMT4">
                    <p:embed/>
                    <p:pic>
                      <p:nvPicPr>
                        <p:cNvPr id="645204" name="Object 84">
                          <a:extLst>
                            <a:ext uri="{FF2B5EF4-FFF2-40B4-BE49-F238E27FC236}">
                              <a16:creationId xmlns:a16="http://schemas.microsoft.com/office/drawing/2014/main" id="{EA0477B7-3A08-9355-EDEB-21100B1EB4C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2" y="1460"/>
                          <a:ext cx="1004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05" name="Object 85">
              <a:extLst>
                <a:ext uri="{FF2B5EF4-FFF2-40B4-BE49-F238E27FC236}">
                  <a16:creationId xmlns:a16="http://schemas.microsoft.com/office/drawing/2014/main" id="{D5DE3417-11F2-7BC6-A829-CF4D048AEBD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85" y="1956"/>
            <a:ext cx="1470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31" name="Equation" r:id="rId43" imgW="38328600" imgH="9944100" progId="Equation.DSMT4">
                    <p:embed/>
                  </p:oleObj>
                </mc:Choice>
                <mc:Fallback>
                  <p:oleObj name="Equation" r:id="rId43" imgW="38328600" imgH="9944100" progId="Equation.DSMT4">
                    <p:embed/>
                    <p:pic>
                      <p:nvPicPr>
                        <p:cNvPr id="645205" name="Object 85">
                          <a:extLst>
                            <a:ext uri="{FF2B5EF4-FFF2-40B4-BE49-F238E27FC236}">
                              <a16:creationId xmlns:a16="http://schemas.microsoft.com/office/drawing/2014/main" id="{D5DE3417-11F2-7BC6-A829-CF4D048AEBD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5" y="1956"/>
                          <a:ext cx="1470" cy="3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06" name="Object 86">
              <a:extLst>
                <a:ext uri="{FF2B5EF4-FFF2-40B4-BE49-F238E27FC236}">
                  <a16:creationId xmlns:a16="http://schemas.microsoft.com/office/drawing/2014/main" id="{B8C0580F-B4DA-7554-28B0-80ABC37BD4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91" y="2497"/>
            <a:ext cx="1441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32" name="Equation" r:id="rId45" imgW="47980600" imgH="16383000" progId="Equation.DSMT4">
                    <p:embed/>
                  </p:oleObj>
                </mc:Choice>
                <mc:Fallback>
                  <p:oleObj name="Equation" r:id="rId45" imgW="47980600" imgH="16383000" progId="Equation.DSMT4">
                    <p:embed/>
                    <p:pic>
                      <p:nvPicPr>
                        <p:cNvPr id="645206" name="Object 86">
                          <a:extLst>
                            <a:ext uri="{FF2B5EF4-FFF2-40B4-BE49-F238E27FC236}">
                              <a16:creationId xmlns:a16="http://schemas.microsoft.com/office/drawing/2014/main" id="{B8C0580F-B4DA-7554-28B0-80ABC37BD47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1" y="2497"/>
                          <a:ext cx="1441" cy="4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07" name="Object 87">
              <a:extLst>
                <a:ext uri="{FF2B5EF4-FFF2-40B4-BE49-F238E27FC236}">
                  <a16:creationId xmlns:a16="http://schemas.microsoft.com/office/drawing/2014/main" id="{64E7B13D-E7D5-7563-9676-947DF58959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55" y="3563"/>
            <a:ext cx="1333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33" name="Equation" r:id="rId47" imgW="42125900" imgH="10528300" progId="Equation.DSMT4">
                    <p:embed/>
                  </p:oleObj>
                </mc:Choice>
                <mc:Fallback>
                  <p:oleObj name="Equation" r:id="rId47" imgW="42125900" imgH="10528300" progId="Equation.DSMT4">
                    <p:embed/>
                    <p:pic>
                      <p:nvPicPr>
                        <p:cNvPr id="645207" name="Object 87">
                          <a:extLst>
                            <a:ext uri="{FF2B5EF4-FFF2-40B4-BE49-F238E27FC236}">
                              <a16:creationId xmlns:a16="http://schemas.microsoft.com/office/drawing/2014/main" id="{64E7B13D-E7D5-7563-9676-947DF58959B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5" y="3563"/>
                          <a:ext cx="1333" cy="3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08" name="Object 88">
              <a:extLst>
                <a:ext uri="{FF2B5EF4-FFF2-40B4-BE49-F238E27FC236}">
                  <a16:creationId xmlns:a16="http://schemas.microsoft.com/office/drawing/2014/main" id="{2EB4E82F-CAD9-2EC3-6EE5-ACEE603349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77" y="3016"/>
            <a:ext cx="1484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34" name="Equation" r:id="rId49" imgW="54711600" imgH="15214600" progId="Equation.DSMT4">
                    <p:embed/>
                  </p:oleObj>
                </mc:Choice>
                <mc:Fallback>
                  <p:oleObj name="Equation" r:id="rId49" imgW="54711600" imgH="15214600" progId="Equation.DSMT4">
                    <p:embed/>
                    <p:pic>
                      <p:nvPicPr>
                        <p:cNvPr id="645208" name="Object 88">
                          <a:extLst>
                            <a:ext uri="{FF2B5EF4-FFF2-40B4-BE49-F238E27FC236}">
                              <a16:creationId xmlns:a16="http://schemas.microsoft.com/office/drawing/2014/main" id="{2EB4E82F-CAD9-2EC3-6EE5-ACEE603349A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7" y="3016"/>
                          <a:ext cx="1484" cy="4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09" name="Object 89">
              <a:extLst>
                <a:ext uri="{FF2B5EF4-FFF2-40B4-BE49-F238E27FC236}">
                  <a16:creationId xmlns:a16="http://schemas.microsoft.com/office/drawing/2014/main" id="{6CC168B1-79D2-6FBB-8578-BBE2F385C0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16" y="883"/>
            <a:ext cx="801" cy="5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35" name="Equation" r:id="rId51" imgW="22237700" imgH="16967200" progId="Equation.DSMT4">
                    <p:embed/>
                  </p:oleObj>
                </mc:Choice>
                <mc:Fallback>
                  <p:oleObj name="Equation" r:id="rId51" imgW="22237700" imgH="16967200" progId="Equation.DSMT4">
                    <p:embed/>
                    <p:pic>
                      <p:nvPicPr>
                        <p:cNvPr id="645209" name="Object 89">
                          <a:extLst>
                            <a:ext uri="{FF2B5EF4-FFF2-40B4-BE49-F238E27FC236}">
                              <a16:creationId xmlns:a16="http://schemas.microsoft.com/office/drawing/2014/main" id="{6CC168B1-79D2-6FBB-8578-BBE2F385C0F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6" y="883"/>
                          <a:ext cx="801" cy="5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10" name="Object 90">
              <a:extLst>
                <a:ext uri="{FF2B5EF4-FFF2-40B4-BE49-F238E27FC236}">
                  <a16:creationId xmlns:a16="http://schemas.microsoft.com/office/drawing/2014/main" id="{E9B5D272-10EF-DEB7-2269-297E4E8601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13" y="1422"/>
            <a:ext cx="909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36" name="Equation" r:id="rId53" imgW="30429200" imgH="16967200" progId="Equation.DSMT4">
                    <p:embed/>
                  </p:oleObj>
                </mc:Choice>
                <mc:Fallback>
                  <p:oleObj name="Equation" r:id="rId53" imgW="30429200" imgH="16967200" progId="Equation.DSMT4">
                    <p:embed/>
                    <p:pic>
                      <p:nvPicPr>
                        <p:cNvPr id="645210" name="Object 90">
                          <a:extLst>
                            <a:ext uri="{FF2B5EF4-FFF2-40B4-BE49-F238E27FC236}">
                              <a16:creationId xmlns:a16="http://schemas.microsoft.com/office/drawing/2014/main" id="{E9B5D272-10EF-DEB7-2269-297E4E86011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1422"/>
                          <a:ext cx="909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11" name="Object 91">
              <a:extLst>
                <a:ext uri="{FF2B5EF4-FFF2-40B4-BE49-F238E27FC236}">
                  <a16:creationId xmlns:a16="http://schemas.microsoft.com/office/drawing/2014/main" id="{898EA636-96F7-CF4D-6377-782CD3C920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05" y="1871"/>
            <a:ext cx="884" cy="5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37" name="Equation" r:id="rId55" imgW="23990300" imgH="21069300" progId="Equation.DSMT4">
                    <p:embed/>
                  </p:oleObj>
                </mc:Choice>
                <mc:Fallback>
                  <p:oleObj name="Equation" r:id="rId55" imgW="23990300" imgH="21069300" progId="Equation.DSMT4">
                    <p:embed/>
                    <p:pic>
                      <p:nvPicPr>
                        <p:cNvPr id="645211" name="Object 91">
                          <a:extLst>
                            <a:ext uri="{FF2B5EF4-FFF2-40B4-BE49-F238E27FC236}">
                              <a16:creationId xmlns:a16="http://schemas.microsoft.com/office/drawing/2014/main" id="{898EA636-96F7-CF4D-6377-782CD3C920D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5" y="1871"/>
                          <a:ext cx="884" cy="5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12" name="Object 92">
              <a:extLst>
                <a:ext uri="{FF2B5EF4-FFF2-40B4-BE49-F238E27FC236}">
                  <a16:creationId xmlns:a16="http://schemas.microsoft.com/office/drawing/2014/main" id="{547D9190-26BF-55D6-536F-0573871D8A2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84" y="2480"/>
            <a:ext cx="1041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38" name="Equation" r:id="rId57" imgW="44767500" imgH="21069300" progId="Equation.DSMT4">
                    <p:embed/>
                  </p:oleObj>
                </mc:Choice>
                <mc:Fallback>
                  <p:oleObj name="Equation" r:id="rId57" imgW="44767500" imgH="21069300" progId="Equation.DSMT4">
                    <p:embed/>
                    <p:pic>
                      <p:nvPicPr>
                        <p:cNvPr id="645212" name="Object 92">
                          <a:extLst>
                            <a:ext uri="{FF2B5EF4-FFF2-40B4-BE49-F238E27FC236}">
                              <a16:creationId xmlns:a16="http://schemas.microsoft.com/office/drawing/2014/main" id="{547D9190-26BF-55D6-536F-0573871D8A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4" y="2480"/>
                          <a:ext cx="1041" cy="4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13" name="Object 93">
              <a:extLst>
                <a:ext uri="{FF2B5EF4-FFF2-40B4-BE49-F238E27FC236}">
                  <a16:creationId xmlns:a16="http://schemas.microsoft.com/office/drawing/2014/main" id="{8B859F9D-C82B-5CA7-67FB-0E42E7FFE5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41" y="3510"/>
            <a:ext cx="1128" cy="6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39" name="Equation" r:id="rId59" imgW="41833800" imgH="22237700" progId="Equation.DSMT4">
                    <p:embed/>
                  </p:oleObj>
                </mc:Choice>
                <mc:Fallback>
                  <p:oleObj name="Equation" r:id="rId59" imgW="41833800" imgH="22237700" progId="Equation.DSMT4">
                    <p:embed/>
                    <p:pic>
                      <p:nvPicPr>
                        <p:cNvPr id="645213" name="Object 93">
                          <a:extLst>
                            <a:ext uri="{FF2B5EF4-FFF2-40B4-BE49-F238E27FC236}">
                              <a16:creationId xmlns:a16="http://schemas.microsoft.com/office/drawing/2014/main" id="{8B859F9D-C82B-5CA7-67FB-0E42E7FFE50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1" y="3510"/>
                          <a:ext cx="1128" cy="6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214" name="Object 94">
              <a:extLst>
                <a:ext uri="{FF2B5EF4-FFF2-40B4-BE49-F238E27FC236}">
                  <a16:creationId xmlns:a16="http://schemas.microsoft.com/office/drawing/2014/main" id="{875F7090-E77B-7E39-0653-10B29F3389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08" y="2981"/>
            <a:ext cx="1068" cy="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40" name="Equation" r:id="rId61" imgW="62611000" imgH="18719800" progId="Equation.DSMT4">
                    <p:embed/>
                  </p:oleObj>
                </mc:Choice>
                <mc:Fallback>
                  <p:oleObj name="Equation" r:id="rId61" imgW="62611000" imgH="18719800" progId="Equation.DSMT4">
                    <p:embed/>
                    <p:pic>
                      <p:nvPicPr>
                        <p:cNvPr id="645214" name="Object 94">
                          <a:extLst>
                            <a:ext uri="{FF2B5EF4-FFF2-40B4-BE49-F238E27FC236}">
                              <a16:creationId xmlns:a16="http://schemas.microsoft.com/office/drawing/2014/main" id="{875F7090-E77B-7E39-0653-10B29F3389A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8" y="2981"/>
                          <a:ext cx="1068" cy="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45215" name="Group 95">
            <a:extLst>
              <a:ext uri="{FF2B5EF4-FFF2-40B4-BE49-F238E27FC236}">
                <a16:creationId xmlns:a16="http://schemas.microsoft.com/office/drawing/2014/main" id="{6F207B31-7DEE-6D2A-D9E4-E86C9EDB71AB}"/>
              </a:ext>
            </a:extLst>
          </p:cNvPr>
          <p:cNvGrpSpPr>
            <a:grpSpLocks/>
          </p:cNvGrpSpPr>
          <p:nvPr/>
        </p:nvGrpSpPr>
        <p:grpSpPr bwMode="auto">
          <a:xfrm>
            <a:off x="3071814" y="188914"/>
            <a:ext cx="5915025" cy="409575"/>
            <a:chOff x="967" y="103"/>
            <a:chExt cx="3726" cy="258"/>
          </a:xfrm>
        </p:grpSpPr>
        <p:sp>
          <p:nvSpPr>
            <p:cNvPr id="645216" name="Text Box 96">
              <a:extLst>
                <a:ext uri="{FF2B5EF4-FFF2-40B4-BE49-F238E27FC236}">
                  <a16:creationId xmlns:a16="http://schemas.microsoft.com/office/drawing/2014/main" id="{0613896C-1343-E515-3BB2-817C7800CF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7" y="103"/>
              <a:ext cx="3023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accent2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marL="2286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20000"/>
                </a:spcBef>
                <a:spcAft>
                  <a:spcPct val="0"/>
                </a:spcAft>
                <a:buClr>
                  <a:srgbClr val="007A77"/>
                </a:buClr>
                <a:buSzPct val="80000"/>
              </a:pPr>
              <a:r>
                <a:rPr kumimoji="0" lang="zh-CN" altLang="en-US" sz="1800">
                  <a:solidFill>
                    <a:srgbClr val="3366FF"/>
                  </a:solidFill>
                  <a:latin typeface="Arial" panose="020B0604020202020204" pitchFamily="34" charset="0"/>
                </a:rPr>
                <a:t>正态总体均值、方差的置信区间与单侧置信限</a:t>
              </a:r>
            </a:p>
          </p:txBody>
        </p:sp>
        <p:graphicFrame>
          <p:nvGraphicFramePr>
            <p:cNvPr id="645217" name="Object 97">
              <a:extLst>
                <a:ext uri="{FF2B5EF4-FFF2-40B4-BE49-F238E27FC236}">
                  <a16:creationId xmlns:a16="http://schemas.microsoft.com/office/drawing/2014/main" id="{997F678A-90E2-C8E2-A659-103BB2CBCB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10" y="139"/>
            <a:ext cx="783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241" name="Equation" r:id="rId63" imgW="20777200" imgH="5854700" progId="Equation.DSMT4">
                    <p:embed/>
                  </p:oleObj>
                </mc:Choice>
                <mc:Fallback>
                  <p:oleObj name="Equation" r:id="rId63" imgW="20777200" imgH="5854700" progId="Equation.DSMT4">
                    <p:embed/>
                    <p:pic>
                      <p:nvPicPr>
                        <p:cNvPr id="645217" name="Object 97">
                          <a:extLst>
                            <a:ext uri="{FF2B5EF4-FFF2-40B4-BE49-F238E27FC236}">
                              <a16:creationId xmlns:a16="http://schemas.microsoft.com/office/drawing/2014/main" id="{997F678A-90E2-C8E2-A659-103BB2CBCBD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0" y="139"/>
                          <a:ext cx="783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 algn="ctr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 type="none" w="med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blinds dir="vert"/>
  </p:transition>
</p:sld>
</file>

<file path=ppt/theme/theme1.xml><?xml version="1.0" encoding="utf-8"?>
<a:theme xmlns:a="http://schemas.openxmlformats.org/drawingml/2006/main" name="吉祥如意">
  <a:themeElements>
    <a:clrScheme name="吉祥如意 1">
      <a:dk1>
        <a:srgbClr val="000000"/>
      </a:dk1>
      <a:lt1>
        <a:srgbClr val="FFFFFF"/>
      </a:lt1>
      <a:dk2>
        <a:srgbClr val="E40000"/>
      </a:dk2>
      <a:lt2>
        <a:srgbClr val="DDDDDD"/>
      </a:lt2>
      <a:accent1>
        <a:srgbClr val="E1F4FF"/>
      </a:accent1>
      <a:accent2>
        <a:srgbClr val="FFE2C5"/>
      </a:accent2>
      <a:accent3>
        <a:srgbClr val="FFFFFF"/>
      </a:accent3>
      <a:accent4>
        <a:srgbClr val="000000"/>
      </a:accent4>
      <a:accent5>
        <a:srgbClr val="EEF8FF"/>
      </a:accent5>
      <a:accent6>
        <a:srgbClr val="E7CDB2"/>
      </a:accent6>
      <a:hlink>
        <a:srgbClr val="0066CC"/>
      </a:hlink>
      <a:folHlink>
        <a:srgbClr val="9F9FBF"/>
      </a:folHlink>
    </a:clrScheme>
    <a:fontScheme name="吉祥如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miter lim="800000"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miter lim="800000"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吉祥如意 1">
        <a:dk1>
          <a:srgbClr val="000000"/>
        </a:dk1>
        <a:lt1>
          <a:srgbClr val="FFFFFF"/>
        </a:lt1>
        <a:dk2>
          <a:srgbClr val="E40000"/>
        </a:dk2>
        <a:lt2>
          <a:srgbClr val="DDDDDD"/>
        </a:lt2>
        <a:accent1>
          <a:srgbClr val="E1F4FF"/>
        </a:accent1>
        <a:accent2>
          <a:srgbClr val="FFE2C5"/>
        </a:accent2>
        <a:accent3>
          <a:srgbClr val="FFFFFF"/>
        </a:accent3>
        <a:accent4>
          <a:srgbClr val="000000"/>
        </a:accent4>
        <a:accent5>
          <a:srgbClr val="EEF8FF"/>
        </a:accent5>
        <a:accent6>
          <a:srgbClr val="E7CDB2"/>
        </a:accent6>
        <a:hlink>
          <a:srgbClr val="0066CC"/>
        </a:hlink>
        <a:folHlink>
          <a:srgbClr val="9F9FB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2">
        <a:dk1>
          <a:srgbClr val="59582D"/>
        </a:dk1>
        <a:lt1>
          <a:srgbClr val="EAEAEA"/>
        </a:lt1>
        <a:dk2>
          <a:srgbClr val="666699"/>
        </a:dk2>
        <a:lt2>
          <a:srgbClr val="D9D9D9"/>
        </a:lt2>
        <a:accent1>
          <a:srgbClr val="CCECFF"/>
        </a:accent1>
        <a:accent2>
          <a:srgbClr val="B2D2C7"/>
        </a:accent2>
        <a:accent3>
          <a:srgbClr val="F3F3F3"/>
        </a:accent3>
        <a:accent4>
          <a:srgbClr val="4B4A25"/>
        </a:accent4>
        <a:accent5>
          <a:srgbClr val="E2F4FF"/>
        </a:accent5>
        <a:accent6>
          <a:srgbClr val="A1BEB4"/>
        </a:accent6>
        <a:hlink>
          <a:srgbClr val="993366"/>
        </a:hlink>
        <a:folHlink>
          <a:srgbClr val="92B9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3">
        <a:dk1>
          <a:srgbClr val="000099"/>
        </a:dk1>
        <a:lt1>
          <a:srgbClr val="FFFFCC"/>
        </a:lt1>
        <a:dk2>
          <a:srgbClr val="004000"/>
        </a:dk2>
        <a:lt2>
          <a:srgbClr val="FFD9B3"/>
        </a:lt2>
        <a:accent1>
          <a:srgbClr val="FFD9D9"/>
        </a:accent1>
        <a:accent2>
          <a:srgbClr val="DDDDDD"/>
        </a:accent2>
        <a:accent3>
          <a:srgbClr val="FFFFE2"/>
        </a:accent3>
        <a:accent4>
          <a:srgbClr val="000082"/>
        </a:accent4>
        <a:accent5>
          <a:srgbClr val="FFE9E9"/>
        </a:accent5>
        <a:accent6>
          <a:srgbClr val="C8C8C8"/>
        </a:accent6>
        <a:hlink>
          <a:srgbClr val="FF0000"/>
        </a:hlink>
        <a:folHlink>
          <a:srgbClr val="FFAB5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4">
        <a:dk1>
          <a:srgbClr val="000000"/>
        </a:dk1>
        <a:lt1>
          <a:srgbClr val="DCE8E2"/>
        </a:lt1>
        <a:dk2>
          <a:srgbClr val="0033CC"/>
        </a:dk2>
        <a:lt2>
          <a:srgbClr val="C4C4D8"/>
        </a:lt2>
        <a:accent1>
          <a:srgbClr val="FFFFFF"/>
        </a:accent1>
        <a:accent2>
          <a:srgbClr val="A9CFB1"/>
        </a:accent2>
        <a:accent3>
          <a:srgbClr val="EBF2EE"/>
        </a:accent3>
        <a:accent4>
          <a:srgbClr val="000000"/>
        </a:accent4>
        <a:accent5>
          <a:srgbClr val="FFFFFF"/>
        </a:accent5>
        <a:accent6>
          <a:srgbClr val="99BBA0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5">
        <a:dk1>
          <a:srgbClr val="606090"/>
        </a:dk1>
        <a:lt1>
          <a:srgbClr val="E5FFFF"/>
        </a:lt1>
        <a:dk2>
          <a:srgbClr val="0000CC"/>
        </a:dk2>
        <a:lt2>
          <a:srgbClr val="91DAFF"/>
        </a:lt2>
        <a:accent1>
          <a:srgbClr val="EAEAEA"/>
        </a:accent1>
        <a:accent2>
          <a:srgbClr val="FFE2C5"/>
        </a:accent2>
        <a:accent3>
          <a:srgbClr val="F0FFFF"/>
        </a:accent3>
        <a:accent4>
          <a:srgbClr val="51517A"/>
        </a:accent4>
        <a:accent5>
          <a:srgbClr val="F3F3F3"/>
        </a:accent5>
        <a:accent6>
          <a:srgbClr val="E7CDB2"/>
        </a:accent6>
        <a:hlink>
          <a:srgbClr val="000000"/>
        </a:hlink>
        <a:folHlink>
          <a:srgbClr val="3DB7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6">
        <a:dk1>
          <a:srgbClr val="CC0066"/>
        </a:dk1>
        <a:lt1>
          <a:srgbClr val="FFDDBB"/>
        </a:lt1>
        <a:dk2>
          <a:srgbClr val="000000"/>
        </a:dk2>
        <a:lt2>
          <a:srgbClr val="C0C0C0"/>
        </a:lt2>
        <a:accent1>
          <a:srgbClr val="FFFFCC"/>
        </a:accent1>
        <a:accent2>
          <a:srgbClr val="FFFFFF"/>
        </a:accent2>
        <a:accent3>
          <a:srgbClr val="FFEBDA"/>
        </a:accent3>
        <a:accent4>
          <a:srgbClr val="AE0056"/>
        </a:accent4>
        <a:accent5>
          <a:srgbClr val="FFFFE2"/>
        </a:accent5>
        <a:accent6>
          <a:srgbClr val="E7E7E7"/>
        </a:accent6>
        <a:hlink>
          <a:srgbClr val="0066CC"/>
        </a:hlink>
        <a:folHlink>
          <a:srgbClr val="8EB3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7">
        <a:dk1>
          <a:srgbClr val="B60000"/>
        </a:dk1>
        <a:lt1>
          <a:srgbClr val="FFFF99"/>
        </a:lt1>
        <a:dk2>
          <a:srgbClr val="800000"/>
        </a:dk2>
        <a:lt2>
          <a:srgbClr val="FFFFFF"/>
        </a:lt2>
        <a:accent1>
          <a:srgbClr val="9888A4"/>
        </a:accent1>
        <a:accent2>
          <a:srgbClr val="A9335D"/>
        </a:accent2>
        <a:accent3>
          <a:srgbClr val="C0AAAA"/>
        </a:accent3>
        <a:accent4>
          <a:srgbClr val="DADA82"/>
        </a:accent4>
        <a:accent5>
          <a:srgbClr val="CAC3CF"/>
        </a:accent5>
        <a:accent6>
          <a:srgbClr val="992D53"/>
        </a:accent6>
        <a:hlink>
          <a:srgbClr val="CCECFF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8">
        <a:dk1>
          <a:srgbClr val="808080"/>
        </a:dk1>
        <a:lt1>
          <a:srgbClr val="FFFFFF"/>
        </a:lt1>
        <a:dk2>
          <a:srgbClr val="1C1C1C"/>
        </a:dk2>
        <a:lt2>
          <a:srgbClr val="FFFF66"/>
        </a:lt2>
        <a:accent1>
          <a:srgbClr val="9898BA"/>
        </a:accent1>
        <a:accent2>
          <a:srgbClr val="777777"/>
        </a:accent2>
        <a:accent3>
          <a:srgbClr val="ABABAB"/>
        </a:accent3>
        <a:accent4>
          <a:srgbClr val="DADADA"/>
        </a:accent4>
        <a:accent5>
          <a:srgbClr val="CACAD9"/>
        </a:accent5>
        <a:accent6>
          <a:srgbClr val="6B6B6B"/>
        </a:accent6>
        <a:hlink>
          <a:srgbClr val="CCFF99"/>
        </a:hlink>
        <a:folHlink>
          <a:srgbClr val="E43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诗情画意">
  <a:themeElements>
    <a:clrScheme name="诗情画意 1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765"/>
      </a:accent4>
      <a:accent5>
        <a:srgbClr val="F3FAFF"/>
      </a:accent5>
      <a:accent6>
        <a:srgbClr val="2D5CE7"/>
      </a:accent6>
      <a:hlink>
        <a:srgbClr val="DC5900"/>
      </a:hlink>
      <a:folHlink>
        <a:srgbClr val="7979A5"/>
      </a:folHlink>
    </a:clrScheme>
    <a:fontScheme name="诗情画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miter lim="800000"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miter lim="800000"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诗情画意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2813</Words>
  <Application>Microsoft Office PowerPoint</Application>
  <PresentationFormat>宽屏</PresentationFormat>
  <Paragraphs>368</Paragraphs>
  <Slides>95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95</vt:i4>
      </vt:variant>
    </vt:vector>
  </HeadingPairs>
  <TitlesOfParts>
    <vt:vector size="111" baseType="lpstr">
      <vt:lpstr>黑体</vt:lpstr>
      <vt:lpstr>华文楷体</vt:lpstr>
      <vt:lpstr>楷体_GB2312</vt:lpstr>
      <vt:lpstr>宋体</vt:lpstr>
      <vt:lpstr>Arial</vt:lpstr>
      <vt:lpstr>MT Extra</vt:lpstr>
      <vt:lpstr>Symbol</vt:lpstr>
      <vt:lpstr>Times New Roman</vt:lpstr>
      <vt:lpstr>Wingdings</vt:lpstr>
      <vt:lpstr>Wingdings 2</vt:lpstr>
      <vt:lpstr>吉祥如意</vt:lpstr>
      <vt:lpstr>诗情画意</vt:lpstr>
      <vt:lpstr>Equation</vt:lpstr>
      <vt:lpstr>公式</vt:lpstr>
      <vt:lpstr>Microsoft 公式 3.0</vt:lpstr>
      <vt:lpstr>Equation.DSMT4</vt:lpstr>
      <vt:lpstr>               参数估计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       第四节 区间估计</vt:lpstr>
      <vt:lpstr>PowerPoint 演示文稿</vt:lpstr>
      <vt:lpstr>  单侧置信区间</vt:lpstr>
      <vt:lpstr>  正态总体均值方差的区间估计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     参数估计</dc:title>
  <dc:creator>Microsoft Office User</dc:creator>
  <cp:lastModifiedBy>haitao xu</cp:lastModifiedBy>
  <cp:revision>10</cp:revision>
  <dcterms:created xsi:type="dcterms:W3CDTF">2023-09-03T08:05:29Z</dcterms:created>
  <dcterms:modified xsi:type="dcterms:W3CDTF">2023-11-14T08:11:59Z</dcterms:modified>
</cp:coreProperties>
</file>