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613" r:id="rId2"/>
    <p:sldId id="442" r:id="rId3"/>
    <p:sldId id="443" r:id="rId4"/>
    <p:sldId id="444" r:id="rId5"/>
    <p:sldId id="445" r:id="rId6"/>
    <p:sldId id="446" r:id="rId7"/>
    <p:sldId id="447" r:id="rId8"/>
    <p:sldId id="448" r:id="rId9"/>
    <p:sldId id="449" r:id="rId10"/>
    <p:sldId id="450" r:id="rId11"/>
    <p:sldId id="451" r:id="rId12"/>
    <p:sldId id="452" r:id="rId13"/>
    <p:sldId id="453" r:id="rId14"/>
    <p:sldId id="454" r:id="rId15"/>
    <p:sldId id="455" r:id="rId16"/>
    <p:sldId id="456" r:id="rId17"/>
    <p:sldId id="457" r:id="rId18"/>
    <p:sldId id="458" r:id="rId19"/>
    <p:sldId id="459" r:id="rId20"/>
    <p:sldId id="460" r:id="rId21"/>
    <p:sldId id="461" r:id="rId22"/>
    <p:sldId id="462" r:id="rId23"/>
    <p:sldId id="463" r:id="rId24"/>
    <p:sldId id="464" r:id="rId25"/>
    <p:sldId id="465" r:id="rId26"/>
    <p:sldId id="466" r:id="rId27"/>
    <p:sldId id="467" r:id="rId28"/>
    <p:sldId id="468" r:id="rId29"/>
    <p:sldId id="469" r:id="rId30"/>
    <p:sldId id="470" r:id="rId31"/>
    <p:sldId id="471" r:id="rId32"/>
    <p:sldId id="472" r:id="rId33"/>
    <p:sldId id="473" r:id="rId34"/>
    <p:sldId id="474" r:id="rId35"/>
    <p:sldId id="475" r:id="rId36"/>
    <p:sldId id="476" r:id="rId37"/>
    <p:sldId id="477" r:id="rId38"/>
    <p:sldId id="478" r:id="rId39"/>
    <p:sldId id="479" r:id="rId40"/>
    <p:sldId id="480" r:id="rId41"/>
    <p:sldId id="481" r:id="rId42"/>
    <p:sldId id="482" r:id="rId43"/>
    <p:sldId id="483" r:id="rId44"/>
    <p:sldId id="484" r:id="rId45"/>
    <p:sldId id="485" r:id="rId46"/>
    <p:sldId id="486" r:id="rId47"/>
    <p:sldId id="487" r:id="rId48"/>
    <p:sldId id="488" r:id="rId49"/>
    <p:sldId id="489" r:id="rId50"/>
    <p:sldId id="490" r:id="rId51"/>
    <p:sldId id="491" r:id="rId52"/>
    <p:sldId id="492" r:id="rId53"/>
    <p:sldId id="493" r:id="rId54"/>
    <p:sldId id="494" r:id="rId55"/>
    <p:sldId id="495" r:id="rId56"/>
    <p:sldId id="496" r:id="rId57"/>
    <p:sldId id="497" r:id="rId58"/>
    <p:sldId id="498" r:id="rId59"/>
    <p:sldId id="499" r:id="rId60"/>
    <p:sldId id="500" r:id="rId61"/>
    <p:sldId id="501" r:id="rId62"/>
    <p:sldId id="502" r:id="rId63"/>
    <p:sldId id="503" r:id="rId64"/>
    <p:sldId id="504" r:id="rId65"/>
    <p:sldId id="505" r:id="rId66"/>
    <p:sldId id="644" r:id="rId67"/>
    <p:sldId id="645" r:id="rId68"/>
    <p:sldId id="646" r:id="rId69"/>
    <p:sldId id="647" r:id="rId70"/>
    <p:sldId id="648" r:id="rId71"/>
    <p:sldId id="649" r:id="rId72"/>
    <p:sldId id="650" r:id="rId73"/>
    <p:sldId id="651" r:id="rId74"/>
    <p:sldId id="652" r:id="rId75"/>
    <p:sldId id="653" r:id="rId76"/>
    <p:sldId id="654" r:id="rId77"/>
    <p:sldId id="655" r:id="rId78"/>
    <p:sldId id="656" r:id="rId79"/>
    <p:sldId id="657" r:id="rId80"/>
    <p:sldId id="658" r:id="rId81"/>
    <p:sldId id="659" r:id="rId82"/>
    <p:sldId id="660" r:id="rId83"/>
    <p:sldId id="661" r:id="rId84"/>
    <p:sldId id="662" r:id="rId85"/>
    <p:sldId id="663" r:id="rId86"/>
    <p:sldId id="664" r:id="rId87"/>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6281"/>
  </p:normalViewPr>
  <p:slideViewPr>
    <p:cSldViewPr snapToGrid="0">
      <p:cViewPr varScale="1">
        <p:scale>
          <a:sx n="121" d="100"/>
          <a:sy n="121" d="100"/>
        </p:scale>
        <p:origin x="200" y="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91202" name="Rectangle 2">
            <a:extLst>
              <a:ext uri="{FF2B5EF4-FFF2-40B4-BE49-F238E27FC236}">
                <a16:creationId xmlns:a16="http://schemas.microsoft.com/office/drawing/2014/main" id="{186C7F7A-3672-C157-450A-A4FA03E177AB}"/>
              </a:ext>
            </a:extLst>
          </p:cNvPr>
          <p:cNvSpPr>
            <a:spLocks noGrp="1" noRot="1" noChangeArrowheads="1"/>
          </p:cNvSpPr>
          <p:nvPr>
            <p:ph type="ctrTitle"/>
          </p:nvPr>
        </p:nvSpPr>
        <p:spPr>
          <a:xfrm>
            <a:off x="914400" y="2286000"/>
            <a:ext cx="10363200" cy="1143000"/>
          </a:xfrm>
        </p:spPr>
        <p:txBody>
          <a:bodyPr/>
          <a:lstStyle>
            <a:lvl1pPr>
              <a:defRPr/>
            </a:lvl1pPr>
          </a:lstStyle>
          <a:p>
            <a:pPr lvl="0"/>
            <a:r>
              <a:rPr lang="zh-CN" altLang="en-US" noProof="0"/>
              <a:t>单击此处编辑母版标题样式</a:t>
            </a:r>
          </a:p>
        </p:txBody>
      </p:sp>
      <p:sp>
        <p:nvSpPr>
          <p:cNvPr id="691203" name="Rectangle 3">
            <a:extLst>
              <a:ext uri="{FF2B5EF4-FFF2-40B4-BE49-F238E27FC236}">
                <a16:creationId xmlns:a16="http://schemas.microsoft.com/office/drawing/2014/main" id="{9F59E6FF-D488-A0FA-92C8-AEDF1D4CFD63}"/>
              </a:ext>
            </a:extLst>
          </p:cNvPr>
          <p:cNvSpPr>
            <a:spLocks noGrp="1" noRot="1" noChangeArrowheads="1"/>
          </p:cNvSpPr>
          <p:nvPr>
            <p:ph type="subTitle" idx="1"/>
          </p:nvPr>
        </p:nvSpPr>
        <p:spPr>
          <a:xfrm>
            <a:off x="1828800" y="3886200"/>
            <a:ext cx="8534400" cy="17526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691204" name="Rectangle 4">
            <a:extLst>
              <a:ext uri="{FF2B5EF4-FFF2-40B4-BE49-F238E27FC236}">
                <a16:creationId xmlns:a16="http://schemas.microsoft.com/office/drawing/2014/main" id="{2347976A-A113-AE74-3A44-48F4DA446B8B}"/>
              </a:ext>
            </a:extLst>
          </p:cNvPr>
          <p:cNvSpPr>
            <a:spLocks noGrp="1" noChangeArrowheads="1"/>
          </p:cNvSpPr>
          <p:nvPr>
            <p:ph type="dt" sz="half" idx="2"/>
          </p:nvPr>
        </p:nvSpPr>
        <p:spPr/>
        <p:txBody>
          <a:bodyPr/>
          <a:lstStyle>
            <a:lvl1pPr>
              <a:defRPr/>
            </a:lvl1pPr>
          </a:lstStyle>
          <a:p>
            <a:endParaRPr lang="en-US" altLang="zh-CN"/>
          </a:p>
        </p:txBody>
      </p:sp>
      <p:sp>
        <p:nvSpPr>
          <p:cNvPr id="691205" name="Rectangle 5">
            <a:extLst>
              <a:ext uri="{FF2B5EF4-FFF2-40B4-BE49-F238E27FC236}">
                <a16:creationId xmlns:a16="http://schemas.microsoft.com/office/drawing/2014/main" id="{D3728A0B-9A0E-1DA4-B261-481BF33CDC99}"/>
              </a:ext>
            </a:extLst>
          </p:cNvPr>
          <p:cNvSpPr>
            <a:spLocks noGrp="1" noChangeArrowheads="1"/>
          </p:cNvSpPr>
          <p:nvPr>
            <p:ph type="ftr" sz="quarter" idx="3"/>
          </p:nvPr>
        </p:nvSpPr>
        <p:spPr/>
        <p:txBody>
          <a:bodyPr/>
          <a:lstStyle>
            <a:lvl1pPr>
              <a:defRPr/>
            </a:lvl1pPr>
          </a:lstStyle>
          <a:p>
            <a:endParaRPr lang="en-US" altLang="zh-CN"/>
          </a:p>
        </p:txBody>
      </p:sp>
      <p:sp>
        <p:nvSpPr>
          <p:cNvPr id="691206" name="Rectangle 6">
            <a:extLst>
              <a:ext uri="{FF2B5EF4-FFF2-40B4-BE49-F238E27FC236}">
                <a16:creationId xmlns:a16="http://schemas.microsoft.com/office/drawing/2014/main" id="{1ED8DAD7-4151-8D7A-B02B-D815C1543A03}"/>
              </a:ext>
            </a:extLst>
          </p:cNvPr>
          <p:cNvSpPr>
            <a:spLocks noGrp="1" noChangeArrowheads="1"/>
          </p:cNvSpPr>
          <p:nvPr>
            <p:ph type="sldNum" sz="quarter" idx="4"/>
          </p:nvPr>
        </p:nvSpPr>
        <p:spPr/>
        <p:txBody>
          <a:bodyPr/>
          <a:lstStyle>
            <a:lvl1pPr>
              <a:defRPr/>
            </a:lvl1pPr>
          </a:lstStyle>
          <a:p>
            <a:fld id="{33AD4068-E341-B64E-B28D-2D0A69F4B5A9}" type="slidenum">
              <a:rPr lang="en-US" altLang="zh-CN"/>
              <a:pPr/>
              <a:t>‹#›</a:t>
            </a:fld>
            <a:endParaRPr lang="en-US" altLang="zh-CN"/>
          </a:p>
        </p:txBody>
      </p:sp>
    </p:spTree>
    <p:extLst>
      <p:ext uri="{BB962C8B-B14F-4D97-AF65-F5344CB8AC3E}">
        <p14:creationId xmlns:p14="http://schemas.microsoft.com/office/powerpoint/2010/main" val="1730644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B6A89-E29B-72F6-FBEF-49A8C7DD4626}"/>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F14A94DB-79F6-8FBC-56B5-6DEDBD46E6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40512C45-A272-A7ED-0827-4E899F6B797E}"/>
              </a:ext>
            </a:extLst>
          </p:cNvPr>
          <p:cNvSpPr>
            <a:spLocks noGrp="1"/>
          </p:cNvSpPr>
          <p:nvPr>
            <p:ph type="dt" sz="half" idx="10"/>
          </p:nvPr>
        </p:nvSpPr>
        <p:spPr/>
        <p:txBody>
          <a:bodyPr/>
          <a:lstStyle>
            <a:lvl1pPr>
              <a:defRPr/>
            </a:lvl1pPr>
          </a:lstStyle>
          <a:p>
            <a:endParaRPr lang="en-US" altLang="zh-CN"/>
          </a:p>
        </p:txBody>
      </p:sp>
      <p:sp>
        <p:nvSpPr>
          <p:cNvPr id="5" name="Footer Placeholder 4">
            <a:extLst>
              <a:ext uri="{FF2B5EF4-FFF2-40B4-BE49-F238E27FC236}">
                <a16:creationId xmlns:a16="http://schemas.microsoft.com/office/drawing/2014/main" id="{256D92FD-423B-7E0E-A209-F1F7AEEB6DFC}"/>
              </a:ext>
            </a:extLst>
          </p:cNvPr>
          <p:cNvSpPr>
            <a:spLocks noGrp="1"/>
          </p:cNvSpPr>
          <p:nvPr>
            <p:ph type="ftr" sz="quarter" idx="11"/>
          </p:nvPr>
        </p:nvSpPr>
        <p:spPr/>
        <p:txBody>
          <a:bodyPr/>
          <a:lstStyle>
            <a:lvl1pPr>
              <a:defRPr/>
            </a:lvl1pPr>
          </a:lstStyle>
          <a:p>
            <a:endParaRPr lang="en-US" altLang="zh-CN"/>
          </a:p>
        </p:txBody>
      </p:sp>
      <p:sp>
        <p:nvSpPr>
          <p:cNvPr id="6" name="Slide Number Placeholder 5">
            <a:extLst>
              <a:ext uri="{FF2B5EF4-FFF2-40B4-BE49-F238E27FC236}">
                <a16:creationId xmlns:a16="http://schemas.microsoft.com/office/drawing/2014/main" id="{C1E3654C-43F1-97A0-A528-8EEE0BCA38CF}"/>
              </a:ext>
            </a:extLst>
          </p:cNvPr>
          <p:cNvSpPr>
            <a:spLocks noGrp="1"/>
          </p:cNvSpPr>
          <p:nvPr>
            <p:ph type="sldNum" sz="quarter" idx="12"/>
          </p:nvPr>
        </p:nvSpPr>
        <p:spPr/>
        <p:txBody>
          <a:bodyPr/>
          <a:lstStyle>
            <a:lvl1pPr>
              <a:defRPr/>
            </a:lvl1pPr>
          </a:lstStyle>
          <a:p>
            <a:fld id="{F6D05CB3-9320-1243-827C-B11A43FF0C1A}" type="slidenum">
              <a:rPr lang="en-US" altLang="zh-CN"/>
              <a:pPr/>
              <a:t>‹#›</a:t>
            </a:fld>
            <a:endParaRPr lang="en-US" altLang="zh-CN"/>
          </a:p>
        </p:txBody>
      </p:sp>
    </p:spTree>
    <p:extLst>
      <p:ext uri="{BB962C8B-B14F-4D97-AF65-F5344CB8AC3E}">
        <p14:creationId xmlns:p14="http://schemas.microsoft.com/office/powerpoint/2010/main" val="252582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11A3F-C3F2-403B-644F-74F113D8A714}"/>
              </a:ext>
            </a:extLst>
          </p:cNvPr>
          <p:cNvSpPr>
            <a:spLocks noGrp="1"/>
          </p:cNvSpPr>
          <p:nvPr>
            <p:ph type="title"/>
          </p:nvPr>
        </p:nvSpPr>
        <p:spPr>
          <a:xfrm>
            <a:off x="831851" y="1709739"/>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64D55B85-4E68-1170-C66D-7DD8A3849BEF}"/>
              </a:ext>
            </a:extLst>
          </p:cNvPr>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AE7FF974-F63F-FEF1-23C4-2DB4BBFE5C67}"/>
              </a:ext>
            </a:extLst>
          </p:cNvPr>
          <p:cNvSpPr>
            <a:spLocks noGrp="1"/>
          </p:cNvSpPr>
          <p:nvPr>
            <p:ph type="dt" sz="half" idx="10"/>
          </p:nvPr>
        </p:nvSpPr>
        <p:spPr/>
        <p:txBody>
          <a:bodyPr/>
          <a:lstStyle>
            <a:lvl1pPr>
              <a:defRPr/>
            </a:lvl1pPr>
          </a:lstStyle>
          <a:p>
            <a:endParaRPr lang="en-US" altLang="zh-CN"/>
          </a:p>
        </p:txBody>
      </p:sp>
      <p:sp>
        <p:nvSpPr>
          <p:cNvPr id="5" name="Footer Placeholder 4">
            <a:extLst>
              <a:ext uri="{FF2B5EF4-FFF2-40B4-BE49-F238E27FC236}">
                <a16:creationId xmlns:a16="http://schemas.microsoft.com/office/drawing/2014/main" id="{DC53A657-0900-6D30-B907-EF6C936A0132}"/>
              </a:ext>
            </a:extLst>
          </p:cNvPr>
          <p:cNvSpPr>
            <a:spLocks noGrp="1"/>
          </p:cNvSpPr>
          <p:nvPr>
            <p:ph type="ftr" sz="quarter" idx="11"/>
          </p:nvPr>
        </p:nvSpPr>
        <p:spPr/>
        <p:txBody>
          <a:bodyPr/>
          <a:lstStyle>
            <a:lvl1pPr>
              <a:defRPr/>
            </a:lvl1pPr>
          </a:lstStyle>
          <a:p>
            <a:endParaRPr lang="en-US" altLang="zh-CN"/>
          </a:p>
        </p:txBody>
      </p:sp>
      <p:sp>
        <p:nvSpPr>
          <p:cNvPr id="6" name="Slide Number Placeholder 5">
            <a:extLst>
              <a:ext uri="{FF2B5EF4-FFF2-40B4-BE49-F238E27FC236}">
                <a16:creationId xmlns:a16="http://schemas.microsoft.com/office/drawing/2014/main" id="{352398D0-DCA1-CC10-0010-29568286FD63}"/>
              </a:ext>
            </a:extLst>
          </p:cNvPr>
          <p:cNvSpPr>
            <a:spLocks noGrp="1"/>
          </p:cNvSpPr>
          <p:nvPr>
            <p:ph type="sldNum" sz="quarter" idx="12"/>
          </p:nvPr>
        </p:nvSpPr>
        <p:spPr/>
        <p:txBody>
          <a:bodyPr/>
          <a:lstStyle>
            <a:lvl1pPr>
              <a:defRPr/>
            </a:lvl1pPr>
          </a:lstStyle>
          <a:p>
            <a:fld id="{BE80CA5E-E6C0-664E-A408-3F855FB05C55}" type="slidenum">
              <a:rPr lang="en-US" altLang="zh-CN"/>
              <a:pPr/>
              <a:t>‹#›</a:t>
            </a:fld>
            <a:endParaRPr lang="en-US" altLang="zh-CN"/>
          </a:p>
        </p:txBody>
      </p:sp>
    </p:spTree>
    <p:extLst>
      <p:ext uri="{BB962C8B-B14F-4D97-AF65-F5344CB8AC3E}">
        <p14:creationId xmlns:p14="http://schemas.microsoft.com/office/powerpoint/2010/main" val="3229099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BD5EA-C1E6-5702-BDF0-C06EDC5C363D}"/>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B2225A70-D7E3-945F-F5D1-C87765C6255B}"/>
              </a:ext>
            </a:extLst>
          </p:cNvPr>
          <p:cNvSpPr>
            <a:spLocks noGrp="1"/>
          </p:cNvSpPr>
          <p:nvPr>
            <p:ph sz="half" idx="1"/>
          </p:nvPr>
        </p:nvSpPr>
        <p:spPr>
          <a:xfrm>
            <a:off x="402168" y="1905001"/>
            <a:ext cx="5592233" cy="4194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EABD8DF6-F6AF-96F4-A764-AE754E040E0A}"/>
              </a:ext>
            </a:extLst>
          </p:cNvPr>
          <p:cNvSpPr>
            <a:spLocks noGrp="1"/>
          </p:cNvSpPr>
          <p:nvPr>
            <p:ph sz="half" idx="2"/>
          </p:nvPr>
        </p:nvSpPr>
        <p:spPr>
          <a:xfrm>
            <a:off x="6197601" y="1905001"/>
            <a:ext cx="5592233" cy="4194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1CFDD6E1-4888-DAED-C120-341F53F4B8BF}"/>
              </a:ext>
            </a:extLst>
          </p:cNvPr>
          <p:cNvSpPr>
            <a:spLocks noGrp="1"/>
          </p:cNvSpPr>
          <p:nvPr>
            <p:ph type="dt" sz="half" idx="10"/>
          </p:nvPr>
        </p:nvSpPr>
        <p:spPr/>
        <p:txBody>
          <a:bodyPr/>
          <a:lstStyle>
            <a:lvl1pPr>
              <a:defRPr/>
            </a:lvl1pPr>
          </a:lstStyle>
          <a:p>
            <a:endParaRPr lang="en-US" altLang="zh-CN"/>
          </a:p>
        </p:txBody>
      </p:sp>
      <p:sp>
        <p:nvSpPr>
          <p:cNvPr id="6" name="Footer Placeholder 5">
            <a:extLst>
              <a:ext uri="{FF2B5EF4-FFF2-40B4-BE49-F238E27FC236}">
                <a16:creationId xmlns:a16="http://schemas.microsoft.com/office/drawing/2014/main" id="{5AF69A36-4159-C838-4E90-4ADD2ABCE950}"/>
              </a:ext>
            </a:extLst>
          </p:cNvPr>
          <p:cNvSpPr>
            <a:spLocks noGrp="1"/>
          </p:cNvSpPr>
          <p:nvPr>
            <p:ph type="ftr" sz="quarter" idx="11"/>
          </p:nvPr>
        </p:nvSpPr>
        <p:spPr/>
        <p:txBody>
          <a:bodyPr/>
          <a:lstStyle>
            <a:lvl1pPr>
              <a:defRPr/>
            </a:lvl1pPr>
          </a:lstStyle>
          <a:p>
            <a:endParaRPr lang="en-US" altLang="zh-CN"/>
          </a:p>
        </p:txBody>
      </p:sp>
      <p:sp>
        <p:nvSpPr>
          <p:cNvPr id="7" name="Slide Number Placeholder 6">
            <a:extLst>
              <a:ext uri="{FF2B5EF4-FFF2-40B4-BE49-F238E27FC236}">
                <a16:creationId xmlns:a16="http://schemas.microsoft.com/office/drawing/2014/main" id="{95467C9B-AABD-6EF2-E18E-34C4CB3ABA18}"/>
              </a:ext>
            </a:extLst>
          </p:cNvPr>
          <p:cNvSpPr>
            <a:spLocks noGrp="1"/>
          </p:cNvSpPr>
          <p:nvPr>
            <p:ph type="sldNum" sz="quarter" idx="12"/>
          </p:nvPr>
        </p:nvSpPr>
        <p:spPr/>
        <p:txBody>
          <a:bodyPr/>
          <a:lstStyle>
            <a:lvl1pPr>
              <a:defRPr/>
            </a:lvl1pPr>
          </a:lstStyle>
          <a:p>
            <a:fld id="{66046929-A45E-3C47-8E28-3E96E52155E0}" type="slidenum">
              <a:rPr lang="en-US" altLang="zh-CN"/>
              <a:pPr/>
              <a:t>‹#›</a:t>
            </a:fld>
            <a:endParaRPr lang="en-US" altLang="zh-CN"/>
          </a:p>
        </p:txBody>
      </p:sp>
    </p:spTree>
    <p:extLst>
      <p:ext uri="{BB962C8B-B14F-4D97-AF65-F5344CB8AC3E}">
        <p14:creationId xmlns:p14="http://schemas.microsoft.com/office/powerpoint/2010/main" val="1087357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F621E-6F3D-A240-A7EE-33CCA5F8CB84}"/>
              </a:ext>
            </a:extLst>
          </p:cNvPr>
          <p:cNvSpPr>
            <a:spLocks noGrp="1"/>
          </p:cNvSpPr>
          <p:nvPr>
            <p:ph type="title"/>
          </p:nvPr>
        </p:nvSpPr>
        <p:spPr>
          <a:xfrm>
            <a:off x="840317" y="365126"/>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5A4A7B7E-F3E7-1DAC-6A60-F091A15B914E}"/>
              </a:ext>
            </a:extLst>
          </p:cNvPr>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2BABF5-E648-96F4-F682-A1929713BEFA}"/>
              </a:ext>
            </a:extLst>
          </p:cNvPr>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F1529371-66B4-EFE0-019A-80533CC3E66B}"/>
              </a:ext>
            </a:extLst>
          </p:cNvPr>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EB1A89-8908-16C2-1E27-CA131FC536CD}"/>
              </a:ext>
            </a:extLst>
          </p:cNvPr>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728174F1-8A64-104E-00E3-7B93BF02896F}"/>
              </a:ext>
            </a:extLst>
          </p:cNvPr>
          <p:cNvSpPr>
            <a:spLocks noGrp="1"/>
          </p:cNvSpPr>
          <p:nvPr>
            <p:ph type="dt" sz="half" idx="10"/>
          </p:nvPr>
        </p:nvSpPr>
        <p:spPr/>
        <p:txBody>
          <a:bodyPr/>
          <a:lstStyle>
            <a:lvl1pPr>
              <a:defRPr/>
            </a:lvl1pPr>
          </a:lstStyle>
          <a:p>
            <a:endParaRPr lang="en-US" altLang="zh-CN"/>
          </a:p>
        </p:txBody>
      </p:sp>
      <p:sp>
        <p:nvSpPr>
          <p:cNvPr id="8" name="Footer Placeholder 7">
            <a:extLst>
              <a:ext uri="{FF2B5EF4-FFF2-40B4-BE49-F238E27FC236}">
                <a16:creationId xmlns:a16="http://schemas.microsoft.com/office/drawing/2014/main" id="{4FE2BB17-5872-B03D-8913-A35E111C63F3}"/>
              </a:ext>
            </a:extLst>
          </p:cNvPr>
          <p:cNvSpPr>
            <a:spLocks noGrp="1"/>
          </p:cNvSpPr>
          <p:nvPr>
            <p:ph type="ftr" sz="quarter" idx="11"/>
          </p:nvPr>
        </p:nvSpPr>
        <p:spPr/>
        <p:txBody>
          <a:bodyPr/>
          <a:lstStyle>
            <a:lvl1pPr>
              <a:defRPr/>
            </a:lvl1pPr>
          </a:lstStyle>
          <a:p>
            <a:endParaRPr lang="en-US" altLang="zh-CN"/>
          </a:p>
        </p:txBody>
      </p:sp>
      <p:sp>
        <p:nvSpPr>
          <p:cNvPr id="9" name="Slide Number Placeholder 8">
            <a:extLst>
              <a:ext uri="{FF2B5EF4-FFF2-40B4-BE49-F238E27FC236}">
                <a16:creationId xmlns:a16="http://schemas.microsoft.com/office/drawing/2014/main" id="{5F3E6FC4-53BE-2155-6582-073DF31E5476}"/>
              </a:ext>
            </a:extLst>
          </p:cNvPr>
          <p:cNvSpPr>
            <a:spLocks noGrp="1"/>
          </p:cNvSpPr>
          <p:nvPr>
            <p:ph type="sldNum" sz="quarter" idx="12"/>
          </p:nvPr>
        </p:nvSpPr>
        <p:spPr/>
        <p:txBody>
          <a:bodyPr/>
          <a:lstStyle>
            <a:lvl1pPr>
              <a:defRPr/>
            </a:lvl1pPr>
          </a:lstStyle>
          <a:p>
            <a:fld id="{00E5024C-D708-B14A-8517-88F5421420E4}" type="slidenum">
              <a:rPr lang="en-US" altLang="zh-CN"/>
              <a:pPr/>
              <a:t>‹#›</a:t>
            </a:fld>
            <a:endParaRPr lang="en-US" altLang="zh-CN"/>
          </a:p>
        </p:txBody>
      </p:sp>
    </p:spTree>
    <p:extLst>
      <p:ext uri="{BB962C8B-B14F-4D97-AF65-F5344CB8AC3E}">
        <p14:creationId xmlns:p14="http://schemas.microsoft.com/office/powerpoint/2010/main" val="2280090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0B619-7637-94B5-9C7B-6EAA7ED88FD1}"/>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1803B473-72D3-62E7-5B24-997DD3DF6FFA}"/>
              </a:ext>
            </a:extLst>
          </p:cNvPr>
          <p:cNvSpPr>
            <a:spLocks noGrp="1"/>
          </p:cNvSpPr>
          <p:nvPr>
            <p:ph type="dt" sz="half" idx="10"/>
          </p:nvPr>
        </p:nvSpPr>
        <p:spPr/>
        <p:txBody>
          <a:bodyPr/>
          <a:lstStyle>
            <a:lvl1pPr>
              <a:defRPr/>
            </a:lvl1pPr>
          </a:lstStyle>
          <a:p>
            <a:endParaRPr lang="en-US" altLang="zh-CN"/>
          </a:p>
        </p:txBody>
      </p:sp>
      <p:sp>
        <p:nvSpPr>
          <p:cNvPr id="4" name="Footer Placeholder 3">
            <a:extLst>
              <a:ext uri="{FF2B5EF4-FFF2-40B4-BE49-F238E27FC236}">
                <a16:creationId xmlns:a16="http://schemas.microsoft.com/office/drawing/2014/main" id="{B696DEBB-5CAE-DF5F-58F4-7DCA4F4EC959}"/>
              </a:ext>
            </a:extLst>
          </p:cNvPr>
          <p:cNvSpPr>
            <a:spLocks noGrp="1"/>
          </p:cNvSpPr>
          <p:nvPr>
            <p:ph type="ftr" sz="quarter" idx="11"/>
          </p:nvPr>
        </p:nvSpPr>
        <p:spPr/>
        <p:txBody>
          <a:bodyPr/>
          <a:lstStyle>
            <a:lvl1pPr>
              <a:defRPr/>
            </a:lvl1pPr>
          </a:lstStyle>
          <a:p>
            <a:endParaRPr lang="en-US" altLang="zh-CN"/>
          </a:p>
        </p:txBody>
      </p:sp>
      <p:sp>
        <p:nvSpPr>
          <p:cNvPr id="5" name="Slide Number Placeholder 4">
            <a:extLst>
              <a:ext uri="{FF2B5EF4-FFF2-40B4-BE49-F238E27FC236}">
                <a16:creationId xmlns:a16="http://schemas.microsoft.com/office/drawing/2014/main" id="{AA162B67-ABE2-9752-AC32-E3E114D6821B}"/>
              </a:ext>
            </a:extLst>
          </p:cNvPr>
          <p:cNvSpPr>
            <a:spLocks noGrp="1"/>
          </p:cNvSpPr>
          <p:nvPr>
            <p:ph type="sldNum" sz="quarter" idx="12"/>
          </p:nvPr>
        </p:nvSpPr>
        <p:spPr/>
        <p:txBody>
          <a:bodyPr/>
          <a:lstStyle>
            <a:lvl1pPr>
              <a:defRPr/>
            </a:lvl1pPr>
          </a:lstStyle>
          <a:p>
            <a:fld id="{B8F3EFFC-141E-6747-A4E0-E31B43D7E387}" type="slidenum">
              <a:rPr lang="en-US" altLang="zh-CN"/>
              <a:pPr/>
              <a:t>‹#›</a:t>
            </a:fld>
            <a:endParaRPr lang="en-US" altLang="zh-CN"/>
          </a:p>
        </p:txBody>
      </p:sp>
    </p:spTree>
    <p:extLst>
      <p:ext uri="{BB962C8B-B14F-4D97-AF65-F5344CB8AC3E}">
        <p14:creationId xmlns:p14="http://schemas.microsoft.com/office/powerpoint/2010/main" val="871109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AB13B7-FDD1-1A86-C2CA-34C76CC611FA}"/>
              </a:ext>
            </a:extLst>
          </p:cNvPr>
          <p:cNvSpPr>
            <a:spLocks noGrp="1"/>
          </p:cNvSpPr>
          <p:nvPr>
            <p:ph type="dt" sz="half" idx="10"/>
          </p:nvPr>
        </p:nvSpPr>
        <p:spPr/>
        <p:txBody>
          <a:bodyPr/>
          <a:lstStyle>
            <a:lvl1pPr>
              <a:defRPr/>
            </a:lvl1pPr>
          </a:lstStyle>
          <a:p>
            <a:endParaRPr lang="en-US" altLang="zh-CN"/>
          </a:p>
        </p:txBody>
      </p:sp>
      <p:sp>
        <p:nvSpPr>
          <p:cNvPr id="3" name="Footer Placeholder 2">
            <a:extLst>
              <a:ext uri="{FF2B5EF4-FFF2-40B4-BE49-F238E27FC236}">
                <a16:creationId xmlns:a16="http://schemas.microsoft.com/office/drawing/2014/main" id="{77732793-D30E-D3C2-A32C-CB61AFC1AD38}"/>
              </a:ext>
            </a:extLst>
          </p:cNvPr>
          <p:cNvSpPr>
            <a:spLocks noGrp="1"/>
          </p:cNvSpPr>
          <p:nvPr>
            <p:ph type="ftr" sz="quarter" idx="11"/>
          </p:nvPr>
        </p:nvSpPr>
        <p:spPr/>
        <p:txBody>
          <a:bodyPr/>
          <a:lstStyle>
            <a:lvl1pPr>
              <a:defRPr/>
            </a:lvl1pPr>
          </a:lstStyle>
          <a:p>
            <a:endParaRPr lang="en-US" altLang="zh-CN"/>
          </a:p>
        </p:txBody>
      </p:sp>
      <p:sp>
        <p:nvSpPr>
          <p:cNvPr id="4" name="Slide Number Placeholder 3">
            <a:extLst>
              <a:ext uri="{FF2B5EF4-FFF2-40B4-BE49-F238E27FC236}">
                <a16:creationId xmlns:a16="http://schemas.microsoft.com/office/drawing/2014/main" id="{12B09A4D-5086-7A54-ECA8-4DB27A0682A6}"/>
              </a:ext>
            </a:extLst>
          </p:cNvPr>
          <p:cNvSpPr>
            <a:spLocks noGrp="1"/>
          </p:cNvSpPr>
          <p:nvPr>
            <p:ph type="sldNum" sz="quarter" idx="12"/>
          </p:nvPr>
        </p:nvSpPr>
        <p:spPr/>
        <p:txBody>
          <a:bodyPr/>
          <a:lstStyle>
            <a:lvl1pPr>
              <a:defRPr/>
            </a:lvl1pPr>
          </a:lstStyle>
          <a:p>
            <a:fld id="{F56027F7-2A7F-6E43-98D8-279AA91E0815}" type="slidenum">
              <a:rPr lang="en-US" altLang="zh-CN"/>
              <a:pPr/>
              <a:t>‹#›</a:t>
            </a:fld>
            <a:endParaRPr lang="en-US" altLang="zh-CN"/>
          </a:p>
        </p:txBody>
      </p:sp>
    </p:spTree>
    <p:extLst>
      <p:ext uri="{BB962C8B-B14F-4D97-AF65-F5344CB8AC3E}">
        <p14:creationId xmlns:p14="http://schemas.microsoft.com/office/powerpoint/2010/main" val="598610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0A41A-2F36-FE49-003F-92C76BEAC7FA}"/>
              </a:ext>
            </a:extLst>
          </p:cNvPr>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E67B13F2-C526-0569-80BF-7B5FC3B61F4A}"/>
              </a:ext>
            </a:extLst>
          </p:cNvPr>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131B3DB9-3B97-F557-52D6-1BC25A5C1C7A}"/>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A70E9C-79F9-C9D0-6A24-B9F8B474F0F7}"/>
              </a:ext>
            </a:extLst>
          </p:cNvPr>
          <p:cNvSpPr>
            <a:spLocks noGrp="1"/>
          </p:cNvSpPr>
          <p:nvPr>
            <p:ph type="dt" sz="half" idx="10"/>
          </p:nvPr>
        </p:nvSpPr>
        <p:spPr/>
        <p:txBody>
          <a:bodyPr/>
          <a:lstStyle>
            <a:lvl1pPr>
              <a:defRPr/>
            </a:lvl1pPr>
          </a:lstStyle>
          <a:p>
            <a:endParaRPr lang="en-US" altLang="zh-CN"/>
          </a:p>
        </p:txBody>
      </p:sp>
      <p:sp>
        <p:nvSpPr>
          <p:cNvPr id="6" name="Footer Placeholder 5">
            <a:extLst>
              <a:ext uri="{FF2B5EF4-FFF2-40B4-BE49-F238E27FC236}">
                <a16:creationId xmlns:a16="http://schemas.microsoft.com/office/drawing/2014/main" id="{7CC066B4-A6EF-22EC-BFFB-8DF7AC5E818C}"/>
              </a:ext>
            </a:extLst>
          </p:cNvPr>
          <p:cNvSpPr>
            <a:spLocks noGrp="1"/>
          </p:cNvSpPr>
          <p:nvPr>
            <p:ph type="ftr" sz="quarter" idx="11"/>
          </p:nvPr>
        </p:nvSpPr>
        <p:spPr/>
        <p:txBody>
          <a:bodyPr/>
          <a:lstStyle>
            <a:lvl1pPr>
              <a:defRPr/>
            </a:lvl1pPr>
          </a:lstStyle>
          <a:p>
            <a:endParaRPr lang="en-US" altLang="zh-CN"/>
          </a:p>
        </p:txBody>
      </p:sp>
      <p:sp>
        <p:nvSpPr>
          <p:cNvPr id="7" name="Slide Number Placeholder 6">
            <a:extLst>
              <a:ext uri="{FF2B5EF4-FFF2-40B4-BE49-F238E27FC236}">
                <a16:creationId xmlns:a16="http://schemas.microsoft.com/office/drawing/2014/main" id="{F4F40B79-2CE8-9575-1BF3-D3B747FF7E51}"/>
              </a:ext>
            </a:extLst>
          </p:cNvPr>
          <p:cNvSpPr>
            <a:spLocks noGrp="1"/>
          </p:cNvSpPr>
          <p:nvPr>
            <p:ph type="sldNum" sz="quarter" idx="12"/>
          </p:nvPr>
        </p:nvSpPr>
        <p:spPr/>
        <p:txBody>
          <a:bodyPr/>
          <a:lstStyle>
            <a:lvl1pPr>
              <a:defRPr/>
            </a:lvl1pPr>
          </a:lstStyle>
          <a:p>
            <a:fld id="{BBD175A2-63E3-FD47-87A6-D30C70A6B3BC}" type="slidenum">
              <a:rPr lang="en-US" altLang="zh-CN"/>
              <a:pPr/>
              <a:t>‹#›</a:t>
            </a:fld>
            <a:endParaRPr lang="en-US" altLang="zh-CN"/>
          </a:p>
        </p:txBody>
      </p:sp>
    </p:spTree>
    <p:extLst>
      <p:ext uri="{BB962C8B-B14F-4D97-AF65-F5344CB8AC3E}">
        <p14:creationId xmlns:p14="http://schemas.microsoft.com/office/powerpoint/2010/main" val="1534613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D43EC-5C66-7E04-D74E-69C7A29F05E4}"/>
              </a:ext>
            </a:extLst>
          </p:cNvPr>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E7F7B6BA-ECB1-5652-D1D4-2BB92FA92D3D}"/>
              </a:ext>
            </a:extLst>
          </p:cNvPr>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B82F5EB3-5F7D-B808-E91D-205D13EB7A5A}"/>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245F0B-BDD4-D2D4-A283-ADF02FA4B787}"/>
              </a:ext>
            </a:extLst>
          </p:cNvPr>
          <p:cNvSpPr>
            <a:spLocks noGrp="1"/>
          </p:cNvSpPr>
          <p:nvPr>
            <p:ph type="dt" sz="half" idx="10"/>
          </p:nvPr>
        </p:nvSpPr>
        <p:spPr/>
        <p:txBody>
          <a:bodyPr/>
          <a:lstStyle>
            <a:lvl1pPr>
              <a:defRPr/>
            </a:lvl1pPr>
          </a:lstStyle>
          <a:p>
            <a:endParaRPr lang="en-US" altLang="zh-CN"/>
          </a:p>
        </p:txBody>
      </p:sp>
      <p:sp>
        <p:nvSpPr>
          <p:cNvPr id="6" name="Footer Placeholder 5">
            <a:extLst>
              <a:ext uri="{FF2B5EF4-FFF2-40B4-BE49-F238E27FC236}">
                <a16:creationId xmlns:a16="http://schemas.microsoft.com/office/drawing/2014/main" id="{01EB0278-BC76-5465-0911-B6D7AEEDB832}"/>
              </a:ext>
            </a:extLst>
          </p:cNvPr>
          <p:cNvSpPr>
            <a:spLocks noGrp="1"/>
          </p:cNvSpPr>
          <p:nvPr>
            <p:ph type="ftr" sz="quarter" idx="11"/>
          </p:nvPr>
        </p:nvSpPr>
        <p:spPr/>
        <p:txBody>
          <a:bodyPr/>
          <a:lstStyle>
            <a:lvl1pPr>
              <a:defRPr/>
            </a:lvl1pPr>
          </a:lstStyle>
          <a:p>
            <a:endParaRPr lang="en-US" altLang="zh-CN"/>
          </a:p>
        </p:txBody>
      </p:sp>
      <p:sp>
        <p:nvSpPr>
          <p:cNvPr id="7" name="Slide Number Placeholder 6">
            <a:extLst>
              <a:ext uri="{FF2B5EF4-FFF2-40B4-BE49-F238E27FC236}">
                <a16:creationId xmlns:a16="http://schemas.microsoft.com/office/drawing/2014/main" id="{F089FDE3-B304-7B80-4EBF-F2D364D63B09}"/>
              </a:ext>
            </a:extLst>
          </p:cNvPr>
          <p:cNvSpPr>
            <a:spLocks noGrp="1"/>
          </p:cNvSpPr>
          <p:nvPr>
            <p:ph type="sldNum" sz="quarter" idx="12"/>
          </p:nvPr>
        </p:nvSpPr>
        <p:spPr/>
        <p:txBody>
          <a:bodyPr/>
          <a:lstStyle>
            <a:lvl1pPr>
              <a:defRPr/>
            </a:lvl1pPr>
          </a:lstStyle>
          <a:p>
            <a:fld id="{D6BBFC06-049B-D543-A017-216BDE13A993}" type="slidenum">
              <a:rPr lang="en-US" altLang="zh-CN"/>
              <a:pPr/>
              <a:t>‹#›</a:t>
            </a:fld>
            <a:endParaRPr lang="en-US" altLang="zh-CN"/>
          </a:p>
        </p:txBody>
      </p:sp>
    </p:spTree>
    <p:extLst>
      <p:ext uri="{BB962C8B-B14F-4D97-AF65-F5344CB8AC3E}">
        <p14:creationId xmlns:p14="http://schemas.microsoft.com/office/powerpoint/2010/main" val="2080126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E0FC4-B15E-1DFC-25E0-5F3F97C99C2B}"/>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8611703E-4C23-9CAA-55B4-45E0FA4ADF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84DE078C-7827-97A8-5336-B0593E23E432}"/>
              </a:ext>
            </a:extLst>
          </p:cNvPr>
          <p:cNvSpPr>
            <a:spLocks noGrp="1"/>
          </p:cNvSpPr>
          <p:nvPr>
            <p:ph type="dt" sz="half" idx="10"/>
          </p:nvPr>
        </p:nvSpPr>
        <p:spPr/>
        <p:txBody>
          <a:bodyPr/>
          <a:lstStyle>
            <a:lvl1pPr>
              <a:defRPr/>
            </a:lvl1pPr>
          </a:lstStyle>
          <a:p>
            <a:endParaRPr lang="en-US" altLang="zh-CN"/>
          </a:p>
        </p:txBody>
      </p:sp>
      <p:sp>
        <p:nvSpPr>
          <p:cNvPr id="5" name="Footer Placeholder 4">
            <a:extLst>
              <a:ext uri="{FF2B5EF4-FFF2-40B4-BE49-F238E27FC236}">
                <a16:creationId xmlns:a16="http://schemas.microsoft.com/office/drawing/2014/main" id="{02F81C64-2EE0-FCFE-6C9B-C77EFA535F78}"/>
              </a:ext>
            </a:extLst>
          </p:cNvPr>
          <p:cNvSpPr>
            <a:spLocks noGrp="1"/>
          </p:cNvSpPr>
          <p:nvPr>
            <p:ph type="ftr" sz="quarter" idx="11"/>
          </p:nvPr>
        </p:nvSpPr>
        <p:spPr/>
        <p:txBody>
          <a:bodyPr/>
          <a:lstStyle>
            <a:lvl1pPr>
              <a:defRPr/>
            </a:lvl1pPr>
          </a:lstStyle>
          <a:p>
            <a:endParaRPr lang="en-US" altLang="zh-CN"/>
          </a:p>
        </p:txBody>
      </p:sp>
      <p:sp>
        <p:nvSpPr>
          <p:cNvPr id="6" name="Slide Number Placeholder 5">
            <a:extLst>
              <a:ext uri="{FF2B5EF4-FFF2-40B4-BE49-F238E27FC236}">
                <a16:creationId xmlns:a16="http://schemas.microsoft.com/office/drawing/2014/main" id="{4A03F072-1D94-544C-0BAF-208FD927E304}"/>
              </a:ext>
            </a:extLst>
          </p:cNvPr>
          <p:cNvSpPr>
            <a:spLocks noGrp="1"/>
          </p:cNvSpPr>
          <p:nvPr>
            <p:ph type="sldNum" sz="quarter" idx="12"/>
          </p:nvPr>
        </p:nvSpPr>
        <p:spPr/>
        <p:txBody>
          <a:bodyPr/>
          <a:lstStyle>
            <a:lvl1pPr>
              <a:defRPr/>
            </a:lvl1pPr>
          </a:lstStyle>
          <a:p>
            <a:fld id="{4BDE19B0-6EFE-F74B-AADA-B07AFA8BC480}" type="slidenum">
              <a:rPr lang="en-US" altLang="zh-CN"/>
              <a:pPr/>
              <a:t>‹#›</a:t>
            </a:fld>
            <a:endParaRPr lang="en-US" altLang="zh-CN"/>
          </a:p>
        </p:txBody>
      </p:sp>
    </p:spTree>
    <p:extLst>
      <p:ext uri="{BB962C8B-B14F-4D97-AF65-F5344CB8AC3E}">
        <p14:creationId xmlns:p14="http://schemas.microsoft.com/office/powerpoint/2010/main" val="1033652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F6325D-1471-165B-426D-06289DD3C66B}"/>
              </a:ext>
            </a:extLst>
          </p:cNvPr>
          <p:cNvSpPr>
            <a:spLocks noGrp="1"/>
          </p:cNvSpPr>
          <p:nvPr>
            <p:ph type="title" orient="vert"/>
          </p:nvPr>
        </p:nvSpPr>
        <p:spPr>
          <a:xfrm>
            <a:off x="8942918" y="609601"/>
            <a:ext cx="2846916" cy="5489575"/>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455B3852-6EE6-4B27-83B6-A5C88A89FA39}"/>
              </a:ext>
            </a:extLst>
          </p:cNvPr>
          <p:cNvSpPr>
            <a:spLocks noGrp="1"/>
          </p:cNvSpPr>
          <p:nvPr>
            <p:ph type="body" orient="vert" idx="1"/>
          </p:nvPr>
        </p:nvSpPr>
        <p:spPr>
          <a:xfrm>
            <a:off x="402167" y="609601"/>
            <a:ext cx="8337551" cy="54895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196AE3F2-7B43-AE0E-E140-A0444E3F3B55}"/>
              </a:ext>
            </a:extLst>
          </p:cNvPr>
          <p:cNvSpPr>
            <a:spLocks noGrp="1"/>
          </p:cNvSpPr>
          <p:nvPr>
            <p:ph type="dt" sz="half" idx="10"/>
          </p:nvPr>
        </p:nvSpPr>
        <p:spPr/>
        <p:txBody>
          <a:bodyPr/>
          <a:lstStyle>
            <a:lvl1pPr>
              <a:defRPr/>
            </a:lvl1pPr>
          </a:lstStyle>
          <a:p>
            <a:endParaRPr lang="en-US" altLang="zh-CN"/>
          </a:p>
        </p:txBody>
      </p:sp>
      <p:sp>
        <p:nvSpPr>
          <p:cNvPr id="5" name="Footer Placeholder 4">
            <a:extLst>
              <a:ext uri="{FF2B5EF4-FFF2-40B4-BE49-F238E27FC236}">
                <a16:creationId xmlns:a16="http://schemas.microsoft.com/office/drawing/2014/main" id="{5CD95581-BD12-2083-9A77-4B6DE046223A}"/>
              </a:ext>
            </a:extLst>
          </p:cNvPr>
          <p:cNvSpPr>
            <a:spLocks noGrp="1"/>
          </p:cNvSpPr>
          <p:nvPr>
            <p:ph type="ftr" sz="quarter" idx="11"/>
          </p:nvPr>
        </p:nvSpPr>
        <p:spPr/>
        <p:txBody>
          <a:bodyPr/>
          <a:lstStyle>
            <a:lvl1pPr>
              <a:defRPr/>
            </a:lvl1pPr>
          </a:lstStyle>
          <a:p>
            <a:endParaRPr lang="en-US" altLang="zh-CN"/>
          </a:p>
        </p:txBody>
      </p:sp>
      <p:sp>
        <p:nvSpPr>
          <p:cNvPr id="6" name="Slide Number Placeholder 5">
            <a:extLst>
              <a:ext uri="{FF2B5EF4-FFF2-40B4-BE49-F238E27FC236}">
                <a16:creationId xmlns:a16="http://schemas.microsoft.com/office/drawing/2014/main" id="{0653481A-4782-1169-3908-CC99226671BA}"/>
              </a:ext>
            </a:extLst>
          </p:cNvPr>
          <p:cNvSpPr>
            <a:spLocks noGrp="1"/>
          </p:cNvSpPr>
          <p:nvPr>
            <p:ph type="sldNum" sz="quarter" idx="12"/>
          </p:nvPr>
        </p:nvSpPr>
        <p:spPr/>
        <p:txBody>
          <a:bodyPr/>
          <a:lstStyle>
            <a:lvl1pPr>
              <a:defRPr/>
            </a:lvl1pPr>
          </a:lstStyle>
          <a:p>
            <a:fld id="{0870D1F0-4DEB-A945-8B45-34AD03AAA905}" type="slidenum">
              <a:rPr lang="en-US" altLang="zh-CN"/>
              <a:pPr/>
              <a:t>‹#›</a:t>
            </a:fld>
            <a:endParaRPr lang="en-US" altLang="zh-CN"/>
          </a:p>
        </p:txBody>
      </p:sp>
    </p:spTree>
    <p:extLst>
      <p:ext uri="{BB962C8B-B14F-4D97-AF65-F5344CB8AC3E}">
        <p14:creationId xmlns:p14="http://schemas.microsoft.com/office/powerpoint/2010/main" val="18702228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A897D-0F90-0659-3780-5C5ECEC2488E}"/>
              </a:ext>
            </a:extLst>
          </p:cNvPr>
          <p:cNvSpPr>
            <a:spLocks noGrp="1"/>
          </p:cNvSpPr>
          <p:nvPr>
            <p:ph type="title"/>
          </p:nvPr>
        </p:nvSpPr>
        <p:spPr>
          <a:xfrm>
            <a:off x="402167" y="609600"/>
            <a:ext cx="11387667" cy="1143000"/>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425E5285-6F65-DEF7-6D8F-9E0B25C43FB1}"/>
              </a:ext>
            </a:extLst>
          </p:cNvPr>
          <p:cNvSpPr>
            <a:spLocks noGrp="1"/>
          </p:cNvSpPr>
          <p:nvPr>
            <p:ph type="body" sz="half" idx="1"/>
          </p:nvPr>
        </p:nvSpPr>
        <p:spPr>
          <a:xfrm>
            <a:off x="402168" y="1905001"/>
            <a:ext cx="5592233" cy="4194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F46B0926-3FC5-23BB-7896-C6C13BC48F43}"/>
              </a:ext>
            </a:extLst>
          </p:cNvPr>
          <p:cNvSpPr>
            <a:spLocks noGrp="1"/>
          </p:cNvSpPr>
          <p:nvPr>
            <p:ph sz="quarter" idx="2"/>
          </p:nvPr>
        </p:nvSpPr>
        <p:spPr>
          <a:xfrm>
            <a:off x="6197601" y="1905000"/>
            <a:ext cx="5592233" cy="2020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Content Placeholder 4">
            <a:extLst>
              <a:ext uri="{FF2B5EF4-FFF2-40B4-BE49-F238E27FC236}">
                <a16:creationId xmlns:a16="http://schemas.microsoft.com/office/drawing/2014/main" id="{B0918245-9BCA-388F-68E1-2AF8BD4704B6}"/>
              </a:ext>
            </a:extLst>
          </p:cNvPr>
          <p:cNvSpPr>
            <a:spLocks noGrp="1"/>
          </p:cNvSpPr>
          <p:nvPr>
            <p:ph sz="quarter" idx="3"/>
          </p:nvPr>
        </p:nvSpPr>
        <p:spPr>
          <a:xfrm>
            <a:off x="6197601" y="4078289"/>
            <a:ext cx="5592233" cy="2020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Date Placeholder 5">
            <a:extLst>
              <a:ext uri="{FF2B5EF4-FFF2-40B4-BE49-F238E27FC236}">
                <a16:creationId xmlns:a16="http://schemas.microsoft.com/office/drawing/2014/main" id="{0B631CBD-1F56-1BFA-7F57-997B66ED136A}"/>
              </a:ext>
            </a:extLst>
          </p:cNvPr>
          <p:cNvSpPr>
            <a:spLocks noGrp="1"/>
          </p:cNvSpPr>
          <p:nvPr>
            <p:ph type="dt" sz="half" idx="10"/>
          </p:nvPr>
        </p:nvSpPr>
        <p:spPr>
          <a:xfrm>
            <a:off x="402167" y="6245225"/>
            <a:ext cx="3052233" cy="476250"/>
          </a:xfrm>
        </p:spPr>
        <p:txBody>
          <a:bodyPr/>
          <a:lstStyle>
            <a:lvl1pPr>
              <a:defRPr/>
            </a:lvl1pPr>
          </a:lstStyle>
          <a:p>
            <a:endParaRPr lang="en-US" altLang="zh-CN"/>
          </a:p>
        </p:txBody>
      </p:sp>
      <p:sp>
        <p:nvSpPr>
          <p:cNvPr id="7" name="Footer Placeholder 6">
            <a:extLst>
              <a:ext uri="{FF2B5EF4-FFF2-40B4-BE49-F238E27FC236}">
                <a16:creationId xmlns:a16="http://schemas.microsoft.com/office/drawing/2014/main" id="{8F11C413-4B9C-CBEC-693C-114856A77781}"/>
              </a:ext>
            </a:extLst>
          </p:cNvPr>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8" name="Slide Number Placeholder 7">
            <a:extLst>
              <a:ext uri="{FF2B5EF4-FFF2-40B4-BE49-F238E27FC236}">
                <a16:creationId xmlns:a16="http://schemas.microsoft.com/office/drawing/2014/main" id="{17A51177-8BCC-8876-B86D-CED12971E22F}"/>
              </a:ext>
            </a:extLst>
          </p:cNvPr>
          <p:cNvSpPr>
            <a:spLocks noGrp="1"/>
          </p:cNvSpPr>
          <p:nvPr>
            <p:ph type="sldNum" sz="quarter" idx="12"/>
          </p:nvPr>
        </p:nvSpPr>
        <p:spPr>
          <a:xfrm>
            <a:off x="8737601" y="6245225"/>
            <a:ext cx="3052233" cy="476250"/>
          </a:xfrm>
        </p:spPr>
        <p:txBody>
          <a:bodyPr/>
          <a:lstStyle>
            <a:lvl1pPr>
              <a:defRPr/>
            </a:lvl1pPr>
          </a:lstStyle>
          <a:p>
            <a:fld id="{0FD93ACA-2F3A-F943-A960-3772800BEF7D}" type="slidenum">
              <a:rPr lang="en-US" altLang="zh-CN"/>
              <a:pPr/>
              <a:t>‹#›</a:t>
            </a:fld>
            <a:endParaRPr lang="en-US" altLang="zh-CN"/>
          </a:p>
        </p:txBody>
      </p:sp>
    </p:spTree>
    <p:extLst>
      <p:ext uri="{BB962C8B-B14F-4D97-AF65-F5344CB8AC3E}">
        <p14:creationId xmlns:p14="http://schemas.microsoft.com/office/powerpoint/2010/main" val="3572824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4AD019-6E9E-8A71-BFF2-29EC4FEDB002}"/>
              </a:ext>
            </a:extLst>
          </p:cNvPr>
          <p:cNvSpPr>
            <a:spLocks noGrp="1"/>
          </p:cNvSpPr>
          <p:nvPr>
            <p:ph/>
          </p:nvPr>
        </p:nvSpPr>
        <p:spPr>
          <a:xfrm>
            <a:off x="402167" y="609601"/>
            <a:ext cx="11387667" cy="5489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3" name="Date Placeholder 2">
            <a:extLst>
              <a:ext uri="{FF2B5EF4-FFF2-40B4-BE49-F238E27FC236}">
                <a16:creationId xmlns:a16="http://schemas.microsoft.com/office/drawing/2014/main" id="{FCFD90BD-83C9-2A00-59EA-EBB3C4A0528D}"/>
              </a:ext>
            </a:extLst>
          </p:cNvPr>
          <p:cNvSpPr>
            <a:spLocks noGrp="1"/>
          </p:cNvSpPr>
          <p:nvPr>
            <p:ph type="dt" sz="half" idx="10"/>
          </p:nvPr>
        </p:nvSpPr>
        <p:spPr>
          <a:xfrm>
            <a:off x="402167" y="6245225"/>
            <a:ext cx="3052233" cy="476250"/>
          </a:xfrm>
        </p:spPr>
        <p:txBody>
          <a:bodyPr/>
          <a:lstStyle>
            <a:lvl1pPr>
              <a:defRPr/>
            </a:lvl1pPr>
          </a:lstStyle>
          <a:p>
            <a:endParaRPr lang="en-US" altLang="zh-CN"/>
          </a:p>
        </p:txBody>
      </p:sp>
      <p:sp>
        <p:nvSpPr>
          <p:cNvPr id="4" name="Footer Placeholder 3">
            <a:extLst>
              <a:ext uri="{FF2B5EF4-FFF2-40B4-BE49-F238E27FC236}">
                <a16:creationId xmlns:a16="http://schemas.microsoft.com/office/drawing/2014/main" id="{61BEA281-A1FF-9A08-37E3-EFBD83544BB7}"/>
              </a:ext>
            </a:extLst>
          </p:cNvPr>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5" name="Slide Number Placeholder 4">
            <a:extLst>
              <a:ext uri="{FF2B5EF4-FFF2-40B4-BE49-F238E27FC236}">
                <a16:creationId xmlns:a16="http://schemas.microsoft.com/office/drawing/2014/main" id="{08CAE28A-7C5B-265B-768C-8CC33E3DA771}"/>
              </a:ext>
            </a:extLst>
          </p:cNvPr>
          <p:cNvSpPr>
            <a:spLocks noGrp="1"/>
          </p:cNvSpPr>
          <p:nvPr>
            <p:ph type="sldNum" sz="quarter" idx="12"/>
          </p:nvPr>
        </p:nvSpPr>
        <p:spPr>
          <a:xfrm>
            <a:off x="8737601" y="6245225"/>
            <a:ext cx="3052233" cy="476250"/>
          </a:xfrm>
        </p:spPr>
        <p:txBody>
          <a:bodyPr/>
          <a:lstStyle>
            <a:lvl1pPr>
              <a:defRPr/>
            </a:lvl1pPr>
          </a:lstStyle>
          <a:p>
            <a:fld id="{F5DEA3FC-76CA-C14D-8DAA-C8576370DD2E}" type="slidenum">
              <a:rPr lang="en-US" altLang="zh-CN"/>
              <a:pPr/>
              <a:t>‹#›</a:t>
            </a:fld>
            <a:endParaRPr lang="en-US" altLang="zh-CN"/>
          </a:p>
        </p:txBody>
      </p:sp>
    </p:spTree>
    <p:extLst>
      <p:ext uri="{BB962C8B-B14F-4D97-AF65-F5344CB8AC3E}">
        <p14:creationId xmlns:p14="http://schemas.microsoft.com/office/powerpoint/2010/main" val="8680566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CAAF4-F4BA-D42E-FB20-F74D99A958DA}"/>
              </a:ext>
            </a:extLst>
          </p:cNvPr>
          <p:cNvSpPr>
            <a:spLocks noGrp="1"/>
          </p:cNvSpPr>
          <p:nvPr>
            <p:ph type="title"/>
          </p:nvPr>
        </p:nvSpPr>
        <p:spPr>
          <a:xfrm>
            <a:off x="402167" y="609600"/>
            <a:ext cx="11387667" cy="1143000"/>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9C730CB3-EBBD-B44F-A8D6-C1BF0725F480}"/>
              </a:ext>
            </a:extLst>
          </p:cNvPr>
          <p:cNvSpPr>
            <a:spLocks noGrp="1"/>
          </p:cNvSpPr>
          <p:nvPr>
            <p:ph type="body" sz="half" idx="1"/>
          </p:nvPr>
        </p:nvSpPr>
        <p:spPr>
          <a:xfrm>
            <a:off x="402168" y="1905001"/>
            <a:ext cx="5592233" cy="4194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CA54EFFA-54F6-0010-24E4-21C7C963F1F2}"/>
              </a:ext>
            </a:extLst>
          </p:cNvPr>
          <p:cNvSpPr>
            <a:spLocks noGrp="1"/>
          </p:cNvSpPr>
          <p:nvPr>
            <p:ph sz="half" idx="2"/>
          </p:nvPr>
        </p:nvSpPr>
        <p:spPr>
          <a:xfrm>
            <a:off x="6197601" y="1905001"/>
            <a:ext cx="5592233" cy="4194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DF10595E-18C4-AEAF-C09F-ABC8370EBC61}"/>
              </a:ext>
            </a:extLst>
          </p:cNvPr>
          <p:cNvSpPr>
            <a:spLocks noGrp="1"/>
          </p:cNvSpPr>
          <p:nvPr>
            <p:ph type="dt" sz="half" idx="10"/>
          </p:nvPr>
        </p:nvSpPr>
        <p:spPr>
          <a:xfrm>
            <a:off x="402167" y="6245225"/>
            <a:ext cx="3052233" cy="476250"/>
          </a:xfrm>
        </p:spPr>
        <p:txBody>
          <a:bodyPr/>
          <a:lstStyle>
            <a:lvl1pPr>
              <a:defRPr/>
            </a:lvl1pPr>
          </a:lstStyle>
          <a:p>
            <a:endParaRPr lang="en-US" altLang="zh-CN"/>
          </a:p>
        </p:txBody>
      </p:sp>
      <p:sp>
        <p:nvSpPr>
          <p:cNvPr id="6" name="Footer Placeholder 5">
            <a:extLst>
              <a:ext uri="{FF2B5EF4-FFF2-40B4-BE49-F238E27FC236}">
                <a16:creationId xmlns:a16="http://schemas.microsoft.com/office/drawing/2014/main" id="{18DC3733-6AF4-BA38-7E71-0B6ED4D5C523}"/>
              </a:ext>
            </a:extLst>
          </p:cNvPr>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7" name="Slide Number Placeholder 6">
            <a:extLst>
              <a:ext uri="{FF2B5EF4-FFF2-40B4-BE49-F238E27FC236}">
                <a16:creationId xmlns:a16="http://schemas.microsoft.com/office/drawing/2014/main" id="{0B6AC35C-2267-A76F-A852-9CDD9E0511D2}"/>
              </a:ext>
            </a:extLst>
          </p:cNvPr>
          <p:cNvSpPr>
            <a:spLocks noGrp="1"/>
          </p:cNvSpPr>
          <p:nvPr>
            <p:ph type="sldNum" sz="quarter" idx="12"/>
          </p:nvPr>
        </p:nvSpPr>
        <p:spPr>
          <a:xfrm>
            <a:off x="8737601" y="6245225"/>
            <a:ext cx="3052233" cy="476250"/>
          </a:xfrm>
        </p:spPr>
        <p:txBody>
          <a:bodyPr/>
          <a:lstStyle>
            <a:lvl1pPr>
              <a:defRPr/>
            </a:lvl1pPr>
          </a:lstStyle>
          <a:p>
            <a:fld id="{B3A132B0-7B24-744A-AEA0-5E11439EB463}" type="slidenum">
              <a:rPr lang="en-US" altLang="zh-CN"/>
              <a:pPr/>
              <a:t>‹#›</a:t>
            </a:fld>
            <a:endParaRPr lang="en-US" altLang="zh-CN"/>
          </a:p>
        </p:txBody>
      </p:sp>
    </p:spTree>
    <p:extLst>
      <p:ext uri="{BB962C8B-B14F-4D97-AF65-F5344CB8AC3E}">
        <p14:creationId xmlns:p14="http://schemas.microsoft.com/office/powerpoint/2010/main" val="17812685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95D1D-B071-1DA7-BAD6-683EA2C09446}"/>
              </a:ext>
            </a:extLst>
          </p:cNvPr>
          <p:cNvSpPr>
            <a:spLocks noGrp="1"/>
          </p:cNvSpPr>
          <p:nvPr>
            <p:ph type="title"/>
          </p:nvPr>
        </p:nvSpPr>
        <p:spPr>
          <a:xfrm>
            <a:off x="402167" y="609600"/>
            <a:ext cx="11387667" cy="1143000"/>
          </a:xfrm>
        </p:spPr>
        <p:txBody>
          <a:bodyPr/>
          <a:lstStyle/>
          <a:p>
            <a:r>
              <a:rPr lang="en-US"/>
              <a:t>Click to edit Master title style</a:t>
            </a:r>
            <a:endParaRPr lang="en-CN"/>
          </a:p>
        </p:txBody>
      </p:sp>
      <p:sp>
        <p:nvSpPr>
          <p:cNvPr id="3" name="Table Placeholder 2">
            <a:extLst>
              <a:ext uri="{FF2B5EF4-FFF2-40B4-BE49-F238E27FC236}">
                <a16:creationId xmlns:a16="http://schemas.microsoft.com/office/drawing/2014/main" id="{82193215-6461-6D63-B6DC-3B860CBEEDDE}"/>
              </a:ext>
            </a:extLst>
          </p:cNvPr>
          <p:cNvSpPr>
            <a:spLocks noGrp="1"/>
          </p:cNvSpPr>
          <p:nvPr>
            <p:ph type="tbl" idx="1"/>
          </p:nvPr>
        </p:nvSpPr>
        <p:spPr>
          <a:xfrm>
            <a:off x="402167" y="1905001"/>
            <a:ext cx="11387667" cy="4194175"/>
          </a:xfrm>
        </p:spPr>
        <p:txBody>
          <a:bodyPr/>
          <a:lstStyle/>
          <a:p>
            <a:endParaRPr lang="en-CN"/>
          </a:p>
        </p:txBody>
      </p:sp>
      <p:sp>
        <p:nvSpPr>
          <p:cNvPr id="4" name="Date Placeholder 3">
            <a:extLst>
              <a:ext uri="{FF2B5EF4-FFF2-40B4-BE49-F238E27FC236}">
                <a16:creationId xmlns:a16="http://schemas.microsoft.com/office/drawing/2014/main" id="{5B8181E4-CF86-1A15-A217-017DA983D3EB}"/>
              </a:ext>
            </a:extLst>
          </p:cNvPr>
          <p:cNvSpPr>
            <a:spLocks noGrp="1"/>
          </p:cNvSpPr>
          <p:nvPr>
            <p:ph type="dt" sz="half" idx="10"/>
          </p:nvPr>
        </p:nvSpPr>
        <p:spPr>
          <a:xfrm>
            <a:off x="402167" y="6245225"/>
            <a:ext cx="3052233" cy="476250"/>
          </a:xfrm>
        </p:spPr>
        <p:txBody>
          <a:bodyPr/>
          <a:lstStyle>
            <a:lvl1pPr>
              <a:defRPr/>
            </a:lvl1pPr>
          </a:lstStyle>
          <a:p>
            <a:endParaRPr lang="en-US" altLang="zh-CN"/>
          </a:p>
        </p:txBody>
      </p:sp>
      <p:sp>
        <p:nvSpPr>
          <p:cNvPr id="5" name="Footer Placeholder 4">
            <a:extLst>
              <a:ext uri="{FF2B5EF4-FFF2-40B4-BE49-F238E27FC236}">
                <a16:creationId xmlns:a16="http://schemas.microsoft.com/office/drawing/2014/main" id="{A0BE4487-BB9E-FDD3-7735-63737F515897}"/>
              </a:ext>
            </a:extLst>
          </p:cNvPr>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6" name="Slide Number Placeholder 5">
            <a:extLst>
              <a:ext uri="{FF2B5EF4-FFF2-40B4-BE49-F238E27FC236}">
                <a16:creationId xmlns:a16="http://schemas.microsoft.com/office/drawing/2014/main" id="{0C463BEE-5E3C-3692-1813-93CDFE1E8434}"/>
              </a:ext>
            </a:extLst>
          </p:cNvPr>
          <p:cNvSpPr>
            <a:spLocks noGrp="1"/>
          </p:cNvSpPr>
          <p:nvPr>
            <p:ph type="sldNum" sz="quarter" idx="12"/>
          </p:nvPr>
        </p:nvSpPr>
        <p:spPr>
          <a:xfrm>
            <a:off x="8737601" y="6245225"/>
            <a:ext cx="3052233" cy="476250"/>
          </a:xfrm>
        </p:spPr>
        <p:txBody>
          <a:bodyPr/>
          <a:lstStyle>
            <a:lvl1pPr>
              <a:defRPr/>
            </a:lvl1pPr>
          </a:lstStyle>
          <a:p>
            <a:fld id="{CDAF3AAD-DBEC-484D-B20C-A257783D413A}" type="slidenum">
              <a:rPr lang="en-US" altLang="zh-CN"/>
              <a:pPr/>
              <a:t>‹#›</a:t>
            </a:fld>
            <a:endParaRPr lang="en-US" altLang="zh-CN"/>
          </a:p>
        </p:txBody>
      </p:sp>
    </p:spTree>
    <p:extLst>
      <p:ext uri="{BB962C8B-B14F-4D97-AF65-F5344CB8AC3E}">
        <p14:creationId xmlns:p14="http://schemas.microsoft.com/office/powerpoint/2010/main" val="485960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7"/>
          <a:srcRect/>
          <a:stretch>
            <a:fillRect/>
          </a:stretch>
        </a:blipFill>
        <a:effectLst/>
      </p:bgPr>
    </p:bg>
    <p:spTree>
      <p:nvGrpSpPr>
        <p:cNvPr id="1" name=""/>
        <p:cNvGrpSpPr/>
        <p:nvPr/>
      </p:nvGrpSpPr>
      <p:grpSpPr>
        <a:xfrm>
          <a:off x="0" y="0"/>
          <a:ext cx="0" cy="0"/>
          <a:chOff x="0" y="0"/>
          <a:chExt cx="0" cy="0"/>
        </a:xfrm>
      </p:grpSpPr>
      <p:sp>
        <p:nvSpPr>
          <p:cNvPr id="690178" name="Rectangle 2">
            <a:extLst>
              <a:ext uri="{FF2B5EF4-FFF2-40B4-BE49-F238E27FC236}">
                <a16:creationId xmlns:a16="http://schemas.microsoft.com/office/drawing/2014/main" id="{7A2CCF0D-E990-F45A-34CD-1C3A7A4FE7C9}"/>
              </a:ext>
            </a:extLst>
          </p:cNvPr>
          <p:cNvSpPr>
            <a:spLocks noGrp="1" noRot="1" noChangeArrowheads="1"/>
          </p:cNvSpPr>
          <p:nvPr>
            <p:ph type="title"/>
          </p:nvPr>
        </p:nvSpPr>
        <p:spPr bwMode="auto">
          <a:xfrm>
            <a:off x="402167" y="609600"/>
            <a:ext cx="1138766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690179" name="Rectangle 3">
            <a:extLst>
              <a:ext uri="{FF2B5EF4-FFF2-40B4-BE49-F238E27FC236}">
                <a16:creationId xmlns:a16="http://schemas.microsoft.com/office/drawing/2014/main" id="{54838996-C484-23D2-0C23-31B69C97A199}"/>
              </a:ext>
            </a:extLst>
          </p:cNvPr>
          <p:cNvSpPr>
            <a:spLocks noGrp="1" noRot="1" noChangeArrowheads="1"/>
          </p:cNvSpPr>
          <p:nvPr>
            <p:ph type="body" idx="1"/>
          </p:nvPr>
        </p:nvSpPr>
        <p:spPr bwMode="auto">
          <a:xfrm>
            <a:off x="402167" y="1905001"/>
            <a:ext cx="11387667"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90180" name="Rectangle 4">
            <a:extLst>
              <a:ext uri="{FF2B5EF4-FFF2-40B4-BE49-F238E27FC236}">
                <a16:creationId xmlns:a16="http://schemas.microsoft.com/office/drawing/2014/main" id="{E1F1393E-A359-A511-9760-CC65AB5686B0}"/>
              </a:ext>
            </a:extLst>
          </p:cNvPr>
          <p:cNvSpPr>
            <a:spLocks noGrp="1" noChangeArrowheads="1"/>
          </p:cNvSpPr>
          <p:nvPr>
            <p:ph type="dt" sz="half" idx="2"/>
          </p:nvPr>
        </p:nvSpPr>
        <p:spPr bwMode="auto">
          <a:xfrm>
            <a:off x="402167" y="6245225"/>
            <a:ext cx="305223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0" sz="1400">
                <a:latin typeface="+mn-lt"/>
              </a:defRPr>
            </a:lvl1pPr>
          </a:lstStyle>
          <a:p>
            <a:endParaRPr lang="en-US" altLang="zh-CN"/>
          </a:p>
        </p:txBody>
      </p:sp>
      <p:sp>
        <p:nvSpPr>
          <p:cNvPr id="690181" name="Rectangle 5">
            <a:extLst>
              <a:ext uri="{FF2B5EF4-FFF2-40B4-BE49-F238E27FC236}">
                <a16:creationId xmlns:a16="http://schemas.microsoft.com/office/drawing/2014/main" id="{5F060D59-A59C-9166-5D6B-DC53F3937182}"/>
              </a:ext>
            </a:extLst>
          </p:cNvPr>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kumimoji="0" sz="1400">
                <a:latin typeface="+mn-lt"/>
              </a:defRPr>
            </a:lvl1pPr>
          </a:lstStyle>
          <a:p>
            <a:endParaRPr lang="en-US" altLang="zh-CN"/>
          </a:p>
        </p:txBody>
      </p:sp>
      <p:sp>
        <p:nvSpPr>
          <p:cNvPr id="690182" name="Rectangle 6">
            <a:extLst>
              <a:ext uri="{FF2B5EF4-FFF2-40B4-BE49-F238E27FC236}">
                <a16:creationId xmlns:a16="http://schemas.microsoft.com/office/drawing/2014/main" id="{D573F5EA-3AFB-BB9D-7C1E-C674747FA053}"/>
              </a:ext>
            </a:extLst>
          </p:cNvPr>
          <p:cNvSpPr>
            <a:spLocks noGrp="1" noChangeArrowheads="1"/>
          </p:cNvSpPr>
          <p:nvPr>
            <p:ph type="sldNum" sz="quarter" idx="4"/>
          </p:nvPr>
        </p:nvSpPr>
        <p:spPr bwMode="auto">
          <a:xfrm>
            <a:off x="8737601" y="6245225"/>
            <a:ext cx="305223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0" sz="1400">
                <a:latin typeface="+mn-lt"/>
              </a:defRPr>
            </a:lvl1pPr>
          </a:lstStyle>
          <a:p>
            <a:fld id="{5424F24A-3D81-BB4A-8253-361AEAC9FF4C}" type="slidenum">
              <a:rPr lang="en-US" altLang="zh-CN"/>
              <a:pPr/>
              <a:t>‹#›</a:t>
            </a:fld>
            <a:endParaRPr lang="en-US" altLang="zh-CN"/>
          </a:p>
        </p:txBody>
      </p:sp>
    </p:spTree>
    <p:extLst>
      <p:ext uri="{BB962C8B-B14F-4D97-AF65-F5344CB8AC3E}">
        <p14:creationId xmlns:p14="http://schemas.microsoft.com/office/powerpoint/2010/main" val="168339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hlink"/>
        </a:buClr>
        <a:buSzPct val="75000"/>
        <a:buFont typeface="Wingdings" pitchFamily="2" charset="2"/>
        <a:buChar char="v"/>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5000"/>
        <a:buFont typeface="Wingdings" pitchFamily="2" charset="2"/>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hlink"/>
        </a:buClr>
        <a:buSzPct val="85000"/>
        <a:buFont typeface="Wingdings" pitchFamily="2" charset="2"/>
        <a:buChar char="v"/>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90000"/>
        <a:buFont typeface="Wingdings" pitchFamily="2" charset="2"/>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hlink"/>
        </a:buClr>
        <a:buSzPct val="85000"/>
        <a:buFont typeface="Wingdings"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xml"/><Relationship Id="rId1" Type="http://schemas.openxmlformats.org/officeDocument/2006/relationships/slideLayout" Target="../slideLayouts/slideLayout12.xml"/><Relationship Id="rId5" Type="http://schemas.openxmlformats.org/officeDocument/2006/relationships/image" Target="../media/image3.gif"/><Relationship Id="rId4" Type="http://schemas.openxmlformats.org/officeDocument/2006/relationships/slide" Target="slide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3.bin"/><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oleObject" Target="../embeddings/oleObject10.bin"/><Relationship Id="rId3" Type="http://schemas.openxmlformats.org/officeDocument/2006/relationships/image" Target="../media/image7.emf"/><Relationship Id="rId7" Type="http://schemas.openxmlformats.org/officeDocument/2006/relationships/image" Target="../media/image9.emf"/><Relationship Id="rId12" Type="http://schemas.openxmlformats.org/officeDocument/2006/relationships/oleObject" Target="../embeddings/oleObject9.bin"/><Relationship Id="rId2" Type="http://schemas.openxmlformats.org/officeDocument/2006/relationships/oleObject" Target="../embeddings/oleObject4.bin"/><Relationship Id="rId1" Type="http://schemas.openxmlformats.org/officeDocument/2006/relationships/slideLayout" Target="../slideLayouts/slideLayout12.xml"/><Relationship Id="rId6" Type="http://schemas.openxmlformats.org/officeDocument/2006/relationships/oleObject" Target="../embeddings/oleObject6.bin"/><Relationship Id="rId11" Type="http://schemas.openxmlformats.org/officeDocument/2006/relationships/image" Target="../media/image11.emf"/><Relationship Id="rId5" Type="http://schemas.openxmlformats.org/officeDocument/2006/relationships/image" Target="../media/image8.e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10.emf"/><Relationship Id="rId14" Type="http://schemas.openxmlformats.org/officeDocument/2006/relationships/image" Target="../media/image12.e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image" Target="../media/image13.emf"/><Relationship Id="rId7" Type="http://schemas.openxmlformats.org/officeDocument/2006/relationships/image" Target="../media/image15.emf"/><Relationship Id="rId2" Type="http://schemas.openxmlformats.org/officeDocument/2006/relationships/oleObject" Target="../embeddings/oleObject11.bin"/><Relationship Id="rId1" Type="http://schemas.openxmlformats.org/officeDocument/2006/relationships/slideLayout" Target="../slideLayouts/slideLayout12.xml"/><Relationship Id="rId6" Type="http://schemas.openxmlformats.org/officeDocument/2006/relationships/oleObject" Target="../embeddings/oleObject13.bin"/><Relationship Id="rId5" Type="http://schemas.openxmlformats.org/officeDocument/2006/relationships/image" Target="../media/image14.emf"/><Relationship Id="rId4" Type="http://schemas.openxmlformats.org/officeDocument/2006/relationships/oleObject" Target="../embeddings/oleObject12.bin"/><Relationship Id="rId9" Type="http://schemas.openxmlformats.org/officeDocument/2006/relationships/image" Target="../media/image16.e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22.emf"/><Relationship Id="rId18" Type="http://schemas.openxmlformats.org/officeDocument/2006/relationships/oleObject" Target="../embeddings/oleObject23.bin"/><Relationship Id="rId3" Type="http://schemas.openxmlformats.org/officeDocument/2006/relationships/image" Target="../media/image17.emf"/><Relationship Id="rId7" Type="http://schemas.openxmlformats.org/officeDocument/2006/relationships/image" Target="../media/image19.emf"/><Relationship Id="rId12" Type="http://schemas.openxmlformats.org/officeDocument/2006/relationships/oleObject" Target="../embeddings/oleObject20.bin"/><Relationship Id="rId17" Type="http://schemas.openxmlformats.org/officeDocument/2006/relationships/image" Target="../media/image24.emf"/><Relationship Id="rId2" Type="http://schemas.openxmlformats.org/officeDocument/2006/relationships/oleObject" Target="../embeddings/oleObject15.bin"/><Relationship Id="rId16" Type="http://schemas.openxmlformats.org/officeDocument/2006/relationships/oleObject" Target="../embeddings/oleObject22.bin"/><Relationship Id="rId1" Type="http://schemas.openxmlformats.org/officeDocument/2006/relationships/slideLayout" Target="../slideLayouts/slideLayout7.xml"/><Relationship Id="rId6" Type="http://schemas.openxmlformats.org/officeDocument/2006/relationships/oleObject" Target="../embeddings/oleObject17.bin"/><Relationship Id="rId11" Type="http://schemas.openxmlformats.org/officeDocument/2006/relationships/image" Target="../media/image21.emf"/><Relationship Id="rId5" Type="http://schemas.openxmlformats.org/officeDocument/2006/relationships/image" Target="../media/image18.emf"/><Relationship Id="rId15" Type="http://schemas.openxmlformats.org/officeDocument/2006/relationships/image" Target="../media/image23.emf"/><Relationship Id="rId10" Type="http://schemas.openxmlformats.org/officeDocument/2006/relationships/oleObject" Target="../embeddings/oleObject19.bin"/><Relationship Id="rId19" Type="http://schemas.openxmlformats.org/officeDocument/2006/relationships/image" Target="../media/image25.emf"/><Relationship Id="rId4" Type="http://schemas.openxmlformats.org/officeDocument/2006/relationships/oleObject" Target="../embeddings/oleObject16.bin"/><Relationship Id="rId9" Type="http://schemas.openxmlformats.org/officeDocument/2006/relationships/image" Target="../media/image20.emf"/><Relationship Id="rId14" Type="http://schemas.openxmlformats.org/officeDocument/2006/relationships/oleObject" Target="../embeddings/oleObject21.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image" Target="../media/image3.gif"/><Relationship Id="rId1" Type="http://schemas.openxmlformats.org/officeDocument/2006/relationships/slideLayout" Target="../slideLayouts/slideLayout7.xml"/><Relationship Id="rId6" Type="http://schemas.openxmlformats.org/officeDocument/2006/relationships/slide" Target="slide47.xml"/><Relationship Id="rId5" Type="http://schemas.openxmlformats.org/officeDocument/2006/relationships/slide" Target="slide38.xml"/><Relationship Id="rId4" Type="http://schemas.openxmlformats.org/officeDocument/2006/relationships/slide" Target="slide31.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image" Target="../media/image31.emf"/><Relationship Id="rId3" Type="http://schemas.openxmlformats.org/officeDocument/2006/relationships/image" Target="../media/image26.emf"/><Relationship Id="rId7" Type="http://schemas.openxmlformats.org/officeDocument/2006/relationships/image" Target="../media/image28.emf"/><Relationship Id="rId12" Type="http://schemas.openxmlformats.org/officeDocument/2006/relationships/oleObject" Target="../embeddings/oleObject29.bin"/><Relationship Id="rId2" Type="http://schemas.openxmlformats.org/officeDocument/2006/relationships/oleObject" Target="../embeddings/oleObject24.bin"/><Relationship Id="rId1" Type="http://schemas.openxmlformats.org/officeDocument/2006/relationships/slideLayout" Target="../slideLayouts/slideLayout14.xml"/><Relationship Id="rId6" Type="http://schemas.openxmlformats.org/officeDocument/2006/relationships/oleObject" Target="../embeddings/oleObject26.bin"/><Relationship Id="rId11" Type="http://schemas.openxmlformats.org/officeDocument/2006/relationships/image" Target="../media/image30.emf"/><Relationship Id="rId5" Type="http://schemas.openxmlformats.org/officeDocument/2006/relationships/image" Target="../media/image27.e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29.e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37.emf"/><Relationship Id="rId18" Type="http://schemas.openxmlformats.org/officeDocument/2006/relationships/oleObject" Target="../embeddings/oleObject38.bin"/><Relationship Id="rId3" Type="http://schemas.openxmlformats.org/officeDocument/2006/relationships/image" Target="../media/image32.emf"/><Relationship Id="rId21" Type="http://schemas.openxmlformats.org/officeDocument/2006/relationships/image" Target="../media/image41.emf"/><Relationship Id="rId7" Type="http://schemas.openxmlformats.org/officeDocument/2006/relationships/image" Target="../media/image34.emf"/><Relationship Id="rId12" Type="http://schemas.openxmlformats.org/officeDocument/2006/relationships/oleObject" Target="../embeddings/oleObject35.bin"/><Relationship Id="rId17" Type="http://schemas.openxmlformats.org/officeDocument/2006/relationships/image" Target="../media/image39.emf"/><Relationship Id="rId2" Type="http://schemas.openxmlformats.org/officeDocument/2006/relationships/oleObject" Target="../embeddings/oleObject30.bin"/><Relationship Id="rId16" Type="http://schemas.openxmlformats.org/officeDocument/2006/relationships/oleObject" Target="../embeddings/oleObject37.bin"/><Relationship Id="rId20" Type="http://schemas.openxmlformats.org/officeDocument/2006/relationships/oleObject" Target="../embeddings/oleObject39.bin"/><Relationship Id="rId1" Type="http://schemas.openxmlformats.org/officeDocument/2006/relationships/slideLayout" Target="../slideLayouts/slideLayout14.xml"/><Relationship Id="rId6" Type="http://schemas.openxmlformats.org/officeDocument/2006/relationships/oleObject" Target="../embeddings/oleObject32.bin"/><Relationship Id="rId11" Type="http://schemas.openxmlformats.org/officeDocument/2006/relationships/image" Target="../media/image36.emf"/><Relationship Id="rId5" Type="http://schemas.openxmlformats.org/officeDocument/2006/relationships/image" Target="../media/image33.emf"/><Relationship Id="rId15" Type="http://schemas.openxmlformats.org/officeDocument/2006/relationships/image" Target="../media/image38.emf"/><Relationship Id="rId10" Type="http://schemas.openxmlformats.org/officeDocument/2006/relationships/oleObject" Target="../embeddings/oleObject34.bin"/><Relationship Id="rId19" Type="http://schemas.openxmlformats.org/officeDocument/2006/relationships/image" Target="../media/image40.emf"/><Relationship Id="rId4" Type="http://schemas.openxmlformats.org/officeDocument/2006/relationships/oleObject" Target="../embeddings/oleObject31.bin"/><Relationship Id="rId9" Type="http://schemas.openxmlformats.org/officeDocument/2006/relationships/image" Target="../media/image35.emf"/><Relationship Id="rId14" Type="http://schemas.openxmlformats.org/officeDocument/2006/relationships/oleObject" Target="../embeddings/oleObject36.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image" Target="../media/image42.emf"/><Relationship Id="rId7" Type="http://schemas.openxmlformats.org/officeDocument/2006/relationships/image" Target="../media/image44.emf"/><Relationship Id="rId2" Type="http://schemas.openxmlformats.org/officeDocument/2006/relationships/oleObject" Target="../embeddings/oleObject40.bin"/><Relationship Id="rId1" Type="http://schemas.openxmlformats.org/officeDocument/2006/relationships/slideLayout" Target="../slideLayouts/slideLayout14.xml"/><Relationship Id="rId6" Type="http://schemas.openxmlformats.org/officeDocument/2006/relationships/oleObject" Target="../embeddings/oleObject42.bin"/><Relationship Id="rId11" Type="http://schemas.openxmlformats.org/officeDocument/2006/relationships/image" Target="../media/image30.emf"/><Relationship Id="rId5" Type="http://schemas.openxmlformats.org/officeDocument/2006/relationships/image" Target="../media/image43.emf"/><Relationship Id="rId10" Type="http://schemas.openxmlformats.org/officeDocument/2006/relationships/oleObject" Target="../embeddings/oleObject44.bin"/><Relationship Id="rId4" Type="http://schemas.openxmlformats.org/officeDocument/2006/relationships/oleObject" Target="../embeddings/oleObject41.bin"/><Relationship Id="rId9" Type="http://schemas.openxmlformats.org/officeDocument/2006/relationships/image" Target="../media/image45.e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48.bin"/><Relationship Id="rId3" Type="http://schemas.openxmlformats.org/officeDocument/2006/relationships/image" Target="../media/image46.emf"/><Relationship Id="rId7" Type="http://schemas.openxmlformats.org/officeDocument/2006/relationships/image" Target="../media/image48.emf"/><Relationship Id="rId2" Type="http://schemas.openxmlformats.org/officeDocument/2006/relationships/oleObject" Target="../embeddings/oleObject45.bin"/><Relationship Id="rId1" Type="http://schemas.openxmlformats.org/officeDocument/2006/relationships/slideLayout" Target="../slideLayouts/slideLayout14.xml"/><Relationship Id="rId6" Type="http://schemas.openxmlformats.org/officeDocument/2006/relationships/oleObject" Target="../embeddings/oleObject47.bin"/><Relationship Id="rId11" Type="http://schemas.openxmlformats.org/officeDocument/2006/relationships/image" Target="../media/image30.emf"/><Relationship Id="rId5" Type="http://schemas.openxmlformats.org/officeDocument/2006/relationships/image" Target="../media/image47.emf"/><Relationship Id="rId10" Type="http://schemas.openxmlformats.org/officeDocument/2006/relationships/oleObject" Target="../embeddings/oleObject49.bin"/><Relationship Id="rId4" Type="http://schemas.openxmlformats.org/officeDocument/2006/relationships/oleObject" Target="../embeddings/oleObject46.bin"/><Relationship Id="rId9" Type="http://schemas.openxmlformats.org/officeDocument/2006/relationships/image" Target="../media/image49.e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image" Target="../media/image50.emf"/><Relationship Id="rId7" Type="http://schemas.openxmlformats.org/officeDocument/2006/relationships/image" Target="../media/image52.emf"/><Relationship Id="rId2" Type="http://schemas.openxmlformats.org/officeDocument/2006/relationships/oleObject" Target="../embeddings/oleObject50.bin"/><Relationship Id="rId1" Type="http://schemas.openxmlformats.org/officeDocument/2006/relationships/slideLayout" Target="../slideLayouts/slideLayout7.xml"/><Relationship Id="rId6" Type="http://schemas.openxmlformats.org/officeDocument/2006/relationships/oleObject" Target="../embeddings/oleObject52.bin"/><Relationship Id="rId5" Type="http://schemas.openxmlformats.org/officeDocument/2006/relationships/image" Target="../media/image51.emf"/><Relationship Id="rId4" Type="http://schemas.openxmlformats.org/officeDocument/2006/relationships/oleObject" Target="../embeddings/oleObject51.bin"/><Relationship Id="rId9" Type="http://schemas.openxmlformats.org/officeDocument/2006/relationships/image" Target="../media/image53.e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57.bin"/><Relationship Id="rId3" Type="http://schemas.openxmlformats.org/officeDocument/2006/relationships/image" Target="../media/image54.emf"/><Relationship Id="rId7" Type="http://schemas.openxmlformats.org/officeDocument/2006/relationships/image" Target="../media/image56.emf"/><Relationship Id="rId2" Type="http://schemas.openxmlformats.org/officeDocument/2006/relationships/oleObject" Target="../embeddings/oleObject54.bin"/><Relationship Id="rId1" Type="http://schemas.openxmlformats.org/officeDocument/2006/relationships/slideLayout" Target="../slideLayouts/slideLayout7.xml"/><Relationship Id="rId6" Type="http://schemas.openxmlformats.org/officeDocument/2006/relationships/oleObject" Target="../embeddings/oleObject56.bin"/><Relationship Id="rId11" Type="http://schemas.openxmlformats.org/officeDocument/2006/relationships/image" Target="../media/image58.emf"/><Relationship Id="rId5" Type="http://schemas.openxmlformats.org/officeDocument/2006/relationships/image" Target="../media/image55.emf"/><Relationship Id="rId10" Type="http://schemas.openxmlformats.org/officeDocument/2006/relationships/oleObject" Target="../embeddings/oleObject58.bin"/><Relationship Id="rId4" Type="http://schemas.openxmlformats.org/officeDocument/2006/relationships/oleObject" Target="../embeddings/oleObject55.bin"/><Relationship Id="rId9" Type="http://schemas.openxmlformats.org/officeDocument/2006/relationships/image" Target="../media/image57.e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62.bin"/><Relationship Id="rId3" Type="http://schemas.openxmlformats.org/officeDocument/2006/relationships/image" Target="../media/image59.emf"/><Relationship Id="rId7" Type="http://schemas.openxmlformats.org/officeDocument/2006/relationships/image" Target="../media/image61.emf"/><Relationship Id="rId2" Type="http://schemas.openxmlformats.org/officeDocument/2006/relationships/oleObject" Target="../embeddings/oleObject59.bin"/><Relationship Id="rId1" Type="http://schemas.openxmlformats.org/officeDocument/2006/relationships/slideLayout" Target="../slideLayouts/slideLayout2.xml"/><Relationship Id="rId6" Type="http://schemas.openxmlformats.org/officeDocument/2006/relationships/oleObject" Target="../embeddings/oleObject61.bin"/><Relationship Id="rId5" Type="http://schemas.openxmlformats.org/officeDocument/2006/relationships/image" Target="../media/image60.emf"/><Relationship Id="rId4" Type="http://schemas.openxmlformats.org/officeDocument/2006/relationships/oleObject" Target="../embeddings/oleObject60.bin"/><Relationship Id="rId9" Type="http://schemas.openxmlformats.org/officeDocument/2006/relationships/image" Target="../media/image62.e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66.bin"/><Relationship Id="rId13" Type="http://schemas.openxmlformats.org/officeDocument/2006/relationships/image" Target="../media/image68.emf"/><Relationship Id="rId3" Type="http://schemas.openxmlformats.org/officeDocument/2006/relationships/image" Target="../media/image63.emf"/><Relationship Id="rId7" Type="http://schemas.openxmlformats.org/officeDocument/2006/relationships/image" Target="../media/image65.emf"/><Relationship Id="rId12" Type="http://schemas.openxmlformats.org/officeDocument/2006/relationships/oleObject" Target="../embeddings/oleObject68.bin"/><Relationship Id="rId2" Type="http://schemas.openxmlformats.org/officeDocument/2006/relationships/oleObject" Target="../embeddings/oleObject63.bin"/><Relationship Id="rId1" Type="http://schemas.openxmlformats.org/officeDocument/2006/relationships/slideLayout" Target="../slideLayouts/slideLayout2.xml"/><Relationship Id="rId6" Type="http://schemas.openxmlformats.org/officeDocument/2006/relationships/oleObject" Target="../embeddings/oleObject65.bin"/><Relationship Id="rId11" Type="http://schemas.openxmlformats.org/officeDocument/2006/relationships/image" Target="../media/image67.emf"/><Relationship Id="rId5" Type="http://schemas.openxmlformats.org/officeDocument/2006/relationships/image" Target="../media/image64.emf"/><Relationship Id="rId15" Type="http://schemas.openxmlformats.org/officeDocument/2006/relationships/image" Target="../media/image69.emf"/><Relationship Id="rId10" Type="http://schemas.openxmlformats.org/officeDocument/2006/relationships/oleObject" Target="../embeddings/oleObject67.bin"/><Relationship Id="rId4" Type="http://schemas.openxmlformats.org/officeDocument/2006/relationships/oleObject" Target="../embeddings/oleObject64.bin"/><Relationship Id="rId9" Type="http://schemas.openxmlformats.org/officeDocument/2006/relationships/image" Target="../media/image66.emf"/><Relationship Id="rId14" Type="http://schemas.openxmlformats.org/officeDocument/2006/relationships/oleObject" Target="../embeddings/oleObject69.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73.bin"/><Relationship Id="rId13" Type="http://schemas.openxmlformats.org/officeDocument/2006/relationships/image" Target="../media/image75.emf"/><Relationship Id="rId3" Type="http://schemas.openxmlformats.org/officeDocument/2006/relationships/image" Target="../media/image70.emf"/><Relationship Id="rId7" Type="http://schemas.openxmlformats.org/officeDocument/2006/relationships/image" Target="../media/image72.emf"/><Relationship Id="rId12" Type="http://schemas.openxmlformats.org/officeDocument/2006/relationships/oleObject" Target="../embeddings/oleObject75.bin"/><Relationship Id="rId2" Type="http://schemas.openxmlformats.org/officeDocument/2006/relationships/oleObject" Target="../embeddings/oleObject70.bin"/><Relationship Id="rId1" Type="http://schemas.openxmlformats.org/officeDocument/2006/relationships/slideLayout" Target="../slideLayouts/slideLayout7.xml"/><Relationship Id="rId6" Type="http://schemas.openxmlformats.org/officeDocument/2006/relationships/oleObject" Target="../embeddings/oleObject72.bin"/><Relationship Id="rId11" Type="http://schemas.openxmlformats.org/officeDocument/2006/relationships/image" Target="../media/image74.emf"/><Relationship Id="rId5" Type="http://schemas.openxmlformats.org/officeDocument/2006/relationships/image" Target="../media/image71.emf"/><Relationship Id="rId15" Type="http://schemas.openxmlformats.org/officeDocument/2006/relationships/image" Target="../media/image76.emf"/><Relationship Id="rId10" Type="http://schemas.openxmlformats.org/officeDocument/2006/relationships/oleObject" Target="../embeddings/oleObject74.bin"/><Relationship Id="rId4" Type="http://schemas.openxmlformats.org/officeDocument/2006/relationships/oleObject" Target="../embeddings/oleObject71.bin"/><Relationship Id="rId9" Type="http://schemas.openxmlformats.org/officeDocument/2006/relationships/image" Target="../media/image73.emf"/><Relationship Id="rId14" Type="http://schemas.openxmlformats.org/officeDocument/2006/relationships/oleObject" Target="../embeddings/oleObject76.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80.bin"/><Relationship Id="rId13" Type="http://schemas.openxmlformats.org/officeDocument/2006/relationships/image" Target="../media/image81.emf"/><Relationship Id="rId3" Type="http://schemas.openxmlformats.org/officeDocument/2006/relationships/image" Target="../media/image77.emf"/><Relationship Id="rId7" Type="http://schemas.openxmlformats.org/officeDocument/2006/relationships/image" Target="../media/image79.emf"/><Relationship Id="rId12" Type="http://schemas.openxmlformats.org/officeDocument/2006/relationships/oleObject" Target="../embeddings/oleObject82.bin"/><Relationship Id="rId2" Type="http://schemas.openxmlformats.org/officeDocument/2006/relationships/oleObject" Target="../embeddings/oleObject77.bin"/><Relationship Id="rId1" Type="http://schemas.openxmlformats.org/officeDocument/2006/relationships/slideLayout" Target="../slideLayouts/slideLayout2.xml"/><Relationship Id="rId6" Type="http://schemas.openxmlformats.org/officeDocument/2006/relationships/oleObject" Target="../embeddings/oleObject79.bin"/><Relationship Id="rId11" Type="http://schemas.openxmlformats.org/officeDocument/2006/relationships/image" Target="../media/image80.emf"/><Relationship Id="rId5" Type="http://schemas.openxmlformats.org/officeDocument/2006/relationships/image" Target="../media/image78.emf"/><Relationship Id="rId15" Type="http://schemas.openxmlformats.org/officeDocument/2006/relationships/image" Target="../media/image82.emf"/><Relationship Id="rId10" Type="http://schemas.openxmlformats.org/officeDocument/2006/relationships/oleObject" Target="../embeddings/oleObject81.bin"/><Relationship Id="rId4" Type="http://schemas.openxmlformats.org/officeDocument/2006/relationships/oleObject" Target="../embeddings/oleObject78.bin"/><Relationship Id="rId9" Type="http://schemas.openxmlformats.org/officeDocument/2006/relationships/image" Target="../media/image74.emf"/><Relationship Id="rId14" Type="http://schemas.openxmlformats.org/officeDocument/2006/relationships/oleObject" Target="../embeddings/oleObject83.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87.bin"/><Relationship Id="rId3" Type="http://schemas.openxmlformats.org/officeDocument/2006/relationships/image" Target="../media/image83.emf"/><Relationship Id="rId7" Type="http://schemas.openxmlformats.org/officeDocument/2006/relationships/image" Target="../media/image85.emf"/><Relationship Id="rId2" Type="http://schemas.openxmlformats.org/officeDocument/2006/relationships/oleObject" Target="../embeddings/oleObject84.bin"/><Relationship Id="rId1" Type="http://schemas.openxmlformats.org/officeDocument/2006/relationships/slideLayout" Target="../slideLayouts/slideLayout7.xml"/><Relationship Id="rId6" Type="http://schemas.openxmlformats.org/officeDocument/2006/relationships/oleObject" Target="../embeddings/oleObject86.bin"/><Relationship Id="rId11" Type="http://schemas.openxmlformats.org/officeDocument/2006/relationships/image" Target="../media/image74.emf"/><Relationship Id="rId5" Type="http://schemas.openxmlformats.org/officeDocument/2006/relationships/image" Target="../media/image84.emf"/><Relationship Id="rId10" Type="http://schemas.openxmlformats.org/officeDocument/2006/relationships/oleObject" Target="../embeddings/oleObject88.bin"/><Relationship Id="rId4" Type="http://schemas.openxmlformats.org/officeDocument/2006/relationships/oleObject" Target="../embeddings/oleObject85.bin"/><Relationship Id="rId9" Type="http://schemas.openxmlformats.org/officeDocument/2006/relationships/image" Target="../media/image73.e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92.bin"/><Relationship Id="rId13" Type="http://schemas.openxmlformats.org/officeDocument/2006/relationships/image" Target="../media/image81.emf"/><Relationship Id="rId3" Type="http://schemas.openxmlformats.org/officeDocument/2006/relationships/image" Target="../media/image77.emf"/><Relationship Id="rId7" Type="http://schemas.openxmlformats.org/officeDocument/2006/relationships/image" Target="../media/image87.emf"/><Relationship Id="rId12" Type="http://schemas.openxmlformats.org/officeDocument/2006/relationships/oleObject" Target="../embeddings/oleObject94.bin"/><Relationship Id="rId2" Type="http://schemas.openxmlformats.org/officeDocument/2006/relationships/oleObject" Target="../embeddings/oleObject89.bin"/><Relationship Id="rId1" Type="http://schemas.openxmlformats.org/officeDocument/2006/relationships/slideLayout" Target="../slideLayouts/slideLayout2.xml"/><Relationship Id="rId6" Type="http://schemas.openxmlformats.org/officeDocument/2006/relationships/oleObject" Target="../embeddings/oleObject91.bin"/><Relationship Id="rId11" Type="http://schemas.openxmlformats.org/officeDocument/2006/relationships/image" Target="../media/image80.emf"/><Relationship Id="rId5" Type="http://schemas.openxmlformats.org/officeDocument/2006/relationships/image" Target="../media/image86.emf"/><Relationship Id="rId15" Type="http://schemas.openxmlformats.org/officeDocument/2006/relationships/image" Target="../media/image88.emf"/><Relationship Id="rId10" Type="http://schemas.openxmlformats.org/officeDocument/2006/relationships/oleObject" Target="../embeddings/oleObject93.bin"/><Relationship Id="rId4" Type="http://schemas.openxmlformats.org/officeDocument/2006/relationships/oleObject" Target="../embeddings/oleObject90.bin"/><Relationship Id="rId9" Type="http://schemas.openxmlformats.org/officeDocument/2006/relationships/image" Target="../media/image74.emf"/><Relationship Id="rId14" Type="http://schemas.openxmlformats.org/officeDocument/2006/relationships/oleObject" Target="../embeddings/oleObject95.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99.bin"/><Relationship Id="rId13" Type="http://schemas.openxmlformats.org/officeDocument/2006/relationships/image" Target="../media/image94.emf"/><Relationship Id="rId18" Type="http://schemas.openxmlformats.org/officeDocument/2006/relationships/oleObject" Target="../embeddings/oleObject104.bin"/><Relationship Id="rId3" Type="http://schemas.openxmlformats.org/officeDocument/2006/relationships/image" Target="../media/image89.emf"/><Relationship Id="rId21" Type="http://schemas.openxmlformats.org/officeDocument/2006/relationships/image" Target="../media/image98.emf"/><Relationship Id="rId7" Type="http://schemas.openxmlformats.org/officeDocument/2006/relationships/image" Target="../media/image91.emf"/><Relationship Id="rId12" Type="http://schemas.openxmlformats.org/officeDocument/2006/relationships/oleObject" Target="../embeddings/oleObject101.bin"/><Relationship Id="rId17" Type="http://schemas.openxmlformats.org/officeDocument/2006/relationships/image" Target="../media/image96.emf"/><Relationship Id="rId2" Type="http://schemas.openxmlformats.org/officeDocument/2006/relationships/oleObject" Target="../embeddings/oleObject96.bin"/><Relationship Id="rId16" Type="http://schemas.openxmlformats.org/officeDocument/2006/relationships/oleObject" Target="../embeddings/oleObject103.bin"/><Relationship Id="rId20" Type="http://schemas.openxmlformats.org/officeDocument/2006/relationships/oleObject" Target="../embeddings/oleObject105.bin"/><Relationship Id="rId1" Type="http://schemas.openxmlformats.org/officeDocument/2006/relationships/slideLayout" Target="../slideLayouts/slideLayout7.xml"/><Relationship Id="rId6" Type="http://schemas.openxmlformats.org/officeDocument/2006/relationships/oleObject" Target="../embeddings/oleObject98.bin"/><Relationship Id="rId11" Type="http://schemas.openxmlformats.org/officeDocument/2006/relationships/image" Target="../media/image93.emf"/><Relationship Id="rId5" Type="http://schemas.openxmlformats.org/officeDocument/2006/relationships/image" Target="../media/image90.emf"/><Relationship Id="rId15" Type="http://schemas.openxmlformats.org/officeDocument/2006/relationships/image" Target="../media/image95.emf"/><Relationship Id="rId23" Type="http://schemas.openxmlformats.org/officeDocument/2006/relationships/image" Target="../media/image99.emf"/><Relationship Id="rId10" Type="http://schemas.openxmlformats.org/officeDocument/2006/relationships/oleObject" Target="../embeddings/oleObject100.bin"/><Relationship Id="rId19" Type="http://schemas.openxmlformats.org/officeDocument/2006/relationships/image" Target="../media/image97.emf"/><Relationship Id="rId4" Type="http://schemas.openxmlformats.org/officeDocument/2006/relationships/oleObject" Target="../embeddings/oleObject97.bin"/><Relationship Id="rId9" Type="http://schemas.openxmlformats.org/officeDocument/2006/relationships/image" Target="../media/image92.emf"/><Relationship Id="rId14" Type="http://schemas.openxmlformats.org/officeDocument/2006/relationships/oleObject" Target="../embeddings/oleObject102.bin"/><Relationship Id="rId22" Type="http://schemas.openxmlformats.org/officeDocument/2006/relationships/oleObject" Target="../embeddings/oleObject106.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10.bin"/><Relationship Id="rId13" Type="http://schemas.openxmlformats.org/officeDocument/2006/relationships/image" Target="../media/image105.emf"/><Relationship Id="rId3" Type="http://schemas.openxmlformats.org/officeDocument/2006/relationships/image" Target="../media/image100.emf"/><Relationship Id="rId7" Type="http://schemas.openxmlformats.org/officeDocument/2006/relationships/image" Target="../media/image102.emf"/><Relationship Id="rId12" Type="http://schemas.openxmlformats.org/officeDocument/2006/relationships/oleObject" Target="../embeddings/oleObject112.bin"/><Relationship Id="rId2" Type="http://schemas.openxmlformats.org/officeDocument/2006/relationships/oleObject" Target="../embeddings/oleObject107.bin"/><Relationship Id="rId1" Type="http://schemas.openxmlformats.org/officeDocument/2006/relationships/slideLayout" Target="../slideLayouts/slideLayout14.xml"/><Relationship Id="rId6" Type="http://schemas.openxmlformats.org/officeDocument/2006/relationships/oleObject" Target="../embeddings/oleObject109.bin"/><Relationship Id="rId11" Type="http://schemas.openxmlformats.org/officeDocument/2006/relationships/image" Target="../media/image104.emf"/><Relationship Id="rId5" Type="http://schemas.openxmlformats.org/officeDocument/2006/relationships/image" Target="../media/image101.emf"/><Relationship Id="rId10" Type="http://schemas.openxmlformats.org/officeDocument/2006/relationships/oleObject" Target="../embeddings/oleObject111.bin"/><Relationship Id="rId4" Type="http://schemas.openxmlformats.org/officeDocument/2006/relationships/oleObject" Target="../embeddings/oleObject108.bin"/><Relationship Id="rId9" Type="http://schemas.openxmlformats.org/officeDocument/2006/relationships/image" Target="../media/image103.e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16.bin"/><Relationship Id="rId13" Type="http://schemas.openxmlformats.org/officeDocument/2006/relationships/image" Target="../media/image107.emf"/><Relationship Id="rId18" Type="http://schemas.openxmlformats.org/officeDocument/2006/relationships/oleObject" Target="../embeddings/oleObject121.bin"/><Relationship Id="rId3" Type="http://schemas.openxmlformats.org/officeDocument/2006/relationships/image" Target="../media/image106.emf"/><Relationship Id="rId21" Type="http://schemas.openxmlformats.org/officeDocument/2006/relationships/image" Target="../media/image110.emf"/><Relationship Id="rId7" Type="http://schemas.openxmlformats.org/officeDocument/2006/relationships/image" Target="../media/image92.emf"/><Relationship Id="rId12" Type="http://schemas.openxmlformats.org/officeDocument/2006/relationships/oleObject" Target="../embeddings/oleObject118.bin"/><Relationship Id="rId17" Type="http://schemas.openxmlformats.org/officeDocument/2006/relationships/image" Target="../media/image108.emf"/><Relationship Id="rId2" Type="http://schemas.openxmlformats.org/officeDocument/2006/relationships/oleObject" Target="../embeddings/oleObject113.bin"/><Relationship Id="rId16" Type="http://schemas.openxmlformats.org/officeDocument/2006/relationships/oleObject" Target="../embeddings/oleObject120.bin"/><Relationship Id="rId20" Type="http://schemas.openxmlformats.org/officeDocument/2006/relationships/oleObject" Target="../embeddings/oleObject122.bin"/><Relationship Id="rId1" Type="http://schemas.openxmlformats.org/officeDocument/2006/relationships/slideLayout" Target="../slideLayouts/slideLayout7.xml"/><Relationship Id="rId6" Type="http://schemas.openxmlformats.org/officeDocument/2006/relationships/oleObject" Target="../embeddings/oleObject115.bin"/><Relationship Id="rId11" Type="http://schemas.openxmlformats.org/officeDocument/2006/relationships/image" Target="../media/image94.emf"/><Relationship Id="rId5" Type="http://schemas.openxmlformats.org/officeDocument/2006/relationships/image" Target="../media/image91.emf"/><Relationship Id="rId15" Type="http://schemas.openxmlformats.org/officeDocument/2006/relationships/image" Target="../media/image96.emf"/><Relationship Id="rId10" Type="http://schemas.openxmlformats.org/officeDocument/2006/relationships/oleObject" Target="../embeddings/oleObject117.bin"/><Relationship Id="rId19" Type="http://schemas.openxmlformats.org/officeDocument/2006/relationships/image" Target="../media/image109.emf"/><Relationship Id="rId4" Type="http://schemas.openxmlformats.org/officeDocument/2006/relationships/oleObject" Target="../embeddings/oleObject114.bin"/><Relationship Id="rId9" Type="http://schemas.openxmlformats.org/officeDocument/2006/relationships/image" Target="../media/image93.emf"/><Relationship Id="rId14" Type="http://schemas.openxmlformats.org/officeDocument/2006/relationships/oleObject" Target="../embeddings/oleObject119.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26.bin"/><Relationship Id="rId3" Type="http://schemas.openxmlformats.org/officeDocument/2006/relationships/image" Target="../media/image111.emf"/><Relationship Id="rId7" Type="http://schemas.openxmlformats.org/officeDocument/2006/relationships/image" Target="../media/image113.emf"/><Relationship Id="rId2" Type="http://schemas.openxmlformats.org/officeDocument/2006/relationships/oleObject" Target="../embeddings/oleObject123.bin"/><Relationship Id="rId1" Type="http://schemas.openxmlformats.org/officeDocument/2006/relationships/slideLayout" Target="../slideLayouts/slideLayout7.xml"/><Relationship Id="rId6" Type="http://schemas.openxmlformats.org/officeDocument/2006/relationships/oleObject" Target="../embeddings/oleObject125.bin"/><Relationship Id="rId5" Type="http://schemas.openxmlformats.org/officeDocument/2006/relationships/image" Target="../media/image112.emf"/><Relationship Id="rId4" Type="http://schemas.openxmlformats.org/officeDocument/2006/relationships/oleObject" Target="../embeddings/oleObject124.bin"/><Relationship Id="rId9" Type="http://schemas.openxmlformats.org/officeDocument/2006/relationships/image" Target="../media/image114.e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30.bin"/><Relationship Id="rId13" Type="http://schemas.openxmlformats.org/officeDocument/2006/relationships/image" Target="../media/image120.emf"/><Relationship Id="rId3" Type="http://schemas.openxmlformats.org/officeDocument/2006/relationships/image" Target="../media/image115.emf"/><Relationship Id="rId7" Type="http://schemas.openxmlformats.org/officeDocument/2006/relationships/image" Target="../media/image117.emf"/><Relationship Id="rId12" Type="http://schemas.openxmlformats.org/officeDocument/2006/relationships/oleObject" Target="../embeddings/oleObject132.bin"/><Relationship Id="rId2" Type="http://schemas.openxmlformats.org/officeDocument/2006/relationships/oleObject" Target="../embeddings/oleObject127.bin"/><Relationship Id="rId1" Type="http://schemas.openxmlformats.org/officeDocument/2006/relationships/slideLayout" Target="../slideLayouts/slideLayout7.xml"/><Relationship Id="rId6" Type="http://schemas.openxmlformats.org/officeDocument/2006/relationships/oleObject" Target="../embeddings/oleObject129.bin"/><Relationship Id="rId11" Type="http://schemas.openxmlformats.org/officeDocument/2006/relationships/image" Target="../media/image119.emf"/><Relationship Id="rId5" Type="http://schemas.openxmlformats.org/officeDocument/2006/relationships/image" Target="../media/image116.emf"/><Relationship Id="rId15" Type="http://schemas.openxmlformats.org/officeDocument/2006/relationships/image" Target="../media/image121.emf"/><Relationship Id="rId10" Type="http://schemas.openxmlformats.org/officeDocument/2006/relationships/oleObject" Target="../embeddings/oleObject131.bin"/><Relationship Id="rId4" Type="http://schemas.openxmlformats.org/officeDocument/2006/relationships/oleObject" Target="../embeddings/oleObject128.bin"/><Relationship Id="rId9" Type="http://schemas.openxmlformats.org/officeDocument/2006/relationships/image" Target="../media/image118.emf"/><Relationship Id="rId14" Type="http://schemas.openxmlformats.org/officeDocument/2006/relationships/oleObject" Target="../embeddings/oleObject133.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37.bin"/><Relationship Id="rId3" Type="http://schemas.openxmlformats.org/officeDocument/2006/relationships/image" Target="../media/image122.emf"/><Relationship Id="rId7" Type="http://schemas.openxmlformats.org/officeDocument/2006/relationships/image" Target="../media/image113.emf"/><Relationship Id="rId2" Type="http://schemas.openxmlformats.org/officeDocument/2006/relationships/oleObject" Target="../embeddings/oleObject134.bin"/><Relationship Id="rId1" Type="http://schemas.openxmlformats.org/officeDocument/2006/relationships/slideLayout" Target="../slideLayouts/slideLayout7.xml"/><Relationship Id="rId6" Type="http://schemas.openxmlformats.org/officeDocument/2006/relationships/oleObject" Target="../embeddings/oleObject136.bin"/><Relationship Id="rId11" Type="http://schemas.openxmlformats.org/officeDocument/2006/relationships/image" Target="../media/image125.emf"/><Relationship Id="rId5" Type="http://schemas.openxmlformats.org/officeDocument/2006/relationships/image" Target="../media/image123.emf"/><Relationship Id="rId10" Type="http://schemas.openxmlformats.org/officeDocument/2006/relationships/oleObject" Target="../embeddings/oleObject138.bin"/><Relationship Id="rId4" Type="http://schemas.openxmlformats.org/officeDocument/2006/relationships/oleObject" Target="../embeddings/oleObject135.bin"/><Relationship Id="rId9" Type="http://schemas.openxmlformats.org/officeDocument/2006/relationships/image" Target="../media/image124.e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42.bin"/><Relationship Id="rId13" Type="http://schemas.openxmlformats.org/officeDocument/2006/relationships/image" Target="../media/image130.emf"/><Relationship Id="rId3" Type="http://schemas.openxmlformats.org/officeDocument/2006/relationships/image" Target="../media/image126.emf"/><Relationship Id="rId7" Type="http://schemas.openxmlformats.org/officeDocument/2006/relationships/image" Target="../media/image119.emf"/><Relationship Id="rId12" Type="http://schemas.openxmlformats.org/officeDocument/2006/relationships/oleObject" Target="../embeddings/oleObject144.bin"/><Relationship Id="rId2" Type="http://schemas.openxmlformats.org/officeDocument/2006/relationships/oleObject" Target="../embeddings/oleObject139.bin"/><Relationship Id="rId1" Type="http://schemas.openxmlformats.org/officeDocument/2006/relationships/slideLayout" Target="../slideLayouts/slideLayout7.xml"/><Relationship Id="rId6" Type="http://schemas.openxmlformats.org/officeDocument/2006/relationships/oleObject" Target="../embeddings/oleObject141.bin"/><Relationship Id="rId11" Type="http://schemas.openxmlformats.org/officeDocument/2006/relationships/image" Target="../media/image129.emf"/><Relationship Id="rId5" Type="http://schemas.openxmlformats.org/officeDocument/2006/relationships/image" Target="../media/image127.emf"/><Relationship Id="rId10" Type="http://schemas.openxmlformats.org/officeDocument/2006/relationships/oleObject" Target="../embeddings/oleObject143.bin"/><Relationship Id="rId4" Type="http://schemas.openxmlformats.org/officeDocument/2006/relationships/oleObject" Target="../embeddings/oleObject140.bin"/><Relationship Id="rId9" Type="http://schemas.openxmlformats.org/officeDocument/2006/relationships/image" Target="../media/image128.emf"/></Relationships>
</file>

<file path=ppt/slides/_rels/slide38.xml.rels><?xml version="1.0" encoding="UTF-8" standalone="yes"?>
<Relationships xmlns="http://schemas.openxmlformats.org/package/2006/relationships"><Relationship Id="rId3" Type="http://schemas.openxmlformats.org/officeDocument/2006/relationships/image" Target="../media/image131.emf"/><Relationship Id="rId7" Type="http://schemas.openxmlformats.org/officeDocument/2006/relationships/image" Target="../media/image133.emf"/><Relationship Id="rId2" Type="http://schemas.openxmlformats.org/officeDocument/2006/relationships/oleObject" Target="../embeddings/oleObject145.bin"/><Relationship Id="rId1" Type="http://schemas.openxmlformats.org/officeDocument/2006/relationships/slideLayout" Target="../slideLayouts/slideLayout14.xml"/><Relationship Id="rId6" Type="http://schemas.openxmlformats.org/officeDocument/2006/relationships/oleObject" Target="../embeddings/oleObject147.bin"/><Relationship Id="rId5" Type="http://schemas.openxmlformats.org/officeDocument/2006/relationships/image" Target="../media/image132.emf"/><Relationship Id="rId4" Type="http://schemas.openxmlformats.org/officeDocument/2006/relationships/oleObject" Target="../embeddings/oleObject146.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51.bin"/><Relationship Id="rId3" Type="http://schemas.openxmlformats.org/officeDocument/2006/relationships/image" Target="../media/image50.emf"/><Relationship Id="rId7" Type="http://schemas.openxmlformats.org/officeDocument/2006/relationships/image" Target="../media/image52.emf"/><Relationship Id="rId2" Type="http://schemas.openxmlformats.org/officeDocument/2006/relationships/oleObject" Target="../embeddings/oleObject148.bin"/><Relationship Id="rId1" Type="http://schemas.openxmlformats.org/officeDocument/2006/relationships/slideLayout" Target="../slideLayouts/slideLayout7.xml"/><Relationship Id="rId6" Type="http://schemas.openxmlformats.org/officeDocument/2006/relationships/oleObject" Target="../embeddings/oleObject150.bin"/><Relationship Id="rId11" Type="http://schemas.openxmlformats.org/officeDocument/2006/relationships/image" Target="../media/image135.emf"/><Relationship Id="rId5" Type="http://schemas.openxmlformats.org/officeDocument/2006/relationships/image" Target="../media/image51.emf"/><Relationship Id="rId10" Type="http://schemas.openxmlformats.org/officeDocument/2006/relationships/oleObject" Target="../embeddings/oleObject152.bin"/><Relationship Id="rId4" Type="http://schemas.openxmlformats.org/officeDocument/2006/relationships/oleObject" Target="../embeddings/oleObject149.bin"/><Relationship Id="rId9" Type="http://schemas.openxmlformats.org/officeDocument/2006/relationships/image" Target="../media/image134.e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56.bin"/><Relationship Id="rId13" Type="http://schemas.openxmlformats.org/officeDocument/2006/relationships/image" Target="../media/image140.emf"/><Relationship Id="rId3" Type="http://schemas.openxmlformats.org/officeDocument/2006/relationships/image" Target="../media/image136.emf"/><Relationship Id="rId7" Type="http://schemas.openxmlformats.org/officeDocument/2006/relationships/image" Target="../media/image137.emf"/><Relationship Id="rId12" Type="http://schemas.openxmlformats.org/officeDocument/2006/relationships/oleObject" Target="../embeddings/oleObject158.bin"/><Relationship Id="rId2" Type="http://schemas.openxmlformats.org/officeDocument/2006/relationships/oleObject" Target="../embeddings/oleObject153.bin"/><Relationship Id="rId1" Type="http://schemas.openxmlformats.org/officeDocument/2006/relationships/slideLayout" Target="../slideLayouts/slideLayout7.xml"/><Relationship Id="rId6" Type="http://schemas.openxmlformats.org/officeDocument/2006/relationships/oleObject" Target="../embeddings/oleObject155.bin"/><Relationship Id="rId11" Type="http://schemas.openxmlformats.org/officeDocument/2006/relationships/image" Target="../media/image139.emf"/><Relationship Id="rId5" Type="http://schemas.openxmlformats.org/officeDocument/2006/relationships/image" Target="../media/image135.emf"/><Relationship Id="rId15" Type="http://schemas.openxmlformats.org/officeDocument/2006/relationships/image" Target="../media/image141.emf"/><Relationship Id="rId10" Type="http://schemas.openxmlformats.org/officeDocument/2006/relationships/oleObject" Target="../embeddings/oleObject157.bin"/><Relationship Id="rId4" Type="http://schemas.openxmlformats.org/officeDocument/2006/relationships/oleObject" Target="../embeddings/oleObject154.bin"/><Relationship Id="rId9" Type="http://schemas.openxmlformats.org/officeDocument/2006/relationships/image" Target="../media/image138.emf"/><Relationship Id="rId14" Type="http://schemas.openxmlformats.org/officeDocument/2006/relationships/oleObject" Target="../embeddings/oleObject159.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63.bin"/><Relationship Id="rId3" Type="http://schemas.openxmlformats.org/officeDocument/2006/relationships/image" Target="../media/image142.emf"/><Relationship Id="rId7" Type="http://schemas.openxmlformats.org/officeDocument/2006/relationships/image" Target="../media/image144.emf"/><Relationship Id="rId2" Type="http://schemas.openxmlformats.org/officeDocument/2006/relationships/oleObject" Target="../embeddings/oleObject160.bin"/><Relationship Id="rId1" Type="http://schemas.openxmlformats.org/officeDocument/2006/relationships/slideLayout" Target="../slideLayouts/slideLayout7.xml"/><Relationship Id="rId6" Type="http://schemas.openxmlformats.org/officeDocument/2006/relationships/oleObject" Target="../embeddings/oleObject162.bin"/><Relationship Id="rId5" Type="http://schemas.openxmlformats.org/officeDocument/2006/relationships/image" Target="../media/image143.emf"/><Relationship Id="rId4" Type="http://schemas.openxmlformats.org/officeDocument/2006/relationships/oleObject" Target="../embeddings/oleObject161.bin"/><Relationship Id="rId9" Type="http://schemas.openxmlformats.org/officeDocument/2006/relationships/image" Target="../media/image145.emf"/></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67.bin"/><Relationship Id="rId13" Type="http://schemas.openxmlformats.org/officeDocument/2006/relationships/image" Target="../media/image151.emf"/><Relationship Id="rId18" Type="http://schemas.openxmlformats.org/officeDocument/2006/relationships/oleObject" Target="../embeddings/oleObject172.bin"/><Relationship Id="rId3" Type="http://schemas.openxmlformats.org/officeDocument/2006/relationships/image" Target="../media/image146.emf"/><Relationship Id="rId21" Type="http://schemas.openxmlformats.org/officeDocument/2006/relationships/image" Target="../media/image155.emf"/><Relationship Id="rId7" Type="http://schemas.openxmlformats.org/officeDocument/2006/relationships/image" Target="../media/image148.emf"/><Relationship Id="rId12" Type="http://schemas.openxmlformats.org/officeDocument/2006/relationships/oleObject" Target="../embeddings/oleObject169.bin"/><Relationship Id="rId17" Type="http://schemas.openxmlformats.org/officeDocument/2006/relationships/image" Target="../media/image153.emf"/><Relationship Id="rId25" Type="http://schemas.openxmlformats.org/officeDocument/2006/relationships/image" Target="../media/image157.emf"/><Relationship Id="rId2" Type="http://schemas.openxmlformats.org/officeDocument/2006/relationships/oleObject" Target="../embeddings/oleObject164.bin"/><Relationship Id="rId16" Type="http://schemas.openxmlformats.org/officeDocument/2006/relationships/oleObject" Target="../embeddings/oleObject171.bin"/><Relationship Id="rId20" Type="http://schemas.openxmlformats.org/officeDocument/2006/relationships/oleObject" Target="../embeddings/oleObject173.bin"/><Relationship Id="rId1" Type="http://schemas.openxmlformats.org/officeDocument/2006/relationships/slideLayout" Target="../slideLayouts/slideLayout7.xml"/><Relationship Id="rId6" Type="http://schemas.openxmlformats.org/officeDocument/2006/relationships/oleObject" Target="../embeddings/oleObject166.bin"/><Relationship Id="rId11" Type="http://schemas.openxmlformats.org/officeDocument/2006/relationships/image" Target="../media/image150.emf"/><Relationship Id="rId24" Type="http://schemas.openxmlformats.org/officeDocument/2006/relationships/oleObject" Target="../embeddings/oleObject175.bin"/><Relationship Id="rId5" Type="http://schemas.openxmlformats.org/officeDocument/2006/relationships/image" Target="../media/image147.emf"/><Relationship Id="rId15" Type="http://schemas.openxmlformats.org/officeDocument/2006/relationships/image" Target="../media/image152.emf"/><Relationship Id="rId23" Type="http://schemas.openxmlformats.org/officeDocument/2006/relationships/image" Target="../media/image156.emf"/><Relationship Id="rId10" Type="http://schemas.openxmlformats.org/officeDocument/2006/relationships/oleObject" Target="../embeddings/oleObject168.bin"/><Relationship Id="rId19" Type="http://schemas.openxmlformats.org/officeDocument/2006/relationships/image" Target="../media/image154.emf"/><Relationship Id="rId4" Type="http://schemas.openxmlformats.org/officeDocument/2006/relationships/oleObject" Target="../embeddings/oleObject165.bin"/><Relationship Id="rId9" Type="http://schemas.openxmlformats.org/officeDocument/2006/relationships/image" Target="../media/image149.emf"/><Relationship Id="rId14" Type="http://schemas.openxmlformats.org/officeDocument/2006/relationships/oleObject" Target="../embeddings/oleObject170.bin"/><Relationship Id="rId22" Type="http://schemas.openxmlformats.org/officeDocument/2006/relationships/oleObject" Target="../embeddings/oleObject174.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79.bin"/><Relationship Id="rId3" Type="http://schemas.openxmlformats.org/officeDocument/2006/relationships/image" Target="../media/image158.emf"/><Relationship Id="rId7" Type="http://schemas.openxmlformats.org/officeDocument/2006/relationships/image" Target="../media/image160.emf"/><Relationship Id="rId2" Type="http://schemas.openxmlformats.org/officeDocument/2006/relationships/oleObject" Target="../embeddings/oleObject176.bin"/><Relationship Id="rId1" Type="http://schemas.openxmlformats.org/officeDocument/2006/relationships/slideLayout" Target="../slideLayouts/slideLayout7.xml"/><Relationship Id="rId6" Type="http://schemas.openxmlformats.org/officeDocument/2006/relationships/oleObject" Target="../embeddings/oleObject178.bin"/><Relationship Id="rId5" Type="http://schemas.openxmlformats.org/officeDocument/2006/relationships/image" Target="../media/image159.emf"/><Relationship Id="rId4" Type="http://schemas.openxmlformats.org/officeDocument/2006/relationships/oleObject" Target="../embeddings/oleObject177.bin"/><Relationship Id="rId9" Type="http://schemas.openxmlformats.org/officeDocument/2006/relationships/image" Target="../media/image161.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83.bin"/><Relationship Id="rId13" Type="http://schemas.openxmlformats.org/officeDocument/2006/relationships/image" Target="../media/image134.emf"/><Relationship Id="rId18" Type="http://schemas.openxmlformats.org/officeDocument/2006/relationships/oleObject" Target="../embeddings/oleObject188.bin"/><Relationship Id="rId3" Type="http://schemas.openxmlformats.org/officeDocument/2006/relationships/image" Target="../media/image162.emf"/><Relationship Id="rId7" Type="http://schemas.openxmlformats.org/officeDocument/2006/relationships/image" Target="../media/image164.emf"/><Relationship Id="rId12" Type="http://schemas.openxmlformats.org/officeDocument/2006/relationships/oleObject" Target="../embeddings/oleObject185.bin"/><Relationship Id="rId17" Type="http://schemas.openxmlformats.org/officeDocument/2006/relationships/image" Target="../media/image168.emf"/><Relationship Id="rId2" Type="http://schemas.openxmlformats.org/officeDocument/2006/relationships/oleObject" Target="../embeddings/oleObject180.bin"/><Relationship Id="rId16" Type="http://schemas.openxmlformats.org/officeDocument/2006/relationships/oleObject" Target="../embeddings/oleObject187.bin"/><Relationship Id="rId1" Type="http://schemas.openxmlformats.org/officeDocument/2006/relationships/slideLayout" Target="../slideLayouts/slideLayout7.xml"/><Relationship Id="rId6" Type="http://schemas.openxmlformats.org/officeDocument/2006/relationships/oleObject" Target="../embeddings/oleObject182.bin"/><Relationship Id="rId11" Type="http://schemas.openxmlformats.org/officeDocument/2006/relationships/image" Target="../media/image166.emf"/><Relationship Id="rId5" Type="http://schemas.openxmlformats.org/officeDocument/2006/relationships/image" Target="../media/image163.emf"/><Relationship Id="rId15" Type="http://schemas.openxmlformats.org/officeDocument/2006/relationships/image" Target="../media/image167.emf"/><Relationship Id="rId10" Type="http://schemas.openxmlformats.org/officeDocument/2006/relationships/oleObject" Target="../embeddings/oleObject184.bin"/><Relationship Id="rId19" Type="http://schemas.openxmlformats.org/officeDocument/2006/relationships/image" Target="../media/image169.emf"/><Relationship Id="rId4" Type="http://schemas.openxmlformats.org/officeDocument/2006/relationships/oleObject" Target="../embeddings/oleObject181.bin"/><Relationship Id="rId9" Type="http://schemas.openxmlformats.org/officeDocument/2006/relationships/image" Target="../media/image165.emf"/><Relationship Id="rId14" Type="http://schemas.openxmlformats.org/officeDocument/2006/relationships/oleObject" Target="../embeddings/oleObject186.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192.bin"/><Relationship Id="rId13" Type="http://schemas.openxmlformats.org/officeDocument/2006/relationships/image" Target="../media/image174.emf"/><Relationship Id="rId3" Type="http://schemas.openxmlformats.org/officeDocument/2006/relationships/image" Target="../media/image170.emf"/><Relationship Id="rId7" Type="http://schemas.openxmlformats.org/officeDocument/2006/relationships/image" Target="../media/image167.emf"/><Relationship Id="rId12" Type="http://schemas.openxmlformats.org/officeDocument/2006/relationships/oleObject" Target="../embeddings/oleObject194.bin"/><Relationship Id="rId17" Type="http://schemas.openxmlformats.org/officeDocument/2006/relationships/image" Target="../media/image176.emf"/><Relationship Id="rId2" Type="http://schemas.openxmlformats.org/officeDocument/2006/relationships/oleObject" Target="../embeddings/oleObject189.bin"/><Relationship Id="rId16" Type="http://schemas.openxmlformats.org/officeDocument/2006/relationships/oleObject" Target="../embeddings/oleObject196.bin"/><Relationship Id="rId1" Type="http://schemas.openxmlformats.org/officeDocument/2006/relationships/slideLayout" Target="../slideLayouts/slideLayout7.xml"/><Relationship Id="rId6" Type="http://schemas.openxmlformats.org/officeDocument/2006/relationships/oleObject" Target="../embeddings/oleObject191.bin"/><Relationship Id="rId11" Type="http://schemas.openxmlformats.org/officeDocument/2006/relationships/image" Target="../media/image173.emf"/><Relationship Id="rId5" Type="http://schemas.openxmlformats.org/officeDocument/2006/relationships/image" Target="../media/image171.emf"/><Relationship Id="rId15" Type="http://schemas.openxmlformats.org/officeDocument/2006/relationships/image" Target="../media/image175.emf"/><Relationship Id="rId10" Type="http://schemas.openxmlformats.org/officeDocument/2006/relationships/oleObject" Target="../embeddings/oleObject193.bin"/><Relationship Id="rId4" Type="http://schemas.openxmlformats.org/officeDocument/2006/relationships/oleObject" Target="../embeddings/oleObject190.bin"/><Relationship Id="rId9" Type="http://schemas.openxmlformats.org/officeDocument/2006/relationships/image" Target="../media/image172.emf"/><Relationship Id="rId14" Type="http://schemas.openxmlformats.org/officeDocument/2006/relationships/oleObject" Target="../embeddings/oleObject195.bin"/></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200.bin"/><Relationship Id="rId13" Type="http://schemas.openxmlformats.org/officeDocument/2006/relationships/image" Target="../media/image182.emf"/><Relationship Id="rId18" Type="http://schemas.openxmlformats.org/officeDocument/2006/relationships/oleObject" Target="../embeddings/oleObject205.bin"/><Relationship Id="rId3" Type="http://schemas.openxmlformats.org/officeDocument/2006/relationships/image" Target="../media/image177.emf"/><Relationship Id="rId21" Type="http://schemas.openxmlformats.org/officeDocument/2006/relationships/image" Target="../media/image186.emf"/><Relationship Id="rId7" Type="http://schemas.openxmlformats.org/officeDocument/2006/relationships/image" Target="../media/image179.emf"/><Relationship Id="rId12" Type="http://schemas.openxmlformats.org/officeDocument/2006/relationships/oleObject" Target="../embeddings/oleObject202.bin"/><Relationship Id="rId17" Type="http://schemas.openxmlformats.org/officeDocument/2006/relationships/image" Target="../media/image184.emf"/><Relationship Id="rId2" Type="http://schemas.openxmlformats.org/officeDocument/2006/relationships/oleObject" Target="../embeddings/oleObject197.bin"/><Relationship Id="rId16" Type="http://schemas.openxmlformats.org/officeDocument/2006/relationships/oleObject" Target="../embeddings/oleObject204.bin"/><Relationship Id="rId20" Type="http://schemas.openxmlformats.org/officeDocument/2006/relationships/oleObject" Target="../embeddings/oleObject206.bin"/><Relationship Id="rId1" Type="http://schemas.openxmlformats.org/officeDocument/2006/relationships/slideLayout" Target="../slideLayouts/slideLayout7.xml"/><Relationship Id="rId6" Type="http://schemas.openxmlformats.org/officeDocument/2006/relationships/oleObject" Target="../embeddings/oleObject199.bin"/><Relationship Id="rId11" Type="http://schemas.openxmlformats.org/officeDocument/2006/relationships/image" Target="../media/image181.emf"/><Relationship Id="rId5" Type="http://schemas.openxmlformats.org/officeDocument/2006/relationships/image" Target="../media/image178.emf"/><Relationship Id="rId15" Type="http://schemas.openxmlformats.org/officeDocument/2006/relationships/image" Target="../media/image183.emf"/><Relationship Id="rId23" Type="http://schemas.openxmlformats.org/officeDocument/2006/relationships/image" Target="../media/image187.emf"/><Relationship Id="rId10" Type="http://schemas.openxmlformats.org/officeDocument/2006/relationships/oleObject" Target="../embeddings/oleObject201.bin"/><Relationship Id="rId19" Type="http://schemas.openxmlformats.org/officeDocument/2006/relationships/image" Target="../media/image185.emf"/><Relationship Id="rId4" Type="http://schemas.openxmlformats.org/officeDocument/2006/relationships/oleObject" Target="../embeddings/oleObject198.bin"/><Relationship Id="rId9" Type="http://schemas.openxmlformats.org/officeDocument/2006/relationships/image" Target="../media/image180.emf"/><Relationship Id="rId14" Type="http://schemas.openxmlformats.org/officeDocument/2006/relationships/oleObject" Target="../embeddings/oleObject203.bin"/><Relationship Id="rId22" Type="http://schemas.openxmlformats.org/officeDocument/2006/relationships/oleObject" Target="../embeddings/oleObject207.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211.bin"/><Relationship Id="rId13" Type="http://schemas.openxmlformats.org/officeDocument/2006/relationships/image" Target="../media/image182.emf"/><Relationship Id="rId18" Type="http://schemas.openxmlformats.org/officeDocument/2006/relationships/oleObject" Target="../embeddings/oleObject216.bin"/><Relationship Id="rId3" Type="http://schemas.openxmlformats.org/officeDocument/2006/relationships/image" Target="../media/image188.emf"/><Relationship Id="rId21" Type="http://schemas.openxmlformats.org/officeDocument/2006/relationships/image" Target="../media/image190.emf"/><Relationship Id="rId7" Type="http://schemas.openxmlformats.org/officeDocument/2006/relationships/image" Target="../media/image179.emf"/><Relationship Id="rId12" Type="http://schemas.openxmlformats.org/officeDocument/2006/relationships/oleObject" Target="../embeddings/oleObject213.bin"/><Relationship Id="rId17" Type="http://schemas.openxmlformats.org/officeDocument/2006/relationships/image" Target="../media/image184.emf"/><Relationship Id="rId2" Type="http://schemas.openxmlformats.org/officeDocument/2006/relationships/oleObject" Target="../embeddings/oleObject208.bin"/><Relationship Id="rId16" Type="http://schemas.openxmlformats.org/officeDocument/2006/relationships/oleObject" Target="../embeddings/oleObject215.bin"/><Relationship Id="rId20" Type="http://schemas.openxmlformats.org/officeDocument/2006/relationships/oleObject" Target="../embeddings/oleObject217.bin"/><Relationship Id="rId1" Type="http://schemas.openxmlformats.org/officeDocument/2006/relationships/slideLayout" Target="../slideLayouts/slideLayout7.xml"/><Relationship Id="rId6" Type="http://schemas.openxmlformats.org/officeDocument/2006/relationships/oleObject" Target="../embeddings/oleObject210.bin"/><Relationship Id="rId11" Type="http://schemas.openxmlformats.org/officeDocument/2006/relationships/image" Target="../media/image181.emf"/><Relationship Id="rId5" Type="http://schemas.openxmlformats.org/officeDocument/2006/relationships/image" Target="../media/image178.emf"/><Relationship Id="rId15" Type="http://schemas.openxmlformats.org/officeDocument/2006/relationships/image" Target="../media/image183.emf"/><Relationship Id="rId23" Type="http://schemas.openxmlformats.org/officeDocument/2006/relationships/image" Target="../media/image191.emf"/><Relationship Id="rId10" Type="http://schemas.openxmlformats.org/officeDocument/2006/relationships/oleObject" Target="../embeddings/oleObject212.bin"/><Relationship Id="rId19" Type="http://schemas.openxmlformats.org/officeDocument/2006/relationships/image" Target="../media/image189.emf"/><Relationship Id="rId4" Type="http://schemas.openxmlformats.org/officeDocument/2006/relationships/oleObject" Target="../embeddings/oleObject209.bin"/><Relationship Id="rId9" Type="http://schemas.openxmlformats.org/officeDocument/2006/relationships/image" Target="../media/image180.emf"/><Relationship Id="rId14" Type="http://schemas.openxmlformats.org/officeDocument/2006/relationships/oleObject" Target="../embeddings/oleObject214.bin"/><Relationship Id="rId22" Type="http://schemas.openxmlformats.org/officeDocument/2006/relationships/oleObject" Target="../embeddings/oleObject218.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222.bin"/><Relationship Id="rId3" Type="http://schemas.openxmlformats.org/officeDocument/2006/relationships/image" Target="../media/image192.emf"/><Relationship Id="rId7" Type="http://schemas.openxmlformats.org/officeDocument/2006/relationships/image" Target="../media/image191.emf"/><Relationship Id="rId2" Type="http://schemas.openxmlformats.org/officeDocument/2006/relationships/oleObject" Target="../embeddings/oleObject219.bin"/><Relationship Id="rId1" Type="http://schemas.openxmlformats.org/officeDocument/2006/relationships/slideLayout" Target="../slideLayouts/slideLayout7.xml"/><Relationship Id="rId6" Type="http://schemas.openxmlformats.org/officeDocument/2006/relationships/oleObject" Target="../embeddings/oleObject221.bin"/><Relationship Id="rId5" Type="http://schemas.openxmlformats.org/officeDocument/2006/relationships/image" Target="../media/image193.emf"/><Relationship Id="rId4" Type="http://schemas.openxmlformats.org/officeDocument/2006/relationships/oleObject" Target="../embeddings/oleObject220.bin"/><Relationship Id="rId9" Type="http://schemas.openxmlformats.org/officeDocument/2006/relationships/image" Target="../media/image194.emf"/></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226.bin"/><Relationship Id="rId13" Type="http://schemas.openxmlformats.org/officeDocument/2006/relationships/image" Target="../media/image199.emf"/><Relationship Id="rId18" Type="http://schemas.openxmlformats.org/officeDocument/2006/relationships/oleObject" Target="../embeddings/oleObject231.bin"/><Relationship Id="rId3" Type="http://schemas.openxmlformats.org/officeDocument/2006/relationships/image" Target="../media/image194.emf"/><Relationship Id="rId21" Type="http://schemas.openxmlformats.org/officeDocument/2006/relationships/image" Target="../media/image203.emf"/><Relationship Id="rId7" Type="http://schemas.openxmlformats.org/officeDocument/2006/relationships/image" Target="../media/image196.emf"/><Relationship Id="rId12" Type="http://schemas.openxmlformats.org/officeDocument/2006/relationships/oleObject" Target="../embeddings/oleObject228.bin"/><Relationship Id="rId17" Type="http://schemas.openxmlformats.org/officeDocument/2006/relationships/image" Target="../media/image201.emf"/><Relationship Id="rId2" Type="http://schemas.openxmlformats.org/officeDocument/2006/relationships/oleObject" Target="../embeddings/oleObject223.bin"/><Relationship Id="rId16" Type="http://schemas.openxmlformats.org/officeDocument/2006/relationships/oleObject" Target="../embeddings/oleObject230.bin"/><Relationship Id="rId20" Type="http://schemas.openxmlformats.org/officeDocument/2006/relationships/oleObject" Target="../embeddings/oleObject232.bin"/><Relationship Id="rId1" Type="http://schemas.openxmlformats.org/officeDocument/2006/relationships/slideLayout" Target="../slideLayouts/slideLayout7.xml"/><Relationship Id="rId6" Type="http://schemas.openxmlformats.org/officeDocument/2006/relationships/oleObject" Target="../embeddings/oleObject225.bin"/><Relationship Id="rId11" Type="http://schemas.openxmlformats.org/officeDocument/2006/relationships/image" Target="../media/image198.emf"/><Relationship Id="rId5" Type="http://schemas.openxmlformats.org/officeDocument/2006/relationships/image" Target="../media/image195.emf"/><Relationship Id="rId15" Type="http://schemas.openxmlformats.org/officeDocument/2006/relationships/image" Target="../media/image200.emf"/><Relationship Id="rId10" Type="http://schemas.openxmlformats.org/officeDocument/2006/relationships/oleObject" Target="../embeddings/oleObject227.bin"/><Relationship Id="rId19" Type="http://schemas.openxmlformats.org/officeDocument/2006/relationships/image" Target="../media/image202.emf"/><Relationship Id="rId4" Type="http://schemas.openxmlformats.org/officeDocument/2006/relationships/oleObject" Target="../embeddings/oleObject224.bin"/><Relationship Id="rId9" Type="http://schemas.openxmlformats.org/officeDocument/2006/relationships/image" Target="../media/image197.emf"/><Relationship Id="rId14" Type="http://schemas.openxmlformats.org/officeDocument/2006/relationships/oleObject" Target="../embeddings/oleObject229.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236.bin"/><Relationship Id="rId3" Type="http://schemas.openxmlformats.org/officeDocument/2006/relationships/image" Target="../media/image204.emf"/><Relationship Id="rId7" Type="http://schemas.openxmlformats.org/officeDocument/2006/relationships/image" Target="../media/image206.emf"/><Relationship Id="rId2" Type="http://schemas.openxmlformats.org/officeDocument/2006/relationships/oleObject" Target="../embeddings/oleObject233.bin"/><Relationship Id="rId1" Type="http://schemas.openxmlformats.org/officeDocument/2006/relationships/slideLayout" Target="../slideLayouts/slideLayout7.xml"/><Relationship Id="rId6" Type="http://schemas.openxmlformats.org/officeDocument/2006/relationships/oleObject" Target="../embeddings/oleObject235.bin"/><Relationship Id="rId11" Type="http://schemas.openxmlformats.org/officeDocument/2006/relationships/image" Target="../media/image208.emf"/><Relationship Id="rId5" Type="http://schemas.openxmlformats.org/officeDocument/2006/relationships/image" Target="../media/image205.emf"/><Relationship Id="rId10" Type="http://schemas.openxmlformats.org/officeDocument/2006/relationships/oleObject" Target="../embeddings/oleObject237.bin"/><Relationship Id="rId4" Type="http://schemas.openxmlformats.org/officeDocument/2006/relationships/oleObject" Target="../embeddings/oleObject234.bin"/><Relationship Id="rId9" Type="http://schemas.openxmlformats.org/officeDocument/2006/relationships/image" Target="../media/image207.emf"/></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241.bin"/><Relationship Id="rId13" Type="http://schemas.openxmlformats.org/officeDocument/2006/relationships/image" Target="../media/image144.emf"/><Relationship Id="rId3" Type="http://schemas.openxmlformats.org/officeDocument/2006/relationships/image" Target="../media/image209.emf"/><Relationship Id="rId7" Type="http://schemas.openxmlformats.org/officeDocument/2006/relationships/image" Target="../media/image211.emf"/><Relationship Id="rId12" Type="http://schemas.openxmlformats.org/officeDocument/2006/relationships/oleObject" Target="../embeddings/oleObject243.bin"/><Relationship Id="rId2" Type="http://schemas.openxmlformats.org/officeDocument/2006/relationships/oleObject" Target="../embeddings/oleObject238.bin"/><Relationship Id="rId1" Type="http://schemas.openxmlformats.org/officeDocument/2006/relationships/slideLayout" Target="../slideLayouts/slideLayout7.xml"/><Relationship Id="rId6" Type="http://schemas.openxmlformats.org/officeDocument/2006/relationships/oleObject" Target="../embeddings/oleObject240.bin"/><Relationship Id="rId11" Type="http://schemas.openxmlformats.org/officeDocument/2006/relationships/image" Target="../media/image213.emf"/><Relationship Id="rId5" Type="http://schemas.openxmlformats.org/officeDocument/2006/relationships/image" Target="../media/image210.emf"/><Relationship Id="rId15" Type="http://schemas.openxmlformats.org/officeDocument/2006/relationships/image" Target="../media/image214.emf"/><Relationship Id="rId10" Type="http://schemas.openxmlformats.org/officeDocument/2006/relationships/oleObject" Target="../embeddings/oleObject242.bin"/><Relationship Id="rId4" Type="http://schemas.openxmlformats.org/officeDocument/2006/relationships/oleObject" Target="../embeddings/oleObject239.bin"/><Relationship Id="rId9" Type="http://schemas.openxmlformats.org/officeDocument/2006/relationships/image" Target="../media/image212.emf"/><Relationship Id="rId14" Type="http://schemas.openxmlformats.org/officeDocument/2006/relationships/oleObject" Target="../embeddings/oleObject244.bin"/></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248.bin"/><Relationship Id="rId13" Type="http://schemas.openxmlformats.org/officeDocument/2006/relationships/image" Target="../media/image219.emf"/><Relationship Id="rId18" Type="http://schemas.openxmlformats.org/officeDocument/2006/relationships/oleObject" Target="../embeddings/oleObject253.bin"/><Relationship Id="rId3" Type="http://schemas.openxmlformats.org/officeDocument/2006/relationships/image" Target="../media/image146.emf"/><Relationship Id="rId21" Type="http://schemas.openxmlformats.org/officeDocument/2006/relationships/image" Target="../media/image155.emf"/><Relationship Id="rId7" Type="http://schemas.openxmlformats.org/officeDocument/2006/relationships/image" Target="../media/image216.emf"/><Relationship Id="rId12" Type="http://schemas.openxmlformats.org/officeDocument/2006/relationships/oleObject" Target="../embeddings/oleObject250.bin"/><Relationship Id="rId17" Type="http://schemas.openxmlformats.org/officeDocument/2006/relationships/image" Target="../media/image221.emf"/><Relationship Id="rId25" Type="http://schemas.openxmlformats.org/officeDocument/2006/relationships/image" Target="../media/image224.emf"/><Relationship Id="rId2" Type="http://schemas.openxmlformats.org/officeDocument/2006/relationships/oleObject" Target="../embeddings/oleObject245.bin"/><Relationship Id="rId16" Type="http://schemas.openxmlformats.org/officeDocument/2006/relationships/oleObject" Target="../embeddings/oleObject252.bin"/><Relationship Id="rId20" Type="http://schemas.openxmlformats.org/officeDocument/2006/relationships/oleObject" Target="../embeddings/oleObject254.bin"/><Relationship Id="rId1" Type="http://schemas.openxmlformats.org/officeDocument/2006/relationships/slideLayout" Target="../slideLayouts/slideLayout7.xml"/><Relationship Id="rId6" Type="http://schemas.openxmlformats.org/officeDocument/2006/relationships/oleObject" Target="../embeddings/oleObject247.bin"/><Relationship Id="rId11" Type="http://schemas.openxmlformats.org/officeDocument/2006/relationships/image" Target="../media/image218.emf"/><Relationship Id="rId24" Type="http://schemas.openxmlformats.org/officeDocument/2006/relationships/oleObject" Target="../embeddings/oleObject256.bin"/><Relationship Id="rId5" Type="http://schemas.openxmlformats.org/officeDocument/2006/relationships/image" Target="../media/image215.emf"/><Relationship Id="rId15" Type="http://schemas.openxmlformats.org/officeDocument/2006/relationships/image" Target="../media/image220.emf"/><Relationship Id="rId23" Type="http://schemas.openxmlformats.org/officeDocument/2006/relationships/image" Target="../media/image223.emf"/><Relationship Id="rId10" Type="http://schemas.openxmlformats.org/officeDocument/2006/relationships/oleObject" Target="../embeddings/oleObject249.bin"/><Relationship Id="rId19" Type="http://schemas.openxmlformats.org/officeDocument/2006/relationships/image" Target="../media/image222.emf"/><Relationship Id="rId4" Type="http://schemas.openxmlformats.org/officeDocument/2006/relationships/oleObject" Target="../embeddings/oleObject246.bin"/><Relationship Id="rId9" Type="http://schemas.openxmlformats.org/officeDocument/2006/relationships/image" Target="../media/image217.emf"/><Relationship Id="rId14" Type="http://schemas.openxmlformats.org/officeDocument/2006/relationships/oleObject" Target="../embeddings/oleObject251.bin"/><Relationship Id="rId22" Type="http://schemas.openxmlformats.org/officeDocument/2006/relationships/oleObject" Target="../embeddings/oleObject255.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260.bin"/><Relationship Id="rId3" Type="http://schemas.openxmlformats.org/officeDocument/2006/relationships/image" Target="../media/image158.emf"/><Relationship Id="rId7" Type="http://schemas.openxmlformats.org/officeDocument/2006/relationships/image" Target="../media/image226.emf"/><Relationship Id="rId2" Type="http://schemas.openxmlformats.org/officeDocument/2006/relationships/oleObject" Target="../embeddings/oleObject257.bin"/><Relationship Id="rId1" Type="http://schemas.openxmlformats.org/officeDocument/2006/relationships/slideLayout" Target="../slideLayouts/slideLayout7.xml"/><Relationship Id="rId6" Type="http://schemas.openxmlformats.org/officeDocument/2006/relationships/oleObject" Target="../embeddings/oleObject259.bin"/><Relationship Id="rId5" Type="http://schemas.openxmlformats.org/officeDocument/2006/relationships/image" Target="../media/image225.emf"/><Relationship Id="rId4" Type="http://schemas.openxmlformats.org/officeDocument/2006/relationships/oleObject" Target="../embeddings/oleObject258.bin"/><Relationship Id="rId9" Type="http://schemas.openxmlformats.org/officeDocument/2006/relationships/image" Target="../media/image227.e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264.bin"/><Relationship Id="rId3" Type="http://schemas.openxmlformats.org/officeDocument/2006/relationships/image" Target="../media/image228.emf"/><Relationship Id="rId7" Type="http://schemas.openxmlformats.org/officeDocument/2006/relationships/image" Target="../media/image27.emf"/><Relationship Id="rId2" Type="http://schemas.openxmlformats.org/officeDocument/2006/relationships/oleObject" Target="../embeddings/oleObject261.bin"/><Relationship Id="rId1" Type="http://schemas.openxmlformats.org/officeDocument/2006/relationships/slideLayout" Target="../slideLayouts/slideLayout2.xml"/><Relationship Id="rId6" Type="http://schemas.openxmlformats.org/officeDocument/2006/relationships/oleObject" Target="../embeddings/oleObject263.bin"/><Relationship Id="rId11" Type="http://schemas.openxmlformats.org/officeDocument/2006/relationships/image" Target="../media/image231.emf"/><Relationship Id="rId5" Type="http://schemas.openxmlformats.org/officeDocument/2006/relationships/image" Target="../media/image229.emf"/><Relationship Id="rId10" Type="http://schemas.openxmlformats.org/officeDocument/2006/relationships/oleObject" Target="../embeddings/oleObject265.bin"/><Relationship Id="rId4" Type="http://schemas.openxmlformats.org/officeDocument/2006/relationships/oleObject" Target="../embeddings/oleObject262.bin"/><Relationship Id="rId9" Type="http://schemas.openxmlformats.org/officeDocument/2006/relationships/image" Target="../media/image230.emf"/></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269.bin"/><Relationship Id="rId3" Type="http://schemas.openxmlformats.org/officeDocument/2006/relationships/image" Target="../media/image232.emf"/><Relationship Id="rId7" Type="http://schemas.openxmlformats.org/officeDocument/2006/relationships/image" Target="../media/image234.emf"/><Relationship Id="rId2" Type="http://schemas.openxmlformats.org/officeDocument/2006/relationships/oleObject" Target="../embeddings/oleObject266.bin"/><Relationship Id="rId1" Type="http://schemas.openxmlformats.org/officeDocument/2006/relationships/slideLayout" Target="../slideLayouts/slideLayout2.xml"/><Relationship Id="rId6" Type="http://schemas.openxmlformats.org/officeDocument/2006/relationships/oleObject" Target="../embeddings/oleObject268.bin"/><Relationship Id="rId11" Type="http://schemas.openxmlformats.org/officeDocument/2006/relationships/image" Target="../media/image236.emf"/><Relationship Id="rId5" Type="http://schemas.openxmlformats.org/officeDocument/2006/relationships/image" Target="../media/image233.emf"/><Relationship Id="rId10" Type="http://schemas.openxmlformats.org/officeDocument/2006/relationships/oleObject" Target="../embeddings/oleObject270.bin"/><Relationship Id="rId4" Type="http://schemas.openxmlformats.org/officeDocument/2006/relationships/oleObject" Target="../embeddings/oleObject267.bin"/><Relationship Id="rId9" Type="http://schemas.openxmlformats.org/officeDocument/2006/relationships/image" Target="../media/image235.emf"/></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274.bin"/><Relationship Id="rId13" Type="http://schemas.openxmlformats.org/officeDocument/2006/relationships/image" Target="../media/image31.emf"/><Relationship Id="rId3" Type="http://schemas.openxmlformats.org/officeDocument/2006/relationships/image" Target="../media/image237.emf"/><Relationship Id="rId7" Type="http://schemas.openxmlformats.org/officeDocument/2006/relationships/image" Target="../media/image238.emf"/><Relationship Id="rId12" Type="http://schemas.openxmlformats.org/officeDocument/2006/relationships/oleObject" Target="../embeddings/oleObject276.bin"/><Relationship Id="rId2" Type="http://schemas.openxmlformats.org/officeDocument/2006/relationships/oleObject" Target="../embeddings/oleObject271.bin"/><Relationship Id="rId1" Type="http://schemas.openxmlformats.org/officeDocument/2006/relationships/slideLayout" Target="../slideLayouts/slideLayout2.xml"/><Relationship Id="rId6" Type="http://schemas.openxmlformats.org/officeDocument/2006/relationships/oleObject" Target="../embeddings/oleObject273.bin"/><Relationship Id="rId11" Type="http://schemas.openxmlformats.org/officeDocument/2006/relationships/image" Target="../media/image240.emf"/><Relationship Id="rId5" Type="http://schemas.openxmlformats.org/officeDocument/2006/relationships/image" Target="../media/image236.emf"/><Relationship Id="rId15" Type="http://schemas.openxmlformats.org/officeDocument/2006/relationships/image" Target="../media/image232.emf"/><Relationship Id="rId10" Type="http://schemas.openxmlformats.org/officeDocument/2006/relationships/oleObject" Target="../embeddings/oleObject275.bin"/><Relationship Id="rId4" Type="http://schemas.openxmlformats.org/officeDocument/2006/relationships/oleObject" Target="../embeddings/oleObject272.bin"/><Relationship Id="rId9" Type="http://schemas.openxmlformats.org/officeDocument/2006/relationships/image" Target="../media/image239.emf"/><Relationship Id="rId14" Type="http://schemas.openxmlformats.org/officeDocument/2006/relationships/oleObject" Target="../embeddings/oleObject277.bin"/></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281.bin"/><Relationship Id="rId3" Type="http://schemas.openxmlformats.org/officeDocument/2006/relationships/image" Target="../media/image50.emf"/><Relationship Id="rId7" Type="http://schemas.openxmlformats.org/officeDocument/2006/relationships/image" Target="../media/image52.emf"/><Relationship Id="rId2" Type="http://schemas.openxmlformats.org/officeDocument/2006/relationships/oleObject" Target="../embeddings/oleObject278.bin"/><Relationship Id="rId1" Type="http://schemas.openxmlformats.org/officeDocument/2006/relationships/slideLayout" Target="../slideLayouts/slideLayout7.xml"/><Relationship Id="rId6" Type="http://schemas.openxmlformats.org/officeDocument/2006/relationships/oleObject" Target="../embeddings/oleObject280.bin"/><Relationship Id="rId5" Type="http://schemas.openxmlformats.org/officeDocument/2006/relationships/image" Target="../media/image51.emf"/><Relationship Id="rId4" Type="http://schemas.openxmlformats.org/officeDocument/2006/relationships/oleObject" Target="../embeddings/oleObject279.bin"/><Relationship Id="rId9" Type="http://schemas.openxmlformats.org/officeDocument/2006/relationships/image" Target="../media/image241.emf"/></Relationships>
</file>

<file path=ppt/slides/_rels/slide61.xml.rels><?xml version="1.0" encoding="UTF-8" standalone="yes"?>
<Relationships xmlns="http://schemas.openxmlformats.org/package/2006/relationships"><Relationship Id="rId3" Type="http://schemas.openxmlformats.org/officeDocument/2006/relationships/image" Target="../media/image242.emf"/><Relationship Id="rId2" Type="http://schemas.openxmlformats.org/officeDocument/2006/relationships/oleObject" Target="../embeddings/oleObject282.bin"/><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286.bin"/><Relationship Id="rId13" Type="http://schemas.openxmlformats.org/officeDocument/2006/relationships/oleObject" Target="../embeddings/oleObject289.bin"/><Relationship Id="rId18" Type="http://schemas.openxmlformats.org/officeDocument/2006/relationships/image" Target="../media/image250.emf"/><Relationship Id="rId3" Type="http://schemas.openxmlformats.org/officeDocument/2006/relationships/image" Target="../media/image243.emf"/><Relationship Id="rId21" Type="http://schemas.openxmlformats.org/officeDocument/2006/relationships/oleObject" Target="../embeddings/oleObject293.bin"/><Relationship Id="rId7" Type="http://schemas.openxmlformats.org/officeDocument/2006/relationships/image" Target="../media/image245.emf"/><Relationship Id="rId12" Type="http://schemas.openxmlformats.org/officeDocument/2006/relationships/oleObject" Target="../embeddings/oleObject288.bin"/><Relationship Id="rId17" Type="http://schemas.openxmlformats.org/officeDocument/2006/relationships/oleObject" Target="../embeddings/oleObject291.bin"/><Relationship Id="rId2" Type="http://schemas.openxmlformats.org/officeDocument/2006/relationships/oleObject" Target="../embeddings/oleObject283.bin"/><Relationship Id="rId16" Type="http://schemas.openxmlformats.org/officeDocument/2006/relationships/image" Target="../media/image249.emf"/><Relationship Id="rId20" Type="http://schemas.openxmlformats.org/officeDocument/2006/relationships/image" Target="../media/image251.emf"/><Relationship Id="rId1" Type="http://schemas.openxmlformats.org/officeDocument/2006/relationships/slideLayout" Target="../slideLayouts/slideLayout7.xml"/><Relationship Id="rId6" Type="http://schemas.openxmlformats.org/officeDocument/2006/relationships/oleObject" Target="../embeddings/oleObject285.bin"/><Relationship Id="rId11" Type="http://schemas.openxmlformats.org/officeDocument/2006/relationships/image" Target="../media/image247.emf"/><Relationship Id="rId5" Type="http://schemas.openxmlformats.org/officeDocument/2006/relationships/image" Target="../media/image244.emf"/><Relationship Id="rId15" Type="http://schemas.openxmlformats.org/officeDocument/2006/relationships/oleObject" Target="../embeddings/oleObject290.bin"/><Relationship Id="rId10" Type="http://schemas.openxmlformats.org/officeDocument/2006/relationships/oleObject" Target="../embeddings/oleObject287.bin"/><Relationship Id="rId19" Type="http://schemas.openxmlformats.org/officeDocument/2006/relationships/oleObject" Target="../embeddings/oleObject292.bin"/><Relationship Id="rId4" Type="http://schemas.openxmlformats.org/officeDocument/2006/relationships/oleObject" Target="../embeddings/oleObject284.bin"/><Relationship Id="rId9" Type="http://schemas.openxmlformats.org/officeDocument/2006/relationships/image" Target="../media/image246.emf"/><Relationship Id="rId14" Type="http://schemas.openxmlformats.org/officeDocument/2006/relationships/image" Target="../media/image248.emf"/><Relationship Id="rId22" Type="http://schemas.openxmlformats.org/officeDocument/2006/relationships/image" Target="../media/image252.emf"/></Relationships>
</file>

<file path=ppt/slides/_rels/slide63.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oleObject" Target="../embeddings/oleObject294.bin"/><Relationship Id="rId1" Type="http://schemas.openxmlformats.org/officeDocument/2006/relationships/slideLayout" Target="../slideLayouts/slideLayout7.xml"/><Relationship Id="rId5" Type="http://schemas.openxmlformats.org/officeDocument/2006/relationships/image" Target="../media/image253.emf"/><Relationship Id="rId4" Type="http://schemas.openxmlformats.org/officeDocument/2006/relationships/oleObject" Target="../embeddings/oleObject295.bin"/></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299.bin"/><Relationship Id="rId13" Type="http://schemas.openxmlformats.org/officeDocument/2006/relationships/image" Target="../media/image259.emf"/><Relationship Id="rId18" Type="http://schemas.openxmlformats.org/officeDocument/2006/relationships/oleObject" Target="../embeddings/oleObject304.bin"/><Relationship Id="rId3" Type="http://schemas.openxmlformats.org/officeDocument/2006/relationships/image" Target="../media/image254.emf"/><Relationship Id="rId21" Type="http://schemas.openxmlformats.org/officeDocument/2006/relationships/oleObject" Target="../embeddings/oleObject306.bin"/><Relationship Id="rId7" Type="http://schemas.openxmlformats.org/officeDocument/2006/relationships/image" Target="../media/image256.emf"/><Relationship Id="rId12" Type="http://schemas.openxmlformats.org/officeDocument/2006/relationships/oleObject" Target="../embeddings/oleObject301.bin"/><Relationship Id="rId17" Type="http://schemas.openxmlformats.org/officeDocument/2006/relationships/image" Target="../media/image261.emf"/><Relationship Id="rId2" Type="http://schemas.openxmlformats.org/officeDocument/2006/relationships/oleObject" Target="../embeddings/oleObject296.bin"/><Relationship Id="rId16" Type="http://schemas.openxmlformats.org/officeDocument/2006/relationships/oleObject" Target="../embeddings/oleObject303.bin"/><Relationship Id="rId20" Type="http://schemas.openxmlformats.org/officeDocument/2006/relationships/oleObject" Target="../embeddings/oleObject305.bin"/><Relationship Id="rId1" Type="http://schemas.openxmlformats.org/officeDocument/2006/relationships/slideLayout" Target="../slideLayouts/slideLayout7.xml"/><Relationship Id="rId6" Type="http://schemas.openxmlformats.org/officeDocument/2006/relationships/oleObject" Target="../embeddings/oleObject298.bin"/><Relationship Id="rId11" Type="http://schemas.openxmlformats.org/officeDocument/2006/relationships/image" Target="../media/image258.emf"/><Relationship Id="rId5" Type="http://schemas.openxmlformats.org/officeDocument/2006/relationships/image" Target="../media/image255.emf"/><Relationship Id="rId15" Type="http://schemas.openxmlformats.org/officeDocument/2006/relationships/image" Target="../media/image260.emf"/><Relationship Id="rId10" Type="http://schemas.openxmlformats.org/officeDocument/2006/relationships/oleObject" Target="../embeddings/oleObject300.bin"/><Relationship Id="rId19" Type="http://schemas.openxmlformats.org/officeDocument/2006/relationships/image" Target="../media/image262.emf"/><Relationship Id="rId4" Type="http://schemas.openxmlformats.org/officeDocument/2006/relationships/oleObject" Target="../embeddings/oleObject297.bin"/><Relationship Id="rId9" Type="http://schemas.openxmlformats.org/officeDocument/2006/relationships/image" Target="../media/image257.emf"/><Relationship Id="rId14" Type="http://schemas.openxmlformats.org/officeDocument/2006/relationships/oleObject" Target="../embeddings/oleObject302.bin"/><Relationship Id="rId22" Type="http://schemas.openxmlformats.org/officeDocument/2006/relationships/image" Target="../media/image263.emf"/></Relationships>
</file>

<file path=ppt/slides/_rels/slide65.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oleObject" Target="../embeddings/oleObject307.bin"/><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264.emf"/><Relationship Id="rId2" Type="http://schemas.openxmlformats.org/officeDocument/2006/relationships/oleObject" Target="../embeddings/oleObject308.bin"/><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265.emf"/><Relationship Id="rId2" Type="http://schemas.openxmlformats.org/officeDocument/2006/relationships/oleObject" Target="../embeddings/oleObject309.bin"/><Relationship Id="rId1" Type="http://schemas.openxmlformats.org/officeDocument/2006/relationships/slideLayout" Target="../slideLayouts/slideLayout7.xml"/><Relationship Id="rId5" Type="http://schemas.openxmlformats.org/officeDocument/2006/relationships/image" Target="../media/image266.emf"/><Relationship Id="rId4" Type="http://schemas.openxmlformats.org/officeDocument/2006/relationships/oleObject" Target="../embeddings/oleObject310.bin"/></Relationships>
</file>

<file path=ppt/slides/_rels/slide68.xml.rels><?xml version="1.0" encoding="UTF-8" standalone="yes"?>
<Relationships xmlns="http://schemas.openxmlformats.org/package/2006/relationships"><Relationship Id="rId3" Type="http://schemas.openxmlformats.org/officeDocument/2006/relationships/image" Target="../media/image267.emf"/><Relationship Id="rId2" Type="http://schemas.openxmlformats.org/officeDocument/2006/relationships/oleObject" Target="../embeddings/oleObject311.bin"/><Relationship Id="rId1" Type="http://schemas.openxmlformats.org/officeDocument/2006/relationships/slideLayout" Target="../slideLayouts/slideLayout7.xml"/><Relationship Id="rId5" Type="http://schemas.openxmlformats.org/officeDocument/2006/relationships/image" Target="../media/image265.emf"/><Relationship Id="rId4" Type="http://schemas.openxmlformats.org/officeDocument/2006/relationships/oleObject" Target="../embeddings/oleObject312.bin"/></Relationships>
</file>

<file path=ppt/slides/_rels/slide69.xml.rels><?xml version="1.0" encoding="UTF-8" standalone="yes"?>
<Relationships xmlns="http://schemas.openxmlformats.org/package/2006/relationships"><Relationship Id="rId3" Type="http://schemas.openxmlformats.org/officeDocument/2006/relationships/image" Target="../media/image265.emf"/><Relationship Id="rId7" Type="http://schemas.openxmlformats.org/officeDocument/2006/relationships/image" Target="../media/image269.emf"/><Relationship Id="rId2" Type="http://schemas.openxmlformats.org/officeDocument/2006/relationships/oleObject" Target="../embeddings/oleObject313.bin"/><Relationship Id="rId1" Type="http://schemas.openxmlformats.org/officeDocument/2006/relationships/slideLayout" Target="../slideLayouts/slideLayout7.xml"/><Relationship Id="rId6" Type="http://schemas.openxmlformats.org/officeDocument/2006/relationships/oleObject" Target="../embeddings/oleObject315.bin"/><Relationship Id="rId5" Type="http://schemas.openxmlformats.org/officeDocument/2006/relationships/image" Target="../media/image268.emf"/><Relationship Id="rId4" Type="http://schemas.openxmlformats.org/officeDocument/2006/relationships/oleObject" Target="../embeddings/oleObject314.bin"/></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319.bin"/><Relationship Id="rId3" Type="http://schemas.openxmlformats.org/officeDocument/2006/relationships/image" Target="../media/image265.emf"/><Relationship Id="rId7" Type="http://schemas.openxmlformats.org/officeDocument/2006/relationships/image" Target="../media/image270.emf"/><Relationship Id="rId2" Type="http://schemas.openxmlformats.org/officeDocument/2006/relationships/oleObject" Target="../embeddings/oleObject316.bin"/><Relationship Id="rId1" Type="http://schemas.openxmlformats.org/officeDocument/2006/relationships/slideLayout" Target="../slideLayouts/slideLayout7.xml"/><Relationship Id="rId6" Type="http://schemas.openxmlformats.org/officeDocument/2006/relationships/oleObject" Target="../embeddings/oleObject318.bin"/><Relationship Id="rId11" Type="http://schemas.openxmlformats.org/officeDocument/2006/relationships/image" Target="../media/image272.emf"/><Relationship Id="rId5" Type="http://schemas.openxmlformats.org/officeDocument/2006/relationships/image" Target="../media/image269.emf"/><Relationship Id="rId10" Type="http://schemas.openxmlformats.org/officeDocument/2006/relationships/oleObject" Target="../embeddings/oleObject320.bin"/><Relationship Id="rId4" Type="http://schemas.openxmlformats.org/officeDocument/2006/relationships/oleObject" Target="../embeddings/oleObject317.bin"/><Relationship Id="rId9" Type="http://schemas.openxmlformats.org/officeDocument/2006/relationships/image" Target="../media/image271.emf"/></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324.bin"/><Relationship Id="rId3" Type="http://schemas.openxmlformats.org/officeDocument/2006/relationships/image" Target="../media/image265.emf"/><Relationship Id="rId7" Type="http://schemas.openxmlformats.org/officeDocument/2006/relationships/image" Target="../media/image273.emf"/><Relationship Id="rId2" Type="http://schemas.openxmlformats.org/officeDocument/2006/relationships/oleObject" Target="../embeddings/oleObject321.bin"/><Relationship Id="rId1" Type="http://schemas.openxmlformats.org/officeDocument/2006/relationships/slideLayout" Target="../slideLayouts/slideLayout7.xml"/><Relationship Id="rId6" Type="http://schemas.openxmlformats.org/officeDocument/2006/relationships/oleObject" Target="../embeddings/oleObject323.bin"/><Relationship Id="rId5" Type="http://schemas.openxmlformats.org/officeDocument/2006/relationships/image" Target="../media/image269.emf"/><Relationship Id="rId4" Type="http://schemas.openxmlformats.org/officeDocument/2006/relationships/oleObject" Target="../embeddings/oleObject322.bin"/><Relationship Id="rId9" Type="http://schemas.openxmlformats.org/officeDocument/2006/relationships/image" Target="../media/image274.emf"/></Relationships>
</file>

<file path=ppt/slides/_rels/slide72.xml.rels><?xml version="1.0" encoding="UTF-8" standalone="yes"?>
<Relationships xmlns="http://schemas.openxmlformats.org/package/2006/relationships"><Relationship Id="rId3" Type="http://schemas.openxmlformats.org/officeDocument/2006/relationships/image" Target="../media/image275.emf"/><Relationship Id="rId2" Type="http://schemas.openxmlformats.org/officeDocument/2006/relationships/oleObject" Target="../embeddings/oleObject325.bin"/><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329.bin"/><Relationship Id="rId13" Type="http://schemas.openxmlformats.org/officeDocument/2006/relationships/image" Target="../media/image281.emf"/><Relationship Id="rId3" Type="http://schemas.openxmlformats.org/officeDocument/2006/relationships/image" Target="../media/image276.emf"/><Relationship Id="rId7" Type="http://schemas.openxmlformats.org/officeDocument/2006/relationships/image" Target="../media/image278.emf"/><Relationship Id="rId12" Type="http://schemas.openxmlformats.org/officeDocument/2006/relationships/oleObject" Target="../embeddings/oleObject331.bin"/><Relationship Id="rId17" Type="http://schemas.openxmlformats.org/officeDocument/2006/relationships/image" Target="../media/image283.emf"/><Relationship Id="rId2" Type="http://schemas.openxmlformats.org/officeDocument/2006/relationships/oleObject" Target="../embeddings/oleObject326.bin"/><Relationship Id="rId16" Type="http://schemas.openxmlformats.org/officeDocument/2006/relationships/oleObject" Target="../embeddings/oleObject333.bin"/><Relationship Id="rId1" Type="http://schemas.openxmlformats.org/officeDocument/2006/relationships/slideLayout" Target="../slideLayouts/slideLayout2.xml"/><Relationship Id="rId6" Type="http://schemas.openxmlformats.org/officeDocument/2006/relationships/oleObject" Target="../embeddings/oleObject328.bin"/><Relationship Id="rId11" Type="http://schemas.openxmlformats.org/officeDocument/2006/relationships/image" Target="../media/image280.emf"/><Relationship Id="rId5" Type="http://schemas.openxmlformats.org/officeDocument/2006/relationships/image" Target="../media/image277.emf"/><Relationship Id="rId15" Type="http://schemas.openxmlformats.org/officeDocument/2006/relationships/image" Target="../media/image282.emf"/><Relationship Id="rId10" Type="http://schemas.openxmlformats.org/officeDocument/2006/relationships/oleObject" Target="../embeddings/oleObject330.bin"/><Relationship Id="rId4" Type="http://schemas.openxmlformats.org/officeDocument/2006/relationships/oleObject" Target="../embeddings/oleObject327.bin"/><Relationship Id="rId9" Type="http://schemas.openxmlformats.org/officeDocument/2006/relationships/image" Target="../media/image279.emf"/><Relationship Id="rId14" Type="http://schemas.openxmlformats.org/officeDocument/2006/relationships/oleObject" Target="../embeddings/oleObject332.bin"/></Relationships>
</file>

<file path=ppt/slides/_rels/slide74.xml.rels><?xml version="1.0" encoding="UTF-8" standalone="yes"?>
<Relationships xmlns="http://schemas.openxmlformats.org/package/2006/relationships"><Relationship Id="rId3" Type="http://schemas.openxmlformats.org/officeDocument/2006/relationships/image" Target="../media/image284.emf"/><Relationship Id="rId2" Type="http://schemas.openxmlformats.org/officeDocument/2006/relationships/oleObject" Target="../embeddings/oleObject334.bin"/><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338.bin"/><Relationship Id="rId3" Type="http://schemas.openxmlformats.org/officeDocument/2006/relationships/image" Target="../media/image285.emf"/><Relationship Id="rId7" Type="http://schemas.openxmlformats.org/officeDocument/2006/relationships/image" Target="../media/image129.emf"/><Relationship Id="rId2" Type="http://schemas.openxmlformats.org/officeDocument/2006/relationships/oleObject" Target="../embeddings/oleObject335.bin"/><Relationship Id="rId1" Type="http://schemas.openxmlformats.org/officeDocument/2006/relationships/slideLayout" Target="../slideLayouts/slideLayout2.xml"/><Relationship Id="rId6" Type="http://schemas.openxmlformats.org/officeDocument/2006/relationships/oleObject" Target="../embeddings/oleObject337.bin"/><Relationship Id="rId5" Type="http://schemas.openxmlformats.org/officeDocument/2006/relationships/image" Target="../media/image286.emf"/><Relationship Id="rId4" Type="http://schemas.openxmlformats.org/officeDocument/2006/relationships/oleObject" Target="../embeddings/oleObject336.bin"/><Relationship Id="rId9" Type="http://schemas.openxmlformats.org/officeDocument/2006/relationships/image" Target="../media/image275.emf"/></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342.bin"/><Relationship Id="rId3" Type="http://schemas.openxmlformats.org/officeDocument/2006/relationships/image" Target="../media/image287.emf"/><Relationship Id="rId7" Type="http://schemas.openxmlformats.org/officeDocument/2006/relationships/image" Target="../media/image289.emf"/><Relationship Id="rId2" Type="http://schemas.openxmlformats.org/officeDocument/2006/relationships/oleObject" Target="../embeddings/oleObject339.bin"/><Relationship Id="rId1" Type="http://schemas.openxmlformats.org/officeDocument/2006/relationships/slideLayout" Target="../slideLayouts/slideLayout2.xml"/><Relationship Id="rId6" Type="http://schemas.openxmlformats.org/officeDocument/2006/relationships/oleObject" Target="../embeddings/oleObject341.bin"/><Relationship Id="rId11" Type="http://schemas.openxmlformats.org/officeDocument/2006/relationships/image" Target="../media/image291.emf"/><Relationship Id="rId5" Type="http://schemas.openxmlformats.org/officeDocument/2006/relationships/image" Target="../media/image288.emf"/><Relationship Id="rId10" Type="http://schemas.openxmlformats.org/officeDocument/2006/relationships/oleObject" Target="../embeddings/oleObject343.bin"/><Relationship Id="rId4" Type="http://schemas.openxmlformats.org/officeDocument/2006/relationships/oleObject" Target="../embeddings/oleObject340.bin"/><Relationship Id="rId9" Type="http://schemas.openxmlformats.org/officeDocument/2006/relationships/image" Target="../media/image290.emf"/></Relationships>
</file>

<file path=ppt/slides/_rels/slide77.xml.rels><?xml version="1.0" encoding="UTF-8" standalone="yes"?>
<Relationships xmlns="http://schemas.openxmlformats.org/package/2006/relationships"><Relationship Id="rId3" Type="http://schemas.openxmlformats.org/officeDocument/2006/relationships/image" Target="../media/image284.emf"/><Relationship Id="rId2" Type="http://schemas.openxmlformats.org/officeDocument/2006/relationships/oleObject" Target="../embeddings/oleObject344.bin"/><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348.bin"/><Relationship Id="rId13" Type="http://schemas.openxmlformats.org/officeDocument/2006/relationships/image" Target="../media/image296.emf"/><Relationship Id="rId3" Type="http://schemas.openxmlformats.org/officeDocument/2006/relationships/image" Target="../media/image292.emf"/><Relationship Id="rId7" Type="http://schemas.openxmlformats.org/officeDocument/2006/relationships/image" Target="../media/image281.emf"/><Relationship Id="rId12" Type="http://schemas.openxmlformats.org/officeDocument/2006/relationships/oleObject" Target="../embeddings/oleObject350.bin"/><Relationship Id="rId17" Type="http://schemas.openxmlformats.org/officeDocument/2006/relationships/image" Target="../media/image298.emf"/><Relationship Id="rId2" Type="http://schemas.openxmlformats.org/officeDocument/2006/relationships/oleObject" Target="../embeddings/oleObject345.bin"/><Relationship Id="rId16" Type="http://schemas.openxmlformats.org/officeDocument/2006/relationships/oleObject" Target="../embeddings/oleObject352.bin"/><Relationship Id="rId1" Type="http://schemas.openxmlformats.org/officeDocument/2006/relationships/slideLayout" Target="../slideLayouts/slideLayout2.xml"/><Relationship Id="rId6" Type="http://schemas.openxmlformats.org/officeDocument/2006/relationships/oleObject" Target="../embeddings/oleObject347.bin"/><Relationship Id="rId11" Type="http://schemas.openxmlformats.org/officeDocument/2006/relationships/image" Target="../media/image295.emf"/><Relationship Id="rId5" Type="http://schemas.openxmlformats.org/officeDocument/2006/relationships/image" Target="../media/image293.emf"/><Relationship Id="rId15" Type="http://schemas.openxmlformats.org/officeDocument/2006/relationships/image" Target="../media/image297.emf"/><Relationship Id="rId10" Type="http://schemas.openxmlformats.org/officeDocument/2006/relationships/oleObject" Target="../embeddings/oleObject349.bin"/><Relationship Id="rId4" Type="http://schemas.openxmlformats.org/officeDocument/2006/relationships/oleObject" Target="../embeddings/oleObject346.bin"/><Relationship Id="rId9" Type="http://schemas.openxmlformats.org/officeDocument/2006/relationships/image" Target="../media/image294.emf"/><Relationship Id="rId14" Type="http://schemas.openxmlformats.org/officeDocument/2006/relationships/oleObject" Target="../embeddings/oleObject351.bin"/></Relationships>
</file>

<file path=ppt/slides/_rels/slide79.xml.rels><?xml version="1.0" encoding="UTF-8" standalone="yes"?>
<Relationships xmlns="http://schemas.openxmlformats.org/package/2006/relationships"><Relationship Id="rId3" Type="http://schemas.openxmlformats.org/officeDocument/2006/relationships/image" Target="../media/image299.emf"/><Relationship Id="rId2" Type="http://schemas.openxmlformats.org/officeDocument/2006/relationships/oleObject" Target="../embeddings/oleObject353.bin"/><Relationship Id="rId1" Type="http://schemas.openxmlformats.org/officeDocument/2006/relationships/slideLayout" Target="../slideLayouts/slideLayout7.xml"/><Relationship Id="rId5" Type="http://schemas.openxmlformats.org/officeDocument/2006/relationships/image" Target="../media/image300.emf"/><Relationship Id="rId4" Type="http://schemas.openxmlformats.org/officeDocument/2006/relationships/oleObject" Target="../embeddings/oleObject354.bin"/></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8" Type="http://schemas.openxmlformats.org/officeDocument/2006/relationships/oleObject" Target="../embeddings/oleObject358.bin"/><Relationship Id="rId3" Type="http://schemas.openxmlformats.org/officeDocument/2006/relationships/image" Target="../media/image301.emf"/><Relationship Id="rId7" Type="http://schemas.openxmlformats.org/officeDocument/2006/relationships/image" Target="../media/image303.emf"/><Relationship Id="rId2" Type="http://schemas.openxmlformats.org/officeDocument/2006/relationships/oleObject" Target="../embeddings/oleObject355.bin"/><Relationship Id="rId1" Type="http://schemas.openxmlformats.org/officeDocument/2006/relationships/slideLayout" Target="../slideLayouts/slideLayout7.xml"/><Relationship Id="rId6" Type="http://schemas.openxmlformats.org/officeDocument/2006/relationships/oleObject" Target="../embeddings/oleObject357.bin"/><Relationship Id="rId11" Type="http://schemas.openxmlformats.org/officeDocument/2006/relationships/image" Target="../media/image304.emf"/><Relationship Id="rId5" Type="http://schemas.openxmlformats.org/officeDocument/2006/relationships/image" Target="../media/image302.emf"/><Relationship Id="rId10" Type="http://schemas.openxmlformats.org/officeDocument/2006/relationships/oleObject" Target="../embeddings/oleObject359.bin"/><Relationship Id="rId4" Type="http://schemas.openxmlformats.org/officeDocument/2006/relationships/oleObject" Target="../embeddings/oleObject356.bin"/><Relationship Id="rId9" Type="http://schemas.openxmlformats.org/officeDocument/2006/relationships/image" Target="../media/image289.emf"/></Relationships>
</file>

<file path=ppt/slides/_rels/slide82.xml.rels><?xml version="1.0" encoding="UTF-8" standalone="yes"?>
<Relationships xmlns="http://schemas.openxmlformats.org/package/2006/relationships"><Relationship Id="rId8" Type="http://schemas.openxmlformats.org/officeDocument/2006/relationships/oleObject" Target="../embeddings/oleObject363.bin"/><Relationship Id="rId13" Type="http://schemas.openxmlformats.org/officeDocument/2006/relationships/image" Target="../media/image310.emf"/><Relationship Id="rId18" Type="http://schemas.openxmlformats.org/officeDocument/2006/relationships/oleObject" Target="../embeddings/oleObject368.bin"/><Relationship Id="rId26" Type="http://schemas.openxmlformats.org/officeDocument/2006/relationships/oleObject" Target="../embeddings/oleObject372.bin"/><Relationship Id="rId3" Type="http://schemas.openxmlformats.org/officeDocument/2006/relationships/image" Target="../media/image305.emf"/><Relationship Id="rId21" Type="http://schemas.openxmlformats.org/officeDocument/2006/relationships/image" Target="../media/image314.emf"/><Relationship Id="rId7" Type="http://schemas.openxmlformats.org/officeDocument/2006/relationships/image" Target="../media/image307.emf"/><Relationship Id="rId12" Type="http://schemas.openxmlformats.org/officeDocument/2006/relationships/oleObject" Target="../embeddings/oleObject365.bin"/><Relationship Id="rId17" Type="http://schemas.openxmlformats.org/officeDocument/2006/relationships/image" Target="../media/image312.emf"/><Relationship Id="rId25" Type="http://schemas.openxmlformats.org/officeDocument/2006/relationships/image" Target="../media/image316.emf"/><Relationship Id="rId2" Type="http://schemas.openxmlformats.org/officeDocument/2006/relationships/oleObject" Target="../embeddings/oleObject360.bin"/><Relationship Id="rId16" Type="http://schemas.openxmlformats.org/officeDocument/2006/relationships/oleObject" Target="../embeddings/oleObject367.bin"/><Relationship Id="rId20" Type="http://schemas.openxmlformats.org/officeDocument/2006/relationships/oleObject" Target="../embeddings/oleObject369.bin"/><Relationship Id="rId1" Type="http://schemas.openxmlformats.org/officeDocument/2006/relationships/slideLayout" Target="../slideLayouts/slideLayout7.xml"/><Relationship Id="rId6" Type="http://schemas.openxmlformats.org/officeDocument/2006/relationships/oleObject" Target="../embeddings/oleObject362.bin"/><Relationship Id="rId11" Type="http://schemas.openxmlformats.org/officeDocument/2006/relationships/image" Target="../media/image309.emf"/><Relationship Id="rId24" Type="http://schemas.openxmlformats.org/officeDocument/2006/relationships/oleObject" Target="../embeddings/oleObject371.bin"/><Relationship Id="rId5" Type="http://schemas.openxmlformats.org/officeDocument/2006/relationships/image" Target="../media/image306.emf"/><Relationship Id="rId15" Type="http://schemas.openxmlformats.org/officeDocument/2006/relationships/image" Target="../media/image311.emf"/><Relationship Id="rId23" Type="http://schemas.openxmlformats.org/officeDocument/2006/relationships/image" Target="../media/image315.emf"/><Relationship Id="rId10" Type="http://schemas.openxmlformats.org/officeDocument/2006/relationships/oleObject" Target="../embeddings/oleObject364.bin"/><Relationship Id="rId19" Type="http://schemas.openxmlformats.org/officeDocument/2006/relationships/image" Target="../media/image313.emf"/><Relationship Id="rId4" Type="http://schemas.openxmlformats.org/officeDocument/2006/relationships/oleObject" Target="../embeddings/oleObject361.bin"/><Relationship Id="rId9" Type="http://schemas.openxmlformats.org/officeDocument/2006/relationships/image" Target="../media/image308.emf"/><Relationship Id="rId14" Type="http://schemas.openxmlformats.org/officeDocument/2006/relationships/oleObject" Target="../embeddings/oleObject366.bin"/><Relationship Id="rId22" Type="http://schemas.openxmlformats.org/officeDocument/2006/relationships/oleObject" Target="../embeddings/oleObject370.bin"/><Relationship Id="rId27" Type="http://schemas.openxmlformats.org/officeDocument/2006/relationships/image" Target="../media/image317.emf"/></Relationships>
</file>

<file path=ppt/slides/_rels/slide83.xml.rels><?xml version="1.0" encoding="UTF-8" standalone="yes"?>
<Relationships xmlns="http://schemas.openxmlformats.org/package/2006/relationships"><Relationship Id="rId8" Type="http://schemas.openxmlformats.org/officeDocument/2006/relationships/oleObject" Target="../embeddings/oleObject376.bin"/><Relationship Id="rId13" Type="http://schemas.openxmlformats.org/officeDocument/2006/relationships/image" Target="../media/image323.emf"/><Relationship Id="rId18" Type="http://schemas.openxmlformats.org/officeDocument/2006/relationships/oleObject" Target="../embeddings/oleObject381.bin"/><Relationship Id="rId3" Type="http://schemas.openxmlformats.org/officeDocument/2006/relationships/image" Target="../media/image318.emf"/><Relationship Id="rId21" Type="http://schemas.openxmlformats.org/officeDocument/2006/relationships/image" Target="../media/image327.emf"/><Relationship Id="rId7" Type="http://schemas.openxmlformats.org/officeDocument/2006/relationships/image" Target="../media/image320.emf"/><Relationship Id="rId12" Type="http://schemas.openxmlformats.org/officeDocument/2006/relationships/oleObject" Target="../embeddings/oleObject378.bin"/><Relationship Id="rId17" Type="http://schemas.openxmlformats.org/officeDocument/2006/relationships/image" Target="../media/image325.emf"/><Relationship Id="rId2" Type="http://schemas.openxmlformats.org/officeDocument/2006/relationships/oleObject" Target="../embeddings/oleObject373.bin"/><Relationship Id="rId16" Type="http://schemas.openxmlformats.org/officeDocument/2006/relationships/oleObject" Target="../embeddings/oleObject380.bin"/><Relationship Id="rId20" Type="http://schemas.openxmlformats.org/officeDocument/2006/relationships/oleObject" Target="../embeddings/oleObject382.bin"/><Relationship Id="rId1" Type="http://schemas.openxmlformats.org/officeDocument/2006/relationships/slideLayout" Target="../slideLayouts/slideLayout7.xml"/><Relationship Id="rId6" Type="http://schemas.openxmlformats.org/officeDocument/2006/relationships/oleObject" Target="../embeddings/oleObject375.bin"/><Relationship Id="rId11" Type="http://schemas.openxmlformats.org/officeDocument/2006/relationships/image" Target="../media/image322.emf"/><Relationship Id="rId5" Type="http://schemas.openxmlformats.org/officeDocument/2006/relationships/image" Target="../media/image319.emf"/><Relationship Id="rId15" Type="http://schemas.openxmlformats.org/officeDocument/2006/relationships/image" Target="../media/image324.emf"/><Relationship Id="rId10" Type="http://schemas.openxmlformats.org/officeDocument/2006/relationships/oleObject" Target="../embeddings/oleObject377.bin"/><Relationship Id="rId19" Type="http://schemas.openxmlformats.org/officeDocument/2006/relationships/image" Target="../media/image326.emf"/><Relationship Id="rId4" Type="http://schemas.openxmlformats.org/officeDocument/2006/relationships/oleObject" Target="../embeddings/oleObject374.bin"/><Relationship Id="rId9" Type="http://schemas.openxmlformats.org/officeDocument/2006/relationships/image" Target="../media/image321.emf"/><Relationship Id="rId14" Type="http://schemas.openxmlformats.org/officeDocument/2006/relationships/oleObject" Target="../embeddings/oleObject379.bin"/></Relationships>
</file>

<file path=ppt/slides/_rels/slide84.xml.rels><?xml version="1.0" encoding="UTF-8" standalone="yes"?>
<Relationships xmlns="http://schemas.openxmlformats.org/package/2006/relationships"><Relationship Id="rId8" Type="http://schemas.openxmlformats.org/officeDocument/2006/relationships/oleObject" Target="../embeddings/oleObject386.bin"/><Relationship Id="rId13" Type="http://schemas.openxmlformats.org/officeDocument/2006/relationships/image" Target="../media/image333.emf"/><Relationship Id="rId3" Type="http://schemas.openxmlformats.org/officeDocument/2006/relationships/image" Target="../media/image328.emf"/><Relationship Id="rId7" Type="http://schemas.openxmlformats.org/officeDocument/2006/relationships/image" Target="../media/image330.emf"/><Relationship Id="rId12" Type="http://schemas.openxmlformats.org/officeDocument/2006/relationships/oleObject" Target="../embeddings/oleObject388.bin"/><Relationship Id="rId2" Type="http://schemas.openxmlformats.org/officeDocument/2006/relationships/oleObject" Target="../embeddings/oleObject383.bin"/><Relationship Id="rId1" Type="http://schemas.openxmlformats.org/officeDocument/2006/relationships/slideLayout" Target="../slideLayouts/slideLayout7.xml"/><Relationship Id="rId6" Type="http://schemas.openxmlformats.org/officeDocument/2006/relationships/oleObject" Target="../embeddings/oleObject385.bin"/><Relationship Id="rId11" Type="http://schemas.openxmlformats.org/officeDocument/2006/relationships/image" Target="../media/image332.emf"/><Relationship Id="rId5" Type="http://schemas.openxmlformats.org/officeDocument/2006/relationships/image" Target="../media/image329.emf"/><Relationship Id="rId10" Type="http://schemas.openxmlformats.org/officeDocument/2006/relationships/oleObject" Target="../embeddings/oleObject387.bin"/><Relationship Id="rId4" Type="http://schemas.openxmlformats.org/officeDocument/2006/relationships/oleObject" Target="../embeddings/oleObject384.bin"/><Relationship Id="rId9" Type="http://schemas.openxmlformats.org/officeDocument/2006/relationships/image" Target="../media/image331.emf"/></Relationships>
</file>

<file path=ppt/slides/_rels/slide85.xml.rels><?xml version="1.0" encoding="UTF-8" standalone="yes"?>
<Relationships xmlns="http://schemas.openxmlformats.org/package/2006/relationships"><Relationship Id="rId3" Type="http://schemas.openxmlformats.org/officeDocument/2006/relationships/image" Target="../media/image284.emf"/><Relationship Id="rId2" Type="http://schemas.openxmlformats.org/officeDocument/2006/relationships/oleObject" Target="../embeddings/oleObject389.bin"/><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8" Type="http://schemas.openxmlformats.org/officeDocument/2006/relationships/oleObject" Target="../embeddings/oleObject393.bin"/><Relationship Id="rId13" Type="http://schemas.openxmlformats.org/officeDocument/2006/relationships/image" Target="../media/image339.emf"/><Relationship Id="rId3" Type="http://schemas.openxmlformats.org/officeDocument/2006/relationships/image" Target="../media/image334.emf"/><Relationship Id="rId7" Type="http://schemas.openxmlformats.org/officeDocument/2006/relationships/image" Target="../media/image336.emf"/><Relationship Id="rId12" Type="http://schemas.openxmlformats.org/officeDocument/2006/relationships/oleObject" Target="../embeddings/oleObject395.bin"/><Relationship Id="rId17" Type="http://schemas.openxmlformats.org/officeDocument/2006/relationships/image" Target="../media/image340.emf"/><Relationship Id="rId2" Type="http://schemas.openxmlformats.org/officeDocument/2006/relationships/oleObject" Target="../embeddings/oleObject390.bin"/><Relationship Id="rId16" Type="http://schemas.openxmlformats.org/officeDocument/2006/relationships/oleObject" Target="../embeddings/oleObject397.bin"/><Relationship Id="rId1" Type="http://schemas.openxmlformats.org/officeDocument/2006/relationships/slideLayout" Target="../slideLayouts/slideLayout7.xml"/><Relationship Id="rId6" Type="http://schemas.openxmlformats.org/officeDocument/2006/relationships/oleObject" Target="../embeddings/oleObject392.bin"/><Relationship Id="rId11" Type="http://schemas.openxmlformats.org/officeDocument/2006/relationships/image" Target="../media/image338.emf"/><Relationship Id="rId5" Type="http://schemas.openxmlformats.org/officeDocument/2006/relationships/image" Target="../media/image335.emf"/><Relationship Id="rId15" Type="http://schemas.openxmlformats.org/officeDocument/2006/relationships/image" Target="../media/image297.emf"/><Relationship Id="rId10" Type="http://schemas.openxmlformats.org/officeDocument/2006/relationships/oleObject" Target="../embeddings/oleObject394.bin"/><Relationship Id="rId4" Type="http://schemas.openxmlformats.org/officeDocument/2006/relationships/oleObject" Target="../embeddings/oleObject391.bin"/><Relationship Id="rId9" Type="http://schemas.openxmlformats.org/officeDocument/2006/relationships/image" Target="../media/image337.emf"/><Relationship Id="rId14" Type="http://schemas.openxmlformats.org/officeDocument/2006/relationships/oleObject" Target="../embeddings/oleObject39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a:extLst>
              <a:ext uri="{FF2B5EF4-FFF2-40B4-BE49-F238E27FC236}">
                <a16:creationId xmlns:a16="http://schemas.microsoft.com/office/drawing/2014/main" id="{42C75C7C-7F92-2A5A-2044-473B03ABCB60}"/>
              </a:ext>
            </a:extLst>
          </p:cNvPr>
          <p:cNvSpPr>
            <a:spLocks noGrp="1" noRot="1" noChangeArrowheads="1"/>
          </p:cNvSpPr>
          <p:nvPr>
            <p:ph type="title"/>
          </p:nvPr>
        </p:nvSpPr>
        <p:spPr>
          <a:xfrm>
            <a:off x="2208213" y="1916113"/>
            <a:ext cx="7772400" cy="1143000"/>
          </a:xfrm>
        </p:spPr>
        <p:txBody>
          <a:bodyPr/>
          <a:lstStyle/>
          <a:p>
            <a:r>
              <a:rPr lang="zh-CN" altLang="en-US"/>
              <a:t>假设检验</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a:extLst>
              <a:ext uri="{FF2B5EF4-FFF2-40B4-BE49-F238E27FC236}">
                <a16:creationId xmlns:a16="http://schemas.microsoft.com/office/drawing/2014/main" id="{942F0CA2-7C9E-7D97-D1EF-2A49190B9528}"/>
              </a:ext>
            </a:extLst>
          </p:cNvPr>
          <p:cNvSpPr>
            <a:spLocks noChangeArrowheads="1"/>
          </p:cNvSpPr>
          <p:nvPr/>
        </p:nvSpPr>
        <p:spPr bwMode="auto">
          <a:xfrm>
            <a:off x="2566989" y="2060575"/>
            <a:ext cx="56165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2" action="ppaction://hlinksldjump"/>
              </a:rPr>
              <a:t>一、假设检验问题的提出</a:t>
            </a:r>
            <a:endPar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sp>
        <p:nvSpPr>
          <p:cNvPr id="436227" name="Rectangle 3">
            <a:extLst>
              <a:ext uri="{FF2B5EF4-FFF2-40B4-BE49-F238E27FC236}">
                <a16:creationId xmlns:a16="http://schemas.microsoft.com/office/drawing/2014/main" id="{D8D4300C-E850-B627-E6C7-C3FFE1C42BF9}"/>
              </a:ext>
            </a:extLst>
          </p:cNvPr>
          <p:cNvSpPr>
            <a:spLocks noChangeArrowheads="1"/>
          </p:cNvSpPr>
          <p:nvPr/>
        </p:nvSpPr>
        <p:spPr bwMode="auto">
          <a:xfrm>
            <a:off x="2424114" y="3252788"/>
            <a:ext cx="82438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3" action="ppaction://hlinksldjump"/>
              </a:rPr>
              <a:t>二、显著性检验的推理方法和基本步骤</a:t>
            </a:r>
            <a:endPar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sp>
        <p:nvSpPr>
          <p:cNvPr id="436228" name="Rectangle 4">
            <a:extLst>
              <a:ext uri="{FF2B5EF4-FFF2-40B4-BE49-F238E27FC236}">
                <a16:creationId xmlns:a16="http://schemas.microsoft.com/office/drawing/2014/main" id="{D980DC37-64CF-09D7-962D-2971D44F7A1D}"/>
              </a:ext>
            </a:extLst>
          </p:cNvPr>
          <p:cNvSpPr>
            <a:spLocks noChangeArrowheads="1"/>
          </p:cNvSpPr>
          <p:nvPr/>
        </p:nvSpPr>
        <p:spPr bwMode="auto">
          <a:xfrm>
            <a:off x="2495550" y="4437063"/>
            <a:ext cx="4248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4" action="ppaction://hlinksldjump"/>
              </a:rPr>
              <a:t>三、两类错误</a:t>
            </a:r>
            <a:endPar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sp>
        <p:nvSpPr>
          <p:cNvPr id="436229" name="Rectangle 5">
            <a:extLst>
              <a:ext uri="{FF2B5EF4-FFF2-40B4-BE49-F238E27FC236}">
                <a16:creationId xmlns:a16="http://schemas.microsoft.com/office/drawing/2014/main" id="{B5DE0C41-6CD1-AE86-2773-71B2709A5AB6}"/>
              </a:ext>
            </a:extLst>
          </p:cNvPr>
          <p:cNvSpPr>
            <a:spLocks noChangeArrowheads="1"/>
          </p:cNvSpPr>
          <p:nvPr/>
        </p:nvSpPr>
        <p:spPr bwMode="auto">
          <a:xfrm>
            <a:off x="2566988" y="765176"/>
            <a:ext cx="7416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4000" b="1">
                <a:solidFill>
                  <a:srgbClr val="DC5900"/>
                </a:solidFill>
                <a:effectLst>
                  <a:outerShdw blurRad="38100" dist="38100" dir="2700000" algn="tl">
                    <a:srgbClr val="C0C0C0"/>
                  </a:outerShdw>
                </a:effectLst>
                <a:latin typeface="Times New Roman" panose="02020603050405020304" pitchFamily="18" charset="0"/>
                <a:ea typeface="宋体" panose="02010600030101010101" pitchFamily="2" charset="-122"/>
              </a:rPr>
              <a:t>第一节  假设检验的基本概念</a:t>
            </a:r>
          </a:p>
        </p:txBody>
      </p:sp>
      <p:pic>
        <p:nvPicPr>
          <p:cNvPr id="436230" name="Picture 6">
            <a:extLst>
              <a:ext uri="{FF2B5EF4-FFF2-40B4-BE49-F238E27FC236}">
                <a16:creationId xmlns:a16="http://schemas.microsoft.com/office/drawing/2014/main" id="{3329E52E-DA55-2535-B6E2-55B9C21378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6625" y="2276476"/>
            <a:ext cx="457200"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6231" name="Picture 7">
            <a:extLst>
              <a:ext uri="{FF2B5EF4-FFF2-40B4-BE49-F238E27FC236}">
                <a16:creationId xmlns:a16="http://schemas.microsoft.com/office/drawing/2014/main" id="{882B32F9-9D37-7CBC-A8C7-99D4A6909C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3750" y="3500438"/>
            <a:ext cx="4572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6232" name="Picture 8">
            <a:extLst>
              <a:ext uri="{FF2B5EF4-FFF2-40B4-BE49-F238E27FC236}">
                <a16:creationId xmlns:a16="http://schemas.microsoft.com/office/drawing/2014/main" id="{0AFDCEC0-0A5B-442B-B069-8FBC6BC5D0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3750" y="4652963"/>
            <a:ext cx="4572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36229"/>
                                        </p:tgtEl>
                                        <p:attrNameLst>
                                          <p:attrName>style.visibility</p:attrName>
                                        </p:attrNameLst>
                                      </p:cBhvr>
                                      <p:to>
                                        <p:strVal val="visible"/>
                                      </p:to>
                                    </p:set>
                                    <p:animEffect transition="in" filter="slide(fromRight)">
                                      <p:cBhvr>
                                        <p:cTn id="7" dur="1000"/>
                                        <p:tgtEl>
                                          <p:spTgt spid="4362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436226"/>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36230"/>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436227"/>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436231"/>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436228"/>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4362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26" grpId="0" autoUpdateAnimBg="0"/>
      <p:bldP spid="436227" grpId="0" autoUpdateAnimBg="0"/>
      <p:bldP spid="436228" grpId="0" autoUpdateAnimBg="0"/>
      <p:bldP spid="436229"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a:extLst>
              <a:ext uri="{FF2B5EF4-FFF2-40B4-BE49-F238E27FC236}">
                <a16:creationId xmlns:a16="http://schemas.microsoft.com/office/drawing/2014/main" id="{C6B68241-A0E0-1962-B587-9F0FC183840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37251" name="Rectangle 3">
            <a:extLst>
              <a:ext uri="{FF2B5EF4-FFF2-40B4-BE49-F238E27FC236}">
                <a16:creationId xmlns:a16="http://schemas.microsoft.com/office/drawing/2014/main" id="{F0492EC8-9143-AFE9-3BDE-C8A8961D557C}"/>
              </a:ext>
            </a:extLst>
          </p:cNvPr>
          <p:cNvSpPr>
            <a:spLocks noChangeArrowheads="1"/>
          </p:cNvSpPr>
          <p:nvPr/>
        </p:nvSpPr>
        <p:spPr bwMode="auto">
          <a:xfrm>
            <a:off x="2135188" y="1052514"/>
            <a:ext cx="8064500" cy="329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20000"/>
              </a:spcBef>
              <a:spcAft>
                <a:spcPct val="0"/>
              </a:spcAft>
            </a:pPr>
            <a:r>
              <a:rPr lang="en-US" altLang="zh-CN" sz="2800" b="1">
                <a:solidFill>
                  <a:srgbClr val="007A77"/>
                </a:solidFill>
                <a:latin typeface="楷体_GB2312" pitchFamily="49" charset="-122"/>
                <a:ea typeface="楷体_GB2312" pitchFamily="49" charset="-122"/>
              </a:rPr>
              <a:t>    </a:t>
            </a:r>
            <a:r>
              <a:rPr lang="zh-CN" altLang="en-US" sz="2800" b="1">
                <a:solidFill>
                  <a:srgbClr val="007A77"/>
                </a:solidFill>
                <a:latin typeface="楷体_GB2312" pitchFamily="49" charset="-122"/>
                <a:ea typeface="楷体_GB2312" pitchFamily="49" charset="-122"/>
              </a:rPr>
              <a:t>假设检验是统计推断中另一类重要内容。它是在总体分布未知或虽知其分布类型但含有未知参数的时候，提出</a:t>
            </a:r>
            <a:r>
              <a:rPr lang="zh-CN" altLang="en-US" sz="2800" b="1">
                <a:solidFill>
                  <a:srgbClr val="007A77"/>
                </a:solidFill>
                <a:latin typeface="Times New Roman" panose="02020603050405020304" pitchFamily="18" charset="0"/>
                <a:ea typeface="楷体_GB2312" pitchFamily="49" charset="-122"/>
              </a:rPr>
              <a:t>有关总体分布或分布中某些未知参数的假设</a:t>
            </a:r>
            <a:r>
              <a:rPr lang="zh-CN" altLang="en-US" sz="2800" b="1">
                <a:solidFill>
                  <a:srgbClr val="007A77"/>
                </a:solidFill>
                <a:latin typeface="楷体_GB2312" pitchFamily="49" charset="-122"/>
                <a:ea typeface="楷体_GB2312" pitchFamily="49" charset="-122"/>
              </a:rPr>
              <a:t>。然后根据样本所提供的信息，推断假设是否合理，并作出接受或拒绝所提出假设的决定。</a:t>
            </a:r>
          </a:p>
        </p:txBody>
      </p:sp>
      <p:sp>
        <p:nvSpPr>
          <p:cNvPr id="437252" name="Text Box 4">
            <a:extLst>
              <a:ext uri="{FF2B5EF4-FFF2-40B4-BE49-F238E27FC236}">
                <a16:creationId xmlns:a16="http://schemas.microsoft.com/office/drawing/2014/main" id="{FBB9DA30-3D66-FAD1-E5B1-961A348FB765}"/>
              </a:ext>
            </a:extLst>
          </p:cNvPr>
          <p:cNvSpPr txBox="1">
            <a:spLocks noChangeArrowheads="1"/>
          </p:cNvSpPr>
          <p:nvPr/>
        </p:nvSpPr>
        <p:spPr bwMode="auto">
          <a:xfrm>
            <a:off x="2208214" y="4508500"/>
            <a:ext cx="7991475"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为了具体了解假设检验解决哪些类型的问题，下面看几个例子：</a:t>
            </a:r>
          </a:p>
        </p:txBody>
      </p:sp>
      <p:sp>
        <p:nvSpPr>
          <p:cNvPr id="437253" name="Rectangle 5">
            <a:extLst>
              <a:ext uri="{FF2B5EF4-FFF2-40B4-BE49-F238E27FC236}">
                <a16:creationId xmlns:a16="http://schemas.microsoft.com/office/drawing/2014/main" id="{0416B835-7321-F37C-25C7-ACC40A7C03CD}"/>
              </a:ext>
            </a:extLst>
          </p:cNvPr>
          <p:cNvSpPr>
            <a:spLocks noChangeArrowheads="1"/>
          </p:cNvSpPr>
          <p:nvPr/>
        </p:nvSpPr>
        <p:spPr bwMode="auto">
          <a:xfrm>
            <a:off x="1774826" y="260350"/>
            <a:ext cx="56165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一、假设检验问题的提出</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37253"/>
                                        </p:tgtEl>
                                        <p:attrNameLst>
                                          <p:attrName>style.visibility</p:attrName>
                                        </p:attrNameLst>
                                      </p:cBhvr>
                                      <p:to>
                                        <p:strVal val="visible"/>
                                      </p:to>
                                    </p:set>
                                    <p:animEffect transition="in" filter="slide(fromRight)">
                                      <p:cBhvr>
                                        <p:cTn id="7" dur="1000"/>
                                        <p:tgtEl>
                                          <p:spTgt spid="4372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7" presetClass="entr" presetSubtype="0" fill="hold" nodeType="clickEffect">
                                  <p:stCondLst>
                                    <p:cond delay="0"/>
                                  </p:stCondLst>
                                  <p:iterate type="lt">
                                    <p:tmPct val="50000"/>
                                  </p:iterate>
                                  <p:childTnLst>
                                    <p:set>
                                      <p:cBhvr>
                                        <p:cTn id="11" dur="1" fill="hold">
                                          <p:stCondLst>
                                            <p:cond delay="0"/>
                                          </p:stCondLst>
                                        </p:cTn>
                                        <p:tgtEl>
                                          <p:spTgt spid="437251"/>
                                        </p:tgtEl>
                                        <p:attrNameLst>
                                          <p:attrName>style.visibility</p:attrName>
                                        </p:attrNameLst>
                                      </p:cBhvr>
                                      <p:to>
                                        <p:strVal val="visible"/>
                                      </p:to>
                                    </p:set>
                                    <p:anim calcmode="discrete" valueType="clr">
                                      <p:cBhvr override="childStyle">
                                        <p:cTn id="12" dur="80"/>
                                        <p:tgtEl>
                                          <p:spTgt spid="437251"/>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437251"/>
                                        </p:tgtEl>
                                        <p:attrNameLst>
                                          <p:attrName>fillcolor</p:attrName>
                                        </p:attrNameLst>
                                      </p:cBhvr>
                                      <p:tavLst>
                                        <p:tav tm="0">
                                          <p:val>
                                            <p:clrVal>
                                              <a:schemeClr val="accent2"/>
                                            </p:clrVal>
                                          </p:val>
                                        </p:tav>
                                        <p:tav tm="50000">
                                          <p:val>
                                            <p:clrVal>
                                              <a:schemeClr val="hlink"/>
                                            </p:clrVal>
                                          </p:val>
                                        </p:tav>
                                      </p:tavLst>
                                    </p:anim>
                                    <p:set>
                                      <p:cBhvr>
                                        <p:cTn id="14" dur="80"/>
                                        <p:tgtEl>
                                          <p:spTgt spid="437251"/>
                                        </p:tgtEl>
                                        <p:attrNameLst>
                                          <p:attrName>fill.type</p:attrName>
                                        </p:attrNameLst>
                                      </p:cBhvr>
                                      <p:to>
                                        <p:strVal val="solid"/>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nodeType="clickEffect">
                                  <p:stCondLst>
                                    <p:cond delay="0"/>
                                  </p:stCondLst>
                                  <p:childTnLst>
                                    <p:set>
                                      <p:cBhvr>
                                        <p:cTn id="18" dur="1" fill="hold">
                                          <p:stCondLst>
                                            <p:cond delay="0"/>
                                          </p:stCondLst>
                                        </p:cTn>
                                        <p:tgtEl>
                                          <p:spTgt spid="437252"/>
                                        </p:tgtEl>
                                        <p:attrNameLst>
                                          <p:attrName>style.visibility</p:attrName>
                                        </p:attrNameLst>
                                      </p:cBhvr>
                                      <p:to>
                                        <p:strVal val="visible"/>
                                      </p:to>
                                    </p:set>
                                    <p:animEffect transition="in" filter="slide(fromBottom)">
                                      <p:cBhvr>
                                        <p:cTn id="19" dur="1000"/>
                                        <p:tgtEl>
                                          <p:spTgt spid="437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7251" grpId="0" autoUpdateAnimBg="0"/>
      <p:bldP spid="437252" grpId="0" autoUpdateAnimBg="0"/>
      <p:bldP spid="437253"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2">
            <a:extLst>
              <a:ext uri="{FF2B5EF4-FFF2-40B4-BE49-F238E27FC236}">
                <a16:creationId xmlns:a16="http://schemas.microsoft.com/office/drawing/2014/main" id="{4B0A61F8-632A-B74A-3518-51382546C4E1}"/>
              </a:ext>
            </a:extLst>
          </p:cNvPr>
          <p:cNvSpPr>
            <a:spLocks noChangeArrowheads="1"/>
          </p:cNvSpPr>
          <p:nvPr/>
        </p:nvSpPr>
        <p:spPr bwMode="auto">
          <a:xfrm>
            <a:off x="1776413" y="2565401"/>
            <a:ext cx="84963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产记录中随机地抽取 </a:t>
            </a:r>
            <a:r>
              <a:rPr lang="en-US" altLang="zh-CN" sz="2800" b="1" i="1">
                <a:solidFill>
                  <a:srgbClr val="007A77"/>
                </a:solidFill>
                <a:latin typeface="Times New Roman" panose="02020603050405020304" pitchFamily="18" charset="0"/>
                <a:ea typeface="楷体_GB2312" pitchFamily="49" charset="-122"/>
              </a:rPr>
              <a:t>n</a:t>
            </a:r>
            <a:r>
              <a:rPr lang="en-US" altLang="zh-CN" sz="2800" b="1">
                <a:solidFill>
                  <a:srgbClr val="007A77"/>
                </a:solidFill>
                <a:latin typeface="Times New Roman" panose="02020603050405020304" pitchFamily="18" charset="0"/>
                <a:ea typeface="楷体_GB2312" pitchFamily="49" charset="-122"/>
              </a:rPr>
              <a:t>=25 </a:t>
            </a:r>
            <a:r>
              <a:rPr lang="zh-CN" altLang="en-US" sz="2800" b="1">
                <a:solidFill>
                  <a:srgbClr val="007A77"/>
                </a:solidFill>
                <a:latin typeface="Times New Roman" panose="02020603050405020304" pitchFamily="18" charset="0"/>
                <a:ea typeface="楷体_GB2312" pitchFamily="49" charset="-122"/>
              </a:rPr>
              <a:t>的样本，算得平均含硅</a:t>
            </a:r>
          </a:p>
        </p:txBody>
      </p:sp>
      <p:sp>
        <p:nvSpPr>
          <p:cNvPr id="438275" name="Rectangle 3">
            <a:extLst>
              <a:ext uri="{FF2B5EF4-FFF2-40B4-BE49-F238E27FC236}">
                <a16:creationId xmlns:a16="http://schemas.microsoft.com/office/drawing/2014/main" id="{5716EABE-78EF-7388-16BA-E2EFFEC3F568}"/>
              </a:ext>
            </a:extLst>
          </p:cNvPr>
          <p:cNvSpPr>
            <a:spLocks noChangeArrowheads="1"/>
          </p:cNvSpPr>
          <p:nvPr/>
        </p:nvSpPr>
        <p:spPr bwMode="auto">
          <a:xfrm>
            <a:off x="1847851" y="908050"/>
            <a:ext cx="83534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3200" b="1">
                <a:solidFill>
                  <a:srgbClr val="0000FF"/>
                </a:solidFill>
                <a:latin typeface="Times New Roman" panose="02020603050405020304" pitchFamily="18" charset="0"/>
                <a:ea typeface="楷体_GB2312" pitchFamily="49" charset="-122"/>
              </a:rPr>
              <a:t>例</a:t>
            </a:r>
            <a:r>
              <a:rPr lang="en-US" altLang="zh-CN" sz="3200" b="1">
                <a:solidFill>
                  <a:srgbClr val="0000FF"/>
                </a:solidFill>
                <a:latin typeface="Times New Roman" panose="02020603050405020304" pitchFamily="18" charset="0"/>
                <a:ea typeface="楷体_GB2312" pitchFamily="49" charset="-122"/>
              </a:rPr>
              <a:t>1.</a:t>
            </a:r>
            <a:r>
              <a:rPr lang="en-US" altLang="zh-CN"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某炼铁厂生产的生铁含硅量</a:t>
            </a:r>
            <a:r>
              <a:rPr lang="en-US" altLang="zh-CN" sz="2800" b="1">
                <a:solidFill>
                  <a:srgbClr val="007A77"/>
                </a:solidFill>
                <a:latin typeface="Times New Roman" panose="02020603050405020304" pitchFamily="18" charset="0"/>
                <a:ea typeface="楷体_GB2312" pitchFamily="49" charset="-122"/>
              </a:rPr>
              <a:t>X</a:t>
            </a:r>
            <a:r>
              <a:rPr lang="zh-CN" altLang="en-US" sz="2800" b="1">
                <a:solidFill>
                  <a:srgbClr val="007A77"/>
                </a:solidFill>
                <a:latin typeface="Times New Roman" panose="02020603050405020304" pitchFamily="18" charset="0"/>
                <a:ea typeface="楷体_GB2312" pitchFamily="49" charset="-122"/>
              </a:rPr>
              <a:t>服从正态分布</a:t>
            </a:r>
          </a:p>
        </p:txBody>
      </p:sp>
      <p:sp>
        <p:nvSpPr>
          <p:cNvPr id="438276" name="Rectangle 4">
            <a:extLst>
              <a:ext uri="{FF2B5EF4-FFF2-40B4-BE49-F238E27FC236}">
                <a16:creationId xmlns:a16="http://schemas.microsoft.com/office/drawing/2014/main" id="{2983ED2F-286E-0A7A-09CC-E4C77ED2D278}"/>
              </a:ext>
            </a:extLst>
          </p:cNvPr>
          <p:cNvSpPr>
            <a:spLocks noChangeArrowheads="1"/>
          </p:cNvSpPr>
          <p:nvPr/>
        </p:nvSpPr>
        <p:spPr bwMode="auto">
          <a:xfrm>
            <a:off x="1852613" y="1787526"/>
            <a:ext cx="8420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en-US" altLang="zh-CN" sz="2800" b="1">
                <a:solidFill>
                  <a:srgbClr val="007A77"/>
                </a:solidFill>
                <a:latin typeface="Times New Roman" panose="02020603050405020304" pitchFamily="18" charset="0"/>
                <a:ea typeface="楷体_GB2312" pitchFamily="49" charset="-122"/>
              </a:rPr>
              <a:t>N(0.005,0.03</a:t>
            </a:r>
            <a:r>
              <a:rPr lang="en-US" altLang="zh-CN" sz="2800" b="1" baseline="30000">
                <a:solidFill>
                  <a:srgbClr val="007A77"/>
                </a:solidFill>
                <a:latin typeface="Times New Roman" panose="02020603050405020304" pitchFamily="18" charset="0"/>
                <a:ea typeface="楷体_GB2312" pitchFamily="49" charset="-122"/>
              </a:rPr>
              <a:t>2</a:t>
            </a:r>
            <a:r>
              <a:rPr lang="en-US" altLang="zh-CN"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。现改变原料</a:t>
            </a:r>
            <a:r>
              <a:rPr lang="en-US" altLang="zh-CN"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并从改变原料后的生</a:t>
            </a:r>
          </a:p>
        </p:txBody>
      </p:sp>
      <p:sp>
        <p:nvSpPr>
          <p:cNvPr id="438277" name="Rectangle 5">
            <a:extLst>
              <a:ext uri="{FF2B5EF4-FFF2-40B4-BE49-F238E27FC236}">
                <a16:creationId xmlns:a16="http://schemas.microsoft.com/office/drawing/2014/main" id="{A8442486-C0F9-B6CC-91E1-FF3372989F12}"/>
              </a:ext>
            </a:extLst>
          </p:cNvPr>
          <p:cNvSpPr>
            <a:spLocks noChangeArrowheads="1"/>
          </p:cNvSpPr>
          <p:nvPr/>
        </p:nvSpPr>
        <p:spPr bwMode="auto">
          <a:xfrm>
            <a:off x="1847851" y="3860800"/>
            <a:ext cx="6480175"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后生铁含硅量的均值有无显著变化</a:t>
            </a:r>
            <a:r>
              <a:rPr lang="en-US" altLang="zh-CN" sz="2800" b="1">
                <a:solidFill>
                  <a:srgbClr val="007A77"/>
                </a:solidFill>
                <a:latin typeface="Times New Roman" panose="02020603050405020304" pitchFamily="18" charset="0"/>
                <a:ea typeface="楷体_GB2312" pitchFamily="49" charset="-122"/>
              </a:rPr>
              <a:t>?</a:t>
            </a:r>
          </a:p>
        </p:txBody>
      </p:sp>
      <p:grpSp>
        <p:nvGrpSpPr>
          <p:cNvPr id="438278" name="Group 6">
            <a:extLst>
              <a:ext uri="{FF2B5EF4-FFF2-40B4-BE49-F238E27FC236}">
                <a16:creationId xmlns:a16="http://schemas.microsoft.com/office/drawing/2014/main" id="{A05231B5-AB19-53BD-3292-9D68BE9588B7}"/>
              </a:ext>
            </a:extLst>
          </p:cNvPr>
          <p:cNvGrpSpPr>
            <a:grpSpLocks/>
          </p:cNvGrpSpPr>
          <p:nvPr/>
        </p:nvGrpSpPr>
        <p:grpSpPr bwMode="auto">
          <a:xfrm>
            <a:off x="1703388" y="3140076"/>
            <a:ext cx="8424862" cy="569913"/>
            <a:chOff x="0" y="0"/>
            <a:chExt cx="5307" cy="359"/>
          </a:xfrm>
        </p:grpSpPr>
        <p:sp>
          <p:nvSpPr>
            <p:cNvPr id="438279" name="Rectangle 7">
              <a:extLst>
                <a:ext uri="{FF2B5EF4-FFF2-40B4-BE49-F238E27FC236}">
                  <a16:creationId xmlns:a16="http://schemas.microsoft.com/office/drawing/2014/main" id="{4E09272B-0C38-0D6D-BBE4-2FDC776C59B0}"/>
                </a:ext>
              </a:extLst>
            </p:cNvPr>
            <p:cNvSpPr>
              <a:spLocks noChangeArrowheads="1"/>
            </p:cNvSpPr>
            <p:nvPr/>
          </p:nvSpPr>
          <p:spPr bwMode="auto">
            <a:xfrm>
              <a:off x="0" y="0"/>
              <a:ext cx="5307" cy="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pPr>
              <a:r>
                <a:rPr lang="en-CN" altLang="en-US" sz="2800" b="1">
                  <a:solidFill>
                    <a:srgbClr val="007A77"/>
                  </a:solidFill>
                  <a:latin typeface="Times New Roman" panose="02020603050405020304" pitchFamily="18" charset="0"/>
                  <a:ea typeface="楷体_GB2312" pitchFamily="49" charset="-122"/>
                </a:rPr>
                <a:t>量                        ，均方差</a:t>
              </a:r>
              <a:r>
                <a:rPr lang="el-GR" altLang="en-US" sz="2800" b="1" i="1">
                  <a:solidFill>
                    <a:srgbClr val="007A77"/>
                  </a:solidFill>
                  <a:latin typeface="Times New Roman" panose="02020603050405020304" pitchFamily="18" charset="0"/>
                  <a:ea typeface="楷体_GB2312" pitchFamily="49" charset="-122"/>
                </a:rPr>
                <a:t>σ</a:t>
              </a:r>
              <a:r>
                <a:rPr lang="en-CN" altLang="en-US" sz="2800" b="1">
                  <a:solidFill>
                    <a:srgbClr val="007A77"/>
                  </a:solidFill>
                  <a:latin typeface="Times New Roman" panose="02020603050405020304" pitchFamily="18" charset="0"/>
                  <a:ea typeface="楷体_GB2312" pitchFamily="49" charset="-122"/>
                </a:rPr>
                <a:t>没有改变，问改变原料 </a:t>
              </a:r>
            </a:p>
          </p:txBody>
        </p:sp>
        <p:graphicFrame>
          <p:nvGraphicFramePr>
            <p:cNvPr id="438280" name="Object 8">
              <a:extLst>
                <a:ext uri="{FF2B5EF4-FFF2-40B4-BE49-F238E27FC236}">
                  <a16:creationId xmlns:a16="http://schemas.microsoft.com/office/drawing/2014/main" id="{C19D840C-A693-3C77-E232-2D8601B8C37B}"/>
                </a:ext>
              </a:extLst>
            </p:cNvPr>
            <p:cNvGraphicFramePr>
              <a:graphicFrameLocks noChangeAspect="1"/>
            </p:cNvGraphicFramePr>
            <p:nvPr/>
          </p:nvGraphicFramePr>
          <p:xfrm>
            <a:off x="363" y="46"/>
            <a:ext cx="1270" cy="313"/>
          </p:xfrm>
          <a:graphic>
            <a:graphicData uri="http://schemas.openxmlformats.org/presentationml/2006/ole">
              <mc:AlternateContent xmlns:mc="http://schemas.openxmlformats.org/markup-compatibility/2006">
                <mc:Choice xmlns:v="urn:schemas-microsoft-com:vml" Requires="v">
                  <p:oleObj r:id="rId2" imgW="20193000" imgH="4978400" progId="Equation.3">
                    <p:embed/>
                  </p:oleObj>
                </mc:Choice>
                <mc:Fallback>
                  <p:oleObj r:id="rId2" imgW="20193000" imgH="4978400" progId="Equation.3">
                    <p:embed/>
                    <p:pic>
                      <p:nvPicPr>
                        <p:cNvPr id="438280" name="Object 8">
                          <a:extLst>
                            <a:ext uri="{FF2B5EF4-FFF2-40B4-BE49-F238E27FC236}">
                              <a16:creationId xmlns:a16="http://schemas.microsoft.com/office/drawing/2014/main" id="{C19D840C-A693-3C77-E232-2D8601B8C3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 y="46"/>
                          <a:ext cx="1270" cy="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38281" name="Group 9">
            <a:extLst>
              <a:ext uri="{FF2B5EF4-FFF2-40B4-BE49-F238E27FC236}">
                <a16:creationId xmlns:a16="http://schemas.microsoft.com/office/drawing/2014/main" id="{442C43AA-E12D-C38F-8A3D-42337CE33A6B}"/>
              </a:ext>
            </a:extLst>
          </p:cNvPr>
          <p:cNvGrpSpPr>
            <a:grpSpLocks/>
          </p:cNvGrpSpPr>
          <p:nvPr/>
        </p:nvGrpSpPr>
        <p:grpSpPr bwMode="auto">
          <a:xfrm>
            <a:off x="2063750" y="4652963"/>
            <a:ext cx="8280400" cy="1395412"/>
            <a:chOff x="0" y="0"/>
            <a:chExt cx="5216" cy="879"/>
          </a:xfrm>
        </p:grpSpPr>
        <p:sp>
          <p:nvSpPr>
            <p:cNvPr id="438282" name="Rectangle 10">
              <a:extLst>
                <a:ext uri="{FF2B5EF4-FFF2-40B4-BE49-F238E27FC236}">
                  <a16:creationId xmlns:a16="http://schemas.microsoft.com/office/drawing/2014/main" id="{27BF3581-6DAA-FCCE-28E1-3B9A13947B17}"/>
                </a:ext>
              </a:extLst>
            </p:cNvPr>
            <p:cNvSpPr>
              <a:spLocks noChangeArrowheads="1"/>
            </p:cNvSpPr>
            <p:nvPr/>
          </p:nvSpPr>
          <p:spPr bwMode="auto">
            <a:xfrm>
              <a:off x="0" y="0"/>
              <a:ext cx="5216" cy="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楷体_GB2312" pitchFamily="49" charset="-122"/>
                  <a:ea typeface="楷体_GB2312" pitchFamily="49" charset="-122"/>
                </a:rPr>
                <a:t>    </a:t>
              </a:r>
              <a:r>
                <a:rPr lang="zh-CN" altLang="en-US" sz="2800" b="1">
                  <a:solidFill>
                    <a:srgbClr val="007A77"/>
                  </a:solidFill>
                  <a:latin typeface="楷体_GB2312" pitchFamily="49" charset="-122"/>
                  <a:ea typeface="楷体_GB2312" pitchFamily="49" charset="-122"/>
                </a:rPr>
                <a:t>此实例的问题是：根据抽样的结果推断假设</a:t>
              </a:r>
              <a:r>
                <a:rPr lang="zh-CN" altLang="en-US"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楷体_GB2312" pitchFamily="49" charset="-122"/>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楷体_GB2312" pitchFamily="49" charset="-122"/>
                  <a:ea typeface="楷体_GB2312" pitchFamily="49" charset="-122"/>
                </a:rPr>
                <a:t>是否为真。</a:t>
              </a:r>
            </a:p>
          </p:txBody>
        </p:sp>
        <p:graphicFrame>
          <p:nvGraphicFramePr>
            <p:cNvPr id="438283" name="Object 11">
              <a:extLst>
                <a:ext uri="{FF2B5EF4-FFF2-40B4-BE49-F238E27FC236}">
                  <a16:creationId xmlns:a16="http://schemas.microsoft.com/office/drawing/2014/main" id="{C97D0F17-3122-3C2F-434F-7BE6BDF0F6C5}"/>
                </a:ext>
              </a:extLst>
            </p:cNvPr>
            <p:cNvGraphicFramePr>
              <a:graphicFrameLocks noChangeAspect="1"/>
            </p:cNvGraphicFramePr>
            <p:nvPr/>
          </p:nvGraphicFramePr>
          <p:xfrm>
            <a:off x="227" y="590"/>
            <a:ext cx="998" cy="289"/>
          </p:xfrm>
          <a:graphic>
            <a:graphicData uri="http://schemas.openxmlformats.org/presentationml/2006/ole">
              <mc:AlternateContent xmlns:mc="http://schemas.openxmlformats.org/markup-compatibility/2006">
                <mc:Choice xmlns:v="urn:schemas-microsoft-com:vml" Requires="v">
                  <p:oleObj r:id="rId4" imgW="15214600" imgH="4686300" progId="Equation.3">
                    <p:embed/>
                  </p:oleObj>
                </mc:Choice>
                <mc:Fallback>
                  <p:oleObj r:id="rId4" imgW="15214600" imgH="4686300" progId="Equation.3">
                    <p:embed/>
                    <p:pic>
                      <p:nvPicPr>
                        <p:cNvPr id="438283" name="Object 11">
                          <a:extLst>
                            <a:ext uri="{FF2B5EF4-FFF2-40B4-BE49-F238E27FC236}">
                              <a16:creationId xmlns:a16="http://schemas.microsoft.com/office/drawing/2014/main" id="{C97D0F17-3122-3C2F-434F-7BE6BDF0F6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 y="590"/>
                          <a:ext cx="998"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38275"/>
                                        </p:tgtEl>
                                        <p:attrNameLst>
                                          <p:attrName>style.visibility</p:attrName>
                                        </p:attrNameLst>
                                      </p:cBhvr>
                                      <p:to>
                                        <p:strVal val="visible"/>
                                      </p:to>
                                    </p:set>
                                    <p:animEffect transition="in" filter="wipe(left)">
                                      <p:cBhvr>
                                        <p:cTn id="7" dur="1000"/>
                                        <p:tgtEl>
                                          <p:spTgt spid="438275"/>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38276"/>
                                        </p:tgtEl>
                                        <p:attrNameLst>
                                          <p:attrName>style.visibility</p:attrName>
                                        </p:attrNameLst>
                                      </p:cBhvr>
                                      <p:to>
                                        <p:strVal val="visible"/>
                                      </p:to>
                                    </p:set>
                                    <p:animEffect transition="in" filter="wipe(left)">
                                      <p:cBhvr>
                                        <p:cTn id="11" dur="1000"/>
                                        <p:tgtEl>
                                          <p:spTgt spid="438276"/>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438274"/>
                                        </p:tgtEl>
                                        <p:attrNameLst>
                                          <p:attrName>style.visibility</p:attrName>
                                        </p:attrNameLst>
                                      </p:cBhvr>
                                      <p:to>
                                        <p:strVal val="visible"/>
                                      </p:to>
                                    </p:set>
                                    <p:animEffect transition="in" filter="wipe(left)">
                                      <p:cBhvr>
                                        <p:cTn id="15" dur="1000"/>
                                        <p:tgtEl>
                                          <p:spTgt spid="438274"/>
                                        </p:tgtEl>
                                      </p:cBhvr>
                                    </p:animEffect>
                                  </p:childTnLst>
                                </p:cTn>
                              </p:par>
                            </p:childTnLst>
                          </p:cTn>
                        </p:par>
                        <p:par>
                          <p:cTn id="16" fill="hold" nodeType="afterGroup">
                            <p:stCondLst>
                              <p:cond delay="3000"/>
                            </p:stCondLst>
                            <p:childTnLst>
                              <p:par>
                                <p:cTn id="17" presetID="22" presetClass="entr" presetSubtype="8" fill="hold" nodeType="afterEffect">
                                  <p:stCondLst>
                                    <p:cond delay="0"/>
                                  </p:stCondLst>
                                  <p:childTnLst>
                                    <p:set>
                                      <p:cBhvr>
                                        <p:cTn id="18" dur="1" fill="hold">
                                          <p:stCondLst>
                                            <p:cond delay="0"/>
                                          </p:stCondLst>
                                        </p:cTn>
                                        <p:tgtEl>
                                          <p:spTgt spid="438278"/>
                                        </p:tgtEl>
                                        <p:attrNameLst>
                                          <p:attrName>style.visibility</p:attrName>
                                        </p:attrNameLst>
                                      </p:cBhvr>
                                      <p:to>
                                        <p:strVal val="visible"/>
                                      </p:to>
                                    </p:set>
                                    <p:animEffect transition="in" filter="wipe(left)">
                                      <p:cBhvr>
                                        <p:cTn id="19" dur="1000"/>
                                        <p:tgtEl>
                                          <p:spTgt spid="438278"/>
                                        </p:tgtEl>
                                      </p:cBhvr>
                                    </p:animEffect>
                                  </p:childTnLst>
                                </p:cTn>
                              </p:par>
                            </p:childTnLst>
                          </p:cTn>
                        </p:par>
                        <p:par>
                          <p:cTn id="20" fill="hold" nodeType="afterGroup">
                            <p:stCondLst>
                              <p:cond delay="4000"/>
                            </p:stCondLst>
                            <p:childTnLst>
                              <p:par>
                                <p:cTn id="21" presetID="22" presetClass="entr" presetSubtype="8" fill="hold" nodeType="afterEffect">
                                  <p:stCondLst>
                                    <p:cond delay="0"/>
                                  </p:stCondLst>
                                  <p:childTnLst>
                                    <p:set>
                                      <p:cBhvr>
                                        <p:cTn id="22" dur="1" fill="hold">
                                          <p:stCondLst>
                                            <p:cond delay="0"/>
                                          </p:stCondLst>
                                        </p:cTn>
                                        <p:tgtEl>
                                          <p:spTgt spid="438277"/>
                                        </p:tgtEl>
                                        <p:attrNameLst>
                                          <p:attrName>style.visibility</p:attrName>
                                        </p:attrNameLst>
                                      </p:cBhvr>
                                      <p:to>
                                        <p:strVal val="visible"/>
                                      </p:to>
                                    </p:set>
                                    <p:animEffect transition="in" filter="wipe(left)">
                                      <p:cBhvr>
                                        <p:cTn id="23" dur="1000"/>
                                        <p:tgtEl>
                                          <p:spTgt spid="43827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4" fill="hold" nodeType="clickEffect">
                                  <p:stCondLst>
                                    <p:cond delay="0"/>
                                  </p:stCondLst>
                                  <p:childTnLst>
                                    <p:set>
                                      <p:cBhvr>
                                        <p:cTn id="27" dur="1" fill="hold">
                                          <p:stCondLst>
                                            <p:cond delay="0"/>
                                          </p:stCondLst>
                                        </p:cTn>
                                        <p:tgtEl>
                                          <p:spTgt spid="438281"/>
                                        </p:tgtEl>
                                        <p:attrNameLst>
                                          <p:attrName>style.visibility</p:attrName>
                                        </p:attrNameLst>
                                      </p:cBhvr>
                                      <p:to>
                                        <p:strVal val="visible"/>
                                      </p:to>
                                    </p:set>
                                    <p:animEffect transition="in" filter="slide(fromBottom)">
                                      <p:cBhvr>
                                        <p:cTn id="28" dur="1000"/>
                                        <p:tgtEl>
                                          <p:spTgt spid="438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274" grpId="0" autoUpdateAnimBg="0"/>
      <p:bldP spid="438275" grpId="0" autoUpdateAnimBg="0"/>
      <p:bldP spid="438276" grpId="0" autoUpdateAnimBg="0"/>
      <p:bldP spid="438277"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a:extLst>
              <a:ext uri="{FF2B5EF4-FFF2-40B4-BE49-F238E27FC236}">
                <a16:creationId xmlns:a16="http://schemas.microsoft.com/office/drawing/2014/main" id="{764B0988-CD3D-A0A4-38A3-D783691A0481}"/>
              </a:ext>
            </a:extLst>
          </p:cNvPr>
          <p:cNvSpPr>
            <a:spLocks noChangeArrowheads="1"/>
          </p:cNvSpPr>
          <p:nvPr/>
        </p:nvSpPr>
        <p:spPr bwMode="auto">
          <a:xfrm>
            <a:off x="1992313" y="4292600"/>
            <a:ext cx="8280400" cy="1308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楷体_GB2312" pitchFamily="49" charset="-122"/>
                <a:ea typeface="楷体_GB2312" pitchFamily="49" charset="-122"/>
              </a:rPr>
              <a:t>    </a:t>
            </a:r>
            <a:r>
              <a:rPr lang="zh-CN" altLang="en-US" sz="2800" b="1">
                <a:solidFill>
                  <a:srgbClr val="007A77"/>
                </a:solidFill>
                <a:latin typeface="楷体_GB2312" pitchFamily="49" charset="-122"/>
                <a:ea typeface="楷体_GB2312" pitchFamily="49" charset="-122"/>
              </a:rPr>
              <a:t>此实例的问题是：根据抽样的结果来推断假设</a:t>
            </a:r>
            <a:r>
              <a:rPr lang="zh-CN" altLang="en-US"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楷体_GB2312" pitchFamily="49" charset="-122"/>
                <a:ea typeface="楷体_GB2312" pitchFamily="49" charset="-122"/>
              </a:rPr>
              <a:t>总体</a:t>
            </a:r>
            <a:r>
              <a:rPr lang="zh-CN" altLang="en-US" sz="2800" b="1">
                <a:solidFill>
                  <a:srgbClr val="007A77"/>
                </a:solidFill>
                <a:latin typeface="Times New Roman" panose="02020603050405020304" pitchFamily="18" charset="0"/>
                <a:ea typeface="楷体_GB2312" pitchFamily="49" charset="-122"/>
              </a:rPr>
              <a:t>服从泊松分布”</a:t>
            </a:r>
            <a:r>
              <a:rPr lang="zh-CN" altLang="en-US" sz="2800" b="1">
                <a:solidFill>
                  <a:srgbClr val="007A77"/>
                </a:solidFill>
                <a:latin typeface="楷体_GB2312" pitchFamily="49" charset="-122"/>
                <a:ea typeface="楷体_GB2312" pitchFamily="49" charset="-122"/>
              </a:rPr>
              <a:t>是否为真。</a:t>
            </a:r>
          </a:p>
        </p:txBody>
      </p:sp>
      <p:sp>
        <p:nvSpPr>
          <p:cNvPr id="439299" name="Text Box 3">
            <a:extLst>
              <a:ext uri="{FF2B5EF4-FFF2-40B4-BE49-F238E27FC236}">
                <a16:creationId xmlns:a16="http://schemas.microsoft.com/office/drawing/2014/main" id="{0B5E5AD2-4510-8B26-4F70-B852BC59D5DD}"/>
              </a:ext>
            </a:extLst>
          </p:cNvPr>
          <p:cNvSpPr txBox="1">
            <a:spLocks noChangeArrowheads="1"/>
          </p:cNvSpPr>
          <p:nvPr/>
        </p:nvSpPr>
        <p:spPr bwMode="auto">
          <a:xfrm>
            <a:off x="1992314" y="404814"/>
            <a:ext cx="8353425" cy="669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30000"/>
              </a:lnSpc>
              <a:spcBef>
                <a:spcPct val="0"/>
              </a:spcBef>
              <a:spcAft>
                <a:spcPct val="0"/>
              </a:spcAft>
            </a:pPr>
            <a:r>
              <a:rPr lang="zh-CN" altLang="en-US" sz="3200" b="1">
                <a:solidFill>
                  <a:srgbClr val="0000FF"/>
                </a:solidFill>
                <a:latin typeface="Times New Roman" panose="02020603050405020304" pitchFamily="18" charset="0"/>
                <a:ea typeface="楷体_GB2312" pitchFamily="49" charset="-122"/>
              </a:rPr>
              <a:t>实例</a:t>
            </a:r>
            <a:r>
              <a:rPr lang="en-US" altLang="zh-CN" sz="3200" b="1">
                <a:solidFill>
                  <a:srgbClr val="0000FF"/>
                </a:solidFill>
                <a:latin typeface="Times New Roman" panose="02020603050405020304" pitchFamily="18" charset="0"/>
                <a:ea typeface="楷体_GB2312" pitchFamily="49" charset="-122"/>
              </a:rPr>
              <a:t>2.</a:t>
            </a:r>
            <a:r>
              <a:rPr lang="zh-CN" altLang="en-US" sz="2800" b="1">
                <a:solidFill>
                  <a:srgbClr val="007A77"/>
                </a:solidFill>
                <a:latin typeface="Times New Roman" panose="02020603050405020304" pitchFamily="18" charset="0"/>
                <a:ea typeface="楷体_GB2312" pitchFamily="49" charset="-122"/>
              </a:rPr>
              <a:t>某电话交换台在一分钟内得到的呼唤次数</a:t>
            </a:r>
          </a:p>
        </p:txBody>
      </p:sp>
      <p:sp>
        <p:nvSpPr>
          <p:cNvPr id="439300" name="Rectangle 4">
            <a:extLst>
              <a:ext uri="{FF2B5EF4-FFF2-40B4-BE49-F238E27FC236}">
                <a16:creationId xmlns:a16="http://schemas.microsoft.com/office/drawing/2014/main" id="{10CB653A-4E00-0291-7B76-AAEE8791298F}"/>
              </a:ext>
            </a:extLst>
          </p:cNvPr>
          <p:cNvSpPr>
            <a:spLocks noChangeArrowheads="1"/>
          </p:cNvSpPr>
          <p:nvPr/>
        </p:nvSpPr>
        <p:spPr bwMode="auto">
          <a:xfrm>
            <a:off x="1992313" y="1196976"/>
            <a:ext cx="304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统计的记录如下：</a:t>
            </a:r>
          </a:p>
        </p:txBody>
      </p:sp>
      <p:sp>
        <p:nvSpPr>
          <p:cNvPr id="439301" name="Rectangle 5">
            <a:extLst>
              <a:ext uri="{FF2B5EF4-FFF2-40B4-BE49-F238E27FC236}">
                <a16:creationId xmlns:a16="http://schemas.microsoft.com/office/drawing/2014/main" id="{D8F92020-3F09-33CE-2C28-7B1962068133}"/>
              </a:ext>
            </a:extLst>
          </p:cNvPr>
          <p:cNvSpPr>
            <a:spLocks noChangeArrowheads="1"/>
          </p:cNvSpPr>
          <p:nvPr/>
        </p:nvSpPr>
        <p:spPr bwMode="auto">
          <a:xfrm>
            <a:off x="1919288" y="3716338"/>
            <a:ext cx="70278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试检验电话呼唤次数 </a:t>
            </a:r>
            <a:r>
              <a:rPr lang="en-US" altLang="zh-CN" sz="2800" b="1" i="1">
                <a:solidFill>
                  <a:srgbClr val="007A77"/>
                </a:solidFill>
                <a:latin typeface="Times New Roman" panose="02020603050405020304" pitchFamily="18" charset="0"/>
                <a:ea typeface="楷体_GB2312" pitchFamily="49" charset="-122"/>
              </a:rPr>
              <a:t>X</a:t>
            </a:r>
            <a:r>
              <a:rPr lang="en-US" altLang="zh-CN"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是否服从泊松分布？</a:t>
            </a:r>
          </a:p>
        </p:txBody>
      </p:sp>
      <p:grpSp>
        <p:nvGrpSpPr>
          <p:cNvPr id="439302" name="Group 6">
            <a:extLst>
              <a:ext uri="{FF2B5EF4-FFF2-40B4-BE49-F238E27FC236}">
                <a16:creationId xmlns:a16="http://schemas.microsoft.com/office/drawing/2014/main" id="{38C87DC5-D4E5-02FA-9518-B5881BA9ACE4}"/>
              </a:ext>
            </a:extLst>
          </p:cNvPr>
          <p:cNvGrpSpPr>
            <a:grpSpLocks/>
          </p:cNvGrpSpPr>
          <p:nvPr/>
        </p:nvGrpSpPr>
        <p:grpSpPr bwMode="auto">
          <a:xfrm>
            <a:off x="1919289" y="1844676"/>
            <a:ext cx="7693025" cy="1655763"/>
            <a:chOff x="0" y="0"/>
            <a:chExt cx="4846" cy="1043"/>
          </a:xfrm>
        </p:grpSpPr>
        <p:sp>
          <p:nvSpPr>
            <p:cNvPr id="439303" name="Line 7">
              <a:extLst>
                <a:ext uri="{FF2B5EF4-FFF2-40B4-BE49-F238E27FC236}">
                  <a16:creationId xmlns:a16="http://schemas.microsoft.com/office/drawing/2014/main" id="{DC007DCC-B3D1-42BE-EEC7-7F829396EF8C}"/>
                </a:ext>
              </a:extLst>
            </p:cNvPr>
            <p:cNvSpPr>
              <a:spLocks noChangeShapeType="1"/>
            </p:cNvSpPr>
            <p:nvPr/>
          </p:nvSpPr>
          <p:spPr bwMode="auto">
            <a:xfrm>
              <a:off x="0" y="499"/>
              <a:ext cx="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39304" name="Group 8">
              <a:extLst>
                <a:ext uri="{FF2B5EF4-FFF2-40B4-BE49-F238E27FC236}">
                  <a16:creationId xmlns:a16="http://schemas.microsoft.com/office/drawing/2014/main" id="{F1DE40AA-09B7-9C29-3EB4-501062063445}"/>
                </a:ext>
              </a:extLst>
            </p:cNvPr>
            <p:cNvGrpSpPr>
              <a:grpSpLocks/>
            </p:cNvGrpSpPr>
            <p:nvPr/>
          </p:nvGrpSpPr>
          <p:grpSpPr bwMode="auto">
            <a:xfrm>
              <a:off x="46" y="0"/>
              <a:ext cx="4800" cy="1043"/>
              <a:chOff x="0" y="0"/>
              <a:chExt cx="4800" cy="1043"/>
            </a:xfrm>
          </p:grpSpPr>
          <p:sp>
            <p:nvSpPr>
              <p:cNvPr id="439305" name="Text Box 9">
                <a:extLst>
                  <a:ext uri="{FF2B5EF4-FFF2-40B4-BE49-F238E27FC236}">
                    <a16:creationId xmlns:a16="http://schemas.microsoft.com/office/drawing/2014/main" id="{0FBE837A-F4FE-3B28-A394-7D1AF3E745A0}"/>
                  </a:ext>
                </a:extLst>
              </p:cNvPr>
              <p:cNvSpPr txBox="1">
                <a:spLocks noChangeArrowheads="1"/>
              </p:cNvSpPr>
              <p:nvPr/>
            </p:nvSpPr>
            <p:spPr bwMode="auto">
              <a:xfrm>
                <a:off x="90" y="45"/>
                <a:ext cx="4209" cy="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呼唤次数     </a:t>
                </a:r>
                <a:r>
                  <a:rPr lang="en-US" altLang="zh-CN" sz="2800" b="1">
                    <a:solidFill>
                      <a:srgbClr val="007A77"/>
                    </a:solidFill>
                    <a:latin typeface="Times New Roman" panose="02020603050405020304" pitchFamily="18" charset="0"/>
                    <a:ea typeface="楷体_GB2312" pitchFamily="49" charset="-122"/>
                  </a:rPr>
                  <a:t>0    1      2     3    4    5    6     ≥7</a:t>
                </a:r>
              </a:p>
              <a:p>
                <a:pPr fontAlgn="base">
                  <a:spcBef>
                    <a:spcPct val="0"/>
                  </a:spcBef>
                  <a:spcAft>
                    <a:spcPct val="0"/>
                  </a:spcAft>
                </a:pPr>
                <a:endParaRPr lang="en-US" altLang="zh-CN" sz="2800" b="1">
                  <a:solidFill>
                    <a:srgbClr val="007A77"/>
                  </a:solidFill>
                  <a:latin typeface="Times New Roman" panose="02020603050405020304" pitchFamily="18" charset="0"/>
                  <a:ea typeface="楷体_GB2312" pitchFamily="49" charset="-122"/>
                </a:endParaRPr>
              </a:p>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频        数     </a:t>
                </a:r>
                <a:r>
                  <a:rPr lang="en-US" altLang="zh-CN" sz="2800" b="1">
                    <a:solidFill>
                      <a:srgbClr val="007A77"/>
                    </a:solidFill>
                    <a:latin typeface="Times New Roman" panose="02020603050405020304" pitchFamily="18" charset="0"/>
                    <a:ea typeface="楷体_GB2312" pitchFamily="49" charset="-122"/>
                  </a:rPr>
                  <a:t>8    16   17   10   6    2    1      0</a:t>
                </a:r>
              </a:p>
            </p:txBody>
          </p:sp>
          <p:sp>
            <p:nvSpPr>
              <p:cNvPr id="439306" name="Line 10">
                <a:extLst>
                  <a:ext uri="{FF2B5EF4-FFF2-40B4-BE49-F238E27FC236}">
                    <a16:creationId xmlns:a16="http://schemas.microsoft.com/office/drawing/2014/main" id="{25A436DC-446A-3BC6-6DFE-24D0AE51D941}"/>
                  </a:ext>
                </a:extLst>
              </p:cNvPr>
              <p:cNvSpPr>
                <a:spLocks noChangeShapeType="1"/>
              </p:cNvSpPr>
              <p:nvPr/>
            </p:nvSpPr>
            <p:spPr bwMode="auto">
              <a:xfrm>
                <a:off x="1134" y="0"/>
                <a:ext cx="0" cy="104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39307" name="Line 11">
                <a:extLst>
                  <a:ext uri="{FF2B5EF4-FFF2-40B4-BE49-F238E27FC236}">
                    <a16:creationId xmlns:a16="http://schemas.microsoft.com/office/drawing/2014/main" id="{50AD60A8-A7CF-136A-6948-8B471A88A3C8}"/>
                  </a:ext>
                </a:extLst>
              </p:cNvPr>
              <p:cNvSpPr>
                <a:spLocks noChangeShapeType="1"/>
              </p:cNvSpPr>
              <p:nvPr/>
            </p:nvSpPr>
            <p:spPr bwMode="auto">
              <a:xfrm>
                <a:off x="0" y="0"/>
                <a:ext cx="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39308" name="Line 12">
                <a:extLst>
                  <a:ext uri="{FF2B5EF4-FFF2-40B4-BE49-F238E27FC236}">
                    <a16:creationId xmlns:a16="http://schemas.microsoft.com/office/drawing/2014/main" id="{CBC3197B-2078-33AD-F9F4-8FCCFEC0A1A7}"/>
                  </a:ext>
                </a:extLst>
              </p:cNvPr>
              <p:cNvSpPr>
                <a:spLocks noChangeShapeType="1"/>
              </p:cNvSpPr>
              <p:nvPr/>
            </p:nvSpPr>
            <p:spPr bwMode="auto">
              <a:xfrm>
                <a:off x="0" y="1043"/>
                <a:ext cx="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39299"/>
                                        </p:tgtEl>
                                        <p:attrNameLst>
                                          <p:attrName>style.visibility</p:attrName>
                                        </p:attrNameLst>
                                      </p:cBhvr>
                                      <p:to>
                                        <p:strVal val="visible"/>
                                      </p:to>
                                    </p:set>
                                    <p:animEffect transition="in" filter="wipe(left)">
                                      <p:cBhvr>
                                        <p:cTn id="7" dur="1000"/>
                                        <p:tgtEl>
                                          <p:spTgt spid="439299"/>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39300"/>
                                        </p:tgtEl>
                                        <p:attrNameLst>
                                          <p:attrName>style.visibility</p:attrName>
                                        </p:attrNameLst>
                                      </p:cBhvr>
                                      <p:to>
                                        <p:strVal val="visible"/>
                                      </p:to>
                                    </p:set>
                                    <p:animEffect transition="in" filter="wipe(left)">
                                      <p:cBhvr>
                                        <p:cTn id="11" dur="500"/>
                                        <p:tgtEl>
                                          <p:spTgt spid="439300"/>
                                        </p:tgtEl>
                                      </p:cBhvr>
                                    </p:animEffect>
                                  </p:childTnLst>
                                </p:cTn>
                              </p:par>
                            </p:childTnLst>
                          </p:cTn>
                        </p:par>
                        <p:par>
                          <p:cTn id="12" fill="hold" nodeType="afterGroup">
                            <p:stCondLst>
                              <p:cond delay="1500"/>
                            </p:stCondLst>
                            <p:childTnLst>
                              <p:par>
                                <p:cTn id="13" presetID="12" presetClass="entr" presetSubtype="4" fill="hold" nodeType="afterEffect">
                                  <p:stCondLst>
                                    <p:cond delay="0"/>
                                  </p:stCondLst>
                                  <p:childTnLst>
                                    <p:set>
                                      <p:cBhvr>
                                        <p:cTn id="14" dur="1" fill="hold">
                                          <p:stCondLst>
                                            <p:cond delay="0"/>
                                          </p:stCondLst>
                                        </p:cTn>
                                        <p:tgtEl>
                                          <p:spTgt spid="439302"/>
                                        </p:tgtEl>
                                        <p:attrNameLst>
                                          <p:attrName>style.visibility</p:attrName>
                                        </p:attrNameLst>
                                      </p:cBhvr>
                                      <p:to>
                                        <p:strVal val="visible"/>
                                      </p:to>
                                    </p:set>
                                    <p:animEffect transition="in" filter="slide(fromBottom)">
                                      <p:cBhvr>
                                        <p:cTn id="15" dur="1000"/>
                                        <p:tgtEl>
                                          <p:spTgt spid="439302"/>
                                        </p:tgtEl>
                                      </p:cBhvr>
                                    </p:animEffect>
                                  </p:childTnLst>
                                </p:cTn>
                              </p:par>
                            </p:childTnLst>
                          </p:cTn>
                        </p:par>
                        <p:par>
                          <p:cTn id="16" fill="hold" nodeType="afterGroup">
                            <p:stCondLst>
                              <p:cond delay="2500"/>
                            </p:stCondLst>
                            <p:childTnLst>
                              <p:par>
                                <p:cTn id="17" presetID="22" presetClass="entr" presetSubtype="8" fill="hold" nodeType="afterEffect">
                                  <p:stCondLst>
                                    <p:cond delay="0"/>
                                  </p:stCondLst>
                                  <p:childTnLst>
                                    <p:set>
                                      <p:cBhvr>
                                        <p:cTn id="18" dur="1" fill="hold">
                                          <p:stCondLst>
                                            <p:cond delay="0"/>
                                          </p:stCondLst>
                                        </p:cTn>
                                        <p:tgtEl>
                                          <p:spTgt spid="439301"/>
                                        </p:tgtEl>
                                        <p:attrNameLst>
                                          <p:attrName>style.visibility</p:attrName>
                                        </p:attrNameLst>
                                      </p:cBhvr>
                                      <p:to>
                                        <p:strVal val="visible"/>
                                      </p:to>
                                    </p:set>
                                    <p:animEffect transition="in" filter="wipe(left)">
                                      <p:cBhvr>
                                        <p:cTn id="19" dur="1000"/>
                                        <p:tgtEl>
                                          <p:spTgt spid="43930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2" presetClass="entr" presetSubtype="4" fill="hold" nodeType="clickEffect">
                                  <p:stCondLst>
                                    <p:cond delay="0"/>
                                  </p:stCondLst>
                                  <p:childTnLst>
                                    <p:set>
                                      <p:cBhvr>
                                        <p:cTn id="23" dur="1" fill="hold">
                                          <p:stCondLst>
                                            <p:cond delay="0"/>
                                          </p:stCondLst>
                                        </p:cTn>
                                        <p:tgtEl>
                                          <p:spTgt spid="439298"/>
                                        </p:tgtEl>
                                        <p:attrNameLst>
                                          <p:attrName>style.visibility</p:attrName>
                                        </p:attrNameLst>
                                      </p:cBhvr>
                                      <p:to>
                                        <p:strVal val="visible"/>
                                      </p:to>
                                    </p:set>
                                    <p:animEffect transition="in" filter="slide(fromBottom)">
                                      <p:cBhvr>
                                        <p:cTn id="24" dur="1000"/>
                                        <p:tgtEl>
                                          <p:spTgt spid="439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298" grpId="0" autoUpdateAnimBg="0"/>
      <p:bldP spid="439299" grpId="0" autoUpdateAnimBg="0"/>
      <p:bldP spid="439300" grpId="0" autoUpdateAnimBg="0"/>
      <p:bldP spid="439301"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a:extLst>
              <a:ext uri="{FF2B5EF4-FFF2-40B4-BE49-F238E27FC236}">
                <a16:creationId xmlns:a16="http://schemas.microsoft.com/office/drawing/2014/main" id="{489EE844-7EC9-6E65-947B-D86EB2E3F5C0}"/>
              </a:ext>
            </a:extLst>
          </p:cNvPr>
          <p:cNvSpPr>
            <a:spLocks noChangeArrowheads="1"/>
          </p:cNvSpPr>
          <p:nvPr/>
        </p:nvSpPr>
        <p:spPr bwMode="auto">
          <a:xfrm>
            <a:off x="3575051" y="2205038"/>
            <a:ext cx="6780213" cy="1158074"/>
          </a:xfrm>
          <a:prstGeom prst="rect">
            <a:avLst/>
          </a:prstGeom>
          <a:solidFill>
            <a:srgbClr val="CC99FF">
              <a:alpha val="39999"/>
            </a:srgbClr>
          </a:solidFill>
          <a:ln w="9525">
            <a:solidFill>
              <a:srgbClr val="FF99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30000"/>
              </a:lnSpc>
              <a:spcBef>
                <a:spcPct val="50000"/>
              </a:spcBef>
              <a:spcAft>
                <a:spcPct val="0"/>
              </a:spcAft>
            </a:pPr>
            <a:r>
              <a:rPr lang="zh-CN" altLang="en-US" sz="2800" b="1">
                <a:solidFill>
                  <a:srgbClr val="007A77"/>
                </a:solidFill>
                <a:latin typeface="楷体_GB2312" pitchFamily="49" charset="-122"/>
                <a:ea typeface="楷体_GB2312" pitchFamily="49" charset="-122"/>
              </a:rPr>
              <a:t>总体分布已知，对未知参数提出的假设进行检验</a:t>
            </a:r>
            <a:r>
              <a:rPr lang="en-US" altLang="zh-CN" sz="2800" b="1">
                <a:solidFill>
                  <a:srgbClr val="007A77"/>
                </a:solidFill>
                <a:latin typeface="楷体_GB2312" pitchFamily="49" charset="-122"/>
                <a:ea typeface="楷体_GB2312" pitchFamily="49" charset="-122"/>
              </a:rPr>
              <a:t>.</a:t>
            </a:r>
          </a:p>
        </p:txBody>
      </p:sp>
      <p:sp>
        <p:nvSpPr>
          <p:cNvPr id="440323" name="Rectangle 3">
            <a:extLst>
              <a:ext uri="{FF2B5EF4-FFF2-40B4-BE49-F238E27FC236}">
                <a16:creationId xmlns:a16="http://schemas.microsoft.com/office/drawing/2014/main" id="{CA344F3B-6665-350E-1407-16863C0667EB}"/>
              </a:ext>
            </a:extLst>
          </p:cNvPr>
          <p:cNvSpPr>
            <a:spLocks noChangeArrowheads="1"/>
          </p:cNvSpPr>
          <p:nvPr/>
        </p:nvSpPr>
        <p:spPr bwMode="auto">
          <a:xfrm>
            <a:off x="3719513" y="4797425"/>
            <a:ext cx="6627812" cy="1158074"/>
          </a:xfrm>
          <a:prstGeom prst="rect">
            <a:avLst/>
          </a:prstGeom>
          <a:solidFill>
            <a:srgbClr val="CC99FF">
              <a:alpha val="39999"/>
            </a:srgbClr>
          </a:solidFill>
          <a:ln w="9525">
            <a:solidFill>
              <a:srgbClr val="FF99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lnSpc>
                <a:spcPct val="130000"/>
              </a:lnSpc>
              <a:spcBef>
                <a:spcPct val="0"/>
              </a:spcBef>
              <a:spcAft>
                <a:spcPct val="0"/>
              </a:spcAft>
            </a:pPr>
            <a:r>
              <a:rPr lang="zh-CN" altLang="en-US" sz="2800" b="1">
                <a:solidFill>
                  <a:srgbClr val="007A77"/>
                </a:solidFill>
                <a:latin typeface="楷体_GB2312" pitchFamily="49" charset="-122"/>
                <a:ea typeface="楷体_GB2312" pitchFamily="49" charset="-122"/>
              </a:rPr>
              <a:t>总体分布未知，对总体分布形式或类型的假设进行检验</a:t>
            </a:r>
            <a:r>
              <a:rPr lang="en-US" altLang="zh-CN" sz="2800" b="1">
                <a:solidFill>
                  <a:srgbClr val="007A77"/>
                </a:solidFill>
                <a:latin typeface="楷体_GB2312" pitchFamily="49" charset="-122"/>
                <a:ea typeface="楷体_GB2312" pitchFamily="49" charset="-122"/>
              </a:rPr>
              <a:t>.</a:t>
            </a:r>
          </a:p>
        </p:txBody>
      </p:sp>
      <p:grpSp>
        <p:nvGrpSpPr>
          <p:cNvPr id="440324" name="Group 4">
            <a:extLst>
              <a:ext uri="{FF2B5EF4-FFF2-40B4-BE49-F238E27FC236}">
                <a16:creationId xmlns:a16="http://schemas.microsoft.com/office/drawing/2014/main" id="{222164E4-9A6A-157C-3EDB-77EF02A15881}"/>
              </a:ext>
            </a:extLst>
          </p:cNvPr>
          <p:cNvGrpSpPr>
            <a:grpSpLocks/>
          </p:cNvGrpSpPr>
          <p:nvPr/>
        </p:nvGrpSpPr>
        <p:grpSpPr bwMode="auto">
          <a:xfrm>
            <a:off x="2279651" y="1268413"/>
            <a:ext cx="1249363" cy="4724400"/>
            <a:chOff x="0" y="0"/>
            <a:chExt cx="787" cy="2976"/>
          </a:xfrm>
        </p:grpSpPr>
        <p:sp>
          <p:nvSpPr>
            <p:cNvPr id="440325" name="Text Box 5">
              <a:extLst>
                <a:ext uri="{FF2B5EF4-FFF2-40B4-BE49-F238E27FC236}">
                  <a16:creationId xmlns:a16="http://schemas.microsoft.com/office/drawing/2014/main" id="{427A1A19-4828-3554-7907-383AE8EFBC75}"/>
                </a:ext>
              </a:extLst>
            </p:cNvPr>
            <p:cNvSpPr txBox="1">
              <a:spLocks noChangeArrowheads="1"/>
            </p:cNvSpPr>
            <p:nvPr/>
          </p:nvSpPr>
          <p:spPr bwMode="auto">
            <a:xfrm>
              <a:off x="0" y="136"/>
              <a:ext cx="437" cy="2746"/>
            </a:xfrm>
            <a:prstGeom prst="rect">
              <a:avLst/>
            </a:prstGeom>
            <a:noFill/>
            <a:ln>
              <a:noFill/>
            </a:ln>
            <a:effectLst/>
            <a:extLst>
              <a:ext uri="{909E8E84-426E-40DD-AFC4-6F175D3DCCD1}">
                <a14:hiddenFill xmlns:a14="http://schemas.microsoft.com/office/drawing/2010/main">
                  <a:solidFill>
                    <a:srgbClr val="0000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4000" b="1">
                  <a:solidFill>
                    <a:srgbClr val="007A77"/>
                  </a:solidFill>
                  <a:latin typeface="楷体_GB2312" pitchFamily="49" charset="-122"/>
                  <a:ea typeface="楷体_GB2312" pitchFamily="49" charset="-122"/>
                </a:rPr>
                <a:t>假</a:t>
              </a:r>
            </a:p>
            <a:p>
              <a:pPr fontAlgn="base">
                <a:spcBef>
                  <a:spcPct val="0"/>
                </a:spcBef>
                <a:spcAft>
                  <a:spcPct val="0"/>
                </a:spcAft>
              </a:pPr>
              <a:r>
                <a:rPr lang="zh-CN" altLang="en-US" sz="4000" b="1">
                  <a:solidFill>
                    <a:srgbClr val="007A77"/>
                  </a:solidFill>
                  <a:latin typeface="楷体_GB2312" pitchFamily="49" charset="-122"/>
                  <a:ea typeface="楷体_GB2312" pitchFamily="49" charset="-122"/>
                </a:rPr>
                <a:t>设</a:t>
              </a:r>
            </a:p>
            <a:p>
              <a:pPr fontAlgn="base">
                <a:spcBef>
                  <a:spcPct val="0"/>
                </a:spcBef>
                <a:spcAft>
                  <a:spcPct val="0"/>
                </a:spcAft>
              </a:pPr>
              <a:r>
                <a:rPr lang="zh-CN" altLang="en-US" sz="4000" b="1">
                  <a:solidFill>
                    <a:srgbClr val="007A77"/>
                  </a:solidFill>
                  <a:latin typeface="楷体_GB2312" pitchFamily="49" charset="-122"/>
                  <a:ea typeface="楷体_GB2312" pitchFamily="49" charset="-122"/>
                </a:rPr>
                <a:t>检</a:t>
              </a:r>
            </a:p>
            <a:p>
              <a:pPr fontAlgn="base">
                <a:spcBef>
                  <a:spcPct val="0"/>
                </a:spcBef>
                <a:spcAft>
                  <a:spcPct val="0"/>
                </a:spcAft>
              </a:pPr>
              <a:r>
                <a:rPr lang="zh-CN" altLang="en-US" sz="4000" b="1">
                  <a:solidFill>
                    <a:srgbClr val="007A77"/>
                  </a:solidFill>
                  <a:latin typeface="楷体_GB2312" pitchFamily="49" charset="-122"/>
                  <a:ea typeface="楷体_GB2312" pitchFamily="49" charset="-122"/>
                </a:rPr>
                <a:t>验</a:t>
              </a:r>
            </a:p>
            <a:p>
              <a:pPr fontAlgn="base">
                <a:spcBef>
                  <a:spcPct val="0"/>
                </a:spcBef>
                <a:spcAft>
                  <a:spcPct val="0"/>
                </a:spcAft>
              </a:pPr>
              <a:r>
                <a:rPr lang="zh-CN" altLang="en-US" sz="4000" b="1">
                  <a:solidFill>
                    <a:srgbClr val="007A77"/>
                  </a:solidFill>
                  <a:latin typeface="楷体_GB2312" pitchFamily="49" charset="-122"/>
                  <a:ea typeface="楷体_GB2312" pitchFamily="49" charset="-122"/>
                </a:rPr>
                <a:t>的</a:t>
              </a:r>
            </a:p>
            <a:p>
              <a:pPr fontAlgn="base">
                <a:spcBef>
                  <a:spcPct val="0"/>
                </a:spcBef>
                <a:spcAft>
                  <a:spcPct val="0"/>
                </a:spcAft>
              </a:pPr>
              <a:r>
                <a:rPr lang="zh-CN" altLang="en-US" sz="4000" b="1">
                  <a:solidFill>
                    <a:srgbClr val="007A77"/>
                  </a:solidFill>
                  <a:latin typeface="楷体_GB2312" pitchFamily="49" charset="-122"/>
                  <a:ea typeface="楷体_GB2312" pitchFamily="49" charset="-122"/>
                </a:rPr>
                <a:t>种</a:t>
              </a:r>
            </a:p>
            <a:p>
              <a:pPr fontAlgn="base">
                <a:spcBef>
                  <a:spcPct val="0"/>
                </a:spcBef>
                <a:spcAft>
                  <a:spcPct val="0"/>
                </a:spcAft>
              </a:pPr>
              <a:r>
                <a:rPr lang="zh-CN" altLang="en-US" sz="4000" b="1">
                  <a:solidFill>
                    <a:srgbClr val="007A77"/>
                  </a:solidFill>
                  <a:latin typeface="楷体_GB2312" pitchFamily="49" charset="-122"/>
                  <a:ea typeface="楷体_GB2312" pitchFamily="49" charset="-122"/>
                </a:rPr>
                <a:t>类</a:t>
              </a:r>
            </a:p>
          </p:txBody>
        </p:sp>
        <p:sp>
          <p:nvSpPr>
            <p:cNvPr id="440326" name="AutoShape 6">
              <a:extLst>
                <a:ext uri="{FF2B5EF4-FFF2-40B4-BE49-F238E27FC236}">
                  <a16:creationId xmlns:a16="http://schemas.microsoft.com/office/drawing/2014/main" id="{ADF56291-D270-9821-FC3A-D2161E0452DA}"/>
                </a:ext>
              </a:extLst>
            </p:cNvPr>
            <p:cNvSpPr>
              <a:spLocks/>
            </p:cNvSpPr>
            <p:nvPr/>
          </p:nvSpPr>
          <p:spPr bwMode="auto">
            <a:xfrm>
              <a:off x="499" y="0"/>
              <a:ext cx="288" cy="2976"/>
            </a:xfrm>
            <a:prstGeom prst="leftBrace">
              <a:avLst>
                <a:gd name="adj1" fmla="val 86111"/>
                <a:gd name="adj2" fmla="val 50000"/>
              </a:avLst>
            </a:prstGeom>
            <a:noFill/>
            <a:ln w="38100">
              <a:solidFill>
                <a:srgbClr val="FF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40327" name="Text Box 7">
            <a:extLst>
              <a:ext uri="{FF2B5EF4-FFF2-40B4-BE49-F238E27FC236}">
                <a16:creationId xmlns:a16="http://schemas.microsoft.com/office/drawing/2014/main" id="{4AA8D1AA-2BF1-F4CA-2FE6-9DFC35B20EBC}"/>
              </a:ext>
            </a:extLst>
          </p:cNvPr>
          <p:cNvSpPr txBox="1">
            <a:spLocks noChangeArrowheads="1"/>
          </p:cNvSpPr>
          <p:nvPr/>
        </p:nvSpPr>
        <p:spPr bwMode="auto">
          <a:xfrm>
            <a:off x="3644901" y="1125538"/>
            <a:ext cx="4035425" cy="64135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3600">
                <a:solidFill>
                  <a:srgbClr val="FF0066"/>
                </a:solidFill>
                <a:latin typeface="楷体_GB2312" pitchFamily="49" charset="-122"/>
                <a:ea typeface="楷体_GB2312" pitchFamily="49" charset="-122"/>
              </a:rPr>
              <a:t>参数假设检验：</a:t>
            </a:r>
          </a:p>
        </p:txBody>
      </p:sp>
      <p:sp>
        <p:nvSpPr>
          <p:cNvPr id="440328" name="Text Box 8">
            <a:extLst>
              <a:ext uri="{FF2B5EF4-FFF2-40B4-BE49-F238E27FC236}">
                <a16:creationId xmlns:a16="http://schemas.microsoft.com/office/drawing/2014/main" id="{1AD2E1EB-744C-B96D-A391-5E9FE0EE37C5}"/>
              </a:ext>
            </a:extLst>
          </p:cNvPr>
          <p:cNvSpPr txBox="1">
            <a:spLocks noChangeArrowheads="1"/>
          </p:cNvSpPr>
          <p:nvPr/>
        </p:nvSpPr>
        <p:spPr bwMode="auto">
          <a:xfrm>
            <a:off x="3648075" y="3789363"/>
            <a:ext cx="5113338" cy="64135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3600">
                <a:solidFill>
                  <a:srgbClr val="FF0066"/>
                </a:solidFill>
                <a:latin typeface="楷体_GB2312" pitchFamily="49" charset="-122"/>
                <a:ea typeface="楷体_GB2312" pitchFamily="49" charset="-122"/>
              </a:rPr>
              <a:t>非参数假设检验：</a:t>
            </a:r>
          </a:p>
        </p:txBody>
      </p:sp>
      <p:sp>
        <p:nvSpPr>
          <p:cNvPr id="440329" name="Rectangle 9">
            <a:extLst>
              <a:ext uri="{FF2B5EF4-FFF2-40B4-BE49-F238E27FC236}">
                <a16:creationId xmlns:a16="http://schemas.microsoft.com/office/drawing/2014/main" id="{4B8BD159-3BE1-72A0-87F4-7F591BF40909}"/>
              </a:ext>
            </a:extLst>
          </p:cNvPr>
          <p:cNvSpPr>
            <a:spLocks noChangeArrowheads="1"/>
          </p:cNvSpPr>
          <p:nvPr/>
        </p:nvSpPr>
        <p:spPr bwMode="auto">
          <a:xfrm>
            <a:off x="2063750" y="320676"/>
            <a:ext cx="49672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fontAlgn="base" hangingPunct="0">
              <a:spcBef>
                <a:spcPct val="0"/>
              </a:spcBef>
              <a:spcAft>
                <a:spcPct val="0"/>
              </a:spcAft>
            </a:pPr>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假设检验的种类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40329"/>
                                        </p:tgtEl>
                                        <p:attrNameLst>
                                          <p:attrName>style.visibility</p:attrName>
                                        </p:attrNameLst>
                                      </p:cBhvr>
                                      <p:to>
                                        <p:strVal val="visible"/>
                                      </p:to>
                                    </p:set>
                                    <p:animEffect transition="in" filter="slide(fromRight)">
                                      <p:cBhvr>
                                        <p:cTn id="7" dur="1000"/>
                                        <p:tgtEl>
                                          <p:spTgt spid="440329"/>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40324"/>
                                        </p:tgtEl>
                                        <p:attrNameLst>
                                          <p:attrName>style.visibility</p:attrName>
                                        </p:attrNameLst>
                                      </p:cBhvr>
                                      <p:to>
                                        <p:strVal val="visible"/>
                                      </p:to>
                                    </p:set>
                                    <p:animEffect transition="in" filter="wipe(left)">
                                      <p:cBhvr>
                                        <p:cTn id="11" dur="500"/>
                                        <p:tgtEl>
                                          <p:spTgt spid="44032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440327"/>
                                        </p:tgtEl>
                                        <p:attrNameLst>
                                          <p:attrName>style.visibility</p:attrName>
                                        </p:attrNameLst>
                                      </p:cBhvr>
                                      <p:to>
                                        <p:strVal val="visible"/>
                                      </p:to>
                                    </p:set>
                                    <p:animEffect transition="in" filter="wipe(left)">
                                      <p:cBhvr>
                                        <p:cTn id="16" dur="1000"/>
                                        <p:tgtEl>
                                          <p:spTgt spid="44032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nodeType="clickEffect">
                                  <p:stCondLst>
                                    <p:cond delay="0"/>
                                  </p:stCondLst>
                                  <p:childTnLst>
                                    <p:set>
                                      <p:cBhvr>
                                        <p:cTn id="20" dur="1" fill="hold">
                                          <p:stCondLst>
                                            <p:cond delay="0"/>
                                          </p:stCondLst>
                                        </p:cTn>
                                        <p:tgtEl>
                                          <p:spTgt spid="440322"/>
                                        </p:tgtEl>
                                        <p:attrNameLst>
                                          <p:attrName>style.visibility</p:attrName>
                                        </p:attrNameLst>
                                      </p:cBhvr>
                                      <p:to>
                                        <p:strVal val="visible"/>
                                      </p:to>
                                    </p:set>
                                    <p:animEffect transition="in" filter="slide(fromBottom)">
                                      <p:cBhvr>
                                        <p:cTn id="21" dur="1000"/>
                                        <p:tgtEl>
                                          <p:spTgt spid="44032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40328"/>
                                        </p:tgtEl>
                                        <p:attrNameLst>
                                          <p:attrName>style.visibility</p:attrName>
                                        </p:attrNameLst>
                                      </p:cBhvr>
                                      <p:to>
                                        <p:strVal val="visible"/>
                                      </p:to>
                                    </p:set>
                                    <p:animEffect transition="in" filter="wipe(left)">
                                      <p:cBhvr>
                                        <p:cTn id="26" dur="1000"/>
                                        <p:tgtEl>
                                          <p:spTgt spid="44032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nodeType="clickEffect">
                                  <p:stCondLst>
                                    <p:cond delay="0"/>
                                  </p:stCondLst>
                                  <p:childTnLst>
                                    <p:set>
                                      <p:cBhvr>
                                        <p:cTn id="30" dur="1" fill="hold">
                                          <p:stCondLst>
                                            <p:cond delay="0"/>
                                          </p:stCondLst>
                                        </p:cTn>
                                        <p:tgtEl>
                                          <p:spTgt spid="440323"/>
                                        </p:tgtEl>
                                        <p:attrNameLst>
                                          <p:attrName>style.visibility</p:attrName>
                                        </p:attrNameLst>
                                      </p:cBhvr>
                                      <p:to>
                                        <p:strVal val="visible"/>
                                      </p:to>
                                    </p:set>
                                    <p:animEffect transition="in" filter="slide(fromBottom)">
                                      <p:cBhvr>
                                        <p:cTn id="31" dur="1000"/>
                                        <p:tgtEl>
                                          <p:spTgt spid="440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2" grpId="0" animBg="1" autoUpdateAnimBg="0"/>
      <p:bldP spid="440323" grpId="0" animBg="1" autoUpdateAnimBg="0"/>
      <p:bldP spid="440327" grpId="0" animBg="1" autoUpdateAnimBg="0"/>
      <p:bldP spid="440328" grpId="0" animBg="1" autoUpdateAnimBg="0"/>
      <p:bldP spid="440329"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a:extLst>
              <a:ext uri="{FF2B5EF4-FFF2-40B4-BE49-F238E27FC236}">
                <a16:creationId xmlns:a16="http://schemas.microsoft.com/office/drawing/2014/main" id="{4DBD1F1B-4245-7505-F7DA-77318A677E38}"/>
              </a:ext>
            </a:extLst>
          </p:cNvPr>
          <p:cNvSpPr>
            <a:spLocks noChangeArrowheads="1"/>
          </p:cNvSpPr>
          <p:nvPr/>
        </p:nvSpPr>
        <p:spPr bwMode="auto">
          <a:xfrm>
            <a:off x="1524001" y="29743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41347" name="Rectangle 3">
            <a:extLst>
              <a:ext uri="{FF2B5EF4-FFF2-40B4-BE49-F238E27FC236}">
                <a16:creationId xmlns:a16="http://schemas.microsoft.com/office/drawing/2014/main" id="{AA2108D8-CAAB-F696-155B-885967EE9077}"/>
              </a:ext>
            </a:extLst>
          </p:cNvPr>
          <p:cNvSpPr>
            <a:spLocks noChangeArrowheads="1"/>
          </p:cNvSpPr>
          <p:nvPr/>
        </p:nvSpPr>
        <p:spPr bwMode="auto">
          <a:xfrm>
            <a:off x="1524001" y="32029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41348" name="Rectangle 4">
            <a:extLst>
              <a:ext uri="{FF2B5EF4-FFF2-40B4-BE49-F238E27FC236}">
                <a16:creationId xmlns:a16="http://schemas.microsoft.com/office/drawing/2014/main" id="{8CB25BAA-A475-0EB9-CEA2-8953E97A468A}"/>
              </a:ext>
            </a:extLst>
          </p:cNvPr>
          <p:cNvSpPr>
            <a:spLocks noChangeArrowheads="1"/>
          </p:cNvSpPr>
          <p:nvPr/>
        </p:nvSpPr>
        <p:spPr bwMode="auto">
          <a:xfrm>
            <a:off x="1774825" y="1412876"/>
            <a:ext cx="8497888"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在假设检验问题中，把要检验的假设称为原假设</a:t>
            </a:r>
            <a:r>
              <a:rPr lang="en-US" altLang="zh-CN"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零假设或基本假设</a:t>
            </a:r>
            <a:r>
              <a:rPr lang="en-US" altLang="zh-CN"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，记为</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Times New Roman" panose="02020603050405020304" pitchFamily="18" charset="0"/>
                <a:ea typeface="楷体_GB2312" pitchFamily="49" charset="-122"/>
              </a:rPr>
              <a:t>，把原假设的对立面称为备择假设或对立假设，记为</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1</a:t>
            </a:r>
            <a:r>
              <a:rPr lang="en-US" altLang="zh-CN"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。原假设 </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Times New Roman" panose="02020603050405020304" pitchFamily="18" charset="0"/>
                <a:ea typeface="楷体_GB2312" pitchFamily="49" charset="-122"/>
              </a:rPr>
              <a:t>和备择假设 </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1</a:t>
            </a:r>
            <a:r>
              <a:rPr lang="zh-CN" altLang="en-US" sz="2800" b="1">
                <a:solidFill>
                  <a:srgbClr val="007A77"/>
                </a:solidFill>
                <a:latin typeface="Times New Roman" panose="02020603050405020304" pitchFamily="18" charset="0"/>
                <a:ea typeface="楷体_GB2312" pitchFamily="49" charset="-122"/>
              </a:rPr>
              <a:t>两者中必有且仅有一个为真。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nodeType="afterEffect">
                                  <p:stCondLst>
                                    <p:cond delay="0"/>
                                  </p:stCondLst>
                                  <p:childTnLst>
                                    <p:set>
                                      <p:cBhvr>
                                        <p:cTn id="6" dur="1" fill="hold">
                                          <p:stCondLst>
                                            <p:cond delay="0"/>
                                          </p:stCondLst>
                                        </p:cTn>
                                        <p:tgtEl>
                                          <p:spTgt spid="441348"/>
                                        </p:tgtEl>
                                        <p:attrNameLst>
                                          <p:attrName>style.visibility</p:attrName>
                                        </p:attrNameLst>
                                      </p:cBhvr>
                                      <p:to>
                                        <p:strVal val="visible"/>
                                      </p:to>
                                    </p:set>
                                    <p:animEffect transition="in" filter="slide(fromBottom)">
                                      <p:cBhvr>
                                        <p:cTn id="7" dur="1000"/>
                                        <p:tgtEl>
                                          <p:spTgt spid="441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48"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2">
            <a:extLst>
              <a:ext uri="{FF2B5EF4-FFF2-40B4-BE49-F238E27FC236}">
                <a16:creationId xmlns:a16="http://schemas.microsoft.com/office/drawing/2014/main" id="{0FC96323-18B4-E2CC-145A-FCB17DB67306}"/>
              </a:ext>
            </a:extLst>
          </p:cNvPr>
          <p:cNvSpPr>
            <a:spLocks noChangeArrowheads="1"/>
          </p:cNvSpPr>
          <p:nvPr/>
        </p:nvSpPr>
        <p:spPr bwMode="auto">
          <a:xfrm>
            <a:off x="1524001" y="29743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42371" name="Rectangle 3">
            <a:extLst>
              <a:ext uri="{FF2B5EF4-FFF2-40B4-BE49-F238E27FC236}">
                <a16:creationId xmlns:a16="http://schemas.microsoft.com/office/drawing/2014/main" id="{F95F34F9-8754-C550-723F-CEBB798275E5}"/>
              </a:ext>
            </a:extLst>
          </p:cNvPr>
          <p:cNvSpPr>
            <a:spLocks noChangeArrowheads="1"/>
          </p:cNvSpPr>
          <p:nvPr/>
        </p:nvSpPr>
        <p:spPr bwMode="auto">
          <a:xfrm>
            <a:off x="1524001" y="32029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42372" name="Rectangle 4">
            <a:extLst>
              <a:ext uri="{FF2B5EF4-FFF2-40B4-BE49-F238E27FC236}">
                <a16:creationId xmlns:a16="http://schemas.microsoft.com/office/drawing/2014/main" id="{2C7FCA06-FBFC-A7E9-9923-3BDC5EB3468B}"/>
              </a:ext>
            </a:extLst>
          </p:cNvPr>
          <p:cNvSpPr>
            <a:spLocks noChangeArrowheads="1"/>
          </p:cNvSpPr>
          <p:nvPr/>
        </p:nvSpPr>
        <p:spPr bwMode="auto">
          <a:xfrm>
            <a:off x="1919289" y="549275"/>
            <a:ext cx="82438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二、显著性检验的推理方法和基本步骤</a:t>
            </a:r>
          </a:p>
        </p:txBody>
      </p:sp>
      <p:grpSp>
        <p:nvGrpSpPr>
          <p:cNvPr id="442373" name="Group 5">
            <a:extLst>
              <a:ext uri="{FF2B5EF4-FFF2-40B4-BE49-F238E27FC236}">
                <a16:creationId xmlns:a16="http://schemas.microsoft.com/office/drawing/2014/main" id="{0135A616-D95B-342A-3634-1393489FE74C}"/>
              </a:ext>
            </a:extLst>
          </p:cNvPr>
          <p:cNvGrpSpPr>
            <a:grpSpLocks/>
          </p:cNvGrpSpPr>
          <p:nvPr/>
        </p:nvGrpSpPr>
        <p:grpSpPr bwMode="auto">
          <a:xfrm>
            <a:off x="1847850" y="1412876"/>
            <a:ext cx="8496300" cy="2747963"/>
            <a:chOff x="0" y="0"/>
            <a:chExt cx="5352" cy="1731"/>
          </a:xfrm>
        </p:grpSpPr>
        <p:sp>
          <p:nvSpPr>
            <p:cNvPr id="442374" name="Text Box 6">
              <a:extLst>
                <a:ext uri="{FF2B5EF4-FFF2-40B4-BE49-F238E27FC236}">
                  <a16:creationId xmlns:a16="http://schemas.microsoft.com/office/drawing/2014/main" id="{177F34AE-890B-BAA3-E241-D8A2C6D909D0}"/>
                </a:ext>
              </a:extLst>
            </p:cNvPr>
            <p:cNvSpPr txBox="1">
              <a:spLocks noChangeArrowheads="1"/>
            </p:cNvSpPr>
            <p:nvPr/>
          </p:nvSpPr>
          <p:spPr bwMode="auto">
            <a:xfrm>
              <a:off x="0" y="0"/>
              <a:ext cx="5352" cy="1731"/>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CN" altLang="en-US" sz="3200" b="1">
                  <a:solidFill>
                    <a:srgbClr val="0000FF"/>
                  </a:solidFill>
                  <a:latin typeface="Times New Roman" panose="02020603050405020304" pitchFamily="18" charset="0"/>
                  <a:ea typeface="楷体_GB2312" pitchFamily="49" charset="-122"/>
                </a:rPr>
                <a:t>实例.</a:t>
              </a:r>
              <a:r>
                <a:rPr lang="en-CN" altLang="en-US" sz="2800" b="1">
                  <a:solidFill>
                    <a:srgbClr val="007A77"/>
                  </a:solidFill>
                  <a:latin typeface="Times New Roman" panose="02020603050405020304" pitchFamily="18" charset="0"/>
                  <a:ea typeface="楷体_GB2312" pitchFamily="49" charset="-122"/>
                </a:rPr>
                <a:t>某厂生产的螺钉,按标准，平均强度应为68mm, </a:t>
              </a:r>
              <a:r>
                <a:rPr lang="zh-CN" altLang="en-US" sz="2800" b="1">
                  <a:solidFill>
                    <a:srgbClr val="007A77"/>
                  </a:solidFill>
                  <a:latin typeface="Times New Roman" panose="02020603050405020304" pitchFamily="18" charset="0"/>
                  <a:ea typeface="楷体_GB2312" pitchFamily="49" charset="-122"/>
                </a:rPr>
                <a:t>实际生产的强度</a:t>
              </a:r>
              <a:r>
                <a:rPr lang="en-CN" altLang="en-US" sz="2800" b="1" i="1">
                  <a:solidFill>
                    <a:srgbClr val="007A77"/>
                  </a:solidFill>
                  <a:latin typeface="Times New Roman" panose="02020603050405020304" pitchFamily="18" charset="0"/>
                  <a:ea typeface="楷体_GB2312" pitchFamily="49" charset="-122"/>
                </a:rPr>
                <a:t>X </a:t>
              </a:r>
              <a:r>
                <a:rPr lang="zh-CN" altLang="en-US" sz="2800" b="1">
                  <a:solidFill>
                    <a:srgbClr val="007A77"/>
                  </a:solidFill>
                  <a:latin typeface="Times New Roman" panose="02020603050405020304" pitchFamily="18" charset="0"/>
                  <a:ea typeface="楷体_GB2312" pitchFamily="49" charset="-122"/>
                </a:rPr>
                <a:t>服</a:t>
              </a:r>
              <a:r>
                <a:rPr lang="en-CN" altLang="en-US" sz="2800" b="1">
                  <a:solidFill>
                    <a:srgbClr val="007A77"/>
                  </a:solidFill>
                  <a:latin typeface="Times New Roman" panose="02020603050405020304" pitchFamily="18" charset="0"/>
                  <a:ea typeface="楷体_GB2312" pitchFamily="49" charset="-122"/>
                </a:rPr>
                <a:t>从</a:t>
              </a:r>
              <a:r>
                <a:rPr lang="en-CN" altLang="en-US" sz="2800" b="1" i="1">
                  <a:solidFill>
                    <a:srgbClr val="007A77"/>
                  </a:solidFill>
                  <a:latin typeface="Times New Roman" panose="02020603050405020304" pitchFamily="18" charset="0"/>
                  <a:ea typeface="楷体_GB2312" pitchFamily="49" charset="-122"/>
                </a:rPr>
                <a:t>N</a:t>
              </a:r>
              <a:r>
                <a:rPr lang="en-CN" altLang="en-US" sz="2800" b="1">
                  <a:solidFill>
                    <a:srgbClr val="007A77"/>
                  </a:solidFill>
                  <a:latin typeface="Times New Roman" panose="02020603050405020304" pitchFamily="18" charset="0"/>
                  <a:ea typeface="楷体_GB2312" pitchFamily="49" charset="-122"/>
                </a:rPr>
                <a:t>(</a:t>
              </a:r>
              <a:r>
                <a:rPr lang="en-CN" altLang="en-US" sz="2800" b="1" i="1">
                  <a:solidFill>
                    <a:srgbClr val="007A77"/>
                  </a:solidFill>
                  <a:latin typeface="Times New Roman" panose="02020603050405020304" pitchFamily="18" charset="0"/>
                  <a:ea typeface="楷体_GB2312" pitchFamily="49" charset="-122"/>
                  <a:sym typeface="Symbol" pitchFamily="2" charset="2"/>
                </a:rPr>
                <a:t></a:t>
              </a:r>
              <a:r>
                <a:rPr lang="en-CN" altLang="en-US" sz="2800" b="1">
                  <a:solidFill>
                    <a:srgbClr val="007A77"/>
                  </a:solidFill>
                  <a:latin typeface="Times New Roman" panose="02020603050405020304" pitchFamily="18" charset="0"/>
                  <a:ea typeface="楷体_GB2312" pitchFamily="49" charset="-122"/>
                  <a:sym typeface="Symbol" pitchFamily="2" charset="2"/>
                </a:rPr>
                <a:t>,3.6</a:t>
              </a:r>
              <a:r>
                <a:rPr lang="en-CN" altLang="en-US" sz="2800" b="1" baseline="30000">
                  <a:solidFill>
                    <a:srgbClr val="007A77"/>
                  </a:solidFill>
                  <a:latin typeface="Times New Roman" panose="02020603050405020304" pitchFamily="18" charset="0"/>
                  <a:ea typeface="楷体_GB2312" pitchFamily="49" charset="-122"/>
                  <a:sym typeface="Symbol" pitchFamily="2" charset="2"/>
                </a:rPr>
                <a:t>2 </a:t>
              </a:r>
              <a:r>
                <a:rPr lang="en-CN" altLang="en-US" sz="2800" b="1">
                  <a:solidFill>
                    <a:srgbClr val="007A77"/>
                  </a:solidFill>
                  <a:latin typeface="Times New Roman" panose="02020603050405020304" pitchFamily="18" charset="0"/>
                  <a:ea typeface="楷体_GB2312" pitchFamily="49" charset="-122"/>
                </a:rPr>
                <a:t>)，现从整批螺钉中取容量为 </a:t>
              </a:r>
              <a:r>
                <a:rPr lang="en-CN" altLang="en-US" sz="2800" b="1" i="1">
                  <a:solidFill>
                    <a:srgbClr val="007A77"/>
                  </a:solidFill>
                  <a:latin typeface="Times New Roman" panose="02020603050405020304" pitchFamily="18" charset="0"/>
                  <a:ea typeface="楷体_GB2312" pitchFamily="49" charset="-122"/>
                </a:rPr>
                <a:t>n</a:t>
              </a:r>
              <a:r>
                <a:rPr lang="en-CN" altLang="en-US" sz="2800" b="1">
                  <a:solidFill>
                    <a:srgbClr val="007A77"/>
                  </a:solidFill>
                  <a:latin typeface="Times New Roman" panose="02020603050405020304" pitchFamily="18" charset="0"/>
                  <a:ea typeface="楷体_GB2312" pitchFamily="49" charset="-122"/>
                </a:rPr>
                <a:t>=36的样本,其均值为                ,问这批螺钉是否</a:t>
              </a:r>
              <a:r>
                <a:rPr lang="zh-CN" altLang="en-US" sz="2800" b="1">
                  <a:solidFill>
                    <a:srgbClr val="007A77"/>
                  </a:solidFill>
                  <a:latin typeface="Times New Roman" panose="02020603050405020304" pitchFamily="18" charset="0"/>
                  <a:ea typeface="楷体_GB2312" pitchFamily="49" charset="-122"/>
                  <a:sym typeface="Symbol" pitchFamily="2" charset="2"/>
                </a:rPr>
                <a:t>符合要求</a:t>
              </a:r>
              <a:r>
                <a:rPr lang="en-CN" altLang="en-US" sz="2800" b="1">
                  <a:solidFill>
                    <a:srgbClr val="007A77"/>
                  </a:solidFill>
                  <a:latin typeface="Times New Roman" panose="02020603050405020304" pitchFamily="18" charset="0"/>
                  <a:ea typeface="楷体_GB2312" pitchFamily="49" charset="-122"/>
                </a:rPr>
                <a:t>?</a:t>
              </a:r>
            </a:p>
          </p:txBody>
        </p:sp>
        <p:graphicFrame>
          <p:nvGraphicFramePr>
            <p:cNvPr id="442375" name="Object 7">
              <a:extLst>
                <a:ext uri="{FF2B5EF4-FFF2-40B4-BE49-F238E27FC236}">
                  <a16:creationId xmlns:a16="http://schemas.microsoft.com/office/drawing/2014/main" id="{04F29D09-634D-4934-8C25-57C657572869}"/>
                </a:ext>
              </a:extLst>
            </p:cNvPr>
            <p:cNvGraphicFramePr>
              <a:graphicFrameLocks noChangeAspect="1"/>
            </p:cNvGraphicFramePr>
            <p:nvPr/>
          </p:nvGraphicFramePr>
          <p:xfrm>
            <a:off x="2903" y="998"/>
            <a:ext cx="896" cy="282"/>
          </p:xfrm>
          <a:graphic>
            <a:graphicData uri="http://schemas.openxmlformats.org/presentationml/2006/ole">
              <mc:AlternateContent xmlns:mc="http://schemas.openxmlformats.org/markup-compatibility/2006">
                <mc:Choice xmlns:v="urn:schemas-microsoft-com:vml" Requires="v">
                  <p:oleObj r:id="rId2" imgW="13169900" imgH="4102100" progId="Equation.3">
                    <p:embed/>
                  </p:oleObj>
                </mc:Choice>
                <mc:Fallback>
                  <p:oleObj r:id="rId2" imgW="13169900" imgH="4102100" progId="Equation.3">
                    <p:embed/>
                    <p:pic>
                      <p:nvPicPr>
                        <p:cNvPr id="442375" name="Object 7">
                          <a:extLst>
                            <a:ext uri="{FF2B5EF4-FFF2-40B4-BE49-F238E27FC236}">
                              <a16:creationId xmlns:a16="http://schemas.microsoft.com/office/drawing/2014/main" id="{04F29D09-634D-4934-8C25-57C6575728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3" y="998"/>
                          <a:ext cx="896"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42376" name="Rectangle 8">
            <a:extLst>
              <a:ext uri="{FF2B5EF4-FFF2-40B4-BE49-F238E27FC236}">
                <a16:creationId xmlns:a16="http://schemas.microsoft.com/office/drawing/2014/main" id="{73AA8C63-CBFD-74E1-5BCC-75B3391E9965}"/>
              </a:ext>
            </a:extLst>
          </p:cNvPr>
          <p:cNvSpPr>
            <a:spLocks noChangeArrowheads="1"/>
          </p:cNvSpPr>
          <p:nvPr/>
        </p:nvSpPr>
        <p:spPr bwMode="auto">
          <a:xfrm>
            <a:off x="2279650" y="4221163"/>
            <a:ext cx="7920038"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50000"/>
              </a:spcBef>
              <a:spcAft>
                <a:spcPct val="0"/>
              </a:spcAft>
            </a:pPr>
            <a:r>
              <a:rPr lang="en-CN" altLang="en-US"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若</a:t>
            </a:r>
            <a:r>
              <a:rPr lang="en-CN" altLang="en-US" sz="2800" b="1" i="1">
                <a:solidFill>
                  <a:srgbClr val="007A77"/>
                </a:solidFill>
                <a:latin typeface="Times New Roman" panose="02020603050405020304" pitchFamily="18" charset="0"/>
                <a:ea typeface="楷体_GB2312" pitchFamily="49" charset="-122"/>
                <a:sym typeface="Symbol" pitchFamily="2" charset="2"/>
              </a:rPr>
              <a:t></a:t>
            </a:r>
            <a:r>
              <a:rPr lang="en-CN" altLang="en-US" sz="2800" b="1">
                <a:solidFill>
                  <a:srgbClr val="007A77"/>
                </a:solidFill>
                <a:latin typeface="Times New Roman" panose="02020603050405020304" pitchFamily="18" charset="0"/>
                <a:ea typeface="楷体_GB2312" pitchFamily="49" charset="-122"/>
                <a:sym typeface="Symbol" pitchFamily="2" charset="2"/>
              </a:rPr>
              <a:t>=68,</a:t>
            </a:r>
            <a:r>
              <a:rPr lang="zh-CN" altLang="en-US" sz="2800" b="1">
                <a:solidFill>
                  <a:srgbClr val="007A77"/>
                </a:solidFill>
                <a:latin typeface="Times New Roman" panose="02020603050405020304" pitchFamily="18" charset="0"/>
                <a:ea typeface="楷体_GB2312" pitchFamily="49" charset="-122"/>
                <a:sym typeface="Symbol" pitchFamily="2" charset="2"/>
              </a:rPr>
              <a:t>则认为这批螺钉符合要求</a:t>
            </a:r>
            <a:r>
              <a:rPr lang="en-US" altLang="zh-CN" sz="2800" b="1">
                <a:solidFill>
                  <a:srgbClr val="007A77"/>
                </a:solidFill>
                <a:latin typeface="Times New Roman" panose="02020603050405020304" pitchFamily="18" charset="0"/>
                <a:ea typeface="楷体_GB2312" pitchFamily="49" charset="-122"/>
                <a:sym typeface="Symbol" pitchFamily="2" charset="2"/>
              </a:rPr>
              <a:t>,</a:t>
            </a:r>
            <a:r>
              <a:rPr lang="zh-CN" altLang="en-US" sz="2800" b="1">
                <a:solidFill>
                  <a:srgbClr val="007A77"/>
                </a:solidFill>
                <a:latin typeface="Times New Roman" panose="02020603050405020304" pitchFamily="18" charset="0"/>
                <a:ea typeface="楷体_GB2312" pitchFamily="49" charset="-122"/>
                <a:sym typeface="Symbol" pitchFamily="2" charset="2"/>
              </a:rPr>
              <a:t>否则认为不符合要求</a:t>
            </a:r>
            <a:r>
              <a:rPr lang="en-US" altLang="zh-CN" sz="2800" b="1">
                <a:solidFill>
                  <a:srgbClr val="007A77"/>
                </a:solidFill>
                <a:latin typeface="Times New Roman" panose="02020603050405020304" pitchFamily="18" charset="0"/>
                <a:ea typeface="楷体_GB2312" pitchFamily="49" charset="-122"/>
                <a:sym typeface="Symbol" pitchFamily="2" charset="2"/>
              </a:rPr>
              <a:t>.</a:t>
            </a:r>
            <a:r>
              <a:rPr lang="zh-CN" altLang="en-US" sz="2800" b="1">
                <a:solidFill>
                  <a:srgbClr val="007A77"/>
                </a:solidFill>
                <a:latin typeface="Times New Roman" panose="02020603050405020304" pitchFamily="18" charset="0"/>
                <a:ea typeface="楷体_GB2312" pitchFamily="49" charset="-122"/>
                <a:sym typeface="Symbol" pitchFamily="2" charset="2"/>
              </a:rPr>
              <a:t>为此提出如下假设</a:t>
            </a:r>
            <a:r>
              <a:rPr lang="en-US" altLang="zh-CN" sz="2800" b="1">
                <a:solidFill>
                  <a:srgbClr val="007A77"/>
                </a:solidFill>
                <a:latin typeface="Times New Roman" panose="02020603050405020304" pitchFamily="18" charset="0"/>
                <a:ea typeface="楷体_GB2312" pitchFamily="49" charset="-122"/>
                <a:sym typeface="Symbol" pitchFamily="2" charset="2"/>
              </a:rPr>
              <a:t>:</a:t>
            </a:r>
            <a:endParaRPr lang="en-CN" altLang="en-US" sz="2800" b="1">
              <a:solidFill>
                <a:srgbClr val="007A77"/>
              </a:solidFill>
              <a:latin typeface="Times New Roman" panose="02020603050405020304" pitchFamily="18" charset="0"/>
              <a:ea typeface="楷体_GB2312" pitchFamily="49" charset="-122"/>
              <a:sym typeface="Symbol"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42372"/>
                                        </p:tgtEl>
                                        <p:attrNameLst>
                                          <p:attrName>style.visibility</p:attrName>
                                        </p:attrNameLst>
                                      </p:cBhvr>
                                      <p:to>
                                        <p:strVal val="visible"/>
                                      </p:to>
                                    </p:set>
                                    <p:animEffect transition="in" filter="slide(fromRight)">
                                      <p:cBhvr>
                                        <p:cTn id="7" dur="1000"/>
                                        <p:tgtEl>
                                          <p:spTgt spid="4423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442373"/>
                                        </p:tgtEl>
                                        <p:attrNameLst>
                                          <p:attrName>style.visibility</p:attrName>
                                        </p:attrNameLst>
                                      </p:cBhvr>
                                      <p:to>
                                        <p:strVal val="visible"/>
                                      </p:to>
                                    </p:set>
                                    <p:animEffect transition="in" filter="slide(fromBottom)">
                                      <p:cBhvr>
                                        <p:cTn id="12" dur="1000"/>
                                        <p:tgtEl>
                                          <p:spTgt spid="4423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442376"/>
                                        </p:tgtEl>
                                        <p:attrNameLst>
                                          <p:attrName>style.visibility</p:attrName>
                                        </p:attrNameLst>
                                      </p:cBhvr>
                                      <p:to>
                                        <p:strVal val="visible"/>
                                      </p:to>
                                    </p:set>
                                    <p:animEffect transition="in" filter="slide(fromBottom)">
                                      <p:cBhvr>
                                        <p:cTn id="17" dur="1000"/>
                                        <p:tgtEl>
                                          <p:spTgt spid="442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372" grpId="0" autoUpdateAnimBg="0"/>
      <p:bldP spid="442376"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3394" name="Group 2">
            <a:extLst>
              <a:ext uri="{FF2B5EF4-FFF2-40B4-BE49-F238E27FC236}">
                <a16:creationId xmlns:a16="http://schemas.microsoft.com/office/drawing/2014/main" id="{872B26C7-2252-57B2-CB3C-00CDB043D116}"/>
              </a:ext>
            </a:extLst>
          </p:cNvPr>
          <p:cNvGrpSpPr>
            <a:grpSpLocks/>
          </p:cNvGrpSpPr>
          <p:nvPr/>
        </p:nvGrpSpPr>
        <p:grpSpPr bwMode="auto">
          <a:xfrm>
            <a:off x="1992314" y="620713"/>
            <a:ext cx="3303587" cy="609600"/>
            <a:chOff x="0" y="0"/>
            <a:chExt cx="2081" cy="384"/>
          </a:xfrm>
        </p:grpSpPr>
        <p:graphicFrame>
          <p:nvGraphicFramePr>
            <p:cNvPr id="443395" name="Object 3">
              <a:extLst>
                <a:ext uri="{FF2B5EF4-FFF2-40B4-BE49-F238E27FC236}">
                  <a16:creationId xmlns:a16="http://schemas.microsoft.com/office/drawing/2014/main" id="{814C3A14-371C-1F0E-15E1-382F0E7B9235}"/>
                </a:ext>
              </a:extLst>
            </p:cNvPr>
            <p:cNvGraphicFramePr>
              <a:graphicFrameLocks noChangeAspect="1"/>
            </p:cNvGraphicFramePr>
            <p:nvPr/>
          </p:nvGraphicFramePr>
          <p:xfrm>
            <a:off x="817" y="45"/>
            <a:ext cx="1264" cy="339"/>
          </p:xfrm>
          <a:graphic>
            <a:graphicData uri="http://schemas.openxmlformats.org/presentationml/2006/ole">
              <mc:AlternateContent xmlns:mc="http://schemas.openxmlformats.org/markup-compatibility/2006">
                <mc:Choice xmlns:v="urn:schemas-microsoft-com:vml" Requires="v">
                  <p:oleObj r:id="rId2" imgW="19596100" imgH="5270500" progId="Equation.3">
                    <p:embed/>
                  </p:oleObj>
                </mc:Choice>
                <mc:Fallback>
                  <p:oleObj r:id="rId2" imgW="19596100" imgH="5270500" progId="Equation.3">
                    <p:embed/>
                    <p:pic>
                      <p:nvPicPr>
                        <p:cNvPr id="443395" name="Object 3">
                          <a:extLst>
                            <a:ext uri="{FF2B5EF4-FFF2-40B4-BE49-F238E27FC236}">
                              <a16:creationId xmlns:a16="http://schemas.microsoft.com/office/drawing/2014/main" id="{814C3A14-371C-1F0E-15E1-382F0E7B92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 y="45"/>
                          <a:ext cx="1264"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3396" name="Text Box 4">
              <a:extLst>
                <a:ext uri="{FF2B5EF4-FFF2-40B4-BE49-F238E27FC236}">
                  <a16:creationId xmlns:a16="http://schemas.microsoft.com/office/drawing/2014/main" id="{F1C9F862-86A4-735E-5A41-1AD2531B80BC}"/>
                </a:ext>
              </a:extLst>
            </p:cNvPr>
            <p:cNvSpPr txBox="1">
              <a:spLocks noChangeArrowheads="1"/>
            </p:cNvSpPr>
            <p:nvPr/>
          </p:nvSpPr>
          <p:spPr bwMode="auto">
            <a:xfrm>
              <a:off x="0" y="0"/>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800" b="1">
                  <a:solidFill>
                    <a:srgbClr val="007A77"/>
                  </a:solidFill>
                  <a:latin typeface="Times New Roman" panose="02020603050405020304" pitchFamily="18" charset="0"/>
                  <a:ea typeface="楷体_GB2312" pitchFamily="49" charset="-122"/>
                </a:rPr>
                <a:t>原假设</a:t>
              </a:r>
            </a:p>
          </p:txBody>
        </p:sp>
      </p:grpSp>
      <p:grpSp>
        <p:nvGrpSpPr>
          <p:cNvPr id="443397" name="Group 5">
            <a:extLst>
              <a:ext uri="{FF2B5EF4-FFF2-40B4-BE49-F238E27FC236}">
                <a16:creationId xmlns:a16="http://schemas.microsoft.com/office/drawing/2014/main" id="{C4E4F1D1-28D7-7409-F394-CEA5381E16AD}"/>
              </a:ext>
            </a:extLst>
          </p:cNvPr>
          <p:cNvGrpSpPr>
            <a:grpSpLocks/>
          </p:cNvGrpSpPr>
          <p:nvPr/>
        </p:nvGrpSpPr>
        <p:grpSpPr bwMode="auto">
          <a:xfrm>
            <a:off x="5808664" y="692150"/>
            <a:ext cx="3411537" cy="579438"/>
            <a:chOff x="0" y="0"/>
            <a:chExt cx="2149" cy="365"/>
          </a:xfrm>
        </p:grpSpPr>
        <p:sp>
          <p:nvSpPr>
            <p:cNvPr id="443398" name="Text Box 6">
              <a:extLst>
                <a:ext uri="{FF2B5EF4-FFF2-40B4-BE49-F238E27FC236}">
                  <a16:creationId xmlns:a16="http://schemas.microsoft.com/office/drawing/2014/main" id="{1DBB36CE-0DAA-2787-94B9-0CE4365A1341}"/>
                </a:ext>
              </a:extLst>
            </p:cNvPr>
            <p:cNvSpPr txBox="1">
              <a:spLocks noChangeArrowheads="1"/>
            </p:cNvSpPr>
            <p:nvPr/>
          </p:nvSpPr>
          <p:spPr bwMode="auto">
            <a:xfrm>
              <a:off x="0" y="0"/>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43399" name="Object 7">
              <a:extLst>
                <a:ext uri="{FF2B5EF4-FFF2-40B4-BE49-F238E27FC236}">
                  <a16:creationId xmlns:a16="http://schemas.microsoft.com/office/drawing/2014/main" id="{57EA971F-72C7-AFB9-3259-706AAFA5F51A}"/>
                </a:ext>
              </a:extLst>
            </p:cNvPr>
            <p:cNvGraphicFramePr>
              <a:graphicFrameLocks noChangeAspect="1"/>
            </p:cNvGraphicFramePr>
            <p:nvPr/>
          </p:nvGraphicFramePr>
          <p:xfrm>
            <a:off x="998" y="45"/>
            <a:ext cx="1151" cy="320"/>
          </p:xfrm>
          <a:graphic>
            <a:graphicData uri="http://schemas.openxmlformats.org/presentationml/2006/ole">
              <mc:AlternateContent xmlns:mc="http://schemas.openxmlformats.org/markup-compatibility/2006">
                <mc:Choice xmlns:v="urn:schemas-microsoft-com:vml" Requires="v">
                  <p:oleObj r:id="rId4" imgW="17843500" imgH="4978400" progId="Equation.3">
                    <p:embed/>
                  </p:oleObj>
                </mc:Choice>
                <mc:Fallback>
                  <p:oleObj r:id="rId4" imgW="17843500" imgH="4978400" progId="Equation.3">
                    <p:embed/>
                    <p:pic>
                      <p:nvPicPr>
                        <p:cNvPr id="443399" name="Object 7">
                          <a:extLst>
                            <a:ext uri="{FF2B5EF4-FFF2-40B4-BE49-F238E27FC236}">
                              <a16:creationId xmlns:a16="http://schemas.microsoft.com/office/drawing/2014/main" id="{57EA971F-72C7-AFB9-3259-706AAFA5F5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8" y="45"/>
                          <a:ext cx="1151"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43400" name="Text Box 8">
            <a:extLst>
              <a:ext uri="{FF2B5EF4-FFF2-40B4-BE49-F238E27FC236}">
                <a16:creationId xmlns:a16="http://schemas.microsoft.com/office/drawing/2014/main" id="{AD03716B-777E-050D-E4E6-5543AE3F1C21}"/>
              </a:ext>
            </a:extLst>
          </p:cNvPr>
          <p:cNvSpPr txBox="1">
            <a:spLocks noChangeArrowheads="1"/>
          </p:cNvSpPr>
          <p:nvPr/>
        </p:nvSpPr>
        <p:spPr bwMode="auto">
          <a:xfrm>
            <a:off x="1990725" y="1484313"/>
            <a:ext cx="40338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若原假设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楷体_GB2312" pitchFamily="49" charset="-122"/>
                <a:ea typeface="楷体_GB2312" pitchFamily="49" charset="-122"/>
              </a:rPr>
              <a:t>正确</a:t>
            </a:r>
            <a:r>
              <a:rPr lang="en-US" altLang="zh-CN" sz="2800" b="1">
                <a:solidFill>
                  <a:srgbClr val="007A77"/>
                </a:solidFill>
                <a:latin typeface="楷体_GB2312" pitchFamily="49" charset="-122"/>
                <a:ea typeface="楷体_GB2312" pitchFamily="49" charset="-122"/>
              </a:rPr>
              <a:t>, </a:t>
            </a:r>
            <a:r>
              <a:rPr lang="zh-CN" altLang="en-US" sz="2800" b="1">
                <a:solidFill>
                  <a:srgbClr val="007A77"/>
                </a:solidFill>
                <a:latin typeface="楷体_GB2312" pitchFamily="49" charset="-122"/>
                <a:ea typeface="楷体_GB2312" pitchFamily="49" charset="-122"/>
              </a:rPr>
              <a:t>则</a:t>
            </a:r>
          </a:p>
        </p:txBody>
      </p:sp>
      <p:graphicFrame>
        <p:nvGraphicFramePr>
          <p:cNvPr id="443401" name="Object 9">
            <a:extLst>
              <a:ext uri="{FF2B5EF4-FFF2-40B4-BE49-F238E27FC236}">
                <a16:creationId xmlns:a16="http://schemas.microsoft.com/office/drawing/2014/main" id="{D7142452-0E9F-AF16-620C-CB10313D0D70}"/>
              </a:ext>
            </a:extLst>
          </p:cNvPr>
          <p:cNvGraphicFramePr>
            <a:graphicFrameLocks noChangeAspect="1"/>
          </p:cNvGraphicFramePr>
          <p:nvPr/>
        </p:nvGraphicFramePr>
        <p:xfrm>
          <a:off x="5448300" y="1484314"/>
          <a:ext cx="2603500" cy="561975"/>
        </p:xfrm>
        <a:graphic>
          <a:graphicData uri="http://schemas.openxmlformats.org/presentationml/2006/ole">
            <mc:AlternateContent xmlns:mc="http://schemas.openxmlformats.org/markup-compatibility/2006">
              <mc:Choice xmlns:v="urn:schemas-microsoft-com:vml" Requires="v">
                <p:oleObj r:id="rId6" imgW="31597600" imgH="5562600" progId="Equation.3">
                  <p:embed/>
                </p:oleObj>
              </mc:Choice>
              <mc:Fallback>
                <p:oleObj r:id="rId6" imgW="31597600" imgH="5562600" progId="Equation.3">
                  <p:embed/>
                  <p:pic>
                    <p:nvPicPr>
                      <p:cNvPr id="443401" name="Object 9">
                        <a:extLst>
                          <a:ext uri="{FF2B5EF4-FFF2-40B4-BE49-F238E27FC236}">
                            <a16:creationId xmlns:a16="http://schemas.microsoft.com/office/drawing/2014/main" id="{D7142452-0E9F-AF16-620C-CB10313D0D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48300" y="1484314"/>
                        <a:ext cx="2603500"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43402" name="Group 10">
            <a:extLst>
              <a:ext uri="{FF2B5EF4-FFF2-40B4-BE49-F238E27FC236}">
                <a16:creationId xmlns:a16="http://schemas.microsoft.com/office/drawing/2014/main" id="{1469F777-B4E2-2428-D0A2-9269E1DF4800}"/>
              </a:ext>
            </a:extLst>
          </p:cNvPr>
          <p:cNvGrpSpPr>
            <a:grpSpLocks/>
          </p:cNvGrpSpPr>
          <p:nvPr/>
        </p:nvGrpSpPr>
        <p:grpSpPr bwMode="auto">
          <a:xfrm>
            <a:off x="2063750" y="2276475"/>
            <a:ext cx="2736850" cy="541338"/>
            <a:chOff x="0" y="0"/>
            <a:chExt cx="1724" cy="341"/>
          </a:xfrm>
        </p:grpSpPr>
        <p:sp>
          <p:nvSpPr>
            <p:cNvPr id="443403" name="Text Box 11">
              <a:extLst>
                <a:ext uri="{FF2B5EF4-FFF2-40B4-BE49-F238E27FC236}">
                  <a16:creationId xmlns:a16="http://schemas.microsoft.com/office/drawing/2014/main" id="{3A853A2D-E98C-AC29-7CFC-62EDE0614921}"/>
                </a:ext>
              </a:extLst>
            </p:cNvPr>
            <p:cNvSpPr txBox="1">
              <a:spLocks noChangeArrowheads="1"/>
            </p:cNvSpPr>
            <p:nvPr/>
          </p:nvSpPr>
          <p:spPr bwMode="auto">
            <a:xfrm>
              <a:off x="0" y="0"/>
              <a:ext cx="80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800" b="1">
                  <a:solidFill>
                    <a:srgbClr val="007A77"/>
                  </a:solidFill>
                  <a:latin typeface="楷体_GB2312" pitchFamily="49" charset="-122"/>
                  <a:ea typeface="楷体_GB2312" pitchFamily="49" charset="-122"/>
                </a:rPr>
                <a:t>因而 </a:t>
              </a:r>
            </a:p>
          </p:txBody>
        </p:sp>
        <p:graphicFrame>
          <p:nvGraphicFramePr>
            <p:cNvPr id="443404" name="Object 12">
              <a:extLst>
                <a:ext uri="{FF2B5EF4-FFF2-40B4-BE49-F238E27FC236}">
                  <a16:creationId xmlns:a16="http://schemas.microsoft.com/office/drawing/2014/main" id="{90A68B81-CDED-3137-21DF-1386B56043A4}"/>
                </a:ext>
              </a:extLst>
            </p:cNvPr>
            <p:cNvGraphicFramePr>
              <a:graphicFrameLocks noChangeAspect="1"/>
            </p:cNvGraphicFramePr>
            <p:nvPr/>
          </p:nvGraphicFramePr>
          <p:xfrm>
            <a:off x="590" y="1"/>
            <a:ext cx="1134" cy="340"/>
          </p:xfrm>
          <a:graphic>
            <a:graphicData uri="http://schemas.openxmlformats.org/presentationml/2006/ole">
              <mc:AlternateContent xmlns:mc="http://schemas.openxmlformats.org/markup-compatibility/2006">
                <mc:Choice xmlns:v="urn:schemas-microsoft-com:vml" Requires="v">
                  <p:oleObj r:id="rId8" imgW="18135600" imgH="5562600" progId="Equation.3">
                    <p:embed/>
                  </p:oleObj>
                </mc:Choice>
                <mc:Fallback>
                  <p:oleObj r:id="rId8" imgW="18135600" imgH="5562600" progId="Equation.3">
                    <p:embed/>
                    <p:pic>
                      <p:nvPicPr>
                        <p:cNvPr id="443404" name="Object 12">
                          <a:extLst>
                            <a:ext uri="{FF2B5EF4-FFF2-40B4-BE49-F238E27FC236}">
                              <a16:creationId xmlns:a16="http://schemas.microsoft.com/office/drawing/2014/main" id="{90A68B81-CDED-3137-21DF-1386B56043A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0" y="1"/>
                          <a:ext cx="1134" cy="3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43405" name="Text Box 13">
            <a:extLst>
              <a:ext uri="{FF2B5EF4-FFF2-40B4-BE49-F238E27FC236}">
                <a16:creationId xmlns:a16="http://schemas.microsoft.com/office/drawing/2014/main" id="{796F323B-204C-8802-F08E-8B7C687580DE}"/>
              </a:ext>
            </a:extLst>
          </p:cNvPr>
          <p:cNvSpPr txBox="1">
            <a:spLocks noChangeArrowheads="1"/>
          </p:cNvSpPr>
          <p:nvPr/>
        </p:nvSpPr>
        <p:spPr bwMode="auto">
          <a:xfrm>
            <a:off x="1919288" y="4076700"/>
            <a:ext cx="3097212" cy="662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zh-CN" altLang="en-US" sz="2800" b="1">
                <a:solidFill>
                  <a:srgbClr val="007A77"/>
                </a:solidFill>
                <a:latin typeface="楷体_GB2312" pitchFamily="49" charset="-122"/>
                <a:ea typeface="楷体_GB2312" pitchFamily="49" charset="-122"/>
              </a:rPr>
              <a:t>应是小概率事件</a:t>
            </a:r>
            <a:r>
              <a:rPr lang="en-US" altLang="zh-CN" sz="2800" b="1">
                <a:solidFill>
                  <a:srgbClr val="007A77"/>
                </a:solidFill>
                <a:latin typeface="楷体_GB2312" pitchFamily="49" charset="-122"/>
                <a:ea typeface="楷体_GB2312" pitchFamily="49" charset="-122"/>
              </a:rPr>
              <a:t>.</a:t>
            </a:r>
          </a:p>
        </p:txBody>
      </p:sp>
      <p:grpSp>
        <p:nvGrpSpPr>
          <p:cNvPr id="443406" name="Group 14">
            <a:extLst>
              <a:ext uri="{FF2B5EF4-FFF2-40B4-BE49-F238E27FC236}">
                <a16:creationId xmlns:a16="http://schemas.microsoft.com/office/drawing/2014/main" id="{76E0D62A-3733-40BB-B7B1-98F4D0CCDB19}"/>
              </a:ext>
            </a:extLst>
          </p:cNvPr>
          <p:cNvGrpSpPr>
            <a:grpSpLocks/>
          </p:cNvGrpSpPr>
          <p:nvPr/>
        </p:nvGrpSpPr>
        <p:grpSpPr bwMode="auto">
          <a:xfrm>
            <a:off x="1990725" y="3157539"/>
            <a:ext cx="6770688" cy="1031875"/>
            <a:chOff x="0" y="0"/>
            <a:chExt cx="4265" cy="650"/>
          </a:xfrm>
        </p:grpSpPr>
        <p:graphicFrame>
          <p:nvGraphicFramePr>
            <p:cNvPr id="443407" name="Object 15">
              <a:extLst>
                <a:ext uri="{FF2B5EF4-FFF2-40B4-BE49-F238E27FC236}">
                  <a16:creationId xmlns:a16="http://schemas.microsoft.com/office/drawing/2014/main" id="{58C1F370-151D-32CF-A7C9-B7F72867A0B4}"/>
                </a:ext>
              </a:extLst>
            </p:cNvPr>
            <p:cNvGraphicFramePr>
              <a:graphicFrameLocks noChangeAspect="1"/>
            </p:cNvGraphicFramePr>
            <p:nvPr/>
          </p:nvGraphicFramePr>
          <p:xfrm>
            <a:off x="0" y="0"/>
            <a:ext cx="862" cy="650"/>
          </p:xfrm>
          <a:graphic>
            <a:graphicData uri="http://schemas.openxmlformats.org/presentationml/2006/ole">
              <mc:AlternateContent xmlns:mc="http://schemas.openxmlformats.org/markup-compatibility/2006">
                <mc:Choice xmlns:v="urn:schemas-microsoft-com:vml" Requires="v">
                  <p:oleObj r:id="rId10" imgW="13169900" imgH="11404600" progId="Equation.3">
                    <p:embed/>
                  </p:oleObj>
                </mc:Choice>
                <mc:Fallback>
                  <p:oleObj r:id="rId10" imgW="13169900" imgH="11404600" progId="Equation.3">
                    <p:embed/>
                    <p:pic>
                      <p:nvPicPr>
                        <p:cNvPr id="443407" name="Object 15">
                          <a:extLst>
                            <a:ext uri="{FF2B5EF4-FFF2-40B4-BE49-F238E27FC236}">
                              <a16:creationId xmlns:a16="http://schemas.microsoft.com/office/drawing/2014/main" id="{58C1F370-151D-32CF-A7C9-B7F72867A0B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862" cy="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3408" name="Text Box 16">
              <a:extLst>
                <a:ext uri="{FF2B5EF4-FFF2-40B4-BE49-F238E27FC236}">
                  <a16:creationId xmlns:a16="http://schemas.microsoft.com/office/drawing/2014/main" id="{88001785-EA74-A9C6-0836-BF6A4F10EEA1}"/>
                </a:ext>
              </a:extLst>
            </p:cNvPr>
            <p:cNvSpPr txBox="1">
              <a:spLocks noChangeArrowheads="1"/>
            </p:cNvSpPr>
            <p:nvPr/>
          </p:nvSpPr>
          <p:spPr bwMode="auto">
            <a:xfrm>
              <a:off x="817" y="126"/>
              <a:ext cx="344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应较</a:t>
              </a:r>
              <a:r>
                <a:rPr lang="zh-CN" altLang="en-US" sz="2800" b="1">
                  <a:solidFill>
                    <a:srgbClr val="007A77"/>
                  </a:solidFill>
                  <a:latin typeface="Times New Roman" panose="02020603050405020304" pitchFamily="18" charset="0"/>
                  <a:ea typeface="楷体_GB2312" pitchFamily="49" charset="-122"/>
                </a:rPr>
                <a:t>集中在零的周围</a:t>
              </a:r>
              <a:r>
                <a:rPr lang="en-US" altLang="zh-CN" sz="2800" b="1">
                  <a:solidFill>
                    <a:srgbClr val="007A77"/>
                  </a:solidFill>
                  <a:latin typeface="楷体_GB2312" pitchFamily="49" charset="-122"/>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即</a:t>
              </a:r>
            </a:p>
          </p:txBody>
        </p:sp>
      </p:grpSp>
      <p:grpSp>
        <p:nvGrpSpPr>
          <p:cNvPr id="443409" name="Group 17">
            <a:extLst>
              <a:ext uri="{FF2B5EF4-FFF2-40B4-BE49-F238E27FC236}">
                <a16:creationId xmlns:a16="http://schemas.microsoft.com/office/drawing/2014/main" id="{E4D170C6-4F04-242B-E586-CB12833C61E7}"/>
              </a:ext>
            </a:extLst>
          </p:cNvPr>
          <p:cNvGrpSpPr>
            <a:grpSpLocks/>
          </p:cNvGrpSpPr>
          <p:nvPr/>
        </p:nvGrpSpPr>
        <p:grpSpPr bwMode="auto">
          <a:xfrm>
            <a:off x="7248526" y="3141663"/>
            <a:ext cx="3635375" cy="976312"/>
            <a:chOff x="0" y="0"/>
            <a:chExt cx="2290" cy="615"/>
          </a:xfrm>
        </p:grpSpPr>
        <p:graphicFrame>
          <p:nvGraphicFramePr>
            <p:cNvPr id="443410" name="Object 18">
              <a:extLst>
                <a:ext uri="{FF2B5EF4-FFF2-40B4-BE49-F238E27FC236}">
                  <a16:creationId xmlns:a16="http://schemas.microsoft.com/office/drawing/2014/main" id="{68A389D3-4151-6B19-6642-E9D7CAD66EE8}"/>
                </a:ext>
              </a:extLst>
            </p:cNvPr>
            <p:cNvGraphicFramePr>
              <a:graphicFrameLocks noChangeAspect="1"/>
            </p:cNvGraphicFramePr>
            <p:nvPr/>
          </p:nvGraphicFramePr>
          <p:xfrm>
            <a:off x="0" y="0"/>
            <a:ext cx="816" cy="615"/>
          </p:xfrm>
          <a:graphic>
            <a:graphicData uri="http://schemas.openxmlformats.org/presentationml/2006/ole">
              <mc:AlternateContent xmlns:mc="http://schemas.openxmlformats.org/markup-compatibility/2006">
                <mc:Choice xmlns:v="urn:schemas-microsoft-com:vml" Requires="v">
                  <p:oleObj r:id="rId12" imgW="13169900" imgH="11404600" progId="Equation.3">
                    <p:embed/>
                  </p:oleObj>
                </mc:Choice>
                <mc:Fallback>
                  <p:oleObj r:id="rId12" imgW="13169900" imgH="11404600" progId="Equation.3">
                    <p:embed/>
                    <p:pic>
                      <p:nvPicPr>
                        <p:cNvPr id="443410" name="Object 18">
                          <a:extLst>
                            <a:ext uri="{FF2B5EF4-FFF2-40B4-BE49-F238E27FC236}">
                              <a16:creationId xmlns:a16="http://schemas.microsoft.com/office/drawing/2014/main" id="{68A389D3-4151-6B19-6642-E9D7CAD66EE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816" cy="6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3411" name="Rectangle 19">
              <a:extLst>
                <a:ext uri="{FF2B5EF4-FFF2-40B4-BE49-F238E27FC236}">
                  <a16:creationId xmlns:a16="http://schemas.microsoft.com/office/drawing/2014/main" id="{66B79C36-13BC-086E-1F69-3DA3AB086245}"/>
                </a:ext>
              </a:extLst>
            </p:cNvPr>
            <p:cNvSpPr>
              <a:spLocks noChangeArrowheads="1"/>
            </p:cNvSpPr>
            <p:nvPr/>
          </p:nvSpPr>
          <p:spPr bwMode="auto">
            <a:xfrm>
              <a:off x="816" y="136"/>
              <a:ext cx="147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取较大值</a:t>
              </a:r>
            </a:p>
          </p:txBody>
        </p:sp>
      </p:grpSp>
      <p:sp>
        <p:nvSpPr>
          <p:cNvPr id="443412" name="Rectangle 20">
            <a:extLst>
              <a:ext uri="{FF2B5EF4-FFF2-40B4-BE49-F238E27FC236}">
                <a16:creationId xmlns:a16="http://schemas.microsoft.com/office/drawing/2014/main" id="{22F83376-862D-0585-1C12-D467865F553F}"/>
              </a:ext>
            </a:extLst>
          </p:cNvPr>
          <p:cNvSpPr>
            <a:spLocks noChangeArrowheads="1"/>
          </p:cNvSpPr>
          <p:nvPr/>
        </p:nvSpPr>
        <p:spPr bwMode="auto">
          <a:xfrm>
            <a:off x="8472489" y="2276476"/>
            <a:ext cx="19700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标准化后，</a:t>
            </a:r>
          </a:p>
        </p:txBody>
      </p:sp>
      <p:grpSp>
        <p:nvGrpSpPr>
          <p:cNvPr id="443413" name="Group 21">
            <a:extLst>
              <a:ext uri="{FF2B5EF4-FFF2-40B4-BE49-F238E27FC236}">
                <a16:creationId xmlns:a16="http://schemas.microsoft.com/office/drawing/2014/main" id="{A17D7585-F9CC-03CA-4886-9F05000E4A21}"/>
              </a:ext>
            </a:extLst>
          </p:cNvPr>
          <p:cNvGrpSpPr>
            <a:grpSpLocks/>
          </p:cNvGrpSpPr>
          <p:nvPr/>
        </p:nvGrpSpPr>
        <p:grpSpPr bwMode="auto">
          <a:xfrm>
            <a:off x="4800601" y="2276475"/>
            <a:ext cx="3565525" cy="523876"/>
            <a:chOff x="0" y="0"/>
            <a:chExt cx="2246" cy="330"/>
          </a:xfrm>
        </p:grpSpPr>
        <p:sp>
          <p:nvSpPr>
            <p:cNvPr id="443414" name="Text Box 22">
              <a:extLst>
                <a:ext uri="{FF2B5EF4-FFF2-40B4-BE49-F238E27FC236}">
                  <a16:creationId xmlns:a16="http://schemas.microsoft.com/office/drawing/2014/main" id="{1D606A01-08F4-6B46-4599-9BE71F3061F3}"/>
                </a:ext>
              </a:extLst>
            </p:cNvPr>
            <p:cNvSpPr txBox="1">
              <a:spLocks noChangeArrowheads="1"/>
            </p:cNvSpPr>
            <p:nvPr/>
          </p:nvSpPr>
          <p:spPr bwMode="auto">
            <a:xfrm>
              <a:off x="0" y="0"/>
              <a:ext cx="224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2800" b="1">
                  <a:solidFill>
                    <a:srgbClr val="007A77"/>
                  </a:solidFill>
                  <a:latin typeface="楷体_GB2312" pitchFamily="49" charset="-122"/>
                  <a:ea typeface="楷体_GB2312" pitchFamily="49" charset="-122"/>
                </a:rPr>
                <a:t>   </a:t>
              </a:r>
              <a:r>
                <a:rPr lang="zh-CN" altLang="en-US" sz="2800" b="1">
                  <a:solidFill>
                    <a:srgbClr val="007A77"/>
                  </a:solidFill>
                  <a:latin typeface="楷体_GB2312" pitchFamily="49" charset="-122"/>
                  <a:ea typeface="楷体_GB2312" pitchFamily="49" charset="-122"/>
                </a:rPr>
                <a:t>偏离</a:t>
              </a:r>
              <a:r>
                <a:rPr lang="en-US" altLang="zh-CN" sz="2800" b="1">
                  <a:solidFill>
                    <a:srgbClr val="007A77"/>
                  </a:solidFill>
                  <a:latin typeface="楷体_GB2312" pitchFamily="49" charset="-122"/>
                  <a:ea typeface="楷体_GB2312" pitchFamily="49" charset="-122"/>
                  <a:sym typeface="Symbol" pitchFamily="2" charset="2"/>
                </a:rPr>
                <a:t>68</a:t>
              </a:r>
              <a:r>
                <a:rPr lang="zh-CN" altLang="en-US" sz="2800" b="1">
                  <a:solidFill>
                    <a:srgbClr val="007A77"/>
                  </a:solidFill>
                  <a:latin typeface="楷体_GB2312" pitchFamily="49" charset="-122"/>
                  <a:ea typeface="楷体_GB2312" pitchFamily="49" charset="-122"/>
                  <a:sym typeface="Symbol" pitchFamily="2" charset="2"/>
                </a:rPr>
                <a:t>不应该太远</a:t>
              </a:r>
              <a:r>
                <a:rPr lang="en-US" altLang="zh-CN" sz="2800" b="1">
                  <a:solidFill>
                    <a:srgbClr val="007A77"/>
                  </a:solidFill>
                  <a:latin typeface="楷体_GB2312" pitchFamily="49" charset="-122"/>
                  <a:ea typeface="楷体_GB2312" pitchFamily="49" charset="-122"/>
                  <a:sym typeface="Symbol" pitchFamily="2" charset="2"/>
                </a:rPr>
                <a:t>,</a:t>
              </a:r>
            </a:p>
          </p:txBody>
        </p:sp>
        <p:graphicFrame>
          <p:nvGraphicFramePr>
            <p:cNvPr id="443415" name="Object 23">
              <a:extLst>
                <a:ext uri="{FF2B5EF4-FFF2-40B4-BE49-F238E27FC236}">
                  <a16:creationId xmlns:a16="http://schemas.microsoft.com/office/drawing/2014/main" id="{DA1D5189-3875-FF5E-2DF8-3F2E5522A758}"/>
                </a:ext>
              </a:extLst>
            </p:cNvPr>
            <p:cNvGraphicFramePr>
              <a:graphicFrameLocks noChangeAspect="1"/>
            </p:cNvGraphicFramePr>
            <p:nvPr/>
          </p:nvGraphicFramePr>
          <p:xfrm>
            <a:off x="91" y="0"/>
            <a:ext cx="276" cy="304"/>
          </p:xfrm>
          <a:graphic>
            <a:graphicData uri="http://schemas.openxmlformats.org/presentationml/2006/ole">
              <mc:AlternateContent xmlns:mc="http://schemas.openxmlformats.org/markup-compatibility/2006">
                <mc:Choice xmlns:v="urn:schemas-microsoft-com:vml" Requires="v">
                  <p:oleObj r:id="rId13" imgW="4102100" imgH="4686300" progId="Equation.3">
                    <p:embed/>
                  </p:oleObj>
                </mc:Choice>
                <mc:Fallback>
                  <p:oleObj r:id="rId13" imgW="4102100" imgH="4686300" progId="Equation.3">
                    <p:embed/>
                    <p:pic>
                      <p:nvPicPr>
                        <p:cNvPr id="443415" name="Object 23">
                          <a:extLst>
                            <a:ext uri="{FF2B5EF4-FFF2-40B4-BE49-F238E27FC236}">
                              <a16:creationId xmlns:a16="http://schemas.microsoft.com/office/drawing/2014/main" id="{DA1D5189-3875-FF5E-2DF8-3F2E5522A75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1" y="0"/>
                          <a:ext cx="276"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43416" name="Rectangle 24">
            <a:extLst>
              <a:ext uri="{FF2B5EF4-FFF2-40B4-BE49-F238E27FC236}">
                <a16:creationId xmlns:a16="http://schemas.microsoft.com/office/drawing/2014/main" id="{1D8D861D-AEB4-61E2-0C2A-9942CC23BABA}"/>
              </a:ext>
            </a:extLst>
          </p:cNvPr>
          <p:cNvSpPr>
            <a:spLocks noChangeArrowheads="1"/>
          </p:cNvSpPr>
          <p:nvPr/>
        </p:nvSpPr>
        <p:spPr bwMode="auto">
          <a:xfrm>
            <a:off x="2135189" y="5445125"/>
            <a:ext cx="2082621" cy="662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150000"/>
              </a:lnSpc>
              <a:spcBef>
                <a:spcPct val="0"/>
              </a:spcBef>
              <a:spcAft>
                <a:spcPct val="0"/>
              </a:spcAft>
            </a:pPr>
            <a:r>
              <a:rPr lang="zh-CN" altLang="en-US" sz="2800" b="1">
                <a:solidFill>
                  <a:srgbClr val="007A77"/>
                </a:solidFill>
                <a:latin typeface="楷体_GB2312" pitchFamily="49" charset="-122"/>
                <a:ea typeface="楷体_GB2312" pitchFamily="49" charset="-122"/>
              </a:rPr>
              <a:t>乎不发生的</a:t>
            </a:r>
            <a:r>
              <a:rPr lang="en-US" altLang="zh-CN" sz="2800" b="1">
                <a:solidFill>
                  <a:srgbClr val="007A77"/>
                </a:solidFill>
                <a:latin typeface="楷体_GB2312" pitchFamily="49" charset="-122"/>
                <a:ea typeface="楷体_GB2312" pitchFamily="49" charset="-122"/>
              </a:rPr>
              <a:t>.</a:t>
            </a:r>
          </a:p>
        </p:txBody>
      </p:sp>
      <p:sp>
        <p:nvSpPr>
          <p:cNvPr id="443417" name="Rectangle 25">
            <a:extLst>
              <a:ext uri="{FF2B5EF4-FFF2-40B4-BE49-F238E27FC236}">
                <a16:creationId xmlns:a16="http://schemas.microsoft.com/office/drawing/2014/main" id="{1D68D1F7-9ACC-4047-2A47-E1672CF2B8FB}"/>
              </a:ext>
            </a:extLst>
          </p:cNvPr>
          <p:cNvSpPr>
            <a:spLocks noChangeArrowheads="1"/>
          </p:cNvSpPr>
          <p:nvPr/>
        </p:nvSpPr>
        <p:spPr bwMode="auto">
          <a:xfrm>
            <a:off x="2495551" y="4724400"/>
            <a:ext cx="8532813" cy="662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zh-CN" altLang="en-US" sz="2800" b="1">
                <a:solidFill>
                  <a:srgbClr val="007A77"/>
                </a:solidFill>
                <a:latin typeface="楷体_GB2312" pitchFamily="49" charset="-122"/>
                <a:ea typeface="楷体_GB2312" pitchFamily="49" charset="-122"/>
              </a:rPr>
              <a:t>根据小概率原理，小概率事件在一次试验中是几</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3394"/>
                                        </p:tgtEl>
                                        <p:attrNameLst>
                                          <p:attrName>style.visibility</p:attrName>
                                        </p:attrNameLst>
                                      </p:cBhvr>
                                      <p:to>
                                        <p:strVal val="visible"/>
                                      </p:to>
                                    </p:set>
                                    <p:animEffect transition="in" filter="wipe(left)">
                                      <p:cBhvr>
                                        <p:cTn id="7" dur="1000"/>
                                        <p:tgtEl>
                                          <p:spTgt spid="4433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43397"/>
                                        </p:tgtEl>
                                        <p:attrNameLst>
                                          <p:attrName>style.visibility</p:attrName>
                                        </p:attrNameLst>
                                      </p:cBhvr>
                                      <p:to>
                                        <p:strVal val="visible"/>
                                      </p:to>
                                    </p:set>
                                    <p:animEffect transition="in" filter="wipe(left)">
                                      <p:cBhvr>
                                        <p:cTn id="12" dur="1000"/>
                                        <p:tgtEl>
                                          <p:spTgt spid="4433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43400"/>
                                        </p:tgtEl>
                                        <p:attrNameLst>
                                          <p:attrName>style.visibility</p:attrName>
                                        </p:attrNameLst>
                                      </p:cBhvr>
                                      <p:to>
                                        <p:strVal val="visible"/>
                                      </p:to>
                                    </p:set>
                                    <p:animEffect transition="in" filter="wipe(left)">
                                      <p:cBhvr>
                                        <p:cTn id="17" dur="1000"/>
                                        <p:tgtEl>
                                          <p:spTgt spid="443400"/>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43401"/>
                                        </p:tgtEl>
                                        <p:attrNameLst>
                                          <p:attrName>style.visibility</p:attrName>
                                        </p:attrNameLst>
                                      </p:cBhvr>
                                      <p:to>
                                        <p:strVal val="visible"/>
                                      </p:to>
                                    </p:set>
                                    <p:animEffect transition="in" filter="wipe(left)">
                                      <p:cBhvr>
                                        <p:cTn id="21" dur="500"/>
                                        <p:tgtEl>
                                          <p:spTgt spid="44340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43402"/>
                                        </p:tgtEl>
                                        <p:attrNameLst>
                                          <p:attrName>style.visibility</p:attrName>
                                        </p:attrNameLst>
                                      </p:cBhvr>
                                      <p:to>
                                        <p:strVal val="visible"/>
                                      </p:to>
                                    </p:set>
                                    <p:animEffect transition="in" filter="wipe(left)">
                                      <p:cBhvr>
                                        <p:cTn id="26" dur="1000"/>
                                        <p:tgtEl>
                                          <p:spTgt spid="44340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43413"/>
                                        </p:tgtEl>
                                        <p:attrNameLst>
                                          <p:attrName>style.visibility</p:attrName>
                                        </p:attrNameLst>
                                      </p:cBhvr>
                                      <p:to>
                                        <p:strVal val="visible"/>
                                      </p:to>
                                    </p:set>
                                    <p:animEffect transition="in" filter="wipe(left)">
                                      <p:cBhvr>
                                        <p:cTn id="31" dur="1000"/>
                                        <p:tgtEl>
                                          <p:spTgt spid="44341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43412"/>
                                        </p:tgtEl>
                                        <p:attrNameLst>
                                          <p:attrName>style.visibility</p:attrName>
                                        </p:attrNameLst>
                                      </p:cBhvr>
                                      <p:to>
                                        <p:strVal val="visible"/>
                                      </p:to>
                                    </p:set>
                                    <p:animEffect transition="in" filter="wipe(left)">
                                      <p:cBhvr>
                                        <p:cTn id="36" dur="1000"/>
                                        <p:tgtEl>
                                          <p:spTgt spid="443412"/>
                                        </p:tgtEl>
                                      </p:cBhvr>
                                    </p:animEffect>
                                  </p:childTnLst>
                                </p:cTn>
                              </p:par>
                            </p:childTnLst>
                          </p:cTn>
                        </p:par>
                        <p:par>
                          <p:cTn id="37" fill="hold" nodeType="afterGroup">
                            <p:stCondLst>
                              <p:cond delay="1000"/>
                            </p:stCondLst>
                            <p:childTnLst>
                              <p:par>
                                <p:cTn id="38" presetID="22" presetClass="entr" presetSubtype="8" fill="hold" nodeType="afterEffect">
                                  <p:stCondLst>
                                    <p:cond delay="0"/>
                                  </p:stCondLst>
                                  <p:childTnLst>
                                    <p:set>
                                      <p:cBhvr>
                                        <p:cTn id="39" dur="1" fill="hold">
                                          <p:stCondLst>
                                            <p:cond delay="0"/>
                                          </p:stCondLst>
                                        </p:cTn>
                                        <p:tgtEl>
                                          <p:spTgt spid="443406"/>
                                        </p:tgtEl>
                                        <p:attrNameLst>
                                          <p:attrName>style.visibility</p:attrName>
                                        </p:attrNameLst>
                                      </p:cBhvr>
                                      <p:to>
                                        <p:strVal val="visible"/>
                                      </p:to>
                                    </p:set>
                                    <p:animEffect transition="in" filter="wipe(left)">
                                      <p:cBhvr>
                                        <p:cTn id="40" dur="1000"/>
                                        <p:tgtEl>
                                          <p:spTgt spid="44340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443409"/>
                                        </p:tgtEl>
                                        <p:attrNameLst>
                                          <p:attrName>style.visibility</p:attrName>
                                        </p:attrNameLst>
                                      </p:cBhvr>
                                      <p:to>
                                        <p:strVal val="visible"/>
                                      </p:to>
                                    </p:set>
                                    <p:animEffect transition="in" filter="wipe(left)">
                                      <p:cBhvr>
                                        <p:cTn id="45" dur="1000"/>
                                        <p:tgtEl>
                                          <p:spTgt spid="443409"/>
                                        </p:tgtEl>
                                      </p:cBhvr>
                                    </p:animEffect>
                                  </p:childTnLst>
                                </p:cTn>
                              </p:par>
                            </p:childTnLst>
                          </p:cTn>
                        </p:par>
                        <p:par>
                          <p:cTn id="46" fill="hold" nodeType="afterGroup">
                            <p:stCondLst>
                              <p:cond delay="1000"/>
                            </p:stCondLst>
                            <p:childTnLst>
                              <p:par>
                                <p:cTn id="47" presetID="22" presetClass="entr" presetSubtype="8" fill="hold" nodeType="afterEffect">
                                  <p:stCondLst>
                                    <p:cond delay="0"/>
                                  </p:stCondLst>
                                  <p:childTnLst>
                                    <p:set>
                                      <p:cBhvr>
                                        <p:cTn id="48" dur="1" fill="hold">
                                          <p:stCondLst>
                                            <p:cond delay="0"/>
                                          </p:stCondLst>
                                        </p:cTn>
                                        <p:tgtEl>
                                          <p:spTgt spid="443405"/>
                                        </p:tgtEl>
                                        <p:attrNameLst>
                                          <p:attrName>style.visibility</p:attrName>
                                        </p:attrNameLst>
                                      </p:cBhvr>
                                      <p:to>
                                        <p:strVal val="visible"/>
                                      </p:to>
                                    </p:set>
                                    <p:animEffect transition="in" filter="wipe(left)">
                                      <p:cBhvr>
                                        <p:cTn id="49" dur="1000"/>
                                        <p:tgtEl>
                                          <p:spTgt spid="44340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443417"/>
                                        </p:tgtEl>
                                        <p:attrNameLst>
                                          <p:attrName>style.visibility</p:attrName>
                                        </p:attrNameLst>
                                      </p:cBhvr>
                                      <p:to>
                                        <p:strVal val="visible"/>
                                      </p:to>
                                    </p:set>
                                    <p:animEffect transition="in" filter="wipe(left)">
                                      <p:cBhvr>
                                        <p:cTn id="54" dur="1000"/>
                                        <p:tgtEl>
                                          <p:spTgt spid="443417"/>
                                        </p:tgtEl>
                                      </p:cBhvr>
                                    </p:animEffect>
                                  </p:childTnLst>
                                </p:cTn>
                              </p:par>
                            </p:childTnLst>
                          </p:cTn>
                        </p:par>
                        <p:par>
                          <p:cTn id="55" fill="hold" nodeType="afterGroup">
                            <p:stCondLst>
                              <p:cond delay="1000"/>
                            </p:stCondLst>
                            <p:childTnLst>
                              <p:par>
                                <p:cTn id="56" presetID="22" presetClass="entr" presetSubtype="8" fill="hold" nodeType="afterEffect">
                                  <p:stCondLst>
                                    <p:cond delay="0"/>
                                  </p:stCondLst>
                                  <p:childTnLst>
                                    <p:set>
                                      <p:cBhvr>
                                        <p:cTn id="57" dur="1" fill="hold">
                                          <p:stCondLst>
                                            <p:cond delay="0"/>
                                          </p:stCondLst>
                                        </p:cTn>
                                        <p:tgtEl>
                                          <p:spTgt spid="443416"/>
                                        </p:tgtEl>
                                        <p:attrNameLst>
                                          <p:attrName>style.visibility</p:attrName>
                                        </p:attrNameLst>
                                      </p:cBhvr>
                                      <p:to>
                                        <p:strVal val="visible"/>
                                      </p:to>
                                    </p:set>
                                    <p:animEffect transition="in" filter="wipe(left)">
                                      <p:cBhvr>
                                        <p:cTn id="58" dur="1000"/>
                                        <p:tgtEl>
                                          <p:spTgt spid="443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400" grpId="0" autoUpdateAnimBg="0"/>
      <p:bldP spid="443405" grpId="0" autoUpdateAnimBg="0"/>
      <p:bldP spid="443412" grpId="0" autoUpdateAnimBg="0"/>
      <p:bldP spid="443416" grpId="0" autoUpdateAnimBg="0"/>
      <p:bldP spid="443417"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Text Box 2">
            <a:extLst>
              <a:ext uri="{FF2B5EF4-FFF2-40B4-BE49-F238E27FC236}">
                <a16:creationId xmlns:a16="http://schemas.microsoft.com/office/drawing/2014/main" id="{D939401D-7C20-EAC2-9567-FBD145E0FFDF}"/>
              </a:ext>
            </a:extLst>
          </p:cNvPr>
          <p:cNvSpPr txBox="1">
            <a:spLocks noChangeArrowheads="1"/>
          </p:cNvSpPr>
          <p:nvPr/>
        </p:nvSpPr>
        <p:spPr bwMode="auto">
          <a:xfrm>
            <a:off x="1703388" y="404814"/>
            <a:ext cx="9144000"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CN" altLang="en-US" sz="2800" b="1">
                <a:solidFill>
                  <a:srgbClr val="007A77"/>
                </a:solidFill>
                <a:latin typeface="楷体_GB2312" pitchFamily="49" charset="-122"/>
                <a:ea typeface="楷体_GB2312" pitchFamily="49" charset="-122"/>
              </a:rPr>
              <a:t>   那么，概率小到什么程度才能算作</a:t>
            </a:r>
            <a:r>
              <a:rPr lang="en-CN" altLang="en-US" sz="2800" b="1">
                <a:solidFill>
                  <a:srgbClr val="007A77"/>
                </a:solidFill>
                <a:latin typeface="Times New Roman" panose="02020603050405020304" pitchFamily="18" charset="0"/>
                <a:ea typeface="楷体_GB2312" pitchFamily="49" charset="-122"/>
              </a:rPr>
              <a:t>“</a:t>
            </a:r>
            <a:r>
              <a:rPr lang="en-CN" altLang="en-US" sz="2800" b="1">
                <a:solidFill>
                  <a:srgbClr val="007A77"/>
                </a:solidFill>
                <a:latin typeface="楷体_GB2312" pitchFamily="49" charset="-122"/>
                <a:ea typeface="楷体_GB2312" pitchFamily="49" charset="-122"/>
              </a:rPr>
              <a:t>小概率事件</a:t>
            </a:r>
            <a:r>
              <a:rPr lang="en-CN" altLang="en-US" sz="2800" b="1">
                <a:solidFill>
                  <a:srgbClr val="007A77"/>
                </a:solidFill>
                <a:latin typeface="Times New Roman" panose="02020603050405020304" pitchFamily="18" charset="0"/>
                <a:ea typeface="楷体_GB2312" pitchFamily="49" charset="-122"/>
              </a:rPr>
              <a:t>”</a:t>
            </a:r>
            <a:r>
              <a:rPr lang="en-CN" altLang="en-US" sz="2800" b="1">
                <a:solidFill>
                  <a:srgbClr val="007A77"/>
                </a:solidFill>
                <a:latin typeface="楷体_GB2312" pitchFamily="49" charset="-122"/>
                <a:ea typeface="楷体_GB2312" pitchFamily="49" charset="-122"/>
              </a:rPr>
              <a:t>呢？</a:t>
            </a:r>
            <a:endParaRPr lang="el-GR" altLang="en-US" sz="2800" b="1">
              <a:solidFill>
                <a:srgbClr val="007A77"/>
              </a:solidFill>
              <a:latin typeface="Times New Roman" panose="02020603050405020304" pitchFamily="18" charset="0"/>
              <a:ea typeface="楷体_GB2312" pitchFamily="49" charset="-122"/>
            </a:endParaRPr>
          </a:p>
        </p:txBody>
      </p:sp>
      <p:sp>
        <p:nvSpPr>
          <p:cNvPr id="444419" name="Rectangle 3">
            <a:extLst>
              <a:ext uri="{FF2B5EF4-FFF2-40B4-BE49-F238E27FC236}">
                <a16:creationId xmlns:a16="http://schemas.microsoft.com/office/drawing/2014/main" id="{4B8490B2-CF6C-2ED2-B6B1-B34080DAA1D2}"/>
              </a:ext>
            </a:extLst>
          </p:cNvPr>
          <p:cNvSpPr>
            <a:spLocks noChangeArrowheads="1"/>
          </p:cNvSpPr>
          <p:nvPr/>
        </p:nvSpPr>
        <p:spPr bwMode="auto">
          <a:xfrm>
            <a:off x="1524001" y="1052514"/>
            <a:ext cx="7205819"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150000"/>
              </a:lnSpc>
              <a:spcBef>
                <a:spcPct val="0"/>
              </a:spcBef>
              <a:spcAft>
                <a:spcPct val="0"/>
              </a:spcAft>
            </a:pPr>
            <a:r>
              <a:rPr lang="en-CN" altLang="en-US" sz="2800" b="1">
                <a:solidFill>
                  <a:srgbClr val="007A77"/>
                </a:solidFill>
                <a:latin typeface="楷体_GB2312" pitchFamily="49" charset="-122"/>
                <a:ea typeface="楷体_GB2312" pitchFamily="49" charset="-122"/>
              </a:rPr>
              <a:t>此小概率记为</a:t>
            </a:r>
            <a:r>
              <a:rPr lang="el-GR" altLang="en-US"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rPr>
              <a:t>α</a:t>
            </a:r>
            <a:r>
              <a:rPr lang="en-CN" altLang="en-US" sz="2800" b="1">
                <a:solidFill>
                  <a:srgbClr val="007A77"/>
                </a:solidFill>
                <a:latin typeface="Times New Roman" panose="02020603050405020304" pitchFamily="18" charset="0"/>
                <a:ea typeface="楷体_GB2312" pitchFamily="49" charset="-122"/>
              </a:rPr>
              <a:t>，一般取为0.1，0.05，0.01等.</a:t>
            </a:r>
            <a:endParaRPr lang="el-GR" altLang="en-US" sz="2800" b="1">
              <a:solidFill>
                <a:srgbClr val="007A77"/>
              </a:solidFill>
              <a:latin typeface="Times New Roman" panose="02020603050405020304" pitchFamily="18" charset="0"/>
              <a:ea typeface="楷体_GB2312" pitchFamily="49" charset="-122"/>
            </a:endParaRPr>
          </a:p>
        </p:txBody>
      </p:sp>
      <p:sp>
        <p:nvSpPr>
          <p:cNvPr id="444420" name="Rectangle 4">
            <a:extLst>
              <a:ext uri="{FF2B5EF4-FFF2-40B4-BE49-F238E27FC236}">
                <a16:creationId xmlns:a16="http://schemas.microsoft.com/office/drawing/2014/main" id="{3AADFBBD-85B2-130D-03F5-374097734613}"/>
              </a:ext>
            </a:extLst>
          </p:cNvPr>
          <p:cNvSpPr>
            <a:spLocks noChangeArrowheads="1"/>
          </p:cNvSpPr>
          <p:nvPr/>
        </p:nvSpPr>
        <p:spPr bwMode="auto">
          <a:xfrm>
            <a:off x="1774826" y="1844676"/>
            <a:ext cx="50085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CN" altLang="en-US" sz="2800" b="1">
                <a:solidFill>
                  <a:srgbClr val="007A77"/>
                </a:solidFill>
                <a:latin typeface="楷体_GB2312" pitchFamily="49" charset="-122"/>
                <a:ea typeface="楷体_GB2312" pitchFamily="49" charset="-122"/>
                <a:sym typeface="Math4" pitchFamily="2" charset="2"/>
              </a:rPr>
              <a:t>为此,可以确定一个常数</a:t>
            </a:r>
            <a:r>
              <a:rPr lang="en-CN" altLang="en-US" sz="2800" b="1" i="1">
                <a:solidFill>
                  <a:srgbClr val="007A77"/>
                </a:solidFill>
                <a:latin typeface="楷体_GB2312" pitchFamily="49" charset="-122"/>
                <a:ea typeface="楷体_GB2312" pitchFamily="49" charset="-122"/>
                <a:sym typeface="Math4" pitchFamily="2" charset="2"/>
              </a:rPr>
              <a:t>c </a:t>
            </a:r>
            <a:r>
              <a:rPr lang="zh-CN" altLang="en-US" sz="2800" b="1">
                <a:solidFill>
                  <a:srgbClr val="007A77"/>
                </a:solidFill>
                <a:latin typeface="楷体_GB2312" pitchFamily="49" charset="-122"/>
                <a:ea typeface="楷体_GB2312" pitchFamily="49" charset="-122"/>
                <a:sym typeface="Math4" pitchFamily="2" charset="2"/>
              </a:rPr>
              <a:t>使得</a:t>
            </a:r>
            <a:endParaRPr lang="en-CN" altLang="en-US" sz="2800" b="1">
              <a:solidFill>
                <a:srgbClr val="007A77"/>
              </a:solidFill>
              <a:latin typeface="楷体_GB2312" pitchFamily="49" charset="-122"/>
              <a:ea typeface="楷体_GB2312" pitchFamily="49" charset="-122"/>
              <a:sym typeface="Math4" pitchFamily="2" charset="2"/>
            </a:endParaRPr>
          </a:p>
        </p:txBody>
      </p:sp>
      <p:graphicFrame>
        <p:nvGraphicFramePr>
          <p:cNvPr id="444421" name="Object 5">
            <a:extLst>
              <a:ext uri="{FF2B5EF4-FFF2-40B4-BE49-F238E27FC236}">
                <a16:creationId xmlns:a16="http://schemas.microsoft.com/office/drawing/2014/main" id="{13A7C90D-E8F3-D46D-D6FE-45903BB03A5B}"/>
              </a:ext>
            </a:extLst>
          </p:cNvPr>
          <p:cNvGraphicFramePr>
            <a:graphicFrameLocks noChangeAspect="1"/>
          </p:cNvGraphicFramePr>
          <p:nvPr/>
        </p:nvGraphicFramePr>
        <p:xfrm>
          <a:off x="2640013" y="5516564"/>
          <a:ext cx="2184400" cy="985837"/>
        </p:xfrm>
        <a:graphic>
          <a:graphicData uri="http://schemas.openxmlformats.org/presentationml/2006/ole">
            <mc:AlternateContent xmlns:mc="http://schemas.openxmlformats.org/markup-compatibility/2006">
              <mc:Choice xmlns:v="urn:schemas-microsoft-com:vml" Requires="v">
                <p:oleObj r:id="rId2" imgW="29260800" imgH="11404600" progId="Equation.3">
                  <p:embed/>
                </p:oleObj>
              </mc:Choice>
              <mc:Fallback>
                <p:oleObj r:id="rId2" imgW="29260800" imgH="11404600" progId="Equation.3">
                  <p:embed/>
                  <p:pic>
                    <p:nvPicPr>
                      <p:cNvPr id="444421" name="Object 5">
                        <a:extLst>
                          <a:ext uri="{FF2B5EF4-FFF2-40B4-BE49-F238E27FC236}">
                            <a16:creationId xmlns:a16="http://schemas.microsoft.com/office/drawing/2014/main" id="{13A7C90D-E8F3-D46D-D6FE-45903BB03A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0013" y="5516564"/>
                        <a:ext cx="2184400" cy="985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44422" name="Group 6">
            <a:extLst>
              <a:ext uri="{FF2B5EF4-FFF2-40B4-BE49-F238E27FC236}">
                <a16:creationId xmlns:a16="http://schemas.microsoft.com/office/drawing/2014/main" id="{DE133DD9-EE52-F9AE-ED24-B3650BA3511F}"/>
              </a:ext>
            </a:extLst>
          </p:cNvPr>
          <p:cNvGrpSpPr>
            <a:grpSpLocks/>
          </p:cNvGrpSpPr>
          <p:nvPr/>
        </p:nvGrpSpPr>
        <p:grpSpPr bwMode="auto">
          <a:xfrm>
            <a:off x="1847851" y="2420939"/>
            <a:ext cx="4308475" cy="1031875"/>
            <a:chOff x="0" y="0"/>
            <a:chExt cx="2714" cy="650"/>
          </a:xfrm>
        </p:grpSpPr>
        <p:sp>
          <p:nvSpPr>
            <p:cNvPr id="444423" name="Text Box 7">
              <a:extLst>
                <a:ext uri="{FF2B5EF4-FFF2-40B4-BE49-F238E27FC236}">
                  <a16:creationId xmlns:a16="http://schemas.microsoft.com/office/drawing/2014/main" id="{5FBFC875-C4ED-0058-79A4-293333E0D292}"/>
                </a:ext>
              </a:extLst>
            </p:cNvPr>
            <p:cNvSpPr txBox="1">
              <a:spLocks noChangeArrowheads="1"/>
            </p:cNvSpPr>
            <p:nvPr/>
          </p:nvSpPr>
          <p:spPr bwMode="auto">
            <a:xfrm>
              <a:off x="0" y="136"/>
              <a:ext cx="16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然后，计算</a:t>
              </a:r>
            </a:p>
          </p:txBody>
        </p:sp>
        <p:graphicFrame>
          <p:nvGraphicFramePr>
            <p:cNvPr id="444424" name="Object 8">
              <a:extLst>
                <a:ext uri="{FF2B5EF4-FFF2-40B4-BE49-F238E27FC236}">
                  <a16:creationId xmlns:a16="http://schemas.microsoft.com/office/drawing/2014/main" id="{C1261E37-9D21-70F8-4424-5A6BBFB8820A}"/>
                </a:ext>
              </a:extLst>
            </p:cNvPr>
            <p:cNvGraphicFramePr>
              <a:graphicFrameLocks noChangeAspect="1"/>
            </p:cNvGraphicFramePr>
            <p:nvPr/>
          </p:nvGraphicFramePr>
          <p:xfrm>
            <a:off x="1315" y="0"/>
            <a:ext cx="1399" cy="650"/>
          </p:xfrm>
          <a:graphic>
            <a:graphicData uri="http://schemas.openxmlformats.org/presentationml/2006/ole">
              <mc:AlternateContent xmlns:mc="http://schemas.openxmlformats.org/markup-compatibility/2006">
                <mc:Choice xmlns:v="urn:schemas-microsoft-com:vml" Requires="v">
                  <p:oleObj r:id="rId4" imgW="21361400" imgH="11404600" progId="Equation.3">
                    <p:embed/>
                  </p:oleObj>
                </mc:Choice>
                <mc:Fallback>
                  <p:oleObj r:id="rId4" imgW="21361400" imgH="11404600" progId="Equation.3">
                    <p:embed/>
                    <p:pic>
                      <p:nvPicPr>
                        <p:cNvPr id="444424" name="Object 8">
                          <a:extLst>
                            <a:ext uri="{FF2B5EF4-FFF2-40B4-BE49-F238E27FC236}">
                              <a16:creationId xmlns:a16="http://schemas.microsoft.com/office/drawing/2014/main" id="{C1261E37-9D21-70F8-4424-5A6BBFB882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5" y="0"/>
                          <a:ext cx="1399" cy="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44425" name="Group 9">
            <a:extLst>
              <a:ext uri="{FF2B5EF4-FFF2-40B4-BE49-F238E27FC236}">
                <a16:creationId xmlns:a16="http://schemas.microsoft.com/office/drawing/2014/main" id="{D8C76533-C542-A855-927C-6E90401BE85F}"/>
              </a:ext>
            </a:extLst>
          </p:cNvPr>
          <p:cNvGrpSpPr>
            <a:grpSpLocks/>
          </p:cNvGrpSpPr>
          <p:nvPr/>
        </p:nvGrpSpPr>
        <p:grpSpPr bwMode="auto">
          <a:xfrm>
            <a:off x="1847850" y="3573463"/>
            <a:ext cx="1765300" cy="519112"/>
            <a:chOff x="0" y="0"/>
            <a:chExt cx="1112" cy="327"/>
          </a:xfrm>
        </p:grpSpPr>
        <p:graphicFrame>
          <p:nvGraphicFramePr>
            <p:cNvPr id="444426" name="Object 10">
              <a:extLst>
                <a:ext uri="{FF2B5EF4-FFF2-40B4-BE49-F238E27FC236}">
                  <a16:creationId xmlns:a16="http://schemas.microsoft.com/office/drawing/2014/main" id="{F0F53925-B3DB-5976-3AF1-52CB704E0354}"/>
                </a:ext>
              </a:extLst>
            </p:cNvPr>
            <p:cNvGraphicFramePr>
              <a:graphicFrameLocks noChangeAspect="1"/>
            </p:cNvGraphicFramePr>
            <p:nvPr/>
          </p:nvGraphicFramePr>
          <p:xfrm>
            <a:off x="363" y="0"/>
            <a:ext cx="749" cy="316"/>
          </p:xfrm>
          <a:graphic>
            <a:graphicData uri="http://schemas.openxmlformats.org/presentationml/2006/ole">
              <mc:AlternateContent xmlns:mc="http://schemas.openxmlformats.org/markup-compatibility/2006">
                <mc:Choice xmlns:v="urn:schemas-microsoft-com:vml" Requires="v">
                  <p:oleObj r:id="rId6" imgW="11404600" imgH="5562600" progId="Equation.3">
                    <p:embed/>
                  </p:oleObj>
                </mc:Choice>
                <mc:Fallback>
                  <p:oleObj r:id="rId6" imgW="11404600" imgH="5562600" progId="Equation.3">
                    <p:embed/>
                    <p:pic>
                      <p:nvPicPr>
                        <p:cNvPr id="444426" name="Object 10">
                          <a:extLst>
                            <a:ext uri="{FF2B5EF4-FFF2-40B4-BE49-F238E27FC236}">
                              <a16:creationId xmlns:a16="http://schemas.microsoft.com/office/drawing/2014/main" id="{F0F53925-B3DB-5976-3AF1-52CB704E035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 y="0"/>
                          <a:ext cx="749"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4427" name="Text Box 11">
              <a:extLst>
                <a:ext uri="{FF2B5EF4-FFF2-40B4-BE49-F238E27FC236}">
                  <a16:creationId xmlns:a16="http://schemas.microsoft.com/office/drawing/2014/main" id="{C7D99341-BCD3-2205-D5D2-B1548D53E1B5}"/>
                </a:ext>
              </a:extLst>
            </p:cNvPr>
            <p:cNvSpPr txBox="1">
              <a:spLocks noChangeArrowheads="1"/>
            </p:cNvSpPr>
            <p:nvPr/>
          </p:nvSpPr>
          <p:spPr bwMode="auto">
            <a:xfrm>
              <a:off x="0" y="0"/>
              <a:ext cx="5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若</a:t>
              </a:r>
            </a:p>
          </p:txBody>
        </p:sp>
      </p:grpSp>
      <p:sp>
        <p:nvSpPr>
          <p:cNvPr id="444428" name="Rectangle 12">
            <a:extLst>
              <a:ext uri="{FF2B5EF4-FFF2-40B4-BE49-F238E27FC236}">
                <a16:creationId xmlns:a16="http://schemas.microsoft.com/office/drawing/2014/main" id="{DA115099-F40D-F767-2EA0-067679EE8851}"/>
              </a:ext>
            </a:extLst>
          </p:cNvPr>
          <p:cNvSpPr>
            <a:spLocks noChangeArrowheads="1"/>
          </p:cNvSpPr>
          <p:nvPr/>
        </p:nvSpPr>
        <p:spPr bwMode="auto">
          <a:xfrm>
            <a:off x="3503613" y="3357563"/>
            <a:ext cx="6913562" cy="662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zh-CN" altLang="en-US" sz="2800" b="1">
                <a:solidFill>
                  <a:srgbClr val="007A77"/>
                </a:solidFill>
                <a:latin typeface="楷体_GB2312" pitchFamily="49" charset="-122"/>
                <a:ea typeface="楷体_GB2312" pitchFamily="49" charset="-122"/>
              </a:rPr>
              <a:t>即一次试验小概率事件就发生了</a:t>
            </a:r>
            <a:r>
              <a:rPr lang="en-US" altLang="zh-CN" sz="2800" b="1">
                <a:solidFill>
                  <a:srgbClr val="007A77"/>
                </a:solidFill>
                <a:latin typeface="楷体_GB2312" pitchFamily="49" charset="-122"/>
                <a:ea typeface="楷体_GB2312" pitchFamily="49" charset="-122"/>
              </a:rPr>
              <a:t>,</a:t>
            </a:r>
            <a:r>
              <a:rPr lang="zh-CN" altLang="en-US" sz="2800" b="1">
                <a:solidFill>
                  <a:srgbClr val="007A77"/>
                </a:solidFill>
                <a:latin typeface="楷体_GB2312" pitchFamily="49" charset="-122"/>
                <a:ea typeface="楷体_GB2312" pitchFamily="49" charset="-122"/>
              </a:rPr>
              <a:t>可以认为</a:t>
            </a:r>
          </a:p>
        </p:txBody>
      </p:sp>
      <p:sp>
        <p:nvSpPr>
          <p:cNvPr id="444429" name="Rectangle 13">
            <a:extLst>
              <a:ext uri="{FF2B5EF4-FFF2-40B4-BE49-F238E27FC236}">
                <a16:creationId xmlns:a16="http://schemas.microsoft.com/office/drawing/2014/main" id="{4287082C-83DB-9DB7-75D8-23E4816B0DBF}"/>
              </a:ext>
            </a:extLst>
          </p:cNvPr>
          <p:cNvSpPr>
            <a:spLocks noChangeArrowheads="1"/>
          </p:cNvSpPr>
          <p:nvPr/>
        </p:nvSpPr>
        <p:spPr bwMode="auto">
          <a:xfrm>
            <a:off x="1703388" y="4076701"/>
            <a:ext cx="8964612"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zh-CN" altLang="en-US" sz="2800" b="1">
                <a:solidFill>
                  <a:srgbClr val="007A77"/>
                </a:solidFill>
                <a:latin typeface="楷体_GB2312" pitchFamily="49" charset="-122"/>
                <a:ea typeface="楷体_GB2312" pitchFamily="49" charset="-122"/>
              </a:rPr>
              <a:t>原假设不合理，拒绝原假设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楷体_GB2312" pitchFamily="49" charset="-122"/>
                <a:ea typeface="楷体_GB2312" pitchFamily="49" charset="-122"/>
              </a:rPr>
              <a:t>而接受备择假设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1</a:t>
            </a:r>
            <a:r>
              <a:rPr lang="en-US" altLang="zh-CN" sz="2800" b="1">
                <a:solidFill>
                  <a:srgbClr val="007A77"/>
                </a:solidFill>
                <a:latin typeface="楷体_GB2312" pitchFamily="49" charset="-122"/>
                <a:ea typeface="楷体_GB2312" pitchFamily="49" charset="-122"/>
              </a:rPr>
              <a:t>.</a:t>
            </a:r>
            <a:r>
              <a:rPr lang="zh-CN" altLang="en-US" sz="2800" b="1">
                <a:solidFill>
                  <a:srgbClr val="007A77"/>
                </a:solidFill>
                <a:latin typeface="楷体_GB2312" pitchFamily="49" charset="-122"/>
                <a:ea typeface="楷体_GB2312" pitchFamily="49" charset="-122"/>
              </a:rPr>
              <a:t>否</a:t>
            </a:r>
          </a:p>
        </p:txBody>
      </p:sp>
      <p:sp>
        <p:nvSpPr>
          <p:cNvPr id="444430" name="Rectangle 14">
            <a:extLst>
              <a:ext uri="{FF2B5EF4-FFF2-40B4-BE49-F238E27FC236}">
                <a16:creationId xmlns:a16="http://schemas.microsoft.com/office/drawing/2014/main" id="{948FFD5B-29A8-BDA7-E826-E9942F2A214A}"/>
              </a:ext>
            </a:extLst>
          </p:cNvPr>
          <p:cNvSpPr>
            <a:spLocks noChangeArrowheads="1"/>
          </p:cNvSpPr>
          <p:nvPr/>
        </p:nvSpPr>
        <p:spPr bwMode="auto">
          <a:xfrm>
            <a:off x="1703388" y="4724401"/>
            <a:ext cx="8640762"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zh-CN" altLang="en-US" sz="2800" b="1">
                <a:solidFill>
                  <a:srgbClr val="007A77"/>
                </a:solidFill>
                <a:latin typeface="楷体_GB2312" pitchFamily="49" charset="-122"/>
                <a:ea typeface="楷体_GB2312" pitchFamily="49" charset="-122"/>
              </a:rPr>
              <a:t>则，接受原假设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楷体_GB2312" pitchFamily="49" charset="-122"/>
                <a:ea typeface="楷体_GB2312" pitchFamily="49" charset="-122"/>
              </a:rPr>
              <a:t>而拒绝备择假设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1</a:t>
            </a:r>
            <a:r>
              <a:rPr lang="en-US" altLang="zh-CN" sz="2800" b="1">
                <a:solidFill>
                  <a:srgbClr val="007A77"/>
                </a:solidFill>
                <a:latin typeface="楷体_GB2312" pitchFamily="49" charset="-122"/>
                <a:ea typeface="楷体_GB2312" pitchFamily="49" charset="-122"/>
              </a:rPr>
              <a:t>.</a:t>
            </a:r>
            <a:r>
              <a:rPr lang="zh-CN" altLang="en-US" sz="2800" b="1">
                <a:solidFill>
                  <a:srgbClr val="007A77"/>
                </a:solidFill>
                <a:latin typeface="楷体_GB2312" pitchFamily="49" charset="-122"/>
                <a:ea typeface="楷体_GB2312" pitchFamily="49" charset="-122"/>
              </a:rPr>
              <a:t>此时，称区间</a:t>
            </a:r>
          </a:p>
        </p:txBody>
      </p:sp>
      <p:sp>
        <p:nvSpPr>
          <p:cNvPr id="444431" name="Rectangle 15">
            <a:extLst>
              <a:ext uri="{FF2B5EF4-FFF2-40B4-BE49-F238E27FC236}">
                <a16:creationId xmlns:a16="http://schemas.microsoft.com/office/drawing/2014/main" id="{1CD81CBE-D4C9-9F95-599D-17414A5783AD}"/>
              </a:ext>
            </a:extLst>
          </p:cNvPr>
          <p:cNvSpPr>
            <a:spLocks noChangeArrowheads="1"/>
          </p:cNvSpPr>
          <p:nvPr/>
        </p:nvSpPr>
        <p:spPr bwMode="auto">
          <a:xfrm>
            <a:off x="4872038" y="5734051"/>
            <a:ext cx="3600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为的</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楷体_GB2312" pitchFamily="49" charset="-122"/>
                <a:ea typeface="楷体_GB2312" pitchFamily="49" charset="-122"/>
              </a:rPr>
              <a:t>的拒绝域</a:t>
            </a:r>
            <a:r>
              <a:rPr lang="en-US" altLang="zh-CN" sz="2800" b="1">
                <a:solidFill>
                  <a:srgbClr val="007A77"/>
                </a:solidFill>
                <a:latin typeface="楷体_GB2312" pitchFamily="49" charset="-122"/>
                <a:ea typeface="楷体_GB2312" pitchFamily="49" charset="-122"/>
              </a:rPr>
              <a:t>.</a:t>
            </a:r>
          </a:p>
        </p:txBody>
      </p:sp>
      <p:graphicFrame>
        <p:nvGraphicFramePr>
          <p:cNvPr id="444432" name="Object 16">
            <a:extLst>
              <a:ext uri="{FF2B5EF4-FFF2-40B4-BE49-F238E27FC236}">
                <a16:creationId xmlns:a16="http://schemas.microsoft.com/office/drawing/2014/main" id="{4B619155-22DB-5C9F-DAC1-97883752591F}"/>
              </a:ext>
            </a:extLst>
          </p:cNvPr>
          <p:cNvGraphicFramePr>
            <a:graphicFrameLocks noChangeAspect="1"/>
          </p:cNvGraphicFramePr>
          <p:nvPr/>
        </p:nvGraphicFramePr>
        <p:xfrm>
          <a:off x="6888164" y="1570038"/>
          <a:ext cx="2879725" cy="1181100"/>
        </p:xfrm>
        <a:graphic>
          <a:graphicData uri="http://schemas.openxmlformats.org/presentationml/2006/ole">
            <mc:AlternateContent xmlns:mc="http://schemas.openxmlformats.org/markup-compatibility/2006">
              <mc:Choice xmlns:v="urn:schemas-microsoft-com:vml" Requires="v">
                <p:oleObj r:id="rId8" imgW="32181800" imgH="11404600" progId="Equation.3">
                  <p:embed/>
                </p:oleObj>
              </mc:Choice>
              <mc:Fallback>
                <p:oleObj r:id="rId8" imgW="32181800" imgH="11404600" progId="Equation.3">
                  <p:embed/>
                  <p:pic>
                    <p:nvPicPr>
                      <p:cNvPr id="444432" name="Object 16">
                        <a:extLst>
                          <a:ext uri="{FF2B5EF4-FFF2-40B4-BE49-F238E27FC236}">
                            <a16:creationId xmlns:a16="http://schemas.microsoft.com/office/drawing/2014/main" id="{4B619155-22DB-5C9F-DAC1-97883752591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88164" y="1570038"/>
                        <a:ext cx="2879725" cy="1181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4418"/>
                                        </p:tgtEl>
                                        <p:attrNameLst>
                                          <p:attrName>style.visibility</p:attrName>
                                        </p:attrNameLst>
                                      </p:cBhvr>
                                      <p:to>
                                        <p:strVal val="visible"/>
                                      </p:to>
                                    </p:set>
                                    <p:animEffect transition="in" filter="wipe(left)">
                                      <p:cBhvr>
                                        <p:cTn id="7" dur="1000"/>
                                        <p:tgtEl>
                                          <p:spTgt spid="4444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44419"/>
                                        </p:tgtEl>
                                        <p:attrNameLst>
                                          <p:attrName>style.visibility</p:attrName>
                                        </p:attrNameLst>
                                      </p:cBhvr>
                                      <p:to>
                                        <p:strVal val="visible"/>
                                      </p:to>
                                    </p:set>
                                    <p:animEffect transition="in" filter="wipe(left)">
                                      <p:cBhvr>
                                        <p:cTn id="12" dur="1000"/>
                                        <p:tgtEl>
                                          <p:spTgt spid="4444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44420"/>
                                        </p:tgtEl>
                                        <p:attrNameLst>
                                          <p:attrName>style.visibility</p:attrName>
                                        </p:attrNameLst>
                                      </p:cBhvr>
                                      <p:to>
                                        <p:strVal val="visible"/>
                                      </p:to>
                                    </p:set>
                                    <p:animEffect transition="in" filter="wipe(left)">
                                      <p:cBhvr>
                                        <p:cTn id="17" dur="1000"/>
                                        <p:tgtEl>
                                          <p:spTgt spid="444420"/>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44432"/>
                                        </p:tgtEl>
                                        <p:attrNameLst>
                                          <p:attrName>style.visibility</p:attrName>
                                        </p:attrNameLst>
                                      </p:cBhvr>
                                      <p:to>
                                        <p:strVal val="visible"/>
                                      </p:to>
                                    </p:set>
                                    <p:animEffect transition="in" filter="wipe(left)">
                                      <p:cBhvr>
                                        <p:cTn id="21" dur="1000"/>
                                        <p:tgtEl>
                                          <p:spTgt spid="44443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44422"/>
                                        </p:tgtEl>
                                        <p:attrNameLst>
                                          <p:attrName>style.visibility</p:attrName>
                                        </p:attrNameLst>
                                      </p:cBhvr>
                                      <p:to>
                                        <p:strVal val="visible"/>
                                      </p:to>
                                    </p:set>
                                    <p:animEffect transition="in" filter="wipe(left)">
                                      <p:cBhvr>
                                        <p:cTn id="26" dur="1000"/>
                                        <p:tgtEl>
                                          <p:spTgt spid="44442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44425"/>
                                        </p:tgtEl>
                                        <p:attrNameLst>
                                          <p:attrName>style.visibility</p:attrName>
                                        </p:attrNameLst>
                                      </p:cBhvr>
                                      <p:to>
                                        <p:strVal val="visible"/>
                                      </p:to>
                                    </p:set>
                                    <p:animEffect transition="in" filter="wipe(left)">
                                      <p:cBhvr>
                                        <p:cTn id="31" dur="500"/>
                                        <p:tgtEl>
                                          <p:spTgt spid="44442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44428"/>
                                        </p:tgtEl>
                                        <p:attrNameLst>
                                          <p:attrName>style.visibility</p:attrName>
                                        </p:attrNameLst>
                                      </p:cBhvr>
                                      <p:to>
                                        <p:strVal val="visible"/>
                                      </p:to>
                                    </p:set>
                                    <p:animEffect transition="in" filter="wipe(left)">
                                      <p:cBhvr>
                                        <p:cTn id="36" dur="1000"/>
                                        <p:tgtEl>
                                          <p:spTgt spid="444428"/>
                                        </p:tgtEl>
                                      </p:cBhvr>
                                    </p:animEffect>
                                  </p:childTnLst>
                                </p:cTn>
                              </p:par>
                            </p:childTnLst>
                          </p:cTn>
                        </p:par>
                        <p:par>
                          <p:cTn id="37" fill="hold" nodeType="afterGroup">
                            <p:stCondLst>
                              <p:cond delay="1000"/>
                            </p:stCondLst>
                            <p:childTnLst>
                              <p:par>
                                <p:cTn id="38" presetID="22" presetClass="entr" presetSubtype="8" fill="hold" nodeType="afterEffect">
                                  <p:stCondLst>
                                    <p:cond delay="0"/>
                                  </p:stCondLst>
                                  <p:childTnLst>
                                    <p:set>
                                      <p:cBhvr>
                                        <p:cTn id="39" dur="1" fill="hold">
                                          <p:stCondLst>
                                            <p:cond delay="0"/>
                                          </p:stCondLst>
                                        </p:cTn>
                                        <p:tgtEl>
                                          <p:spTgt spid="444429"/>
                                        </p:tgtEl>
                                        <p:attrNameLst>
                                          <p:attrName>style.visibility</p:attrName>
                                        </p:attrNameLst>
                                      </p:cBhvr>
                                      <p:to>
                                        <p:strVal val="visible"/>
                                      </p:to>
                                    </p:set>
                                    <p:animEffect transition="in" filter="wipe(left)">
                                      <p:cBhvr>
                                        <p:cTn id="40" dur="1000"/>
                                        <p:tgtEl>
                                          <p:spTgt spid="444429"/>
                                        </p:tgtEl>
                                      </p:cBhvr>
                                    </p:animEffect>
                                  </p:childTnLst>
                                </p:cTn>
                              </p:par>
                            </p:childTnLst>
                          </p:cTn>
                        </p:par>
                        <p:par>
                          <p:cTn id="41" fill="hold" nodeType="afterGroup">
                            <p:stCondLst>
                              <p:cond delay="2000"/>
                            </p:stCondLst>
                            <p:childTnLst>
                              <p:par>
                                <p:cTn id="42" presetID="22" presetClass="entr" presetSubtype="8" fill="hold" nodeType="afterEffect">
                                  <p:stCondLst>
                                    <p:cond delay="0"/>
                                  </p:stCondLst>
                                  <p:childTnLst>
                                    <p:set>
                                      <p:cBhvr>
                                        <p:cTn id="43" dur="1" fill="hold">
                                          <p:stCondLst>
                                            <p:cond delay="0"/>
                                          </p:stCondLst>
                                        </p:cTn>
                                        <p:tgtEl>
                                          <p:spTgt spid="444430"/>
                                        </p:tgtEl>
                                        <p:attrNameLst>
                                          <p:attrName>style.visibility</p:attrName>
                                        </p:attrNameLst>
                                      </p:cBhvr>
                                      <p:to>
                                        <p:strVal val="visible"/>
                                      </p:to>
                                    </p:set>
                                    <p:animEffect transition="in" filter="wipe(left)">
                                      <p:cBhvr>
                                        <p:cTn id="44" dur="1000"/>
                                        <p:tgtEl>
                                          <p:spTgt spid="444430"/>
                                        </p:tgtEl>
                                      </p:cBhvr>
                                    </p:animEffect>
                                  </p:childTnLst>
                                </p:cTn>
                              </p:par>
                            </p:childTnLst>
                          </p:cTn>
                        </p:par>
                        <p:par>
                          <p:cTn id="45" fill="hold" nodeType="afterGroup">
                            <p:stCondLst>
                              <p:cond delay="3000"/>
                            </p:stCondLst>
                            <p:childTnLst>
                              <p:par>
                                <p:cTn id="46" presetID="22" presetClass="entr" presetSubtype="8" fill="hold" nodeType="afterEffect">
                                  <p:stCondLst>
                                    <p:cond delay="0"/>
                                  </p:stCondLst>
                                  <p:childTnLst>
                                    <p:set>
                                      <p:cBhvr>
                                        <p:cTn id="47" dur="1" fill="hold">
                                          <p:stCondLst>
                                            <p:cond delay="0"/>
                                          </p:stCondLst>
                                        </p:cTn>
                                        <p:tgtEl>
                                          <p:spTgt spid="444421"/>
                                        </p:tgtEl>
                                        <p:attrNameLst>
                                          <p:attrName>style.visibility</p:attrName>
                                        </p:attrNameLst>
                                      </p:cBhvr>
                                      <p:to>
                                        <p:strVal val="visible"/>
                                      </p:to>
                                    </p:set>
                                    <p:animEffect transition="in" filter="wipe(left)">
                                      <p:cBhvr>
                                        <p:cTn id="48" dur="1000"/>
                                        <p:tgtEl>
                                          <p:spTgt spid="444421"/>
                                        </p:tgtEl>
                                      </p:cBhvr>
                                    </p:animEffect>
                                  </p:childTnLst>
                                </p:cTn>
                              </p:par>
                            </p:childTnLst>
                          </p:cTn>
                        </p:par>
                        <p:par>
                          <p:cTn id="49" fill="hold" nodeType="afterGroup">
                            <p:stCondLst>
                              <p:cond delay="4000"/>
                            </p:stCondLst>
                            <p:childTnLst>
                              <p:par>
                                <p:cTn id="50" presetID="22" presetClass="entr" presetSubtype="8" fill="hold" nodeType="afterEffect">
                                  <p:stCondLst>
                                    <p:cond delay="0"/>
                                  </p:stCondLst>
                                  <p:childTnLst>
                                    <p:set>
                                      <p:cBhvr>
                                        <p:cTn id="51" dur="1" fill="hold">
                                          <p:stCondLst>
                                            <p:cond delay="0"/>
                                          </p:stCondLst>
                                        </p:cTn>
                                        <p:tgtEl>
                                          <p:spTgt spid="444431"/>
                                        </p:tgtEl>
                                        <p:attrNameLst>
                                          <p:attrName>style.visibility</p:attrName>
                                        </p:attrNameLst>
                                      </p:cBhvr>
                                      <p:to>
                                        <p:strVal val="visible"/>
                                      </p:to>
                                    </p:set>
                                    <p:animEffect transition="in" filter="wipe(left)">
                                      <p:cBhvr>
                                        <p:cTn id="52" dur="1000"/>
                                        <p:tgtEl>
                                          <p:spTgt spid="444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8" grpId="0" autoUpdateAnimBg="0"/>
      <p:bldP spid="444419" grpId="0" autoUpdateAnimBg="0"/>
      <p:bldP spid="444420" grpId="0" autoUpdateAnimBg="0"/>
      <p:bldP spid="444428" grpId="0" autoUpdateAnimBg="0"/>
      <p:bldP spid="444429" grpId="0" autoUpdateAnimBg="0"/>
      <p:bldP spid="444430" grpId="0" autoUpdateAnimBg="0"/>
      <p:bldP spid="444431"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5442" name="Object 2">
            <a:extLst>
              <a:ext uri="{FF2B5EF4-FFF2-40B4-BE49-F238E27FC236}">
                <a16:creationId xmlns:a16="http://schemas.microsoft.com/office/drawing/2014/main" id="{FD689B4A-2EA5-2506-1626-CEA6877A228F}"/>
              </a:ext>
            </a:extLst>
          </p:cNvPr>
          <p:cNvGraphicFramePr>
            <a:graphicFrameLocks noChangeAspect="1"/>
          </p:cNvGraphicFramePr>
          <p:nvPr/>
        </p:nvGraphicFramePr>
        <p:xfrm>
          <a:off x="2152650" y="2278063"/>
          <a:ext cx="2901950" cy="696912"/>
        </p:xfrm>
        <a:graphic>
          <a:graphicData uri="http://schemas.openxmlformats.org/presentationml/2006/ole">
            <mc:AlternateContent xmlns:mc="http://schemas.openxmlformats.org/markup-compatibility/2006">
              <mc:Choice xmlns:v="urn:schemas-microsoft-com:vml" Requires="v">
                <p:oleObj r:id="rId2" imgW="24866600" imgH="6438900" progId="Equation.3">
                  <p:embed/>
                </p:oleObj>
              </mc:Choice>
              <mc:Fallback>
                <p:oleObj r:id="rId2" imgW="24866600" imgH="6438900" progId="Equation.3">
                  <p:embed/>
                  <p:pic>
                    <p:nvPicPr>
                      <p:cNvPr id="445442" name="Object 2">
                        <a:extLst>
                          <a:ext uri="{FF2B5EF4-FFF2-40B4-BE49-F238E27FC236}">
                            <a16:creationId xmlns:a16="http://schemas.microsoft.com/office/drawing/2014/main" id="{FD689B4A-2EA5-2506-1626-CEA6877A22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2650" y="2278063"/>
                        <a:ext cx="2901950" cy="696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5443" name="AutoShape 3">
            <a:hlinkClick r:id="" action="ppaction://hlinkshowjump?jump=previousslide" highlightClick="1"/>
            <a:extLst>
              <a:ext uri="{FF2B5EF4-FFF2-40B4-BE49-F238E27FC236}">
                <a16:creationId xmlns:a16="http://schemas.microsoft.com/office/drawing/2014/main" id="{194D6A12-CECB-6A44-A899-82833BA43843}"/>
              </a:ext>
            </a:extLst>
          </p:cNvPr>
          <p:cNvSpPr>
            <a:spLocks noChangeArrowheads="1"/>
          </p:cNvSpPr>
          <p:nvPr/>
        </p:nvSpPr>
        <p:spPr bwMode="auto">
          <a:xfrm>
            <a:off x="67056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45444" name="AutoShape 4">
            <a:hlinkClick r:id="" action="ppaction://hlinkshowjump?jump=nextslide" highlightClick="1"/>
            <a:extLst>
              <a:ext uri="{FF2B5EF4-FFF2-40B4-BE49-F238E27FC236}">
                <a16:creationId xmlns:a16="http://schemas.microsoft.com/office/drawing/2014/main" id="{6ADCFF7A-7352-647C-F856-CD4E044F5F68}"/>
              </a:ext>
            </a:extLst>
          </p:cNvPr>
          <p:cNvSpPr>
            <a:spLocks noChangeArrowheads="1"/>
          </p:cNvSpPr>
          <p:nvPr/>
        </p:nvSpPr>
        <p:spPr bwMode="auto">
          <a:xfrm>
            <a:off x="79248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45445" name="AutoShape 5">
            <a:hlinkClick r:id="" action="ppaction://hlinkshowjump?jump=endshow" highlightClick="1"/>
            <a:extLst>
              <a:ext uri="{FF2B5EF4-FFF2-40B4-BE49-F238E27FC236}">
                <a16:creationId xmlns:a16="http://schemas.microsoft.com/office/drawing/2014/main" id="{898D0519-84CC-8E0E-BDCB-EA3E6DD30F84}"/>
              </a:ext>
            </a:extLst>
          </p:cNvPr>
          <p:cNvSpPr>
            <a:spLocks noChangeArrowheads="1"/>
          </p:cNvSpPr>
          <p:nvPr/>
        </p:nvSpPr>
        <p:spPr bwMode="auto">
          <a:xfrm>
            <a:off x="92202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45446" name="Object 6">
            <a:extLst>
              <a:ext uri="{FF2B5EF4-FFF2-40B4-BE49-F238E27FC236}">
                <a16:creationId xmlns:a16="http://schemas.microsoft.com/office/drawing/2014/main" id="{25025214-8CD4-A4EC-2707-BCEA4E49EA9D}"/>
              </a:ext>
            </a:extLst>
          </p:cNvPr>
          <p:cNvGraphicFramePr>
            <a:graphicFrameLocks noChangeAspect="1"/>
          </p:cNvGraphicFramePr>
          <p:nvPr/>
        </p:nvGraphicFramePr>
        <p:xfrm>
          <a:off x="2782888" y="1125539"/>
          <a:ext cx="3071812" cy="852487"/>
        </p:xfrm>
        <a:graphic>
          <a:graphicData uri="http://schemas.openxmlformats.org/presentationml/2006/ole">
            <mc:AlternateContent xmlns:mc="http://schemas.openxmlformats.org/markup-compatibility/2006">
              <mc:Choice xmlns:v="urn:schemas-microsoft-com:vml" Requires="v">
                <p:oleObj r:id="rId4" imgW="34810700" imgH="9652000" progId="Equation.3">
                  <p:embed/>
                </p:oleObj>
              </mc:Choice>
              <mc:Fallback>
                <p:oleObj r:id="rId4" imgW="34810700" imgH="9652000" progId="Equation.3">
                  <p:embed/>
                  <p:pic>
                    <p:nvPicPr>
                      <p:cNvPr id="445446" name="Object 6">
                        <a:extLst>
                          <a:ext uri="{FF2B5EF4-FFF2-40B4-BE49-F238E27FC236}">
                            <a16:creationId xmlns:a16="http://schemas.microsoft.com/office/drawing/2014/main" id="{25025214-8CD4-A4EC-2707-BCEA4E49EA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2888" y="1125539"/>
                        <a:ext cx="3071812" cy="852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45447" name="Group 7">
            <a:extLst>
              <a:ext uri="{FF2B5EF4-FFF2-40B4-BE49-F238E27FC236}">
                <a16:creationId xmlns:a16="http://schemas.microsoft.com/office/drawing/2014/main" id="{05169E86-1B7D-1C7F-4BFF-E0CF9EA5089C}"/>
              </a:ext>
            </a:extLst>
          </p:cNvPr>
          <p:cNvGrpSpPr>
            <a:grpSpLocks/>
          </p:cNvGrpSpPr>
          <p:nvPr/>
        </p:nvGrpSpPr>
        <p:grpSpPr bwMode="auto">
          <a:xfrm>
            <a:off x="1847850" y="333376"/>
            <a:ext cx="2808288" cy="519113"/>
            <a:chOff x="0" y="0"/>
            <a:chExt cx="1769" cy="327"/>
          </a:xfrm>
        </p:grpSpPr>
        <p:sp>
          <p:nvSpPr>
            <p:cNvPr id="445448" name="Text Box 8">
              <a:extLst>
                <a:ext uri="{FF2B5EF4-FFF2-40B4-BE49-F238E27FC236}">
                  <a16:creationId xmlns:a16="http://schemas.microsoft.com/office/drawing/2014/main" id="{2B46BA0A-6DCE-BA79-644D-20BA9EDAEB53}"/>
                </a:ext>
              </a:extLst>
            </p:cNvPr>
            <p:cNvSpPr txBox="1">
              <a:spLocks noChangeArrowheads="1"/>
            </p:cNvSpPr>
            <p:nvPr/>
          </p:nvSpPr>
          <p:spPr bwMode="auto">
            <a:xfrm>
              <a:off x="0" y="0"/>
              <a:ext cx="176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现取        </a:t>
              </a:r>
              <a:r>
                <a:rPr lang="en-US" altLang="zh-CN" sz="2800" b="1">
                  <a:solidFill>
                    <a:srgbClr val="007A77"/>
                  </a:solidFill>
                  <a:latin typeface="楷体_GB2312" pitchFamily="49" charset="-122"/>
                  <a:ea typeface="楷体_GB2312" pitchFamily="49" charset="-122"/>
                  <a:sym typeface="Symbol" pitchFamily="2" charset="2"/>
                </a:rPr>
                <a:t>,</a:t>
              </a:r>
            </a:p>
          </p:txBody>
        </p:sp>
        <p:graphicFrame>
          <p:nvGraphicFramePr>
            <p:cNvPr id="445449" name="Object 9">
              <a:extLst>
                <a:ext uri="{FF2B5EF4-FFF2-40B4-BE49-F238E27FC236}">
                  <a16:creationId xmlns:a16="http://schemas.microsoft.com/office/drawing/2014/main" id="{30B7A666-7D61-387B-C31F-362310E2BB90}"/>
                </a:ext>
              </a:extLst>
            </p:cNvPr>
            <p:cNvGraphicFramePr>
              <a:graphicFrameLocks noChangeAspect="1"/>
            </p:cNvGraphicFramePr>
            <p:nvPr/>
          </p:nvGraphicFramePr>
          <p:xfrm>
            <a:off x="544" y="45"/>
            <a:ext cx="771" cy="276"/>
          </p:xfrm>
          <a:graphic>
            <a:graphicData uri="http://schemas.openxmlformats.org/presentationml/2006/ole">
              <mc:AlternateContent xmlns:mc="http://schemas.openxmlformats.org/markup-compatibility/2006">
                <mc:Choice xmlns:v="urn:schemas-microsoft-com:vml" Requires="v">
                  <p:oleObj r:id="rId6" imgW="13169900" imgH="4102100" progId="Equation.3">
                    <p:embed/>
                  </p:oleObj>
                </mc:Choice>
                <mc:Fallback>
                  <p:oleObj r:id="rId6" imgW="13169900" imgH="4102100" progId="Equation.3">
                    <p:embed/>
                    <p:pic>
                      <p:nvPicPr>
                        <p:cNvPr id="445449" name="Object 9">
                          <a:extLst>
                            <a:ext uri="{FF2B5EF4-FFF2-40B4-BE49-F238E27FC236}">
                              <a16:creationId xmlns:a16="http://schemas.microsoft.com/office/drawing/2014/main" id="{30B7A666-7D61-387B-C31F-362310E2BB9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4" y="45"/>
                          <a:ext cx="771"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45450" name="Object 10">
            <a:extLst>
              <a:ext uri="{FF2B5EF4-FFF2-40B4-BE49-F238E27FC236}">
                <a16:creationId xmlns:a16="http://schemas.microsoft.com/office/drawing/2014/main" id="{35FDEE52-3343-6CEC-668E-3C1D3AAC0D7F}"/>
              </a:ext>
            </a:extLst>
          </p:cNvPr>
          <p:cNvGraphicFramePr>
            <a:graphicFrameLocks noChangeAspect="1"/>
          </p:cNvGraphicFramePr>
          <p:nvPr/>
        </p:nvGraphicFramePr>
        <p:xfrm>
          <a:off x="8904289" y="2349500"/>
          <a:ext cx="947737" cy="427038"/>
        </p:xfrm>
        <a:graphic>
          <a:graphicData uri="http://schemas.openxmlformats.org/presentationml/2006/ole">
            <mc:AlternateContent xmlns:mc="http://schemas.openxmlformats.org/markup-compatibility/2006">
              <mc:Choice xmlns:v="urn:schemas-microsoft-com:vml" Requires="v">
                <p:oleObj r:id="rId8" imgW="9944100" imgH="4102100" progId="Equation.3">
                  <p:embed/>
                </p:oleObj>
              </mc:Choice>
              <mc:Fallback>
                <p:oleObj r:id="rId8" imgW="9944100" imgH="4102100" progId="Equation.3">
                  <p:embed/>
                  <p:pic>
                    <p:nvPicPr>
                      <p:cNvPr id="445450" name="Object 10">
                        <a:extLst>
                          <a:ext uri="{FF2B5EF4-FFF2-40B4-BE49-F238E27FC236}">
                            <a16:creationId xmlns:a16="http://schemas.microsoft.com/office/drawing/2014/main" id="{35FDEE52-3343-6CEC-668E-3C1D3AAC0D7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04289" y="2349500"/>
                        <a:ext cx="947737" cy="427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5451" name="Text Box 11">
            <a:extLst>
              <a:ext uri="{FF2B5EF4-FFF2-40B4-BE49-F238E27FC236}">
                <a16:creationId xmlns:a16="http://schemas.microsoft.com/office/drawing/2014/main" id="{5EF36B4A-ECA3-894F-69E9-F7D2A08FB306}"/>
              </a:ext>
            </a:extLst>
          </p:cNvPr>
          <p:cNvSpPr txBox="1">
            <a:spLocks noChangeArrowheads="1"/>
          </p:cNvSpPr>
          <p:nvPr/>
        </p:nvSpPr>
        <p:spPr bwMode="auto">
          <a:xfrm>
            <a:off x="4511675" y="333376"/>
            <a:ext cx="28082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原假设为真时</a:t>
            </a:r>
            <a:r>
              <a:rPr lang="en-US" altLang="zh-CN" sz="2800" b="1">
                <a:solidFill>
                  <a:srgbClr val="007A77"/>
                </a:solidFill>
                <a:latin typeface="楷体_GB2312" pitchFamily="49" charset="-122"/>
                <a:ea typeface="楷体_GB2312" pitchFamily="49" charset="-122"/>
                <a:sym typeface="Symbol" pitchFamily="2" charset="2"/>
              </a:rPr>
              <a:t>,</a:t>
            </a:r>
          </a:p>
        </p:txBody>
      </p:sp>
      <p:graphicFrame>
        <p:nvGraphicFramePr>
          <p:cNvPr id="445452" name="Object 12">
            <a:extLst>
              <a:ext uri="{FF2B5EF4-FFF2-40B4-BE49-F238E27FC236}">
                <a16:creationId xmlns:a16="http://schemas.microsoft.com/office/drawing/2014/main" id="{74E38236-3085-EAB6-D00E-B3348D1DFB09}"/>
              </a:ext>
            </a:extLst>
          </p:cNvPr>
          <p:cNvGraphicFramePr>
            <a:graphicFrameLocks noChangeAspect="1"/>
          </p:cNvGraphicFramePr>
          <p:nvPr/>
        </p:nvGraphicFramePr>
        <p:xfrm>
          <a:off x="7535864" y="2205038"/>
          <a:ext cx="1152525" cy="633412"/>
        </p:xfrm>
        <a:graphic>
          <a:graphicData uri="http://schemas.openxmlformats.org/presentationml/2006/ole">
            <mc:AlternateContent xmlns:mc="http://schemas.openxmlformats.org/markup-compatibility/2006">
              <mc:Choice xmlns:v="urn:schemas-microsoft-com:vml" Requires="v">
                <p:oleObj r:id="rId10" imgW="10528300" imgH="5270500" progId="Equation.3">
                  <p:embed/>
                </p:oleObj>
              </mc:Choice>
              <mc:Fallback>
                <p:oleObj r:id="rId10" imgW="10528300" imgH="5270500" progId="Equation.3">
                  <p:embed/>
                  <p:pic>
                    <p:nvPicPr>
                      <p:cNvPr id="445452" name="Object 12">
                        <a:extLst>
                          <a:ext uri="{FF2B5EF4-FFF2-40B4-BE49-F238E27FC236}">
                            <a16:creationId xmlns:a16="http://schemas.microsoft.com/office/drawing/2014/main" id="{74E38236-3085-EAB6-D00E-B3348D1DFB0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35864" y="2205038"/>
                        <a:ext cx="1152525"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5453" name="Object 13">
            <a:extLst>
              <a:ext uri="{FF2B5EF4-FFF2-40B4-BE49-F238E27FC236}">
                <a16:creationId xmlns:a16="http://schemas.microsoft.com/office/drawing/2014/main" id="{F3E93C69-E260-35B8-1D91-945ADDFA96B9}"/>
              </a:ext>
            </a:extLst>
          </p:cNvPr>
          <p:cNvGraphicFramePr>
            <a:graphicFrameLocks noChangeAspect="1"/>
          </p:cNvGraphicFramePr>
          <p:nvPr/>
        </p:nvGraphicFramePr>
        <p:xfrm>
          <a:off x="2208213" y="3284538"/>
          <a:ext cx="1420812" cy="461962"/>
        </p:xfrm>
        <a:graphic>
          <a:graphicData uri="http://schemas.openxmlformats.org/presentationml/2006/ole">
            <mc:AlternateContent xmlns:mc="http://schemas.openxmlformats.org/markup-compatibility/2006">
              <mc:Choice xmlns:v="urn:schemas-microsoft-com:vml" Requires="v">
                <p:oleObj r:id="rId12" imgW="14630400" imgH="4686300" progId="Equation.3">
                  <p:embed/>
                </p:oleObj>
              </mc:Choice>
              <mc:Fallback>
                <p:oleObj r:id="rId12" imgW="14630400" imgH="4686300" progId="Equation.3">
                  <p:embed/>
                  <p:pic>
                    <p:nvPicPr>
                      <p:cNvPr id="445453" name="Object 13">
                        <a:extLst>
                          <a:ext uri="{FF2B5EF4-FFF2-40B4-BE49-F238E27FC236}">
                            <a16:creationId xmlns:a16="http://schemas.microsoft.com/office/drawing/2014/main" id="{F3E93C69-E260-35B8-1D91-945ADDFA96B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08213" y="3284538"/>
                        <a:ext cx="1420812"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5454" name="Object 14">
            <a:extLst>
              <a:ext uri="{FF2B5EF4-FFF2-40B4-BE49-F238E27FC236}">
                <a16:creationId xmlns:a16="http://schemas.microsoft.com/office/drawing/2014/main" id="{98A55FCB-96C8-0D09-23D2-D35949E6E22B}"/>
              </a:ext>
            </a:extLst>
          </p:cNvPr>
          <p:cNvGraphicFramePr>
            <a:graphicFrameLocks noChangeAspect="1"/>
          </p:cNvGraphicFramePr>
          <p:nvPr/>
        </p:nvGraphicFramePr>
        <p:xfrm>
          <a:off x="4008438" y="3068638"/>
          <a:ext cx="3833812" cy="925512"/>
        </p:xfrm>
        <a:graphic>
          <a:graphicData uri="http://schemas.openxmlformats.org/presentationml/2006/ole">
            <mc:AlternateContent xmlns:mc="http://schemas.openxmlformats.org/markup-compatibility/2006">
              <mc:Choice xmlns:v="urn:schemas-microsoft-com:vml" Requires="v">
                <p:oleObj r:id="rId14" imgW="36868100" imgH="10236200" progId="Equation.3">
                  <p:embed/>
                </p:oleObj>
              </mc:Choice>
              <mc:Fallback>
                <p:oleObj r:id="rId14" imgW="36868100" imgH="10236200" progId="Equation.3">
                  <p:embed/>
                  <p:pic>
                    <p:nvPicPr>
                      <p:cNvPr id="445454" name="Object 14">
                        <a:extLst>
                          <a:ext uri="{FF2B5EF4-FFF2-40B4-BE49-F238E27FC236}">
                            <a16:creationId xmlns:a16="http://schemas.microsoft.com/office/drawing/2014/main" id="{98A55FCB-96C8-0D09-23D2-D35949E6E22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08438" y="3068638"/>
                        <a:ext cx="3833812" cy="925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5455" name="Object 15">
            <a:extLst>
              <a:ext uri="{FF2B5EF4-FFF2-40B4-BE49-F238E27FC236}">
                <a16:creationId xmlns:a16="http://schemas.microsoft.com/office/drawing/2014/main" id="{EB84B2B5-6B20-199D-A7A7-25D0DD58A4F2}"/>
              </a:ext>
            </a:extLst>
          </p:cNvPr>
          <p:cNvGraphicFramePr>
            <a:graphicFrameLocks noChangeAspect="1"/>
          </p:cNvGraphicFramePr>
          <p:nvPr/>
        </p:nvGraphicFramePr>
        <p:xfrm>
          <a:off x="7896225" y="3357563"/>
          <a:ext cx="731838" cy="342900"/>
        </p:xfrm>
        <a:graphic>
          <a:graphicData uri="http://schemas.openxmlformats.org/presentationml/2006/ole">
            <mc:AlternateContent xmlns:mc="http://schemas.openxmlformats.org/markup-compatibility/2006">
              <mc:Choice xmlns:v="urn:schemas-microsoft-com:vml" Requires="v">
                <p:oleObj r:id="rId16" imgW="7023100" imgH="3797300" progId="Equation.3">
                  <p:embed/>
                </p:oleObj>
              </mc:Choice>
              <mc:Fallback>
                <p:oleObj r:id="rId16" imgW="7023100" imgH="3797300" progId="Equation.3">
                  <p:embed/>
                  <p:pic>
                    <p:nvPicPr>
                      <p:cNvPr id="445455" name="Object 15">
                        <a:extLst>
                          <a:ext uri="{FF2B5EF4-FFF2-40B4-BE49-F238E27FC236}">
                            <a16:creationId xmlns:a16="http://schemas.microsoft.com/office/drawing/2014/main" id="{EB84B2B5-6B20-199D-A7A7-25D0DD58A4F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896225" y="3357563"/>
                        <a:ext cx="731838"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5456" name="Rectangle 16">
            <a:extLst>
              <a:ext uri="{FF2B5EF4-FFF2-40B4-BE49-F238E27FC236}">
                <a16:creationId xmlns:a16="http://schemas.microsoft.com/office/drawing/2014/main" id="{F73222D6-D12E-F5CA-1375-372BCD3BF0A8}"/>
              </a:ext>
            </a:extLst>
          </p:cNvPr>
          <p:cNvSpPr>
            <a:spLocks noChangeArrowheads="1"/>
          </p:cNvSpPr>
          <p:nvPr/>
        </p:nvSpPr>
        <p:spPr bwMode="auto">
          <a:xfrm>
            <a:off x="1774826" y="3933825"/>
            <a:ext cx="8893175" cy="662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楷体_GB2312" pitchFamily="49" charset="-122"/>
                <a:ea typeface="楷体_GB2312" pitchFamily="49" charset="-122"/>
              </a:rPr>
              <a:t>   </a:t>
            </a:r>
            <a:r>
              <a:rPr lang="zh-CN" altLang="en-US" sz="2800" b="1">
                <a:solidFill>
                  <a:srgbClr val="007A77"/>
                </a:solidFill>
                <a:latin typeface="楷体_GB2312" pitchFamily="49" charset="-122"/>
                <a:ea typeface="楷体_GB2312" pitchFamily="49" charset="-122"/>
              </a:rPr>
              <a:t>因为小概率事件没发生</a:t>
            </a:r>
            <a:r>
              <a:rPr lang="en-US" altLang="zh-CN" sz="2800" b="1">
                <a:solidFill>
                  <a:srgbClr val="007A77"/>
                </a:solidFill>
                <a:latin typeface="楷体_GB2312" pitchFamily="49" charset="-122"/>
                <a:ea typeface="楷体_GB2312" pitchFamily="49" charset="-122"/>
              </a:rPr>
              <a:t>,</a:t>
            </a:r>
            <a:r>
              <a:rPr lang="zh-CN" altLang="en-US" sz="2800" b="1">
                <a:solidFill>
                  <a:srgbClr val="007A77"/>
                </a:solidFill>
                <a:latin typeface="楷体_GB2312" pitchFamily="49" charset="-122"/>
                <a:ea typeface="楷体_GB2312" pitchFamily="49" charset="-122"/>
              </a:rPr>
              <a:t>无理由认为原假设不合理，</a:t>
            </a:r>
          </a:p>
        </p:txBody>
      </p:sp>
      <p:sp>
        <p:nvSpPr>
          <p:cNvPr id="445457" name="Rectangle 17">
            <a:extLst>
              <a:ext uri="{FF2B5EF4-FFF2-40B4-BE49-F238E27FC236}">
                <a16:creationId xmlns:a16="http://schemas.microsoft.com/office/drawing/2014/main" id="{316C0DCE-1EC1-C26D-85A1-AB872F7C8B05}"/>
              </a:ext>
            </a:extLst>
          </p:cNvPr>
          <p:cNvSpPr>
            <a:spLocks noChangeArrowheads="1"/>
          </p:cNvSpPr>
          <p:nvPr/>
        </p:nvSpPr>
        <p:spPr bwMode="auto">
          <a:xfrm>
            <a:off x="1774826" y="4797426"/>
            <a:ext cx="8893175"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CN" altLang="en-US" sz="2800" b="1">
                <a:solidFill>
                  <a:srgbClr val="007A77"/>
                </a:solidFill>
                <a:latin typeface="楷体_GB2312" pitchFamily="49" charset="-122"/>
                <a:ea typeface="楷体_GB2312" pitchFamily="49" charset="-122"/>
              </a:rPr>
              <a:t>所以，接受原假设</a:t>
            </a:r>
            <a:r>
              <a:rPr lang="en-CN" altLang="en-US" sz="2800" b="1">
                <a:solidFill>
                  <a:srgbClr val="007A77"/>
                </a:solidFill>
                <a:latin typeface="Times New Roman" panose="02020603050405020304" pitchFamily="18" charset="0"/>
                <a:ea typeface="楷体_GB2312" pitchFamily="49" charset="-122"/>
              </a:rPr>
              <a:t>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楷体_GB2312" pitchFamily="49" charset="-122"/>
                <a:ea typeface="楷体_GB2312" pitchFamily="49" charset="-122"/>
              </a:rPr>
              <a:t>，认为</a:t>
            </a:r>
            <a:r>
              <a:rPr lang="en-CN" altLang="en-US" sz="2800" b="1">
                <a:solidFill>
                  <a:srgbClr val="007A77"/>
                </a:solidFill>
                <a:latin typeface="Times New Roman" panose="02020603050405020304" pitchFamily="18" charset="0"/>
                <a:ea typeface="楷体_GB2312" pitchFamily="49" charset="-122"/>
              </a:rPr>
              <a:t>这批螺钉是</a:t>
            </a:r>
            <a:r>
              <a:rPr lang="zh-CN" altLang="en-US" sz="2800" b="1">
                <a:solidFill>
                  <a:srgbClr val="007A77"/>
                </a:solidFill>
                <a:latin typeface="Times New Roman" panose="02020603050405020304" pitchFamily="18" charset="0"/>
                <a:ea typeface="楷体_GB2312" pitchFamily="49" charset="-122"/>
                <a:sym typeface="Symbol" pitchFamily="2" charset="2"/>
              </a:rPr>
              <a:t>符合要求</a:t>
            </a:r>
            <a:r>
              <a:rPr lang="en-CN" altLang="en-US" sz="2800" b="1">
                <a:solidFill>
                  <a:srgbClr val="007A77"/>
                </a:solidFill>
                <a:latin typeface="Times New Roman" panose="02020603050405020304" pitchFamily="18" charset="0"/>
                <a:ea typeface="楷体_GB2312" pitchFamily="49" charset="-122"/>
              </a:rPr>
              <a:t>的.</a:t>
            </a:r>
          </a:p>
        </p:txBody>
      </p:sp>
      <p:grpSp>
        <p:nvGrpSpPr>
          <p:cNvPr id="445458" name="Group 18">
            <a:extLst>
              <a:ext uri="{FF2B5EF4-FFF2-40B4-BE49-F238E27FC236}">
                <a16:creationId xmlns:a16="http://schemas.microsoft.com/office/drawing/2014/main" id="{C36203A5-9623-3FF1-B241-CC32B44EEB50}"/>
              </a:ext>
            </a:extLst>
          </p:cNvPr>
          <p:cNvGrpSpPr>
            <a:grpSpLocks/>
          </p:cNvGrpSpPr>
          <p:nvPr/>
        </p:nvGrpSpPr>
        <p:grpSpPr bwMode="auto">
          <a:xfrm>
            <a:off x="5375275" y="2185989"/>
            <a:ext cx="2089150" cy="788987"/>
            <a:chOff x="0" y="0"/>
            <a:chExt cx="1316" cy="497"/>
          </a:xfrm>
        </p:grpSpPr>
        <p:graphicFrame>
          <p:nvGraphicFramePr>
            <p:cNvPr id="445459" name="Object 19">
              <a:extLst>
                <a:ext uri="{FF2B5EF4-FFF2-40B4-BE49-F238E27FC236}">
                  <a16:creationId xmlns:a16="http://schemas.microsoft.com/office/drawing/2014/main" id="{774BE33E-DCB0-9A57-8441-BAFC0FA35C11}"/>
                </a:ext>
              </a:extLst>
            </p:cNvPr>
            <p:cNvGraphicFramePr>
              <a:graphicFrameLocks noChangeAspect="1"/>
            </p:cNvGraphicFramePr>
            <p:nvPr/>
          </p:nvGraphicFramePr>
          <p:xfrm>
            <a:off x="635" y="0"/>
            <a:ext cx="681" cy="497"/>
          </p:xfrm>
          <a:graphic>
            <a:graphicData uri="http://schemas.openxmlformats.org/presentationml/2006/ole">
              <mc:AlternateContent xmlns:mc="http://schemas.openxmlformats.org/markup-compatibility/2006">
                <mc:Choice xmlns:v="urn:schemas-microsoft-com:vml" Requires="v">
                  <p:oleObj r:id="rId18" imgW="9652000" imgH="6438900" progId="Equation.3">
                    <p:embed/>
                  </p:oleObj>
                </mc:Choice>
                <mc:Fallback>
                  <p:oleObj r:id="rId18" imgW="9652000" imgH="6438900" progId="Equation.3">
                    <p:embed/>
                    <p:pic>
                      <p:nvPicPr>
                        <p:cNvPr id="445459" name="Object 19">
                          <a:extLst>
                            <a:ext uri="{FF2B5EF4-FFF2-40B4-BE49-F238E27FC236}">
                              <a16:creationId xmlns:a16="http://schemas.microsoft.com/office/drawing/2014/main" id="{774BE33E-DCB0-9A57-8441-BAFC0FA35C1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35" y="0"/>
                          <a:ext cx="681" cy="4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5460" name="Text Box 20">
              <a:extLst>
                <a:ext uri="{FF2B5EF4-FFF2-40B4-BE49-F238E27FC236}">
                  <a16:creationId xmlns:a16="http://schemas.microsoft.com/office/drawing/2014/main" id="{F27F971D-E116-2E12-48DB-302573F07385}"/>
                </a:ext>
              </a:extLst>
            </p:cNvPr>
            <p:cNvSpPr txBox="1">
              <a:spLocks noChangeArrowheads="1"/>
            </p:cNvSpPr>
            <p:nvPr/>
          </p:nvSpPr>
          <p:spPr bwMode="auto">
            <a:xfrm>
              <a:off x="0" y="12"/>
              <a:ext cx="108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所以 </a:t>
              </a:r>
              <a:endParaRPr lang="zh-CN" altLang="en-US" sz="2800" b="1">
                <a:solidFill>
                  <a:srgbClr val="007A77"/>
                </a:solidFill>
                <a:latin typeface="楷体_GB2312" pitchFamily="49" charset="-122"/>
                <a:ea typeface="楷体_GB2312" pitchFamily="49" charset="-122"/>
                <a:sym typeface="Symbol" pitchFamily="2" charset="2"/>
              </a:endParaRPr>
            </a:p>
          </p:txBody>
        </p:sp>
      </p:grpSp>
      <p:sp>
        <p:nvSpPr>
          <p:cNvPr id="445461" name="Text Box 21">
            <a:extLst>
              <a:ext uri="{FF2B5EF4-FFF2-40B4-BE49-F238E27FC236}">
                <a16:creationId xmlns:a16="http://schemas.microsoft.com/office/drawing/2014/main" id="{E82322C8-3BDE-BE9E-1548-ACAB1E2A2DEC}"/>
              </a:ext>
            </a:extLst>
          </p:cNvPr>
          <p:cNvSpPr txBox="1">
            <a:spLocks noChangeArrowheads="1"/>
          </p:cNvSpPr>
          <p:nvPr/>
        </p:nvSpPr>
        <p:spPr bwMode="auto">
          <a:xfrm>
            <a:off x="5951539" y="1268413"/>
            <a:ext cx="36718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（称</a:t>
            </a:r>
            <a:r>
              <a:rPr lang="en-US" altLang="zh-CN" sz="2800" b="1">
                <a:solidFill>
                  <a:srgbClr val="007A77"/>
                </a:solidFill>
                <a:latin typeface="Times New Roman" panose="02020603050405020304" pitchFamily="18" charset="0"/>
                <a:ea typeface="楷体_GB2312" pitchFamily="49" charset="-122"/>
              </a:rPr>
              <a:t>U</a:t>
            </a:r>
            <a:r>
              <a:rPr lang="zh-CN" altLang="en-US" sz="2800" b="1">
                <a:solidFill>
                  <a:srgbClr val="007A77"/>
                </a:solidFill>
                <a:latin typeface="楷体_GB2312" pitchFamily="49" charset="-122"/>
                <a:ea typeface="楷体_GB2312" pitchFamily="49" charset="-122"/>
              </a:rPr>
              <a:t>为检验统计量）</a:t>
            </a:r>
            <a:endParaRPr lang="zh-CN" altLang="en-US" sz="2800" b="1">
              <a:solidFill>
                <a:srgbClr val="007A77"/>
              </a:solidFill>
              <a:latin typeface="楷体_GB2312" pitchFamily="49" charset="-122"/>
              <a:ea typeface="楷体_GB2312" pitchFamily="49" charset="-122"/>
              <a:sym typeface="Symbol"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5447"/>
                                        </p:tgtEl>
                                        <p:attrNameLst>
                                          <p:attrName>style.visibility</p:attrName>
                                        </p:attrNameLst>
                                      </p:cBhvr>
                                      <p:to>
                                        <p:strVal val="visible"/>
                                      </p:to>
                                    </p:set>
                                    <p:animEffect transition="in" filter="wipe(left)">
                                      <p:cBhvr>
                                        <p:cTn id="7" dur="1000"/>
                                        <p:tgtEl>
                                          <p:spTgt spid="4454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45451"/>
                                        </p:tgtEl>
                                        <p:attrNameLst>
                                          <p:attrName>style.visibility</p:attrName>
                                        </p:attrNameLst>
                                      </p:cBhvr>
                                      <p:to>
                                        <p:strVal val="visible"/>
                                      </p:to>
                                    </p:set>
                                    <p:animEffect transition="in" filter="wipe(left)">
                                      <p:cBhvr>
                                        <p:cTn id="12" dur="1000"/>
                                        <p:tgtEl>
                                          <p:spTgt spid="445451"/>
                                        </p:tgtEl>
                                      </p:cBhvr>
                                    </p:animEffect>
                                  </p:childTnLst>
                                </p:cTn>
                              </p:par>
                            </p:childTnLst>
                          </p:cTn>
                        </p:par>
                        <p:par>
                          <p:cTn id="13" fill="hold" nodeType="afterGroup">
                            <p:stCondLst>
                              <p:cond delay="1000"/>
                            </p:stCondLst>
                            <p:childTnLst>
                              <p:par>
                                <p:cTn id="14" presetID="12" presetClass="entr" presetSubtype="4" fill="hold" nodeType="afterEffect">
                                  <p:stCondLst>
                                    <p:cond delay="0"/>
                                  </p:stCondLst>
                                  <p:childTnLst>
                                    <p:set>
                                      <p:cBhvr>
                                        <p:cTn id="15" dur="1" fill="hold">
                                          <p:stCondLst>
                                            <p:cond delay="0"/>
                                          </p:stCondLst>
                                        </p:cTn>
                                        <p:tgtEl>
                                          <p:spTgt spid="445446"/>
                                        </p:tgtEl>
                                        <p:attrNameLst>
                                          <p:attrName>style.visibility</p:attrName>
                                        </p:attrNameLst>
                                      </p:cBhvr>
                                      <p:to>
                                        <p:strVal val="visible"/>
                                      </p:to>
                                    </p:set>
                                    <p:animEffect transition="in" filter="slide(fromBottom)">
                                      <p:cBhvr>
                                        <p:cTn id="16" dur="1000"/>
                                        <p:tgtEl>
                                          <p:spTgt spid="445446"/>
                                        </p:tgtEl>
                                      </p:cBhvr>
                                    </p:animEffect>
                                  </p:childTnLst>
                                </p:cTn>
                              </p:par>
                            </p:childTnLst>
                          </p:cTn>
                        </p:par>
                        <p:par>
                          <p:cTn id="17" fill="hold" nodeType="afterGroup">
                            <p:stCondLst>
                              <p:cond delay="2000"/>
                            </p:stCondLst>
                            <p:childTnLst>
                              <p:par>
                                <p:cTn id="18" presetID="22" presetClass="entr" presetSubtype="8" fill="hold" nodeType="afterEffect">
                                  <p:stCondLst>
                                    <p:cond delay="0"/>
                                  </p:stCondLst>
                                  <p:childTnLst>
                                    <p:set>
                                      <p:cBhvr>
                                        <p:cTn id="19" dur="1" fill="hold">
                                          <p:stCondLst>
                                            <p:cond delay="0"/>
                                          </p:stCondLst>
                                        </p:cTn>
                                        <p:tgtEl>
                                          <p:spTgt spid="445461"/>
                                        </p:tgtEl>
                                        <p:attrNameLst>
                                          <p:attrName>style.visibility</p:attrName>
                                        </p:attrNameLst>
                                      </p:cBhvr>
                                      <p:to>
                                        <p:strVal val="visible"/>
                                      </p:to>
                                    </p:set>
                                    <p:animEffect transition="in" filter="wipe(left)">
                                      <p:cBhvr>
                                        <p:cTn id="20" dur="1000"/>
                                        <p:tgtEl>
                                          <p:spTgt spid="44546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nodeType="clickEffect">
                                  <p:stCondLst>
                                    <p:cond delay="0"/>
                                  </p:stCondLst>
                                  <p:childTnLst>
                                    <p:set>
                                      <p:cBhvr>
                                        <p:cTn id="24" dur="1" fill="hold">
                                          <p:stCondLst>
                                            <p:cond delay="0"/>
                                          </p:stCondLst>
                                        </p:cTn>
                                        <p:tgtEl>
                                          <p:spTgt spid="445442"/>
                                        </p:tgtEl>
                                        <p:attrNameLst>
                                          <p:attrName>style.visibility</p:attrName>
                                        </p:attrNameLst>
                                      </p:cBhvr>
                                      <p:to>
                                        <p:strVal val="visible"/>
                                      </p:to>
                                    </p:set>
                                    <p:animEffect transition="in" filter="slide(fromBottom)">
                                      <p:cBhvr>
                                        <p:cTn id="25" dur="1000"/>
                                        <p:tgtEl>
                                          <p:spTgt spid="44544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445458"/>
                                        </p:tgtEl>
                                        <p:attrNameLst>
                                          <p:attrName>style.visibility</p:attrName>
                                        </p:attrNameLst>
                                      </p:cBhvr>
                                      <p:to>
                                        <p:strVal val="visible"/>
                                      </p:to>
                                    </p:set>
                                    <p:animEffect transition="in" filter="wipe(left)">
                                      <p:cBhvr>
                                        <p:cTn id="30" dur="1000"/>
                                        <p:tgtEl>
                                          <p:spTgt spid="445458"/>
                                        </p:tgtEl>
                                      </p:cBhvr>
                                    </p:animEffect>
                                  </p:childTnLst>
                                </p:cTn>
                              </p:par>
                            </p:childTnLst>
                          </p:cTn>
                        </p:par>
                        <p:par>
                          <p:cTn id="31" fill="hold" nodeType="afterGroup">
                            <p:stCondLst>
                              <p:cond delay="1000"/>
                            </p:stCondLst>
                            <p:childTnLst>
                              <p:par>
                                <p:cTn id="32" presetID="22" presetClass="entr" presetSubtype="8" fill="hold" nodeType="afterEffect">
                                  <p:stCondLst>
                                    <p:cond delay="0"/>
                                  </p:stCondLst>
                                  <p:childTnLst>
                                    <p:set>
                                      <p:cBhvr>
                                        <p:cTn id="33" dur="1" fill="hold">
                                          <p:stCondLst>
                                            <p:cond delay="0"/>
                                          </p:stCondLst>
                                        </p:cTn>
                                        <p:tgtEl>
                                          <p:spTgt spid="445452"/>
                                        </p:tgtEl>
                                        <p:attrNameLst>
                                          <p:attrName>style.visibility</p:attrName>
                                        </p:attrNameLst>
                                      </p:cBhvr>
                                      <p:to>
                                        <p:strVal val="visible"/>
                                      </p:to>
                                    </p:set>
                                    <p:animEffect transition="in" filter="wipe(left)">
                                      <p:cBhvr>
                                        <p:cTn id="34" dur="1000"/>
                                        <p:tgtEl>
                                          <p:spTgt spid="445452"/>
                                        </p:tgtEl>
                                      </p:cBhvr>
                                    </p:animEffect>
                                  </p:childTnLst>
                                </p:cTn>
                              </p:par>
                            </p:childTnLst>
                          </p:cTn>
                        </p:par>
                        <p:par>
                          <p:cTn id="35" fill="hold" nodeType="afterGroup">
                            <p:stCondLst>
                              <p:cond delay="2000"/>
                            </p:stCondLst>
                            <p:childTnLst>
                              <p:par>
                                <p:cTn id="36" presetID="22" presetClass="entr" presetSubtype="8" fill="hold" nodeType="afterEffect">
                                  <p:stCondLst>
                                    <p:cond delay="0"/>
                                  </p:stCondLst>
                                  <p:childTnLst>
                                    <p:set>
                                      <p:cBhvr>
                                        <p:cTn id="37" dur="1" fill="hold">
                                          <p:stCondLst>
                                            <p:cond delay="0"/>
                                          </p:stCondLst>
                                        </p:cTn>
                                        <p:tgtEl>
                                          <p:spTgt spid="445450"/>
                                        </p:tgtEl>
                                        <p:attrNameLst>
                                          <p:attrName>style.visibility</p:attrName>
                                        </p:attrNameLst>
                                      </p:cBhvr>
                                      <p:to>
                                        <p:strVal val="visible"/>
                                      </p:to>
                                    </p:set>
                                    <p:animEffect transition="in" filter="wipe(left)">
                                      <p:cBhvr>
                                        <p:cTn id="38" dur="1000"/>
                                        <p:tgtEl>
                                          <p:spTgt spid="44545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445453"/>
                                        </p:tgtEl>
                                        <p:attrNameLst>
                                          <p:attrName>style.visibility</p:attrName>
                                        </p:attrNameLst>
                                      </p:cBhvr>
                                      <p:to>
                                        <p:strVal val="visible"/>
                                      </p:to>
                                    </p:set>
                                    <p:animEffect transition="in" filter="wipe(left)">
                                      <p:cBhvr>
                                        <p:cTn id="43" dur="1000"/>
                                        <p:tgtEl>
                                          <p:spTgt spid="44545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445454"/>
                                        </p:tgtEl>
                                        <p:attrNameLst>
                                          <p:attrName>style.visibility</p:attrName>
                                        </p:attrNameLst>
                                      </p:cBhvr>
                                      <p:to>
                                        <p:strVal val="visible"/>
                                      </p:to>
                                    </p:set>
                                    <p:animEffect transition="in" filter="wipe(left)">
                                      <p:cBhvr>
                                        <p:cTn id="48" dur="1000"/>
                                        <p:tgtEl>
                                          <p:spTgt spid="445454"/>
                                        </p:tgtEl>
                                      </p:cBhvr>
                                    </p:animEffect>
                                  </p:childTnLst>
                                </p:cTn>
                              </p:par>
                            </p:childTnLst>
                          </p:cTn>
                        </p:par>
                        <p:par>
                          <p:cTn id="49" fill="hold" nodeType="afterGroup">
                            <p:stCondLst>
                              <p:cond delay="1000"/>
                            </p:stCondLst>
                            <p:childTnLst>
                              <p:par>
                                <p:cTn id="50" presetID="22" presetClass="entr" presetSubtype="8" fill="hold" nodeType="afterEffect">
                                  <p:stCondLst>
                                    <p:cond delay="0"/>
                                  </p:stCondLst>
                                  <p:childTnLst>
                                    <p:set>
                                      <p:cBhvr>
                                        <p:cTn id="51" dur="1" fill="hold">
                                          <p:stCondLst>
                                            <p:cond delay="0"/>
                                          </p:stCondLst>
                                        </p:cTn>
                                        <p:tgtEl>
                                          <p:spTgt spid="445455"/>
                                        </p:tgtEl>
                                        <p:attrNameLst>
                                          <p:attrName>style.visibility</p:attrName>
                                        </p:attrNameLst>
                                      </p:cBhvr>
                                      <p:to>
                                        <p:strVal val="visible"/>
                                      </p:to>
                                    </p:set>
                                    <p:animEffect transition="in" filter="wipe(left)">
                                      <p:cBhvr>
                                        <p:cTn id="52" dur="1000"/>
                                        <p:tgtEl>
                                          <p:spTgt spid="44545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nodeType="clickEffect">
                                  <p:stCondLst>
                                    <p:cond delay="0"/>
                                  </p:stCondLst>
                                  <p:childTnLst>
                                    <p:set>
                                      <p:cBhvr>
                                        <p:cTn id="56" dur="1" fill="hold">
                                          <p:stCondLst>
                                            <p:cond delay="0"/>
                                          </p:stCondLst>
                                        </p:cTn>
                                        <p:tgtEl>
                                          <p:spTgt spid="445456"/>
                                        </p:tgtEl>
                                        <p:attrNameLst>
                                          <p:attrName>style.visibility</p:attrName>
                                        </p:attrNameLst>
                                      </p:cBhvr>
                                      <p:to>
                                        <p:strVal val="visible"/>
                                      </p:to>
                                    </p:set>
                                    <p:animEffect transition="in" filter="slide(fromBottom)">
                                      <p:cBhvr>
                                        <p:cTn id="57" dur="1000"/>
                                        <p:tgtEl>
                                          <p:spTgt spid="445456"/>
                                        </p:tgtEl>
                                      </p:cBhvr>
                                    </p:animEffect>
                                  </p:childTnLst>
                                </p:cTn>
                              </p:par>
                            </p:childTnLst>
                          </p:cTn>
                        </p:par>
                        <p:par>
                          <p:cTn id="58" fill="hold" nodeType="afterGroup">
                            <p:stCondLst>
                              <p:cond delay="1000"/>
                            </p:stCondLst>
                            <p:childTnLst>
                              <p:par>
                                <p:cTn id="59" presetID="12" presetClass="entr" presetSubtype="4" fill="hold" nodeType="afterEffect">
                                  <p:stCondLst>
                                    <p:cond delay="0"/>
                                  </p:stCondLst>
                                  <p:childTnLst>
                                    <p:set>
                                      <p:cBhvr>
                                        <p:cTn id="60" dur="1" fill="hold">
                                          <p:stCondLst>
                                            <p:cond delay="0"/>
                                          </p:stCondLst>
                                        </p:cTn>
                                        <p:tgtEl>
                                          <p:spTgt spid="445457"/>
                                        </p:tgtEl>
                                        <p:attrNameLst>
                                          <p:attrName>style.visibility</p:attrName>
                                        </p:attrNameLst>
                                      </p:cBhvr>
                                      <p:to>
                                        <p:strVal val="visible"/>
                                      </p:to>
                                    </p:set>
                                    <p:animEffect transition="in" filter="slide(fromBottom)">
                                      <p:cBhvr>
                                        <p:cTn id="61" dur="1000"/>
                                        <p:tgtEl>
                                          <p:spTgt spid="445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51" grpId="0" autoUpdateAnimBg="0"/>
      <p:bldP spid="445456" grpId="0" autoUpdateAnimBg="0"/>
      <p:bldP spid="445457" grpId="0" autoUpdateAnimBg="0"/>
      <p:bldP spid="445461"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a:extLst>
              <a:ext uri="{FF2B5EF4-FFF2-40B4-BE49-F238E27FC236}">
                <a16:creationId xmlns:a16="http://schemas.microsoft.com/office/drawing/2014/main" id="{E8B38D6E-9D71-9C4C-53E9-CA7E9714F232}"/>
              </a:ext>
            </a:extLst>
          </p:cNvPr>
          <p:cNvSpPr>
            <a:spLocks noChangeArrowheads="1"/>
          </p:cNvSpPr>
          <p:nvPr/>
        </p:nvSpPr>
        <p:spPr bwMode="auto">
          <a:xfrm>
            <a:off x="1847851" y="260351"/>
            <a:ext cx="2447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800" b="1">
                <a:solidFill>
                  <a:srgbClr val="007A77"/>
                </a:solidFill>
                <a:latin typeface="楷体_GB2312" pitchFamily="49" charset="-122"/>
                <a:ea typeface="楷体_GB2312" pitchFamily="49" charset="-122"/>
              </a:rPr>
              <a:t>由此例可见：</a:t>
            </a:r>
          </a:p>
        </p:txBody>
      </p:sp>
      <p:sp>
        <p:nvSpPr>
          <p:cNvPr id="446467" name="Text Box 3">
            <a:extLst>
              <a:ext uri="{FF2B5EF4-FFF2-40B4-BE49-F238E27FC236}">
                <a16:creationId xmlns:a16="http://schemas.microsoft.com/office/drawing/2014/main" id="{9660F056-1E42-7D6E-D10B-1AB844FB698B}"/>
              </a:ext>
            </a:extLst>
          </p:cNvPr>
          <p:cNvSpPr txBox="1">
            <a:spLocks noChangeArrowheads="1"/>
          </p:cNvSpPr>
          <p:nvPr/>
        </p:nvSpPr>
        <p:spPr bwMode="auto">
          <a:xfrm>
            <a:off x="1951039" y="908051"/>
            <a:ext cx="5184775" cy="519113"/>
          </a:xfrm>
          <a:prstGeom prst="rect">
            <a:avLst/>
          </a:prstGeom>
          <a:noFill/>
          <a:ln>
            <a:noFill/>
          </a:ln>
          <a:effectLst/>
          <a:extLst>
            <a:ext uri="{909E8E84-426E-40DD-AFC4-6F175D3DCCD1}">
              <a14:hiddenFill xmlns:a14="http://schemas.microsoft.com/office/drawing/2010/main">
                <a:solidFill>
                  <a:srgbClr val="99FF99">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en-US" altLang="zh-CN" sz="2800" b="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rPr>
              <a:t>1</a:t>
            </a:r>
            <a:r>
              <a:rPr lang="en-US" altLang="zh-CN" sz="2800" b="1">
                <a:solidFill>
                  <a:srgbClr val="007A77"/>
                </a:solidFill>
                <a:effectLst>
                  <a:outerShdw blurRad="38100" dist="38100" dir="2700000" algn="tl">
                    <a:srgbClr val="C0C0C0"/>
                  </a:outerShdw>
                </a:effectLst>
                <a:latin typeface="楷体_GB2312" pitchFamily="49" charset="-122"/>
                <a:ea typeface="楷体_GB2312" pitchFamily="49" charset="-122"/>
              </a:rPr>
              <a:t>.</a:t>
            </a:r>
            <a:r>
              <a:rPr lang="zh-CN" altLang="en-US" sz="2800" b="1">
                <a:solidFill>
                  <a:srgbClr val="007A77"/>
                </a:solidFill>
                <a:latin typeface="楷体_GB2312" pitchFamily="49" charset="-122"/>
                <a:ea typeface="楷体_GB2312" pitchFamily="49" charset="-122"/>
              </a:rPr>
              <a:t>假设检验的理论依据</a:t>
            </a:r>
            <a:r>
              <a:rPr lang="zh-CN" altLang="en-US" sz="2800" b="1">
                <a:solidFill>
                  <a:srgbClr val="007A77"/>
                </a:solidFill>
                <a:effectLst>
                  <a:outerShdw blurRad="38100" dist="38100" dir="2700000" algn="tl">
                    <a:srgbClr val="C0C0C0"/>
                  </a:outerShdw>
                </a:effectLst>
                <a:latin typeface="楷体_GB2312" pitchFamily="49" charset="-122"/>
                <a:ea typeface="楷体_GB2312" pitchFamily="49" charset="-122"/>
              </a:rPr>
              <a:t>：</a:t>
            </a:r>
          </a:p>
        </p:txBody>
      </p:sp>
      <p:sp>
        <p:nvSpPr>
          <p:cNvPr id="446468" name="Rectangle 4">
            <a:extLst>
              <a:ext uri="{FF2B5EF4-FFF2-40B4-BE49-F238E27FC236}">
                <a16:creationId xmlns:a16="http://schemas.microsoft.com/office/drawing/2014/main" id="{4B83F7CA-E181-B36A-D92F-84085400CE80}"/>
              </a:ext>
            </a:extLst>
          </p:cNvPr>
          <p:cNvSpPr>
            <a:spLocks noChangeArrowheads="1"/>
          </p:cNvSpPr>
          <p:nvPr/>
        </p:nvSpPr>
        <p:spPr bwMode="auto">
          <a:xfrm>
            <a:off x="5840414" y="908051"/>
            <a:ext cx="48275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50000"/>
              </a:spcBef>
              <a:spcAft>
                <a:spcPct val="0"/>
              </a:spcAft>
            </a:pPr>
            <a:r>
              <a:rPr lang="zh-CN" altLang="en-US" sz="2800" b="1">
                <a:solidFill>
                  <a:srgbClr val="0000FF"/>
                </a:solidFill>
                <a:latin typeface="楷体_GB2312" pitchFamily="49" charset="-122"/>
                <a:ea typeface="楷体_GB2312" pitchFamily="49" charset="-122"/>
              </a:rPr>
              <a:t>实际推断原理（小概率原理）</a:t>
            </a:r>
          </a:p>
        </p:txBody>
      </p:sp>
      <p:sp>
        <p:nvSpPr>
          <p:cNvPr id="446469" name="Rectangle 5">
            <a:extLst>
              <a:ext uri="{FF2B5EF4-FFF2-40B4-BE49-F238E27FC236}">
                <a16:creationId xmlns:a16="http://schemas.microsoft.com/office/drawing/2014/main" id="{3952CC4C-610B-7567-FF9F-0CA1E4A73F8C}"/>
              </a:ext>
            </a:extLst>
          </p:cNvPr>
          <p:cNvSpPr>
            <a:spLocks noChangeArrowheads="1"/>
          </p:cNvSpPr>
          <p:nvPr/>
        </p:nvSpPr>
        <p:spPr bwMode="auto">
          <a:xfrm>
            <a:off x="2208213" y="1628776"/>
            <a:ext cx="7327900" cy="519113"/>
          </a:xfrm>
          <a:prstGeom prst="rect">
            <a:avLst/>
          </a:prstGeom>
          <a:noFill/>
          <a:ln>
            <a:noFill/>
          </a:ln>
          <a:effectLst/>
          <a:extLst>
            <a:ext uri="{909E8E84-426E-40DD-AFC4-6F175D3DCCD1}">
              <a14:hiddenFill xmlns:a14="http://schemas.microsoft.com/office/drawing/2010/main">
                <a:solidFill>
                  <a:srgbClr val="FFFF99">
                    <a:alpha val="48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小概率事件在一次试验中几乎是不可能发生的</a:t>
            </a:r>
          </a:p>
        </p:txBody>
      </p:sp>
      <p:sp>
        <p:nvSpPr>
          <p:cNvPr id="446470" name="Text Box 6">
            <a:extLst>
              <a:ext uri="{FF2B5EF4-FFF2-40B4-BE49-F238E27FC236}">
                <a16:creationId xmlns:a16="http://schemas.microsoft.com/office/drawing/2014/main" id="{2F7AE378-E73D-7492-3E42-D15CAF8E1059}"/>
              </a:ext>
            </a:extLst>
          </p:cNvPr>
          <p:cNvSpPr txBox="1">
            <a:spLocks noChangeArrowheads="1"/>
          </p:cNvSpPr>
          <p:nvPr/>
        </p:nvSpPr>
        <p:spPr bwMode="auto">
          <a:xfrm>
            <a:off x="1919288" y="2133601"/>
            <a:ext cx="8064500" cy="662297"/>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rPr>
              <a:t>2. </a:t>
            </a:r>
            <a:r>
              <a:rPr lang="zh-CN" altLang="en-US" sz="2800" b="1">
                <a:solidFill>
                  <a:srgbClr val="007A77"/>
                </a:solidFill>
                <a:latin typeface="楷体_GB2312" pitchFamily="49" charset="-122"/>
                <a:ea typeface="楷体_GB2312" pitchFamily="49" charset="-122"/>
              </a:rPr>
              <a:t>假设检验是概率意义下的反证法</a:t>
            </a:r>
            <a:r>
              <a:rPr lang="en-US" altLang="zh-CN" sz="2800" b="1">
                <a:solidFill>
                  <a:srgbClr val="007A77"/>
                </a:solidFill>
                <a:latin typeface="楷体_GB2312" pitchFamily="49" charset="-122"/>
                <a:ea typeface="楷体_GB2312" pitchFamily="49" charset="-122"/>
              </a:rPr>
              <a:t>.</a:t>
            </a:r>
            <a:r>
              <a:rPr lang="zh-CN" altLang="en-US" sz="2800" b="1">
                <a:solidFill>
                  <a:srgbClr val="007A77"/>
                </a:solidFill>
                <a:latin typeface="楷体_GB2312" pitchFamily="49" charset="-122"/>
                <a:ea typeface="楷体_GB2312" pitchFamily="49" charset="-122"/>
              </a:rPr>
              <a:t>即：</a:t>
            </a:r>
          </a:p>
        </p:txBody>
      </p:sp>
      <p:sp>
        <p:nvSpPr>
          <p:cNvPr id="446471" name="Rectangle 7">
            <a:extLst>
              <a:ext uri="{FF2B5EF4-FFF2-40B4-BE49-F238E27FC236}">
                <a16:creationId xmlns:a16="http://schemas.microsoft.com/office/drawing/2014/main" id="{8B61D378-695F-E285-CFDF-313F321FA77B}"/>
              </a:ext>
            </a:extLst>
          </p:cNvPr>
          <p:cNvSpPr>
            <a:spLocks noChangeArrowheads="1"/>
          </p:cNvSpPr>
          <p:nvPr/>
        </p:nvSpPr>
        <p:spPr bwMode="auto">
          <a:xfrm>
            <a:off x="1847851" y="2781301"/>
            <a:ext cx="8569325" cy="336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CN" altLang="en-US" sz="2800" b="1">
                <a:solidFill>
                  <a:srgbClr val="007A77"/>
                </a:solidFill>
                <a:latin typeface="楷体_GB2312" pitchFamily="49" charset="-122"/>
                <a:ea typeface="楷体_GB2312" pitchFamily="49" charset="-122"/>
              </a:rPr>
              <a:t>    首先假定原假设</a:t>
            </a:r>
            <a:r>
              <a:rPr lang="en-CN" altLang="en-US" sz="2800" b="1">
                <a:solidFill>
                  <a:srgbClr val="007A77"/>
                </a:solidFill>
                <a:latin typeface="Times New Roman" panose="02020603050405020304" pitchFamily="18" charset="0"/>
                <a:ea typeface="楷体_GB2312" pitchFamily="49" charset="-122"/>
              </a:rPr>
              <a:t>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楷体_GB2312" pitchFamily="49" charset="-122"/>
                <a:ea typeface="楷体_GB2312" pitchFamily="49" charset="-122"/>
              </a:rPr>
              <a:t>成立，依照事先给定的概率</a:t>
            </a:r>
            <a:r>
              <a:rPr lang="el-GR" altLang="en-US" sz="2800" b="1" i="1">
                <a:solidFill>
                  <a:srgbClr val="007A77"/>
                </a:solidFill>
                <a:latin typeface="Times New Roman" panose="02020603050405020304" pitchFamily="18" charset="0"/>
                <a:ea typeface="楷体_GB2312" pitchFamily="49" charset="-122"/>
              </a:rPr>
              <a:t>α</a:t>
            </a:r>
            <a:r>
              <a:rPr lang="en-CN" altLang="en-US" sz="2800" b="1">
                <a:solidFill>
                  <a:srgbClr val="007A77"/>
                </a:solidFill>
                <a:latin typeface="Times New Roman" panose="02020603050405020304" pitchFamily="18" charset="0"/>
                <a:ea typeface="楷体_GB2312" pitchFamily="49" charset="-122"/>
              </a:rPr>
              <a:t>（称为显著性水平）</a:t>
            </a:r>
            <a:r>
              <a:rPr lang="en-CN" altLang="en-US" sz="2800" b="1">
                <a:solidFill>
                  <a:srgbClr val="007A77"/>
                </a:solidFill>
                <a:latin typeface="楷体_GB2312" pitchFamily="49" charset="-122"/>
                <a:ea typeface="楷体_GB2312" pitchFamily="49" charset="-122"/>
              </a:rPr>
              <a:t>，</a:t>
            </a:r>
            <a:r>
              <a:rPr lang="en-CN" altLang="en-US" sz="2800" b="1">
                <a:solidFill>
                  <a:srgbClr val="007A77"/>
                </a:solidFill>
                <a:latin typeface="Times New Roman" panose="02020603050405020304" pitchFamily="18" charset="0"/>
                <a:ea typeface="楷体_GB2312" pitchFamily="49" charset="-122"/>
              </a:rPr>
              <a:t>构造一个小概率事件。然后根据抽样的结果，观察此小概率事件是否发生。若此小概率事件发生了，则认为原假设是不真的，从而作出拒绝H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Times New Roman" panose="02020603050405020304" pitchFamily="18" charset="0"/>
                <a:ea typeface="楷体_GB2312" pitchFamily="49" charset="-122"/>
              </a:rPr>
              <a:t>的判断。否则</a:t>
            </a:r>
            <a:r>
              <a:rPr lang="zh-CN" altLang="en-US" sz="2800" b="1">
                <a:solidFill>
                  <a:srgbClr val="007A77"/>
                </a:solidFill>
                <a:latin typeface="Times New Roman" panose="02020603050405020304" pitchFamily="18" charset="0"/>
                <a:ea typeface="楷体_GB2312" pitchFamily="49" charset="-122"/>
              </a:rPr>
              <a:t>，</a:t>
            </a:r>
            <a:r>
              <a:rPr lang="en-CN" altLang="en-US" sz="2800" b="1">
                <a:solidFill>
                  <a:srgbClr val="007A77"/>
                </a:solidFill>
                <a:latin typeface="Times New Roman" panose="02020603050405020304" pitchFamily="18" charset="0"/>
                <a:ea typeface="楷体_GB2312" pitchFamily="49" charset="-122"/>
              </a:rPr>
              <a:t>就接受H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6466"/>
                                        </p:tgtEl>
                                        <p:attrNameLst>
                                          <p:attrName>style.visibility</p:attrName>
                                        </p:attrNameLst>
                                      </p:cBhvr>
                                      <p:to>
                                        <p:strVal val="visible"/>
                                      </p:to>
                                    </p:set>
                                    <p:animEffect transition="in" filter="wipe(left)">
                                      <p:cBhvr>
                                        <p:cTn id="7" dur="1000"/>
                                        <p:tgtEl>
                                          <p:spTgt spid="4464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46467"/>
                                        </p:tgtEl>
                                        <p:attrNameLst>
                                          <p:attrName>style.visibility</p:attrName>
                                        </p:attrNameLst>
                                      </p:cBhvr>
                                      <p:to>
                                        <p:strVal val="visible"/>
                                      </p:to>
                                    </p:set>
                                    <p:animEffect transition="in" filter="wipe(left)">
                                      <p:cBhvr>
                                        <p:cTn id="12" dur="1000"/>
                                        <p:tgtEl>
                                          <p:spTgt spid="446467"/>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446468"/>
                                        </p:tgtEl>
                                        <p:attrNameLst>
                                          <p:attrName>style.visibility</p:attrName>
                                        </p:attrNameLst>
                                      </p:cBhvr>
                                      <p:to>
                                        <p:strVal val="visible"/>
                                      </p:to>
                                    </p:set>
                                    <p:animEffect transition="in" filter="wipe(left)">
                                      <p:cBhvr>
                                        <p:cTn id="16" dur="1000"/>
                                        <p:tgtEl>
                                          <p:spTgt spid="44646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nodeType="clickEffect">
                                  <p:stCondLst>
                                    <p:cond delay="0"/>
                                  </p:stCondLst>
                                  <p:childTnLst>
                                    <p:set>
                                      <p:cBhvr>
                                        <p:cTn id="20" dur="1" fill="hold">
                                          <p:stCondLst>
                                            <p:cond delay="0"/>
                                          </p:stCondLst>
                                        </p:cTn>
                                        <p:tgtEl>
                                          <p:spTgt spid="446469"/>
                                        </p:tgtEl>
                                        <p:attrNameLst>
                                          <p:attrName>style.visibility</p:attrName>
                                        </p:attrNameLst>
                                      </p:cBhvr>
                                      <p:to>
                                        <p:strVal val="visible"/>
                                      </p:to>
                                    </p:set>
                                    <p:animEffect transition="in" filter="slide(fromBottom)">
                                      <p:cBhvr>
                                        <p:cTn id="21" dur="1000"/>
                                        <p:tgtEl>
                                          <p:spTgt spid="44646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46470"/>
                                        </p:tgtEl>
                                        <p:attrNameLst>
                                          <p:attrName>style.visibility</p:attrName>
                                        </p:attrNameLst>
                                      </p:cBhvr>
                                      <p:to>
                                        <p:strVal val="visible"/>
                                      </p:to>
                                    </p:set>
                                    <p:animEffect transition="in" filter="wipe(left)">
                                      <p:cBhvr>
                                        <p:cTn id="26" dur="1000"/>
                                        <p:tgtEl>
                                          <p:spTgt spid="44647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7" presetClass="entr" presetSubtype="0" fill="hold" nodeType="clickEffect">
                                  <p:stCondLst>
                                    <p:cond delay="0"/>
                                  </p:stCondLst>
                                  <p:iterate type="lt">
                                    <p:tmPct val="50000"/>
                                  </p:iterate>
                                  <p:childTnLst>
                                    <p:set>
                                      <p:cBhvr>
                                        <p:cTn id="30" dur="1" fill="hold">
                                          <p:stCondLst>
                                            <p:cond delay="0"/>
                                          </p:stCondLst>
                                        </p:cTn>
                                        <p:tgtEl>
                                          <p:spTgt spid="446471"/>
                                        </p:tgtEl>
                                        <p:attrNameLst>
                                          <p:attrName>style.visibility</p:attrName>
                                        </p:attrNameLst>
                                      </p:cBhvr>
                                      <p:to>
                                        <p:strVal val="visible"/>
                                      </p:to>
                                    </p:set>
                                    <p:anim calcmode="discrete" valueType="clr">
                                      <p:cBhvr override="childStyle">
                                        <p:cTn id="31" dur="500"/>
                                        <p:tgtEl>
                                          <p:spTgt spid="446471"/>
                                        </p:tgtEl>
                                        <p:attrNameLst>
                                          <p:attrName>style.color</p:attrName>
                                        </p:attrNameLst>
                                      </p:cBhvr>
                                      <p:tavLst>
                                        <p:tav tm="0">
                                          <p:val>
                                            <p:clrVal>
                                              <a:schemeClr val="accent2"/>
                                            </p:clrVal>
                                          </p:val>
                                        </p:tav>
                                        <p:tav tm="50000">
                                          <p:val>
                                            <p:clrVal>
                                              <a:schemeClr val="hlink"/>
                                            </p:clrVal>
                                          </p:val>
                                        </p:tav>
                                      </p:tavLst>
                                    </p:anim>
                                    <p:anim calcmode="discrete" valueType="clr">
                                      <p:cBhvr>
                                        <p:cTn id="32" dur="500"/>
                                        <p:tgtEl>
                                          <p:spTgt spid="446471"/>
                                        </p:tgtEl>
                                        <p:attrNameLst>
                                          <p:attrName>fillcolor</p:attrName>
                                        </p:attrNameLst>
                                      </p:cBhvr>
                                      <p:tavLst>
                                        <p:tav tm="0">
                                          <p:val>
                                            <p:clrVal>
                                              <a:schemeClr val="accent2"/>
                                            </p:clrVal>
                                          </p:val>
                                        </p:tav>
                                        <p:tav tm="50000">
                                          <p:val>
                                            <p:clrVal>
                                              <a:schemeClr val="hlink"/>
                                            </p:clrVal>
                                          </p:val>
                                        </p:tav>
                                      </p:tavLst>
                                    </p:anim>
                                    <p:set>
                                      <p:cBhvr>
                                        <p:cTn id="33" dur="500"/>
                                        <p:tgtEl>
                                          <p:spTgt spid="44647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6" grpId="0" autoUpdateAnimBg="0"/>
      <p:bldP spid="446467" grpId="0" autoUpdateAnimBg="0"/>
      <p:bldP spid="446468" grpId="0" autoUpdateAnimBg="0"/>
      <p:bldP spid="446469" grpId="0" autoUpdateAnimBg="0"/>
      <p:bldP spid="446470" grpId="0" autoUpdateAnimBg="0"/>
      <p:bldP spid="446471"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a:extLst>
              <a:ext uri="{FF2B5EF4-FFF2-40B4-BE49-F238E27FC236}">
                <a16:creationId xmlns:a16="http://schemas.microsoft.com/office/drawing/2014/main" id="{797B844D-327F-D355-12A0-8238293626AF}"/>
              </a:ext>
            </a:extLst>
          </p:cNvPr>
          <p:cNvSpPr>
            <a:spLocks noChangeArrowheads="1"/>
          </p:cNvSpPr>
          <p:nvPr/>
        </p:nvSpPr>
        <p:spPr bwMode="auto">
          <a:xfrm>
            <a:off x="1847851" y="260351"/>
            <a:ext cx="2447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800" b="1">
                <a:solidFill>
                  <a:srgbClr val="007A77"/>
                </a:solidFill>
                <a:latin typeface="楷体_GB2312" pitchFamily="49" charset="-122"/>
                <a:ea typeface="楷体_GB2312" pitchFamily="49" charset="-122"/>
              </a:rPr>
              <a:t>由此可见：</a:t>
            </a:r>
          </a:p>
        </p:txBody>
      </p:sp>
      <p:sp>
        <p:nvSpPr>
          <p:cNvPr id="447491" name="Text Box 3">
            <a:extLst>
              <a:ext uri="{FF2B5EF4-FFF2-40B4-BE49-F238E27FC236}">
                <a16:creationId xmlns:a16="http://schemas.microsoft.com/office/drawing/2014/main" id="{5E6582ED-4203-4F76-50E4-4DA9098C684F}"/>
              </a:ext>
            </a:extLst>
          </p:cNvPr>
          <p:cNvSpPr txBox="1">
            <a:spLocks noChangeArrowheads="1"/>
          </p:cNvSpPr>
          <p:nvPr/>
        </p:nvSpPr>
        <p:spPr bwMode="auto">
          <a:xfrm>
            <a:off x="1919288" y="908050"/>
            <a:ext cx="8064500" cy="1308884"/>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楷体_GB2312" pitchFamily="49" charset="-122"/>
                <a:ea typeface="楷体_GB2312" pitchFamily="49" charset="-122"/>
              </a:rPr>
              <a:t>    </a:t>
            </a:r>
            <a:r>
              <a:rPr lang="zh-CN" altLang="en-US" sz="2800" b="1">
                <a:solidFill>
                  <a:srgbClr val="007A77"/>
                </a:solidFill>
                <a:latin typeface="楷体_GB2312" pitchFamily="49" charset="-122"/>
                <a:ea typeface="楷体_GB2312" pitchFamily="49" charset="-122"/>
              </a:rPr>
              <a:t>拒绝原假设是有说服力的</a:t>
            </a:r>
            <a:r>
              <a:rPr lang="en-US" altLang="zh-CN" sz="2800" b="1">
                <a:solidFill>
                  <a:srgbClr val="007A77"/>
                </a:solidFill>
                <a:latin typeface="楷体_GB2312" pitchFamily="49" charset="-122"/>
                <a:ea typeface="楷体_GB2312" pitchFamily="49" charset="-122"/>
              </a:rPr>
              <a:t>, </a:t>
            </a:r>
            <a:r>
              <a:rPr lang="zh-CN" altLang="en-US" sz="2800" b="1">
                <a:solidFill>
                  <a:srgbClr val="007A77"/>
                </a:solidFill>
                <a:latin typeface="楷体_GB2312" pitchFamily="49" charset="-122"/>
                <a:ea typeface="楷体_GB2312" pitchFamily="49" charset="-122"/>
              </a:rPr>
              <a:t>而接受原假设是没有说服力的</a:t>
            </a:r>
            <a:r>
              <a:rPr lang="en-US" altLang="zh-CN" sz="2800" b="1">
                <a:solidFill>
                  <a:srgbClr val="007A77"/>
                </a:solidFill>
                <a:latin typeface="楷体_GB2312" pitchFamily="49" charset="-122"/>
                <a:ea typeface="楷体_GB2312" pitchFamily="49" charset="-122"/>
              </a:rPr>
              <a:t>.</a:t>
            </a:r>
          </a:p>
        </p:txBody>
      </p:sp>
      <p:sp>
        <p:nvSpPr>
          <p:cNvPr id="447492" name="Rectangle 4">
            <a:extLst>
              <a:ext uri="{FF2B5EF4-FFF2-40B4-BE49-F238E27FC236}">
                <a16:creationId xmlns:a16="http://schemas.microsoft.com/office/drawing/2014/main" id="{8ECB7586-7879-1C42-8914-2B34E8E4E684}"/>
              </a:ext>
            </a:extLst>
          </p:cNvPr>
          <p:cNvSpPr>
            <a:spLocks noChangeArrowheads="1"/>
          </p:cNvSpPr>
          <p:nvPr/>
        </p:nvSpPr>
        <p:spPr bwMode="auto">
          <a:xfrm>
            <a:off x="1919288" y="3533511"/>
            <a:ext cx="8424862"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lnSpc>
                <a:spcPct val="150000"/>
              </a:lnSpc>
              <a:spcBef>
                <a:spcPct val="0"/>
              </a:spcBef>
              <a:spcAft>
                <a:spcPct val="0"/>
              </a:spcAft>
            </a:pPr>
            <a:r>
              <a:rPr lang="en-US" altLang="zh-CN" sz="2800" b="1">
                <a:solidFill>
                  <a:srgbClr val="007A77"/>
                </a:solidFill>
                <a:latin typeface="Times New Roman" panose="02020603050405020304" pitchFamily="18" charset="0"/>
                <a:ea typeface="楷体_GB2312" pitchFamily="49" charset="-122"/>
              </a:rPr>
              <a:t>3.</a:t>
            </a:r>
            <a:r>
              <a:rPr lang="zh-CN" altLang="en-US" sz="2800" b="1">
                <a:solidFill>
                  <a:srgbClr val="007A77"/>
                </a:solidFill>
                <a:latin typeface="楷体_GB2312" pitchFamily="49" charset="-122"/>
                <a:ea typeface="楷体_GB2312" pitchFamily="49" charset="-122"/>
              </a:rPr>
              <a:t>不否定</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楷体_GB2312" pitchFamily="49" charset="-122"/>
                <a:ea typeface="楷体_GB2312" pitchFamily="49" charset="-122"/>
              </a:rPr>
              <a:t>并不是肯定</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楷体_GB2312" pitchFamily="49" charset="-122"/>
                <a:ea typeface="楷体_GB2312" pitchFamily="49" charset="-122"/>
              </a:rPr>
              <a:t>一定对，而只是说差异还不够显著，还没有达到足以否定</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楷体_GB2312" pitchFamily="49" charset="-122"/>
                <a:ea typeface="楷体_GB2312" pitchFamily="49" charset="-122"/>
              </a:rPr>
              <a:t>的程度</a:t>
            </a:r>
            <a:r>
              <a:rPr lang="en-US" altLang="zh-CN" sz="2800" b="1">
                <a:solidFill>
                  <a:srgbClr val="007A77"/>
                </a:solidFill>
                <a:latin typeface="楷体_GB2312" pitchFamily="49" charset="-122"/>
                <a:ea typeface="楷体_GB2312" pitchFamily="49" charset="-122"/>
              </a:rPr>
              <a:t>.</a:t>
            </a:r>
          </a:p>
        </p:txBody>
      </p:sp>
      <p:sp>
        <p:nvSpPr>
          <p:cNvPr id="447493" name="Rectangle 5">
            <a:extLst>
              <a:ext uri="{FF2B5EF4-FFF2-40B4-BE49-F238E27FC236}">
                <a16:creationId xmlns:a16="http://schemas.microsoft.com/office/drawing/2014/main" id="{6095C5CB-72CA-4250-83F5-1C41AB5E6F15}"/>
              </a:ext>
            </a:extLst>
          </p:cNvPr>
          <p:cNvSpPr>
            <a:spLocks noChangeArrowheads="1"/>
          </p:cNvSpPr>
          <p:nvPr/>
        </p:nvSpPr>
        <p:spPr bwMode="auto">
          <a:xfrm>
            <a:off x="2424114" y="2565401"/>
            <a:ext cx="68405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因此应把希望否定的假设作为原假设</a:t>
            </a:r>
            <a:r>
              <a:rPr lang="en-US" altLang="zh-CN" sz="2800" b="1">
                <a:solidFill>
                  <a:srgbClr val="007A77"/>
                </a:solidFill>
                <a:latin typeface="楷体_GB2312" pitchFamily="49" charset="-122"/>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7490"/>
                                        </p:tgtEl>
                                        <p:attrNameLst>
                                          <p:attrName>style.visibility</p:attrName>
                                        </p:attrNameLst>
                                      </p:cBhvr>
                                      <p:to>
                                        <p:strVal val="visible"/>
                                      </p:to>
                                    </p:set>
                                    <p:animEffect transition="in" filter="wipe(left)">
                                      <p:cBhvr>
                                        <p:cTn id="7" dur="500"/>
                                        <p:tgtEl>
                                          <p:spTgt spid="447490"/>
                                        </p:tgtEl>
                                      </p:cBhvr>
                                    </p:animEffect>
                                  </p:childTnLst>
                                </p:cTn>
                              </p:par>
                            </p:childTnLst>
                          </p:cTn>
                        </p:par>
                        <p:par>
                          <p:cTn id="8" fill="hold" nodeType="afterGroup">
                            <p:stCondLst>
                              <p:cond delay="500"/>
                            </p:stCondLst>
                            <p:childTnLst>
                              <p:par>
                                <p:cTn id="9" presetID="12" presetClass="entr" presetSubtype="4" fill="hold" nodeType="afterEffect">
                                  <p:stCondLst>
                                    <p:cond delay="0"/>
                                  </p:stCondLst>
                                  <p:childTnLst>
                                    <p:set>
                                      <p:cBhvr>
                                        <p:cTn id="10" dur="1" fill="hold">
                                          <p:stCondLst>
                                            <p:cond delay="0"/>
                                          </p:stCondLst>
                                        </p:cTn>
                                        <p:tgtEl>
                                          <p:spTgt spid="447491"/>
                                        </p:tgtEl>
                                        <p:attrNameLst>
                                          <p:attrName>style.visibility</p:attrName>
                                        </p:attrNameLst>
                                      </p:cBhvr>
                                      <p:to>
                                        <p:strVal val="visible"/>
                                      </p:to>
                                    </p:set>
                                    <p:animEffect transition="in" filter="slide(fromBottom)">
                                      <p:cBhvr>
                                        <p:cTn id="11" dur="1000"/>
                                        <p:tgtEl>
                                          <p:spTgt spid="447491"/>
                                        </p:tgtEl>
                                      </p:cBhvr>
                                    </p:animEffect>
                                  </p:childTnLst>
                                </p:cTn>
                              </p:par>
                            </p:childTnLst>
                          </p:cTn>
                        </p:par>
                        <p:par>
                          <p:cTn id="12" fill="hold" nodeType="afterGroup">
                            <p:stCondLst>
                              <p:cond delay="1500"/>
                            </p:stCondLst>
                            <p:childTnLst>
                              <p:par>
                                <p:cTn id="13" presetID="12" presetClass="entr" presetSubtype="4" fill="hold" nodeType="afterEffect">
                                  <p:stCondLst>
                                    <p:cond delay="0"/>
                                  </p:stCondLst>
                                  <p:childTnLst>
                                    <p:set>
                                      <p:cBhvr>
                                        <p:cTn id="14" dur="1" fill="hold">
                                          <p:stCondLst>
                                            <p:cond delay="0"/>
                                          </p:stCondLst>
                                        </p:cTn>
                                        <p:tgtEl>
                                          <p:spTgt spid="447493"/>
                                        </p:tgtEl>
                                        <p:attrNameLst>
                                          <p:attrName>style.visibility</p:attrName>
                                        </p:attrNameLst>
                                      </p:cBhvr>
                                      <p:to>
                                        <p:strVal val="visible"/>
                                      </p:to>
                                    </p:set>
                                    <p:animEffect transition="in" filter="slide(fromBottom)">
                                      <p:cBhvr>
                                        <p:cTn id="15" dur="1000"/>
                                        <p:tgtEl>
                                          <p:spTgt spid="44749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447492"/>
                                        </p:tgtEl>
                                        <p:attrNameLst>
                                          <p:attrName>style.visibility</p:attrName>
                                        </p:attrNameLst>
                                      </p:cBhvr>
                                      <p:to>
                                        <p:strVal val="visible"/>
                                      </p:to>
                                    </p:set>
                                    <p:animEffect transition="in" filter="wipe(up)">
                                      <p:cBhvr>
                                        <p:cTn id="20" dur="1000"/>
                                        <p:tgtEl>
                                          <p:spTgt spid="447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490" grpId="0" autoUpdateAnimBg="0"/>
      <p:bldP spid="447491" grpId="0" autoUpdateAnimBg="0"/>
      <p:bldP spid="447492" grpId="0" autoUpdateAnimBg="0"/>
      <p:bldP spid="447493"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a:extLst>
              <a:ext uri="{FF2B5EF4-FFF2-40B4-BE49-F238E27FC236}">
                <a16:creationId xmlns:a16="http://schemas.microsoft.com/office/drawing/2014/main" id="{B305615E-7A5C-6948-0A31-6BC5CF412648}"/>
              </a:ext>
            </a:extLst>
          </p:cNvPr>
          <p:cNvSpPr>
            <a:spLocks noChangeArrowheads="1"/>
          </p:cNvSpPr>
          <p:nvPr/>
        </p:nvSpPr>
        <p:spPr bwMode="auto">
          <a:xfrm>
            <a:off x="1774826" y="188913"/>
            <a:ext cx="46085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假设检验的一般步骤：</a:t>
            </a:r>
          </a:p>
        </p:txBody>
      </p:sp>
      <p:sp>
        <p:nvSpPr>
          <p:cNvPr id="448515" name="Rectangle 3">
            <a:extLst>
              <a:ext uri="{FF2B5EF4-FFF2-40B4-BE49-F238E27FC236}">
                <a16:creationId xmlns:a16="http://schemas.microsoft.com/office/drawing/2014/main" id="{A3D9FB25-F243-648D-5D82-48F29825C8BE}"/>
              </a:ext>
            </a:extLst>
          </p:cNvPr>
          <p:cNvSpPr>
            <a:spLocks noChangeArrowheads="1"/>
          </p:cNvSpPr>
          <p:nvPr/>
        </p:nvSpPr>
        <p:spPr bwMode="auto">
          <a:xfrm>
            <a:off x="1847851" y="908050"/>
            <a:ext cx="7993063"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Times New Roman" panose="02020603050405020304" pitchFamily="18" charset="0"/>
                <a:ea typeface="楷体_GB2312" pitchFamily="49" charset="-122"/>
              </a:rPr>
              <a:t>(1) </a:t>
            </a:r>
            <a:r>
              <a:rPr lang="zh-CN" altLang="en-US" sz="2800" b="1">
                <a:solidFill>
                  <a:srgbClr val="007A77"/>
                </a:solidFill>
                <a:latin typeface="Times New Roman" panose="02020603050405020304" pitchFamily="18" charset="0"/>
                <a:ea typeface="楷体_GB2312" pitchFamily="49" charset="-122"/>
              </a:rPr>
              <a:t>根据实际问题的要求，充分考虑和利用已知的背景知识，提出原假设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Times New Roman" panose="02020603050405020304" pitchFamily="18" charset="0"/>
                <a:ea typeface="楷体_GB2312" pitchFamily="49" charset="-122"/>
              </a:rPr>
              <a:t>及备择假设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1</a:t>
            </a:r>
            <a:r>
              <a:rPr lang="en-US" altLang="zh-CN"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a:t>
            </a:r>
          </a:p>
        </p:txBody>
      </p:sp>
      <p:sp>
        <p:nvSpPr>
          <p:cNvPr id="448516" name="Rectangle 4">
            <a:extLst>
              <a:ext uri="{FF2B5EF4-FFF2-40B4-BE49-F238E27FC236}">
                <a16:creationId xmlns:a16="http://schemas.microsoft.com/office/drawing/2014/main" id="{4085D896-A5E9-37CF-3C28-8567961CEC15}"/>
              </a:ext>
            </a:extLst>
          </p:cNvPr>
          <p:cNvSpPr>
            <a:spLocks noChangeArrowheads="1"/>
          </p:cNvSpPr>
          <p:nvPr/>
        </p:nvSpPr>
        <p:spPr bwMode="auto">
          <a:xfrm>
            <a:off x="1847851" y="2349500"/>
            <a:ext cx="8353425"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CN" altLang="en-US" sz="2800" b="1">
                <a:solidFill>
                  <a:srgbClr val="007A77"/>
                </a:solidFill>
                <a:latin typeface="Times New Roman" panose="02020603050405020304" pitchFamily="18" charset="0"/>
                <a:ea typeface="楷体_GB2312" pitchFamily="49" charset="-122"/>
              </a:rPr>
              <a:t>(2) 给定显著性水平</a:t>
            </a:r>
            <a:r>
              <a:rPr lang="el-GR" altLang="en-US" sz="2800" b="1" i="1">
                <a:solidFill>
                  <a:srgbClr val="007A77"/>
                </a:solidFill>
                <a:latin typeface="Times New Roman" panose="02020603050405020304" pitchFamily="18" charset="0"/>
                <a:ea typeface="楷体_GB2312" pitchFamily="49" charset="-122"/>
              </a:rPr>
              <a:t>α</a:t>
            </a:r>
            <a:r>
              <a:rPr lang="en-CN" altLang="en-US" sz="2800" b="1">
                <a:solidFill>
                  <a:srgbClr val="007A77"/>
                </a:solidFill>
                <a:latin typeface="Times New Roman" panose="02020603050405020304" pitchFamily="18" charset="0"/>
                <a:ea typeface="楷体_GB2312" pitchFamily="49" charset="-122"/>
              </a:rPr>
              <a:t>，选取检验统计量，并确定其分布；</a:t>
            </a:r>
          </a:p>
        </p:txBody>
      </p:sp>
      <p:sp>
        <p:nvSpPr>
          <p:cNvPr id="448517" name="Rectangle 5">
            <a:extLst>
              <a:ext uri="{FF2B5EF4-FFF2-40B4-BE49-F238E27FC236}">
                <a16:creationId xmlns:a16="http://schemas.microsoft.com/office/drawing/2014/main" id="{019E863A-8557-27CA-460D-F910BBEAC1DA}"/>
              </a:ext>
            </a:extLst>
          </p:cNvPr>
          <p:cNvSpPr>
            <a:spLocks noChangeArrowheads="1"/>
          </p:cNvSpPr>
          <p:nvPr/>
        </p:nvSpPr>
        <p:spPr bwMode="auto">
          <a:xfrm>
            <a:off x="1847850" y="3716339"/>
            <a:ext cx="8820150"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CN" altLang="en-US" sz="2800" b="1">
                <a:solidFill>
                  <a:srgbClr val="007A77"/>
                </a:solidFill>
                <a:latin typeface="Times New Roman" panose="02020603050405020304" pitchFamily="18" charset="0"/>
                <a:ea typeface="楷体_GB2312" pitchFamily="49" charset="-122"/>
              </a:rPr>
              <a:t>(3) 由P{拒绝H</a:t>
            </a:r>
            <a:r>
              <a:rPr lang="en-CN" altLang="en-US" sz="2800" b="1" baseline="-25000">
                <a:solidFill>
                  <a:srgbClr val="007A77"/>
                </a:solidFill>
                <a:latin typeface="Times New Roman" panose="02020603050405020304" pitchFamily="18" charset="0"/>
                <a:ea typeface="楷体_GB2312" pitchFamily="49" charset="-122"/>
              </a:rPr>
              <a:t>0 </a:t>
            </a:r>
            <a:r>
              <a:rPr lang="en-CN" altLang="en-US" sz="2800" b="1">
                <a:solidFill>
                  <a:srgbClr val="007A77"/>
                </a:solidFill>
                <a:latin typeface="Times New Roman" panose="02020603050405020304" pitchFamily="18" charset="0"/>
                <a:ea typeface="楷体_GB2312" pitchFamily="49" charset="-122"/>
              </a:rPr>
              <a:t>| 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Times New Roman" panose="02020603050405020304" pitchFamily="18" charset="0"/>
                <a:ea typeface="楷体_GB2312" pitchFamily="49" charset="-122"/>
              </a:rPr>
              <a:t>为真}=</a:t>
            </a:r>
            <a:r>
              <a:rPr lang="el-GR" altLang="en-US" sz="2800" b="1" i="1">
                <a:solidFill>
                  <a:srgbClr val="007A77"/>
                </a:solidFill>
                <a:latin typeface="Times New Roman" panose="02020603050405020304" pitchFamily="18" charset="0"/>
                <a:ea typeface="楷体_GB2312" pitchFamily="49" charset="-122"/>
              </a:rPr>
              <a:t>α</a:t>
            </a:r>
            <a:r>
              <a:rPr lang="en-CN" altLang="en-US" sz="2800" b="1">
                <a:solidFill>
                  <a:srgbClr val="007A77"/>
                </a:solidFill>
                <a:latin typeface="Times New Roman" panose="02020603050405020304" pitchFamily="18" charset="0"/>
                <a:ea typeface="楷体_GB2312" pitchFamily="49" charset="-122"/>
              </a:rPr>
              <a:t>确定H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Times New Roman" panose="02020603050405020304" pitchFamily="18" charset="0"/>
                <a:ea typeface="楷体_GB2312" pitchFamily="49" charset="-122"/>
              </a:rPr>
              <a:t>的拒绝域的形式；</a:t>
            </a:r>
          </a:p>
        </p:txBody>
      </p:sp>
      <p:sp>
        <p:nvSpPr>
          <p:cNvPr id="448518" name="Rectangle 6">
            <a:extLst>
              <a:ext uri="{FF2B5EF4-FFF2-40B4-BE49-F238E27FC236}">
                <a16:creationId xmlns:a16="http://schemas.microsoft.com/office/drawing/2014/main" id="{A1BE3B6B-6E75-669B-7FD6-DFF1CD104033}"/>
              </a:ext>
            </a:extLst>
          </p:cNvPr>
          <p:cNvSpPr>
            <a:spLocks noChangeArrowheads="1"/>
          </p:cNvSpPr>
          <p:nvPr/>
        </p:nvSpPr>
        <p:spPr bwMode="auto">
          <a:xfrm>
            <a:off x="1847851" y="4508500"/>
            <a:ext cx="8353425"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Times New Roman" panose="02020603050405020304" pitchFamily="18" charset="0"/>
                <a:ea typeface="楷体_GB2312" pitchFamily="49" charset="-122"/>
              </a:rPr>
              <a:t>(4) </a:t>
            </a:r>
            <a:r>
              <a:rPr lang="zh-CN" altLang="en-US" sz="2800" b="1">
                <a:solidFill>
                  <a:srgbClr val="007A77"/>
                </a:solidFill>
                <a:latin typeface="Times New Roman" panose="02020603050405020304" pitchFamily="18" charset="0"/>
                <a:ea typeface="楷体_GB2312" pitchFamily="49" charset="-122"/>
              </a:rPr>
              <a:t>由样本值求得检验统计量的观察值，若观察值在拒绝域内，则拒绝原假设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 </a:t>
            </a:r>
            <a:r>
              <a:rPr lang="zh-CN" altLang="en-US" sz="2800" b="1">
                <a:solidFill>
                  <a:srgbClr val="007A77"/>
                </a:solidFill>
                <a:latin typeface="Times New Roman" panose="02020603050405020304" pitchFamily="18" charset="0"/>
                <a:ea typeface="楷体_GB2312" pitchFamily="49" charset="-122"/>
              </a:rPr>
              <a:t>，否则接受原假设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 </a:t>
            </a:r>
            <a:r>
              <a:rPr lang="en-US" altLang="zh-CN"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8514"/>
                                        </p:tgtEl>
                                        <p:attrNameLst>
                                          <p:attrName>style.visibility</p:attrName>
                                        </p:attrNameLst>
                                      </p:cBhvr>
                                      <p:to>
                                        <p:strVal val="visible"/>
                                      </p:to>
                                    </p:set>
                                    <p:animEffect transition="in" filter="wipe(left)">
                                      <p:cBhvr>
                                        <p:cTn id="7" dur="1000"/>
                                        <p:tgtEl>
                                          <p:spTgt spid="4485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448515"/>
                                        </p:tgtEl>
                                        <p:attrNameLst>
                                          <p:attrName>style.visibility</p:attrName>
                                        </p:attrNameLst>
                                      </p:cBhvr>
                                      <p:to>
                                        <p:strVal val="visible"/>
                                      </p:to>
                                    </p:set>
                                    <p:animEffect transition="in" filter="slide(fromBottom)">
                                      <p:cBhvr>
                                        <p:cTn id="12" dur="1000"/>
                                        <p:tgtEl>
                                          <p:spTgt spid="4485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448516"/>
                                        </p:tgtEl>
                                        <p:attrNameLst>
                                          <p:attrName>style.visibility</p:attrName>
                                        </p:attrNameLst>
                                      </p:cBhvr>
                                      <p:to>
                                        <p:strVal val="visible"/>
                                      </p:to>
                                    </p:set>
                                    <p:animEffect transition="in" filter="slide(fromBottom)">
                                      <p:cBhvr>
                                        <p:cTn id="17" dur="1000"/>
                                        <p:tgtEl>
                                          <p:spTgt spid="4485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448517"/>
                                        </p:tgtEl>
                                        <p:attrNameLst>
                                          <p:attrName>style.visibility</p:attrName>
                                        </p:attrNameLst>
                                      </p:cBhvr>
                                      <p:to>
                                        <p:strVal val="visible"/>
                                      </p:to>
                                    </p:set>
                                    <p:animEffect transition="in" filter="slide(fromBottom)">
                                      <p:cBhvr>
                                        <p:cTn id="22" dur="1000"/>
                                        <p:tgtEl>
                                          <p:spTgt spid="4485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448518"/>
                                        </p:tgtEl>
                                        <p:attrNameLst>
                                          <p:attrName>style.visibility</p:attrName>
                                        </p:attrNameLst>
                                      </p:cBhvr>
                                      <p:to>
                                        <p:strVal val="visible"/>
                                      </p:to>
                                    </p:set>
                                    <p:animEffect transition="in" filter="slide(fromBottom)">
                                      <p:cBhvr>
                                        <p:cTn id="27" dur="1000"/>
                                        <p:tgtEl>
                                          <p:spTgt spid="448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14" grpId="0" autoUpdateAnimBg="0"/>
      <p:bldP spid="448515" grpId="0" autoUpdateAnimBg="0"/>
      <p:bldP spid="448516" grpId="0" autoUpdateAnimBg="0"/>
      <p:bldP spid="448517" grpId="0" autoUpdateAnimBg="0"/>
      <p:bldP spid="448518"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9538" name="Group 2">
            <a:extLst>
              <a:ext uri="{FF2B5EF4-FFF2-40B4-BE49-F238E27FC236}">
                <a16:creationId xmlns:a16="http://schemas.microsoft.com/office/drawing/2014/main" id="{DEA67235-289A-C7DD-86ED-483FBE90DAB9}"/>
              </a:ext>
            </a:extLst>
          </p:cNvPr>
          <p:cNvGrpSpPr>
            <a:grpSpLocks/>
          </p:cNvGrpSpPr>
          <p:nvPr/>
        </p:nvGrpSpPr>
        <p:grpSpPr bwMode="auto">
          <a:xfrm>
            <a:off x="1847850" y="908051"/>
            <a:ext cx="863600" cy="3935413"/>
            <a:chOff x="0" y="0"/>
            <a:chExt cx="544" cy="2479"/>
          </a:xfrm>
        </p:grpSpPr>
        <p:sp>
          <p:nvSpPr>
            <p:cNvPr id="449539" name="Text Box 3">
              <a:extLst>
                <a:ext uri="{FF2B5EF4-FFF2-40B4-BE49-F238E27FC236}">
                  <a16:creationId xmlns:a16="http://schemas.microsoft.com/office/drawing/2014/main" id="{EAE5F89F-1A90-F6C3-F54D-0F25C5D94FCF}"/>
                </a:ext>
              </a:extLst>
            </p:cNvPr>
            <p:cNvSpPr txBox="1">
              <a:spLocks noChangeArrowheads="1"/>
            </p:cNvSpPr>
            <p:nvPr/>
          </p:nvSpPr>
          <p:spPr bwMode="auto">
            <a:xfrm>
              <a:off x="0" y="0"/>
              <a:ext cx="373" cy="2479"/>
            </a:xfrm>
            <a:prstGeom prst="rect">
              <a:avLst/>
            </a:prstGeom>
            <a:noFill/>
            <a:ln>
              <a:noFill/>
            </a:ln>
            <a:effectLst/>
            <a:extLst>
              <a:ext uri="{909E8E84-426E-40DD-AFC4-6F175D3DCCD1}">
                <a14:hiddenFill xmlns:a14="http://schemas.microsoft.com/office/drawing/2010/main">
                  <a:solidFill>
                    <a:srgbClr val="0000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假</a:t>
              </a:r>
            </a:p>
            <a:p>
              <a:pPr fontAlgn="base">
                <a:spcBef>
                  <a:spcPct val="0"/>
                </a:spcBef>
                <a:spcAft>
                  <a:spcPct val="0"/>
                </a:spcAft>
              </a:pPr>
              <a:r>
                <a:rPr lang="zh-CN" altLang="en-US" sz="2800" b="1">
                  <a:solidFill>
                    <a:srgbClr val="007A77"/>
                  </a:solidFill>
                  <a:latin typeface="楷体_GB2312" pitchFamily="49" charset="-122"/>
                  <a:ea typeface="楷体_GB2312" pitchFamily="49" charset="-122"/>
                </a:rPr>
                <a:t>设</a:t>
              </a:r>
            </a:p>
            <a:p>
              <a:pPr fontAlgn="base">
                <a:spcBef>
                  <a:spcPct val="0"/>
                </a:spcBef>
                <a:spcAft>
                  <a:spcPct val="0"/>
                </a:spcAft>
              </a:pPr>
              <a:r>
                <a:rPr lang="zh-CN" altLang="en-US" sz="2800" b="1">
                  <a:solidFill>
                    <a:srgbClr val="007A77"/>
                  </a:solidFill>
                  <a:latin typeface="楷体_GB2312" pitchFamily="49" charset="-122"/>
                  <a:ea typeface="楷体_GB2312" pitchFamily="49" charset="-122"/>
                </a:rPr>
                <a:t>检</a:t>
              </a:r>
            </a:p>
            <a:p>
              <a:pPr fontAlgn="base">
                <a:spcBef>
                  <a:spcPct val="0"/>
                </a:spcBef>
                <a:spcAft>
                  <a:spcPct val="0"/>
                </a:spcAft>
              </a:pPr>
              <a:r>
                <a:rPr lang="zh-CN" altLang="en-US" sz="2800" b="1">
                  <a:solidFill>
                    <a:srgbClr val="007A77"/>
                  </a:solidFill>
                  <a:latin typeface="楷体_GB2312" pitchFamily="49" charset="-122"/>
                  <a:ea typeface="楷体_GB2312" pitchFamily="49" charset="-122"/>
                </a:rPr>
                <a:t>验</a:t>
              </a:r>
            </a:p>
            <a:p>
              <a:pPr fontAlgn="base">
                <a:spcBef>
                  <a:spcPct val="0"/>
                </a:spcBef>
                <a:spcAft>
                  <a:spcPct val="0"/>
                </a:spcAft>
              </a:pPr>
              <a:r>
                <a:rPr lang="zh-CN" altLang="en-US" sz="2800" b="1">
                  <a:solidFill>
                    <a:srgbClr val="007A77"/>
                  </a:solidFill>
                  <a:latin typeface="楷体_GB2312" pitchFamily="49" charset="-122"/>
                  <a:ea typeface="楷体_GB2312" pitchFamily="49" charset="-122"/>
                </a:rPr>
                <a:t>的</a:t>
              </a:r>
            </a:p>
            <a:p>
              <a:pPr fontAlgn="base">
                <a:spcBef>
                  <a:spcPct val="0"/>
                </a:spcBef>
                <a:spcAft>
                  <a:spcPct val="0"/>
                </a:spcAft>
              </a:pPr>
              <a:r>
                <a:rPr lang="zh-CN" altLang="en-US" sz="2800" b="1">
                  <a:solidFill>
                    <a:srgbClr val="007A77"/>
                  </a:solidFill>
                  <a:latin typeface="楷体_GB2312" pitchFamily="49" charset="-122"/>
                  <a:ea typeface="楷体_GB2312" pitchFamily="49" charset="-122"/>
                </a:rPr>
                <a:t>两</a:t>
              </a:r>
            </a:p>
            <a:p>
              <a:pPr fontAlgn="base">
                <a:spcBef>
                  <a:spcPct val="0"/>
                </a:spcBef>
                <a:spcAft>
                  <a:spcPct val="0"/>
                </a:spcAft>
              </a:pPr>
              <a:r>
                <a:rPr lang="zh-CN" altLang="en-US" sz="2800" b="1">
                  <a:solidFill>
                    <a:srgbClr val="007A77"/>
                  </a:solidFill>
                  <a:latin typeface="楷体_GB2312" pitchFamily="49" charset="-122"/>
                  <a:ea typeface="楷体_GB2312" pitchFamily="49" charset="-122"/>
                </a:rPr>
                <a:t>类错误</a:t>
              </a:r>
            </a:p>
          </p:txBody>
        </p:sp>
        <p:sp>
          <p:nvSpPr>
            <p:cNvPr id="449540" name="AutoShape 4">
              <a:extLst>
                <a:ext uri="{FF2B5EF4-FFF2-40B4-BE49-F238E27FC236}">
                  <a16:creationId xmlns:a16="http://schemas.microsoft.com/office/drawing/2014/main" id="{D818DF17-4C3F-530E-4FE0-0CD7D3280CAF}"/>
                </a:ext>
              </a:extLst>
            </p:cNvPr>
            <p:cNvSpPr>
              <a:spLocks/>
            </p:cNvSpPr>
            <p:nvPr/>
          </p:nvSpPr>
          <p:spPr bwMode="auto">
            <a:xfrm>
              <a:off x="363" y="318"/>
              <a:ext cx="181" cy="1633"/>
            </a:xfrm>
            <a:prstGeom prst="leftBrace">
              <a:avLst>
                <a:gd name="adj1" fmla="val 75184"/>
                <a:gd name="adj2" fmla="val 50000"/>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49541" name="Text Box 5">
            <a:extLst>
              <a:ext uri="{FF2B5EF4-FFF2-40B4-BE49-F238E27FC236}">
                <a16:creationId xmlns:a16="http://schemas.microsoft.com/office/drawing/2014/main" id="{4A91FE79-B1A5-303E-A237-CBB0D83C84BD}"/>
              </a:ext>
            </a:extLst>
          </p:cNvPr>
          <p:cNvSpPr txBox="1">
            <a:spLocks noChangeArrowheads="1"/>
          </p:cNvSpPr>
          <p:nvPr/>
        </p:nvSpPr>
        <p:spPr bwMode="auto">
          <a:xfrm>
            <a:off x="2711450" y="1052513"/>
            <a:ext cx="6699250" cy="51911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00FF"/>
                </a:solidFill>
                <a:latin typeface="楷体_GB2312" pitchFamily="49" charset="-122"/>
                <a:ea typeface="楷体_GB2312" pitchFamily="49" charset="-122"/>
              </a:rPr>
              <a:t>第一类错误（弃真错误）：</a:t>
            </a:r>
          </a:p>
        </p:txBody>
      </p:sp>
      <p:sp>
        <p:nvSpPr>
          <p:cNvPr id="449542" name="Text Box 6">
            <a:extLst>
              <a:ext uri="{FF2B5EF4-FFF2-40B4-BE49-F238E27FC236}">
                <a16:creationId xmlns:a16="http://schemas.microsoft.com/office/drawing/2014/main" id="{FD4E0012-B0A5-9825-F1A1-2DDA8F471E0F}"/>
              </a:ext>
            </a:extLst>
          </p:cNvPr>
          <p:cNvSpPr txBox="1">
            <a:spLocks noChangeArrowheads="1"/>
          </p:cNvSpPr>
          <p:nvPr/>
        </p:nvSpPr>
        <p:spPr bwMode="auto">
          <a:xfrm>
            <a:off x="2711450" y="2779713"/>
            <a:ext cx="6408738" cy="51911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00FF"/>
                </a:solidFill>
                <a:latin typeface="楷体_GB2312" pitchFamily="49" charset="-122"/>
                <a:ea typeface="楷体_GB2312" pitchFamily="49" charset="-122"/>
              </a:rPr>
              <a:t>第二类错误（取伪错误）：</a:t>
            </a:r>
          </a:p>
        </p:txBody>
      </p:sp>
      <p:sp>
        <p:nvSpPr>
          <p:cNvPr id="449543" name="Rectangle 7">
            <a:extLst>
              <a:ext uri="{FF2B5EF4-FFF2-40B4-BE49-F238E27FC236}">
                <a16:creationId xmlns:a16="http://schemas.microsoft.com/office/drawing/2014/main" id="{34E1347B-C7DA-55F8-D3F4-DDF442B9B084}"/>
              </a:ext>
            </a:extLst>
          </p:cNvPr>
          <p:cNvSpPr>
            <a:spLocks noChangeArrowheads="1"/>
          </p:cNvSpPr>
          <p:nvPr/>
        </p:nvSpPr>
        <p:spPr bwMode="auto">
          <a:xfrm>
            <a:off x="1847850" y="260351"/>
            <a:ext cx="4895850"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80000"/>
              </a:lnSpc>
              <a:spcBef>
                <a:spcPct val="2000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三、两类错误</a:t>
            </a:r>
          </a:p>
        </p:txBody>
      </p:sp>
      <p:sp>
        <p:nvSpPr>
          <p:cNvPr id="449544" name="Rectangle 8">
            <a:extLst>
              <a:ext uri="{FF2B5EF4-FFF2-40B4-BE49-F238E27FC236}">
                <a16:creationId xmlns:a16="http://schemas.microsoft.com/office/drawing/2014/main" id="{A3514051-2E37-7BAB-D7ED-E89D344702B6}"/>
              </a:ext>
            </a:extLst>
          </p:cNvPr>
          <p:cNvSpPr>
            <a:spLocks noChangeArrowheads="1"/>
          </p:cNvSpPr>
          <p:nvPr/>
        </p:nvSpPr>
        <p:spPr bwMode="auto">
          <a:xfrm>
            <a:off x="3071813" y="1844676"/>
            <a:ext cx="61198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Times New Roman" panose="02020603050405020304" pitchFamily="18" charset="0"/>
                <a:ea typeface="楷体_GB2312" pitchFamily="49" charset="-122"/>
              </a:rPr>
              <a:t>为真，但拒绝了原假设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 </a:t>
            </a:r>
            <a:r>
              <a:rPr lang="en-US" altLang="zh-CN" sz="2800" b="1">
                <a:solidFill>
                  <a:srgbClr val="007A77"/>
                </a:solidFill>
                <a:latin typeface="Times New Roman" panose="02020603050405020304" pitchFamily="18" charset="0"/>
                <a:ea typeface="楷体_GB2312" pitchFamily="49" charset="-122"/>
              </a:rPr>
              <a:t>.</a:t>
            </a:r>
          </a:p>
        </p:txBody>
      </p:sp>
      <p:sp>
        <p:nvSpPr>
          <p:cNvPr id="449545" name="Rectangle 9">
            <a:extLst>
              <a:ext uri="{FF2B5EF4-FFF2-40B4-BE49-F238E27FC236}">
                <a16:creationId xmlns:a16="http://schemas.microsoft.com/office/drawing/2014/main" id="{0BE4071B-58DB-6AE0-878D-437D4172E3A2}"/>
              </a:ext>
            </a:extLst>
          </p:cNvPr>
          <p:cNvSpPr>
            <a:spLocks noChangeArrowheads="1"/>
          </p:cNvSpPr>
          <p:nvPr/>
        </p:nvSpPr>
        <p:spPr bwMode="auto">
          <a:xfrm>
            <a:off x="3144838" y="3716338"/>
            <a:ext cx="61198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Times New Roman" panose="02020603050405020304" pitchFamily="18" charset="0"/>
                <a:ea typeface="楷体_GB2312" pitchFamily="49" charset="-122"/>
              </a:rPr>
              <a:t>不真，但接受了原假设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 </a:t>
            </a:r>
            <a:r>
              <a:rPr lang="en-US" altLang="zh-CN" sz="2800" b="1">
                <a:solidFill>
                  <a:srgbClr val="007A77"/>
                </a:solidFill>
                <a:latin typeface="Times New Roman" panose="02020603050405020304" pitchFamily="18" charset="0"/>
                <a:ea typeface="楷体_GB2312" pitchFamily="49" charset="-122"/>
              </a:rPr>
              <a:t>.</a:t>
            </a:r>
          </a:p>
        </p:txBody>
      </p:sp>
      <p:sp>
        <p:nvSpPr>
          <p:cNvPr id="449546" name="Rectangle 10">
            <a:extLst>
              <a:ext uri="{FF2B5EF4-FFF2-40B4-BE49-F238E27FC236}">
                <a16:creationId xmlns:a16="http://schemas.microsoft.com/office/drawing/2014/main" id="{202ADA48-DC81-5320-33D9-68155C07A4B8}"/>
              </a:ext>
            </a:extLst>
          </p:cNvPr>
          <p:cNvSpPr>
            <a:spLocks noChangeArrowheads="1"/>
          </p:cNvSpPr>
          <p:nvPr/>
        </p:nvSpPr>
        <p:spPr bwMode="auto">
          <a:xfrm>
            <a:off x="2208213" y="4868863"/>
            <a:ext cx="4495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lang="en-CN" altLang="en-US" sz="2800" b="1" i="1">
                <a:solidFill>
                  <a:srgbClr val="007A77"/>
                </a:solidFill>
                <a:latin typeface="Times New Roman" panose="02020603050405020304" pitchFamily="18" charset="0"/>
                <a:ea typeface="楷体_GB2312" pitchFamily="49" charset="-122"/>
              </a:rPr>
              <a:t>P</a:t>
            </a:r>
            <a:r>
              <a:rPr lang="en-CN" altLang="en-US" sz="2800" b="1">
                <a:solidFill>
                  <a:srgbClr val="007A77"/>
                </a:solidFill>
                <a:latin typeface="Times New Roman" panose="02020603050405020304" pitchFamily="18" charset="0"/>
                <a:ea typeface="楷体_GB2312" pitchFamily="49" charset="-122"/>
              </a:rPr>
              <a:t>{拒绝</a:t>
            </a:r>
            <a:r>
              <a:rPr lang="en-CN" altLang="en-US" sz="2800" b="1" i="1">
                <a:solidFill>
                  <a:srgbClr val="007A77"/>
                </a:solidFill>
                <a:latin typeface="Times New Roman" panose="02020603050405020304" pitchFamily="18" charset="0"/>
                <a:ea typeface="楷体_GB2312" pitchFamily="49" charset="-122"/>
              </a:rPr>
              <a:t>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Times New Roman" panose="02020603050405020304" pitchFamily="18" charset="0"/>
                <a:ea typeface="楷体_GB2312" pitchFamily="49" charset="-122"/>
              </a:rPr>
              <a:t>|</a:t>
            </a:r>
            <a:r>
              <a:rPr lang="en-CN" altLang="en-US" sz="2800" b="1" i="1">
                <a:solidFill>
                  <a:srgbClr val="007A77"/>
                </a:solidFill>
                <a:latin typeface="Times New Roman" panose="02020603050405020304" pitchFamily="18" charset="0"/>
                <a:ea typeface="楷体_GB2312" pitchFamily="49" charset="-122"/>
              </a:rPr>
              <a:t>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Times New Roman" panose="02020603050405020304" pitchFamily="18" charset="0"/>
                <a:ea typeface="楷体_GB2312" pitchFamily="49" charset="-122"/>
              </a:rPr>
              <a:t>为真}=</a:t>
            </a:r>
            <a:r>
              <a:rPr lang="el-GR" altLang="en-US" sz="2800" b="1" i="1">
                <a:solidFill>
                  <a:srgbClr val="007A77"/>
                </a:solidFill>
                <a:latin typeface="Times New Roman" panose="02020603050405020304" pitchFamily="18" charset="0"/>
                <a:ea typeface="楷体_GB2312" pitchFamily="49" charset="-122"/>
              </a:rPr>
              <a:t>α</a:t>
            </a:r>
            <a:r>
              <a:rPr lang="en-CN" altLang="en-US" sz="2800" b="1">
                <a:solidFill>
                  <a:srgbClr val="007A77"/>
                </a:solidFill>
                <a:latin typeface="Times New Roman" panose="02020603050405020304" pitchFamily="18" charset="0"/>
                <a:ea typeface="楷体_GB2312" pitchFamily="49" charset="-122"/>
              </a:rPr>
              <a:t>,</a:t>
            </a:r>
          </a:p>
        </p:txBody>
      </p:sp>
      <p:sp>
        <p:nvSpPr>
          <p:cNvPr id="449547" name="Rectangle 11">
            <a:extLst>
              <a:ext uri="{FF2B5EF4-FFF2-40B4-BE49-F238E27FC236}">
                <a16:creationId xmlns:a16="http://schemas.microsoft.com/office/drawing/2014/main" id="{E9DA7ACD-3329-18FB-FD8B-1C8801F3A989}"/>
              </a:ext>
            </a:extLst>
          </p:cNvPr>
          <p:cNvSpPr>
            <a:spLocks noChangeArrowheads="1"/>
          </p:cNvSpPr>
          <p:nvPr/>
        </p:nvSpPr>
        <p:spPr bwMode="auto">
          <a:xfrm>
            <a:off x="5951538" y="4868863"/>
            <a:ext cx="4495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lang="en-CN" altLang="en-US" sz="2800" b="1" i="1">
                <a:solidFill>
                  <a:srgbClr val="007A77"/>
                </a:solidFill>
                <a:latin typeface="Times New Roman" panose="02020603050405020304" pitchFamily="18" charset="0"/>
                <a:ea typeface="楷体_GB2312" pitchFamily="49" charset="-122"/>
              </a:rPr>
              <a:t>P</a:t>
            </a:r>
            <a:r>
              <a:rPr lang="en-CN" altLang="en-US" sz="2800" b="1">
                <a:solidFill>
                  <a:srgbClr val="007A77"/>
                </a:solidFill>
                <a:latin typeface="Times New Roman" panose="02020603050405020304" pitchFamily="18" charset="0"/>
                <a:ea typeface="楷体_GB2312" pitchFamily="49" charset="-122"/>
              </a:rPr>
              <a:t>{接受</a:t>
            </a:r>
            <a:r>
              <a:rPr lang="en-CN" altLang="en-US" sz="2800" b="1" i="1">
                <a:solidFill>
                  <a:srgbClr val="007A77"/>
                </a:solidFill>
                <a:latin typeface="Times New Roman" panose="02020603050405020304" pitchFamily="18" charset="0"/>
                <a:ea typeface="楷体_GB2312" pitchFamily="49" charset="-122"/>
              </a:rPr>
              <a:t>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Times New Roman" panose="02020603050405020304" pitchFamily="18" charset="0"/>
                <a:ea typeface="楷体_GB2312" pitchFamily="49" charset="-122"/>
              </a:rPr>
              <a:t>|</a:t>
            </a:r>
            <a:r>
              <a:rPr lang="en-CN" altLang="en-US" sz="2800" b="1" i="1">
                <a:solidFill>
                  <a:srgbClr val="007A77"/>
                </a:solidFill>
                <a:latin typeface="Times New Roman" panose="02020603050405020304" pitchFamily="18" charset="0"/>
                <a:ea typeface="楷体_GB2312" pitchFamily="49" charset="-122"/>
              </a:rPr>
              <a:t>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Times New Roman" panose="02020603050405020304" pitchFamily="18" charset="0"/>
                <a:ea typeface="楷体_GB2312" pitchFamily="49" charset="-122"/>
              </a:rPr>
              <a:t>不真}= </a:t>
            </a:r>
            <a:r>
              <a:rPr lang="el-GR" altLang="en-US" sz="2800" b="1" i="1">
                <a:solidFill>
                  <a:srgbClr val="007A77"/>
                </a:solidFill>
                <a:latin typeface="Times New Roman" panose="02020603050405020304" pitchFamily="18" charset="0"/>
                <a:ea typeface="楷体_GB2312" pitchFamily="49" charset="-122"/>
              </a:rPr>
              <a:t>β</a:t>
            </a:r>
            <a:r>
              <a:rPr lang="en-CN" altLang="en-US" sz="2800" b="1">
                <a:solidFill>
                  <a:srgbClr val="007A77"/>
                </a:solidFill>
                <a:latin typeface="Times New Roman" panose="02020603050405020304" pitchFamily="18" charset="0"/>
                <a:ea typeface="楷体_GB2312" pitchFamily="49" charset="-122"/>
              </a:rPr>
              <a:t>.</a:t>
            </a:r>
          </a:p>
        </p:txBody>
      </p:sp>
      <p:sp>
        <p:nvSpPr>
          <p:cNvPr id="449548" name="Rectangle 12">
            <a:extLst>
              <a:ext uri="{FF2B5EF4-FFF2-40B4-BE49-F238E27FC236}">
                <a16:creationId xmlns:a16="http://schemas.microsoft.com/office/drawing/2014/main" id="{86415C36-A9E8-A8F2-4426-FAB1AAEB4378}"/>
              </a:ext>
            </a:extLst>
          </p:cNvPr>
          <p:cNvSpPr>
            <a:spLocks noChangeArrowheads="1"/>
          </p:cNvSpPr>
          <p:nvPr/>
        </p:nvSpPr>
        <p:spPr bwMode="auto">
          <a:xfrm>
            <a:off x="2481263" y="5661026"/>
            <a:ext cx="70596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0"/>
              </a:spcBef>
              <a:spcAft>
                <a:spcPct val="0"/>
              </a:spcAft>
            </a:pPr>
            <a:r>
              <a:rPr lang="en-CN" altLang="en-US" sz="2800" b="1">
                <a:solidFill>
                  <a:srgbClr val="007A77"/>
                </a:solidFill>
                <a:latin typeface="Times New Roman" panose="02020603050405020304" pitchFamily="18" charset="0"/>
                <a:ea typeface="楷体_GB2312" pitchFamily="49" charset="-122"/>
              </a:rPr>
              <a:t>显然，显著性水平</a:t>
            </a:r>
            <a:r>
              <a:rPr lang="el-GR" altLang="en-US" sz="2800" b="1" i="1">
                <a:solidFill>
                  <a:srgbClr val="007A77"/>
                </a:solidFill>
                <a:latin typeface="Times New Roman" panose="02020603050405020304" pitchFamily="18" charset="0"/>
                <a:ea typeface="楷体_GB2312" pitchFamily="49" charset="-122"/>
              </a:rPr>
              <a:t>α</a:t>
            </a:r>
            <a:r>
              <a:rPr lang="en-CN" altLang="en-US" sz="2800" b="1">
                <a:solidFill>
                  <a:srgbClr val="007A77"/>
                </a:solidFill>
                <a:latin typeface="Times New Roman" panose="02020603050405020304" pitchFamily="18" charset="0"/>
                <a:ea typeface="楷体_GB2312" pitchFamily="49" charset="-122"/>
              </a:rPr>
              <a:t>为犯第一类错误的概率.</a:t>
            </a:r>
          </a:p>
        </p:txBody>
      </p:sp>
      <p:sp>
        <p:nvSpPr>
          <p:cNvPr id="449549" name="Rectangle 13">
            <a:extLst>
              <a:ext uri="{FF2B5EF4-FFF2-40B4-BE49-F238E27FC236}">
                <a16:creationId xmlns:a16="http://schemas.microsoft.com/office/drawing/2014/main" id="{2C5964DA-3BE9-0D2B-25BA-7AE538645E9D}"/>
              </a:ext>
            </a:extLst>
          </p:cNvPr>
          <p:cNvSpPr>
            <a:spLocks noChangeArrowheads="1"/>
          </p:cNvSpPr>
          <p:nvPr/>
        </p:nvSpPr>
        <p:spPr bwMode="auto">
          <a:xfrm>
            <a:off x="1524001" y="4868863"/>
            <a:ext cx="7921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49543"/>
                                        </p:tgtEl>
                                        <p:attrNameLst>
                                          <p:attrName>style.visibility</p:attrName>
                                        </p:attrNameLst>
                                      </p:cBhvr>
                                      <p:to>
                                        <p:strVal val="visible"/>
                                      </p:to>
                                    </p:set>
                                    <p:animEffect transition="in" filter="slide(fromRight)">
                                      <p:cBhvr>
                                        <p:cTn id="7" dur="1000"/>
                                        <p:tgtEl>
                                          <p:spTgt spid="4495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49538"/>
                                        </p:tgtEl>
                                        <p:attrNameLst>
                                          <p:attrName>style.visibility</p:attrName>
                                        </p:attrNameLst>
                                      </p:cBhvr>
                                      <p:to>
                                        <p:strVal val="visible"/>
                                      </p:to>
                                    </p:set>
                                    <p:animEffect transition="in" filter="wipe(left)">
                                      <p:cBhvr>
                                        <p:cTn id="12" dur="1000"/>
                                        <p:tgtEl>
                                          <p:spTgt spid="4495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49541"/>
                                        </p:tgtEl>
                                        <p:attrNameLst>
                                          <p:attrName>style.visibility</p:attrName>
                                        </p:attrNameLst>
                                      </p:cBhvr>
                                      <p:to>
                                        <p:strVal val="visible"/>
                                      </p:to>
                                    </p:set>
                                    <p:animEffect transition="in" filter="wipe(left)">
                                      <p:cBhvr>
                                        <p:cTn id="17" dur="1000"/>
                                        <p:tgtEl>
                                          <p:spTgt spid="4495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49544"/>
                                        </p:tgtEl>
                                        <p:attrNameLst>
                                          <p:attrName>style.visibility</p:attrName>
                                        </p:attrNameLst>
                                      </p:cBhvr>
                                      <p:to>
                                        <p:strVal val="visible"/>
                                      </p:to>
                                    </p:set>
                                    <p:animEffect transition="in" filter="wipe(left)">
                                      <p:cBhvr>
                                        <p:cTn id="22" dur="1000"/>
                                        <p:tgtEl>
                                          <p:spTgt spid="44954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49542"/>
                                        </p:tgtEl>
                                        <p:attrNameLst>
                                          <p:attrName>style.visibility</p:attrName>
                                        </p:attrNameLst>
                                      </p:cBhvr>
                                      <p:to>
                                        <p:strVal val="visible"/>
                                      </p:to>
                                    </p:set>
                                    <p:animEffect transition="in" filter="wipe(left)">
                                      <p:cBhvr>
                                        <p:cTn id="27" dur="1000"/>
                                        <p:tgtEl>
                                          <p:spTgt spid="44954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49545"/>
                                        </p:tgtEl>
                                        <p:attrNameLst>
                                          <p:attrName>style.visibility</p:attrName>
                                        </p:attrNameLst>
                                      </p:cBhvr>
                                      <p:to>
                                        <p:strVal val="visible"/>
                                      </p:to>
                                    </p:set>
                                    <p:animEffect transition="in" filter="wipe(left)">
                                      <p:cBhvr>
                                        <p:cTn id="32" dur="1000"/>
                                        <p:tgtEl>
                                          <p:spTgt spid="44954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449549"/>
                                        </p:tgtEl>
                                        <p:attrNameLst>
                                          <p:attrName>style.visibility</p:attrName>
                                        </p:attrNameLst>
                                      </p:cBhvr>
                                      <p:to>
                                        <p:strVal val="visible"/>
                                      </p:to>
                                    </p:set>
                                    <p:animEffect transition="in" filter="slide(fromBottom)">
                                      <p:cBhvr>
                                        <p:cTn id="37" dur="500"/>
                                        <p:tgtEl>
                                          <p:spTgt spid="449549"/>
                                        </p:tgtEl>
                                      </p:cBhvr>
                                    </p:animEffect>
                                  </p:childTnLst>
                                </p:cTn>
                              </p:par>
                            </p:childTnLst>
                          </p:cTn>
                        </p:par>
                        <p:par>
                          <p:cTn id="38" fill="hold" nodeType="afterGroup">
                            <p:stCondLst>
                              <p:cond delay="500"/>
                            </p:stCondLst>
                            <p:childTnLst>
                              <p:par>
                                <p:cTn id="39" presetID="12" presetClass="entr" presetSubtype="4" fill="hold" nodeType="afterEffect">
                                  <p:stCondLst>
                                    <p:cond delay="0"/>
                                  </p:stCondLst>
                                  <p:childTnLst>
                                    <p:set>
                                      <p:cBhvr>
                                        <p:cTn id="40" dur="1" fill="hold">
                                          <p:stCondLst>
                                            <p:cond delay="0"/>
                                          </p:stCondLst>
                                        </p:cTn>
                                        <p:tgtEl>
                                          <p:spTgt spid="449546"/>
                                        </p:tgtEl>
                                        <p:attrNameLst>
                                          <p:attrName>style.visibility</p:attrName>
                                        </p:attrNameLst>
                                      </p:cBhvr>
                                      <p:to>
                                        <p:strVal val="visible"/>
                                      </p:to>
                                    </p:set>
                                    <p:animEffect transition="in" filter="slide(fromBottom)">
                                      <p:cBhvr>
                                        <p:cTn id="41" dur="500"/>
                                        <p:tgtEl>
                                          <p:spTgt spid="449546"/>
                                        </p:tgtEl>
                                      </p:cBhvr>
                                    </p:animEffect>
                                  </p:childTnLst>
                                </p:cTn>
                              </p:par>
                            </p:childTnLst>
                          </p:cTn>
                        </p:par>
                        <p:par>
                          <p:cTn id="42" fill="hold" nodeType="afterGroup">
                            <p:stCondLst>
                              <p:cond delay="1000"/>
                            </p:stCondLst>
                            <p:childTnLst>
                              <p:par>
                                <p:cTn id="43" presetID="12" presetClass="entr" presetSubtype="4" fill="hold" nodeType="afterEffect">
                                  <p:stCondLst>
                                    <p:cond delay="0"/>
                                  </p:stCondLst>
                                  <p:childTnLst>
                                    <p:set>
                                      <p:cBhvr>
                                        <p:cTn id="44" dur="1" fill="hold">
                                          <p:stCondLst>
                                            <p:cond delay="0"/>
                                          </p:stCondLst>
                                        </p:cTn>
                                        <p:tgtEl>
                                          <p:spTgt spid="449547"/>
                                        </p:tgtEl>
                                        <p:attrNameLst>
                                          <p:attrName>style.visibility</p:attrName>
                                        </p:attrNameLst>
                                      </p:cBhvr>
                                      <p:to>
                                        <p:strVal val="visible"/>
                                      </p:to>
                                    </p:set>
                                    <p:animEffect transition="in" filter="slide(fromBottom)">
                                      <p:cBhvr>
                                        <p:cTn id="45" dur="1000"/>
                                        <p:tgtEl>
                                          <p:spTgt spid="44954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2" presetClass="entr" presetSubtype="4" fill="hold" nodeType="clickEffect">
                                  <p:stCondLst>
                                    <p:cond delay="0"/>
                                  </p:stCondLst>
                                  <p:childTnLst>
                                    <p:set>
                                      <p:cBhvr>
                                        <p:cTn id="49" dur="1" fill="hold">
                                          <p:stCondLst>
                                            <p:cond delay="0"/>
                                          </p:stCondLst>
                                        </p:cTn>
                                        <p:tgtEl>
                                          <p:spTgt spid="449548"/>
                                        </p:tgtEl>
                                        <p:attrNameLst>
                                          <p:attrName>style.visibility</p:attrName>
                                        </p:attrNameLst>
                                      </p:cBhvr>
                                      <p:to>
                                        <p:strVal val="visible"/>
                                      </p:to>
                                    </p:set>
                                    <p:animEffect transition="in" filter="slide(fromBottom)">
                                      <p:cBhvr>
                                        <p:cTn id="50" dur="1000"/>
                                        <p:tgtEl>
                                          <p:spTgt spid="449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41" grpId="0" autoUpdateAnimBg="0"/>
      <p:bldP spid="449542" grpId="0" autoUpdateAnimBg="0"/>
      <p:bldP spid="449543" grpId="0" autoUpdateAnimBg="0"/>
      <p:bldP spid="449544" grpId="0" autoUpdateAnimBg="0"/>
      <p:bldP spid="449545" grpId="0" autoUpdateAnimBg="0"/>
      <p:bldP spid="449546" grpId="0" autoUpdateAnimBg="0"/>
      <p:bldP spid="449547" grpId="0" autoUpdateAnimBg="0"/>
      <p:bldP spid="449548" grpId="0" autoUpdateAnimBg="0"/>
      <p:bldP spid="449549"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2">
            <a:extLst>
              <a:ext uri="{FF2B5EF4-FFF2-40B4-BE49-F238E27FC236}">
                <a16:creationId xmlns:a16="http://schemas.microsoft.com/office/drawing/2014/main" id="{F4400E09-34CD-499E-8DA3-CF92E341CEAA}"/>
              </a:ext>
            </a:extLst>
          </p:cNvPr>
          <p:cNvSpPr>
            <a:spLocks noChangeArrowheads="1"/>
          </p:cNvSpPr>
          <p:nvPr/>
        </p:nvSpPr>
        <p:spPr bwMode="auto">
          <a:xfrm>
            <a:off x="1847851" y="3429000"/>
            <a:ext cx="41767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3200" b="1">
                <a:solidFill>
                  <a:srgbClr val="FF33CC"/>
                </a:solidFill>
                <a:effectLst>
                  <a:outerShdw blurRad="38100" dist="38100" dir="2700000" algn="tl">
                    <a:srgbClr val="C0C0C0"/>
                  </a:outerShdw>
                </a:effectLst>
                <a:latin typeface="楷体_GB2312" pitchFamily="49" charset="-122"/>
                <a:ea typeface="楷体_GB2312" pitchFamily="49" charset="-122"/>
              </a:rPr>
              <a:t>处理原则：</a:t>
            </a:r>
          </a:p>
        </p:txBody>
      </p:sp>
      <p:sp>
        <p:nvSpPr>
          <p:cNvPr id="450563" name="Text Box 3">
            <a:extLst>
              <a:ext uri="{FF2B5EF4-FFF2-40B4-BE49-F238E27FC236}">
                <a16:creationId xmlns:a16="http://schemas.microsoft.com/office/drawing/2014/main" id="{8F9B2CC0-40C0-35D9-17A8-512F8A9D3FAF}"/>
              </a:ext>
            </a:extLst>
          </p:cNvPr>
          <p:cNvSpPr txBox="1">
            <a:spLocks noChangeArrowheads="1"/>
          </p:cNvSpPr>
          <p:nvPr/>
        </p:nvSpPr>
        <p:spPr bwMode="auto">
          <a:xfrm>
            <a:off x="2063751" y="692151"/>
            <a:ext cx="8208963"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楷体_GB2312" pitchFamily="49" charset="-122"/>
                <a:ea typeface="楷体_GB2312" pitchFamily="49" charset="-122"/>
              </a:rPr>
              <a:t>    </a:t>
            </a:r>
            <a:r>
              <a:rPr lang="zh-CN" altLang="en-US" sz="2800" b="1">
                <a:solidFill>
                  <a:srgbClr val="007A77"/>
                </a:solidFill>
                <a:latin typeface="楷体_GB2312" pitchFamily="49" charset="-122"/>
                <a:ea typeface="楷体_GB2312" pitchFamily="49" charset="-122"/>
              </a:rPr>
              <a:t>任何检验方法都不能完全排除犯错</a:t>
            </a:r>
            <a:r>
              <a:rPr lang="zh-CN" altLang="en-US" sz="2800" b="1">
                <a:solidFill>
                  <a:srgbClr val="007A77"/>
                </a:solidFill>
                <a:latin typeface="Times New Roman" panose="02020603050405020304" pitchFamily="18" charset="0"/>
                <a:ea typeface="楷体_GB2312" pitchFamily="49" charset="-122"/>
              </a:rPr>
              <a:t>误的可能性</a:t>
            </a:r>
            <a:r>
              <a:rPr lang="en-US" altLang="zh-CN"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理想的检验方法应使犯两类</a:t>
            </a:r>
            <a:r>
              <a:rPr lang="zh-CN" altLang="en-US" sz="2800" b="1">
                <a:solidFill>
                  <a:srgbClr val="007A77"/>
                </a:solidFill>
                <a:latin typeface="楷体_GB2312" pitchFamily="49" charset="-122"/>
                <a:ea typeface="楷体_GB2312" pitchFamily="49" charset="-122"/>
              </a:rPr>
              <a:t>错误的概率都很小</a:t>
            </a:r>
            <a:r>
              <a:rPr lang="en-US" altLang="zh-CN" sz="2800" b="1">
                <a:solidFill>
                  <a:srgbClr val="007A77"/>
                </a:solidFill>
                <a:latin typeface="楷体_GB2312" pitchFamily="49" charset="-122"/>
                <a:ea typeface="楷体_GB2312" pitchFamily="49" charset="-122"/>
              </a:rPr>
              <a:t>,</a:t>
            </a:r>
            <a:r>
              <a:rPr lang="zh-CN" altLang="en-US" sz="2800" b="1">
                <a:solidFill>
                  <a:srgbClr val="007A77"/>
                </a:solidFill>
                <a:latin typeface="楷体_GB2312" pitchFamily="49" charset="-122"/>
                <a:ea typeface="楷体_GB2312" pitchFamily="49" charset="-122"/>
              </a:rPr>
              <a:t>但在样本容量</a:t>
            </a:r>
            <a:r>
              <a:rPr lang="zh-CN" altLang="en-US" sz="2800" b="1">
                <a:solidFill>
                  <a:srgbClr val="007A77"/>
                </a:solidFill>
                <a:latin typeface="Times New Roman" panose="02020603050405020304" pitchFamily="18" charset="0"/>
                <a:ea typeface="楷体_GB2312" pitchFamily="49" charset="-122"/>
              </a:rPr>
              <a:t>固定时，一类错误概率的减少必会导致另一类错误概率的增加</a:t>
            </a:r>
            <a:r>
              <a:rPr lang="en-US" altLang="zh-CN" sz="2800" b="1">
                <a:solidFill>
                  <a:srgbClr val="007A77"/>
                </a:solidFill>
                <a:latin typeface="Times New Roman" panose="02020603050405020304" pitchFamily="18" charset="0"/>
                <a:ea typeface="楷体_GB2312" pitchFamily="49" charset="-122"/>
              </a:rPr>
              <a:t>.</a:t>
            </a:r>
          </a:p>
        </p:txBody>
      </p:sp>
      <p:sp>
        <p:nvSpPr>
          <p:cNvPr id="450564" name="Rectangle 4">
            <a:extLst>
              <a:ext uri="{FF2B5EF4-FFF2-40B4-BE49-F238E27FC236}">
                <a16:creationId xmlns:a16="http://schemas.microsoft.com/office/drawing/2014/main" id="{D040B3EE-F797-1BCB-04A0-69FF07418566}"/>
              </a:ext>
            </a:extLst>
          </p:cNvPr>
          <p:cNvSpPr>
            <a:spLocks noChangeArrowheads="1"/>
          </p:cNvSpPr>
          <p:nvPr/>
        </p:nvSpPr>
        <p:spPr bwMode="auto">
          <a:xfrm>
            <a:off x="2424114" y="4005264"/>
            <a:ext cx="7920037"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控制犯第一类错误的概率</a:t>
            </a:r>
            <a:r>
              <a:rPr lang="zh-CN" altLang="en-US" sz="2800" b="1" i="1">
                <a:solidFill>
                  <a:srgbClr val="007A77"/>
                </a:solidFill>
                <a:latin typeface="Times New Roman" panose="02020603050405020304" pitchFamily="18" charset="0"/>
                <a:ea typeface="楷体_GB2312" pitchFamily="49" charset="-122"/>
                <a:sym typeface="Symbol" pitchFamily="2" charset="2"/>
              </a:rPr>
              <a:t>，</a:t>
            </a:r>
            <a:r>
              <a:rPr lang="zh-CN" altLang="en-US" sz="2800" b="1">
                <a:solidFill>
                  <a:srgbClr val="007A77"/>
                </a:solidFill>
                <a:latin typeface="Times New Roman" panose="02020603050405020304" pitchFamily="18" charset="0"/>
                <a:ea typeface="楷体_GB2312" pitchFamily="49" charset="-122"/>
                <a:sym typeface="Symbol" pitchFamily="2" charset="2"/>
              </a:rPr>
              <a:t>然后</a:t>
            </a:r>
            <a:r>
              <a:rPr lang="en-US" altLang="zh-CN" sz="2800" b="1">
                <a:solidFill>
                  <a:srgbClr val="007A77"/>
                </a:solidFill>
                <a:latin typeface="Times New Roman" panose="02020603050405020304" pitchFamily="18" charset="0"/>
                <a:ea typeface="楷体_GB2312" pitchFamily="49" charset="-122"/>
                <a:sym typeface="Symbol" pitchFamily="2" charset="2"/>
              </a:rPr>
              <a:t>,</a:t>
            </a:r>
            <a:r>
              <a:rPr lang="zh-CN" altLang="en-US" sz="2800" b="1">
                <a:solidFill>
                  <a:srgbClr val="007A77"/>
                </a:solidFill>
                <a:latin typeface="Times New Roman" panose="02020603050405020304" pitchFamily="18" charset="0"/>
                <a:ea typeface="楷体_GB2312" pitchFamily="49" charset="-122"/>
                <a:sym typeface="Symbol" pitchFamily="2" charset="2"/>
              </a:rPr>
              <a:t>若有必要</a:t>
            </a:r>
            <a:r>
              <a:rPr lang="en-US" altLang="zh-CN" sz="2800" b="1">
                <a:solidFill>
                  <a:srgbClr val="007A77"/>
                </a:solidFill>
                <a:latin typeface="Times New Roman" panose="02020603050405020304" pitchFamily="18" charset="0"/>
                <a:ea typeface="楷体_GB2312" pitchFamily="49" charset="-122"/>
                <a:sym typeface="Symbol" pitchFamily="2" charset="2"/>
              </a:rPr>
              <a:t>,</a:t>
            </a:r>
            <a:r>
              <a:rPr lang="zh-CN" altLang="en-US" sz="2800" b="1">
                <a:solidFill>
                  <a:srgbClr val="007A77"/>
                </a:solidFill>
                <a:latin typeface="Times New Roman" panose="02020603050405020304" pitchFamily="18" charset="0"/>
                <a:ea typeface="楷体_GB2312" pitchFamily="49" charset="-122"/>
                <a:sym typeface="Symbol" pitchFamily="2" charset="2"/>
              </a:rPr>
              <a:t>通过增大样本容量的方法来减少</a:t>
            </a:r>
            <a:r>
              <a:rPr lang="zh-CN" altLang="en-US" sz="2800" b="1">
                <a:solidFill>
                  <a:srgbClr val="007A77"/>
                </a:solidFill>
                <a:latin typeface="Times New Roman" panose="02020603050405020304" pitchFamily="18" charset="0"/>
                <a:ea typeface="楷体_GB2312" pitchFamily="49" charset="-122"/>
              </a:rPr>
              <a:t>犯第二类错误的概率</a:t>
            </a:r>
            <a:r>
              <a:rPr lang="zh-CN" altLang="en-US" sz="2800" b="1" i="1">
                <a:solidFill>
                  <a:srgbClr val="007A77"/>
                </a:solidFill>
                <a:latin typeface="Times New Roman" panose="02020603050405020304" pitchFamily="18" charset="0"/>
                <a:ea typeface="楷体_GB2312" pitchFamily="49" charset="-122"/>
                <a:sym typeface="Symbol" pitchFamily="2" charset="2"/>
              </a:rPr>
              <a:t></a:t>
            </a:r>
            <a:r>
              <a:rPr lang="zh-CN" altLang="en-US" sz="2800" b="1">
                <a:solidFill>
                  <a:srgbClr val="007A77"/>
                </a:solidFill>
                <a:latin typeface="Times New Roman" panose="02020603050405020304" pitchFamily="18" charset="0"/>
                <a:ea typeface="楷体_GB2312" pitchFamily="49" charset="-122"/>
                <a:sym typeface="Symbol" pitchFamily="2" charset="2"/>
              </a:rPr>
              <a:t> </a:t>
            </a:r>
            <a:r>
              <a:rPr lang="en-US" altLang="zh-CN" sz="2800" b="1">
                <a:solidFill>
                  <a:srgbClr val="007A77"/>
                </a:solidFill>
                <a:latin typeface="Times New Roman" panose="02020603050405020304" pitchFamily="18" charset="0"/>
                <a:ea typeface="楷体_GB2312" pitchFamily="49" charset="-122"/>
                <a:sym typeface="Symbol" pitchFamily="2" charset="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7" presetClass="entr" presetSubtype="0" fill="hold" nodeType="afterEffect">
                                  <p:stCondLst>
                                    <p:cond delay="0"/>
                                  </p:stCondLst>
                                  <p:iterate type="lt">
                                    <p:tmPct val="50000"/>
                                  </p:iterate>
                                  <p:childTnLst>
                                    <p:set>
                                      <p:cBhvr>
                                        <p:cTn id="6" dur="1" fill="hold">
                                          <p:stCondLst>
                                            <p:cond delay="0"/>
                                          </p:stCondLst>
                                        </p:cTn>
                                        <p:tgtEl>
                                          <p:spTgt spid="450563">
                                            <p:txEl>
                                              <p:pRg st="0" end="0"/>
                                            </p:txEl>
                                          </p:spTgt>
                                        </p:tgtEl>
                                        <p:attrNameLst>
                                          <p:attrName>style.visibility</p:attrName>
                                        </p:attrNameLst>
                                      </p:cBhvr>
                                      <p:to>
                                        <p:strVal val="visible"/>
                                      </p:to>
                                    </p:set>
                                    <p:anim calcmode="discrete" valueType="clr">
                                      <p:cBhvr override="childStyle">
                                        <p:cTn id="7" dur="500"/>
                                        <p:tgtEl>
                                          <p:spTgt spid="45056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500"/>
                                        <p:tgtEl>
                                          <p:spTgt spid="450563">
                                            <p:txEl>
                                              <p:pRg st="0" end="0"/>
                                            </p:txEl>
                                          </p:spTgt>
                                        </p:tgtEl>
                                        <p:attrNameLst>
                                          <p:attrName>fillcolor</p:attrName>
                                        </p:attrNameLst>
                                      </p:cBhvr>
                                      <p:tavLst>
                                        <p:tav tm="0">
                                          <p:val>
                                            <p:clrVal>
                                              <a:schemeClr val="accent2"/>
                                            </p:clrVal>
                                          </p:val>
                                        </p:tav>
                                        <p:tav tm="50000">
                                          <p:val>
                                            <p:clrVal>
                                              <a:schemeClr val="hlink"/>
                                            </p:clrVal>
                                          </p:val>
                                        </p:tav>
                                      </p:tavLst>
                                    </p:anim>
                                    <p:set>
                                      <p:cBhvr>
                                        <p:cTn id="9" dur="500"/>
                                        <p:tgtEl>
                                          <p:spTgt spid="450563">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nodeType="clickEffect">
                                  <p:stCondLst>
                                    <p:cond delay="0"/>
                                  </p:stCondLst>
                                  <p:childTnLst>
                                    <p:set>
                                      <p:cBhvr>
                                        <p:cTn id="13" dur="1" fill="hold">
                                          <p:stCondLst>
                                            <p:cond delay="0"/>
                                          </p:stCondLst>
                                        </p:cTn>
                                        <p:tgtEl>
                                          <p:spTgt spid="450562"/>
                                        </p:tgtEl>
                                        <p:attrNameLst>
                                          <p:attrName>style.visibility</p:attrName>
                                        </p:attrNameLst>
                                      </p:cBhvr>
                                      <p:to>
                                        <p:strVal val="visible"/>
                                      </p:to>
                                    </p:set>
                                    <p:animEffect transition="in" filter="wipe(left)">
                                      <p:cBhvr>
                                        <p:cTn id="14" dur="1000"/>
                                        <p:tgtEl>
                                          <p:spTgt spid="45056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nodeType="clickEffect">
                                  <p:stCondLst>
                                    <p:cond delay="0"/>
                                  </p:stCondLst>
                                  <p:childTnLst>
                                    <p:set>
                                      <p:cBhvr>
                                        <p:cTn id="18" dur="1" fill="hold">
                                          <p:stCondLst>
                                            <p:cond delay="0"/>
                                          </p:stCondLst>
                                        </p:cTn>
                                        <p:tgtEl>
                                          <p:spTgt spid="450564"/>
                                        </p:tgtEl>
                                        <p:attrNameLst>
                                          <p:attrName>style.visibility</p:attrName>
                                        </p:attrNameLst>
                                      </p:cBhvr>
                                      <p:to>
                                        <p:strVal val="visible"/>
                                      </p:to>
                                    </p:set>
                                    <p:animEffect transition="in" filter="slide(fromBottom)">
                                      <p:cBhvr>
                                        <p:cTn id="19" dur="1000"/>
                                        <p:tgtEl>
                                          <p:spTgt spid="450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62" grpId="0" autoUpdateAnimBg="0"/>
      <p:bldP spid="450563" grpId="0" build="p" autoUpdateAnimBg="0"/>
      <p:bldP spid="450564"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a:extLst>
              <a:ext uri="{FF2B5EF4-FFF2-40B4-BE49-F238E27FC236}">
                <a16:creationId xmlns:a16="http://schemas.microsoft.com/office/drawing/2014/main" id="{DD99838D-8EEF-178B-F797-4AE2141EF19E}"/>
              </a:ext>
            </a:extLst>
          </p:cNvPr>
          <p:cNvSpPr>
            <a:spLocks noChangeArrowheads="1"/>
          </p:cNvSpPr>
          <p:nvPr/>
        </p:nvSpPr>
        <p:spPr bwMode="auto">
          <a:xfrm>
            <a:off x="3216275" y="549275"/>
            <a:ext cx="6324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3200" b="1">
                <a:solidFill>
                  <a:srgbClr val="FF33CC"/>
                </a:solidFill>
                <a:effectLst>
                  <a:outerShdw blurRad="38100" dist="38100" dir="2700000" algn="tl">
                    <a:srgbClr val="C0C0C0"/>
                  </a:outerShdw>
                </a:effectLst>
                <a:latin typeface="楷体_GB2312" pitchFamily="49" charset="-122"/>
                <a:ea typeface="楷体_GB2312" pitchFamily="49" charset="-122"/>
              </a:rPr>
              <a:t>关于原假设与备择假设的选取</a:t>
            </a:r>
          </a:p>
        </p:txBody>
      </p:sp>
      <p:sp>
        <p:nvSpPr>
          <p:cNvPr id="451587" name="Rectangle 3">
            <a:extLst>
              <a:ext uri="{FF2B5EF4-FFF2-40B4-BE49-F238E27FC236}">
                <a16:creationId xmlns:a16="http://schemas.microsoft.com/office/drawing/2014/main" id="{46D3103B-5F5F-074D-F73C-C88D4BF665D0}"/>
              </a:ext>
            </a:extLst>
          </p:cNvPr>
          <p:cNvSpPr>
            <a:spLocks noChangeArrowheads="1"/>
          </p:cNvSpPr>
          <p:nvPr/>
        </p:nvSpPr>
        <p:spPr bwMode="auto">
          <a:xfrm>
            <a:off x="2208213" y="1412876"/>
            <a:ext cx="7848600" cy="394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CN" altLang="en-US" sz="2800" b="1" i="1">
                <a:solidFill>
                  <a:srgbClr val="007A77"/>
                </a:solidFill>
                <a:latin typeface="Times New Roman" panose="02020603050405020304" pitchFamily="18" charset="0"/>
                <a:ea typeface="楷体_GB2312" pitchFamily="49" charset="-122"/>
              </a:rPr>
              <a:t>     H</a:t>
            </a:r>
            <a:r>
              <a:rPr lang="en-CN" altLang="en-US"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Times New Roman" panose="02020603050405020304" pitchFamily="18" charset="0"/>
                <a:ea typeface="楷体_GB2312" pitchFamily="49" charset="-122"/>
              </a:rPr>
              <a:t>与</a:t>
            </a:r>
            <a:r>
              <a:rPr lang="en-CN" altLang="en-US" sz="2800" b="1" i="1">
                <a:solidFill>
                  <a:srgbClr val="007A77"/>
                </a:solidFill>
                <a:latin typeface="Times New Roman" panose="02020603050405020304" pitchFamily="18" charset="0"/>
                <a:ea typeface="楷体_GB2312" pitchFamily="49" charset="-122"/>
              </a:rPr>
              <a:t>H</a:t>
            </a:r>
            <a:r>
              <a:rPr lang="en-CN" altLang="en-US" sz="2800" b="1" baseline="-25000">
                <a:solidFill>
                  <a:srgbClr val="007A77"/>
                </a:solidFill>
                <a:latin typeface="Times New Roman" panose="02020603050405020304" pitchFamily="18" charset="0"/>
                <a:ea typeface="楷体_GB2312" pitchFamily="49" charset="-122"/>
              </a:rPr>
              <a:t>1</a:t>
            </a:r>
            <a:r>
              <a:rPr lang="zh-CN" altLang="en-US" sz="2800" b="1">
                <a:solidFill>
                  <a:srgbClr val="007A77"/>
                </a:solidFill>
                <a:latin typeface="Times New Roman" panose="02020603050405020304" pitchFamily="18" charset="0"/>
                <a:ea typeface="楷体_GB2312" pitchFamily="49" charset="-122"/>
              </a:rPr>
              <a:t>地位应平等</a:t>
            </a:r>
            <a:r>
              <a:rPr lang="en-US" altLang="zh-CN"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但在控制犯第一类错误的概率 </a:t>
            </a:r>
            <a:r>
              <a:rPr lang="zh-CN" altLang="en-US" sz="2800" b="1" i="1">
                <a:solidFill>
                  <a:srgbClr val="007A77"/>
                </a:solidFill>
                <a:latin typeface="Times New Roman" panose="02020603050405020304" pitchFamily="18" charset="0"/>
                <a:ea typeface="楷体_GB2312" pitchFamily="49" charset="-122"/>
                <a:sym typeface="Symbol" pitchFamily="2" charset="2"/>
              </a:rPr>
              <a:t></a:t>
            </a:r>
            <a:r>
              <a:rPr lang="zh-CN" altLang="en-US" sz="2800" b="1">
                <a:solidFill>
                  <a:srgbClr val="007A77"/>
                </a:solidFill>
                <a:latin typeface="Times New Roman" panose="02020603050405020304" pitchFamily="18" charset="0"/>
                <a:ea typeface="楷体_GB2312" pitchFamily="49" charset="-122"/>
                <a:sym typeface="Symbol" pitchFamily="2" charset="2"/>
              </a:rPr>
              <a:t> 的原则下</a:t>
            </a:r>
            <a:r>
              <a:rPr lang="en-US" altLang="zh-CN" sz="2800" b="1">
                <a:solidFill>
                  <a:srgbClr val="007A77"/>
                </a:solidFill>
                <a:latin typeface="Times New Roman" panose="02020603050405020304" pitchFamily="18" charset="0"/>
                <a:ea typeface="楷体_GB2312" pitchFamily="49" charset="-122"/>
                <a:sym typeface="Symbol" pitchFamily="2" charset="2"/>
              </a:rPr>
              <a:t>,</a:t>
            </a:r>
            <a:r>
              <a:rPr lang="zh-CN" altLang="en-US" sz="2800" b="1">
                <a:solidFill>
                  <a:srgbClr val="007A77"/>
                </a:solidFill>
                <a:latin typeface="Times New Roman" panose="02020603050405020304" pitchFamily="18" charset="0"/>
                <a:ea typeface="楷体_GB2312" pitchFamily="49" charset="-122"/>
                <a:sym typeface="Symbol" pitchFamily="2" charset="2"/>
              </a:rPr>
              <a:t>使得采取拒绝</a:t>
            </a:r>
            <a:r>
              <a:rPr lang="en-CN" altLang="en-US" sz="2800" b="1" i="1">
                <a:solidFill>
                  <a:srgbClr val="007A77"/>
                </a:solidFill>
                <a:latin typeface="Times New Roman" panose="02020603050405020304" pitchFamily="18" charset="0"/>
                <a:ea typeface="楷体_GB2312" pitchFamily="49" charset="-122"/>
              </a:rPr>
              <a:t>H</a:t>
            </a:r>
            <a:r>
              <a:rPr lang="en-CN" altLang="en-US" sz="2800" b="1" baseline="-25000">
                <a:solidFill>
                  <a:srgbClr val="007A77"/>
                </a:solidFill>
                <a:latin typeface="Times New Roman" panose="02020603050405020304" pitchFamily="18" charset="0"/>
                <a:ea typeface="楷体_GB2312" pitchFamily="49" charset="-122"/>
              </a:rPr>
              <a:t>0 </a:t>
            </a:r>
            <a:r>
              <a:rPr lang="zh-CN" altLang="en-US" sz="2800" b="1">
                <a:solidFill>
                  <a:srgbClr val="007A77"/>
                </a:solidFill>
                <a:latin typeface="Times New Roman" panose="02020603050405020304" pitchFamily="18" charset="0"/>
                <a:ea typeface="楷体_GB2312" pitchFamily="49" charset="-122"/>
              </a:rPr>
              <a:t>的决策变得较慎重</a:t>
            </a:r>
            <a:r>
              <a:rPr lang="en-US" altLang="zh-CN"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即</a:t>
            </a:r>
            <a:r>
              <a:rPr lang="en-CN" altLang="en-US" sz="2800" b="1" i="1">
                <a:solidFill>
                  <a:srgbClr val="007A77"/>
                </a:solidFill>
                <a:latin typeface="Times New Roman" panose="02020603050405020304" pitchFamily="18" charset="0"/>
                <a:ea typeface="楷体_GB2312" pitchFamily="49" charset="-122"/>
              </a:rPr>
              <a:t>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得到特别的保护</a:t>
            </a:r>
            <a:r>
              <a:rPr lang="en-CN" altLang="en-US" sz="2800" b="1">
                <a:solidFill>
                  <a:srgbClr val="007A77"/>
                </a:solidFill>
                <a:latin typeface="Times New Roman" panose="02020603050405020304" pitchFamily="18" charset="0"/>
                <a:ea typeface="楷体_GB2312" pitchFamily="49" charset="-122"/>
              </a:rPr>
              <a:t>.因而</a:t>
            </a:r>
            <a:r>
              <a:rPr lang="zh-CN" altLang="en-US" sz="2800" b="1">
                <a:solidFill>
                  <a:srgbClr val="007A77"/>
                </a:solidFill>
                <a:latin typeface="Times New Roman" panose="02020603050405020304" pitchFamily="18" charset="0"/>
                <a:ea typeface="楷体_GB2312" pitchFamily="49" charset="-122"/>
              </a:rPr>
              <a:t>通常把有把握的、有经验的结论作为原假设</a:t>
            </a:r>
            <a:r>
              <a:rPr lang="en-CN" altLang="en-US"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或者尽可能使后果严重的错误成为第一类错误</a:t>
            </a:r>
            <a:r>
              <a:rPr lang="en-CN" altLang="en-US" sz="2800" b="1">
                <a:solidFill>
                  <a:srgbClr val="007A77"/>
                </a:solidFill>
                <a:latin typeface="Times New Roman" panose="02020603050405020304" pitchFamily="18" charset="0"/>
                <a:ea typeface="楷体_GB2312" pitchFamily="49" charset="-122"/>
              </a:rPr>
              <a:t>.</a:t>
            </a:r>
          </a:p>
          <a:p>
            <a:pPr fontAlgn="base">
              <a:lnSpc>
                <a:spcPct val="150000"/>
              </a:lnSpc>
              <a:spcBef>
                <a:spcPct val="0"/>
              </a:spcBef>
              <a:spcAft>
                <a:spcPct val="0"/>
              </a:spcAft>
            </a:pPr>
            <a:endParaRPr lang="en-CN" altLang="en-US" sz="2800" b="1">
              <a:solidFill>
                <a:srgbClr val="007A77"/>
              </a:solidFill>
              <a:latin typeface="Times New Roman" panose="02020603050405020304" pitchFamily="18" charset="0"/>
              <a:ea typeface="楷体_GB2312" pitchFamily="49" charset="-122"/>
            </a:endParaRPr>
          </a:p>
        </p:txBody>
      </p:sp>
      <p:sp>
        <p:nvSpPr>
          <p:cNvPr id="451588" name="Text Box 4">
            <a:extLst>
              <a:ext uri="{FF2B5EF4-FFF2-40B4-BE49-F238E27FC236}">
                <a16:creationId xmlns:a16="http://schemas.microsoft.com/office/drawing/2014/main" id="{94B6821E-CCAB-3321-DD3B-34BE9317A0AA}"/>
              </a:ext>
            </a:extLst>
          </p:cNvPr>
          <p:cNvSpPr txBox="1">
            <a:spLocks noChangeArrowheads="1"/>
          </p:cNvSpPr>
          <p:nvPr/>
        </p:nvSpPr>
        <p:spPr bwMode="auto">
          <a:xfrm>
            <a:off x="2208214" y="476250"/>
            <a:ext cx="1798637" cy="641350"/>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3600" b="1">
                <a:solidFill>
                  <a:srgbClr val="0000FF"/>
                </a:solidFill>
                <a:latin typeface="楷体_GB2312" pitchFamily="49" charset="-122"/>
                <a:ea typeface="楷体_GB2312" pitchFamily="49" charset="-122"/>
              </a:rPr>
              <a:t>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51588"/>
                                        </p:tgtEl>
                                        <p:attrNameLst>
                                          <p:attrName>style.visibility</p:attrName>
                                        </p:attrNameLst>
                                      </p:cBhvr>
                                      <p:to>
                                        <p:strVal val="visible"/>
                                      </p:to>
                                    </p:set>
                                    <p:animEffect transition="in" filter="wipe(left)">
                                      <p:cBhvr>
                                        <p:cTn id="7" dur="500"/>
                                        <p:tgtEl>
                                          <p:spTgt spid="45158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451586"/>
                                        </p:tgtEl>
                                        <p:attrNameLst>
                                          <p:attrName>style.visibility</p:attrName>
                                        </p:attrNameLst>
                                      </p:cBhvr>
                                      <p:to>
                                        <p:strVal val="visible"/>
                                      </p:to>
                                    </p:set>
                                    <p:animEffect transition="in" filter="wipe(left)">
                                      <p:cBhvr>
                                        <p:cTn id="11" dur="1000"/>
                                        <p:tgtEl>
                                          <p:spTgt spid="45158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7" presetClass="entr" presetSubtype="0" fill="hold" nodeType="clickEffect">
                                  <p:stCondLst>
                                    <p:cond delay="0"/>
                                  </p:stCondLst>
                                  <p:iterate type="lt">
                                    <p:tmPct val="50000"/>
                                  </p:iterate>
                                  <p:childTnLst>
                                    <p:set>
                                      <p:cBhvr>
                                        <p:cTn id="15" dur="1" fill="hold">
                                          <p:stCondLst>
                                            <p:cond delay="0"/>
                                          </p:stCondLst>
                                        </p:cTn>
                                        <p:tgtEl>
                                          <p:spTgt spid="451587"/>
                                        </p:tgtEl>
                                        <p:attrNameLst>
                                          <p:attrName>style.visibility</p:attrName>
                                        </p:attrNameLst>
                                      </p:cBhvr>
                                      <p:to>
                                        <p:strVal val="visible"/>
                                      </p:to>
                                    </p:set>
                                    <p:anim calcmode="discrete" valueType="clr">
                                      <p:cBhvr override="childStyle">
                                        <p:cTn id="16" dur="80"/>
                                        <p:tgtEl>
                                          <p:spTgt spid="451587"/>
                                        </p:tgtEl>
                                        <p:attrNameLst>
                                          <p:attrName>style.color</p:attrName>
                                        </p:attrNameLst>
                                      </p:cBhvr>
                                      <p:tavLst>
                                        <p:tav tm="0">
                                          <p:val>
                                            <p:clrVal>
                                              <a:schemeClr val="accent2"/>
                                            </p:clrVal>
                                          </p:val>
                                        </p:tav>
                                        <p:tav tm="50000">
                                          <p:val>
                                            <p:clrVal>
                                              <a:schemeClr val="hlink"/>
                                            </p:clrVal>
                                          </p:val>
                                        </p:tav>
                                      </p:tavLst>
                                    </p:anim>
                                    <p:anim calcmode="discrete" valueType="clr">
                                      <p:cBhvr>
                                        <p:cTn id="17" dur="80"/>
                                        <p:tgtEl>
                                          <p:spTgt spid="451587"/>
                                        </p:tgtEl>
                                        <p:attrNameLst>
                                          <p:attrName>fillcolor</p:attrName>
                                        </p:attrNameLst>
                                      </p:cBhvr>
                                      <p:tavLst>
                                        <p:tav tm="0">
                                          <p:val>
                                            <p:clrVal>
                                              <a:schemeClr val="accent2"/>
                                            </p:clrVal>
                                          </p:val>
                                        </p:tav>
                                        <p:tav tm="50000">
                                          <p:val>
                                            <p:clrVal>
                                              <a:schemeClr val="hlink"/>
                                            </p:clrVal>
                                          </p:val>
                                        </p:tav>
                                      </p:tavLst>
                                    </p:anim>
                                    <p:set>
                                      <p:cBhvr>
                                        <p:cTn id="18" dur="80"/>
                                        <p:tgtEl>
                                          <p:spTgt spid="45158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586" grpId="0" autoUpdateAnimBg="0"/>
      <p:bldP spid="451587" grpId="0" autoUpdateAnimBg="0"/>
      <p:bldP spid="451588"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2610" name="Picture 2">
            <a:extLst>
              <a:ext uri="{FF2B5EF4-FFF2-40B4-BE49-F238E27FC236}">
                <a16:creationId xmlns:a16="http://schemas.microsoft.com/office/drawing/2014/main" id="{D9042ED7-B941-073A-D6DF-81D05BDCE68C}"/>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703388" y="1700213"/>
            <a:ext cx="457200" cy="239712"/>
          </a:xfrm>
          <a:prstGeom prst="rect">
            <a:avLst/>
          </a:prstGeom>
          <a:noFill/>
          <a:extLst>
            <a:ext uri="{909E8E84-426E-40DD-AFC4-6F175D3DCCD1}">
              <a14:hiddenFill xmlns:a14="http://schemas.microsoft.com/office/drawing/2010/main">
                <a:solidFill>
                  <a:srgbClr val="FFFFFF"/>
                </a:solidFill>
              </a14:hiddenFill>
            </a:ext>
          </a:extLst>
        </p:spPr>
      </p:pic>
      <p:pic>
        <p:nvPicPr>
          <p:cNvPr id="452611" name="Picture 3">
            <a:extLst>
              <a:ext uri="{FF2B5EF4-FFF2-40B4-BE49-F238E27FC236}">
                <a16:creationId xmlns:a16="http://schemas.microsoft.com/office/drawing/2014/main" id="{C807B97C-F747-F3D8-96A3-658E420902CA}"/>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703388" y="2781301"/>
            <a:ext cx="457200" cy="239713"/>
          </a:xfrm>
          <a:prstGeom prst="rect">
            <a:avLst/>
          </a:prstGeom>
          <a:noFill/>
          <a:extLst>
            <a:ext uri="{909E8E84-426E-40DD-AFC4-6F175D3DCCD1}">
              <a14:hiddenFill xmlns:a14="http://schemas.microsoft.com/office/drawing/2010/main">
                <a:solidFill>
                  <a:srgbClr val="FFFFFF"/>
                </a:solidFill>
              </a14:hiddenFill>
            </a:ext>
          </a:extLst>
        </p:spPr>
      </p:pic>
      <p:sp>
        <p:nvSpPr>
          <p:cNvPr id="452612" name="Rectangle 4">
            <a:extLst>
              <a:ext uri="{FF2B5EF4-FFF2-40B4-BE49-F238E27FC236}">
                <a16:creationId xmlns:a16="http://schemas.microsoft.com/office/drawing/2014/main" id="{72DAB1DB-C451-4E50-B62A-B98DB2E8DDA0}"/>
              </a:ext>
            </a:extLst>
          </p:cNvPr>
          <p:cNvSpPr>
            <a:spLocks noChangeArrowheads="1"/>
          </p:cNvSpPr>
          <p:nvPr/>
        </p:nvSpPr>
        <p:spPr bwMode="auto">
          <a:xfrm>
            <a:off x="2135189" y="1484313"/>
            <a:ext cx="90011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3" action="ppaction://hlinksldjump"/>
              </a:rPr>
              <a:t>一、单一正态总体均值</a:t>
            </a:r>
            <a:r>
              <a:rPr lang="el-GR" altLang="zh-CN" sz="3600" b="1" i="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hlinkClick r:id="rId3" action="ppaction://hlinksldjump"/>
              </a:rPr>
              <a:t>μ</a:t>
            </a: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3" action="ppaction://hlinksldjump"/>
              </a:rPr>
              <a:t>的假设检验</a:t>
            </a:r>
            <a:endPar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sp>
        <p:nvSpPr>
          <p:cNvPr id="452613" name="Rectangle 5">
            <a:extLst>
              <a:ext uri="{FF2B5EF4-FFF2-40B4-BE49-F238E27FC236}">
                <a16:creationId xmlns:a16="http://schemas.microsoft.com/office/drawing/2014/main" id="{4DFAFDF5-DFC6-995D-E621-1F089B8479FD}"/>
              </a:ext>
            </a:extLst>
          </p:cNvPr>
          <p:cNvSpPr>
            <a:spLocks noChangeArrowheads="1"/>
          </p:cNvSpPr>
          <p:nvPr/>
        </p:nvSpPr>
        <p:spPr bwMode="auto">
          <a:xfrm>
            <a:off x="2135189" y="2565400"/>
            <a:ext cx="77041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4" action="ppaction://hlinksldjump"/>
              </a:rPr>
              <a:t>二、单一正态总体方差</a:t>
            </a:r>
            <a:r>
              <a:rPr lang="el-GR" altLang="zh-CN" sz="3600" b="1" i="1">
                <a:solidFill>
                  <a:srgbClr val="FF33CC"/>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hlinkClick r:id="rId4" action="ppaction://hlinksldjump"/>
              </a:rPr>
              <a:t>σ</a:t>
            </a:r>
            <a:r>
              <a:rPr lang="en-US" altLang="zh-CN" sz="3600" b="1" baseline="30000">
                <a:solidFill>
                  <a:srgbClr val="FF33CC"/>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hlinkClick r:id="rId4" action="ppaction://hlinksldjump"/>
              </a:rPr>
              <a:t>2</a:t>
            </a: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4" action="ppaction://hlinksldjump"/>
              </a:rPr>
              <a:t>的假设检验</a:t>
            </a:r>
            <a:endPar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sp>
        <p:nvSpPr>
          <p:cNvPr id="452614" name="Text Box 6">
            <a:extLst>
              <a:ext uri="{FF2B5EF4-FFF2-40B4-BE49-F238E27FC236}">
                <a16:creationId xmlns:a16="http://schemas.microsoft.com/office/drawing/2014/main" id="{0C4FAFF4-E792-7DD4-A81C-2B60D0BB28BB}"/>
              </a:ext>
            </a:extLst>
          </p:cNvPr>
          <p:cNvSpPr txBox="1">
            <a:spLocks noChangeArrowheads="1"/>
          </p:cNvSpPr>
          <p:nvPr/>
        </p:nvSpPr>
        <p:spPr bwMode="auto">
          <a:xfrm>
            <a:off x="2063750" y="3573463"/>
            <a:ext cx="8280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5" action="ppaction://hlinksldjump"/>
              </a:rPr>
              <a:t>三、两个正态总体均值的假设检验</a:t>
            </a:r>
            <a:endPar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pic>
        <p:nvPicPr>
          <p:cNvPr id="452615" name="Picture 7">
            <a:extLst>
              <a:ext uri="{FF2B5EF4-FFF2-40B4-BE49-F238E27FC236}">
                <a16:creationId xmlns:a16="http://schemas.microsoft.com/office/drawing/2014/main" id="{6D4C9D9B-BADC-EBC9-FA9C-2B0C1123CAF5}"/>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703388" y="3790951"/>
            <a:ext cx="457200" cy="239713"/>
          </a:xfrm>
          <a:prstGeom prst="rect">
            <a:avLst/>
          </a:prstGeom>
          <a:noFill/>
          <a:extLst>
            <a:ext uri="{909E8E84-426E-40DD-AFC4-6F175D3DCCD1}">
              <a14:hiddenFill xmlns:a14="http://schemas.microsoft.com/office/drawing/2010/main">
                <a:solidFill>
                  <a:srgbClr val="FFFFFF"/>
                </a:solidFill>
              </a14:hiddenFill>
            </a:ext>
          </a:extLst>
        </p:spPr>
      </p:pic>
      <p:pic>
        <p:nvPicPr>
          <p:cNvPr id="452616" name="Picture 8">
            <a:extLst>
              <a:ext uri="{FF2B5EF4-FFF2-40B4-BE49-F238E27FC236}">
                <a16:creationId xmlns:a16="http://schemas.microsoft.com/office/drawing/2014/main" id="{9D886BEB-4B15-BB75-5EF3-009AFC48C88E}"/>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703388" y="4797426"/>
            <a:ext cx="457200" cy="239713"/>
          </a:xfrm>
          <a:prstGeom prst="rect">
            <a:avLst/>
          </a:prstGeom>
          <a:noFill/>
          <a:extLst>
            <a:ext uri="{909E8E84-426E-40DD-AFC4-6F175D3DCCD1}">
              <a14:hiddenFill xmlns:a14="http://schemas.microsoft.com/office/drawing/2010/main">
                <a:solidFill>
                  <a:srgbClr val="FFFFFF"/>
                </a:solidFill>
              </a14:hiddenFill>
            </a:ext>
          </a:extLst>
        </p:spPr>
      </p:pic>
      <p:sp>
        <p:nvSpPr>
          <p:cNvPr id="452617" name="Text Box 9">
            <a:extLst>
              <a:ext uri="{FF2B5EF4-FFF2-40B4-BE49-F238E27FC236}">
                <a16:creationId xmlns:a16="http://schemas.microsoft.com/office/drawing/2014/main" id="{3ADA1AF3-94CA-EECD-9FC4-93668E6901A7}"/>
              </a:ext>
            </a:extLst>
          </p:cNvPr>
          <p:cNvSpPr txBox="1">
            <a:spLocks noChangeArrowheads="1"/>
          </p:cNvSpPr>
          <p:nvPr/>
        </p:nvSpPr>
        <p:spPr bwMode="auto">
          <a:xfrm>
            <a:off x="2063750" y="4581525"/>
            <a:ext cx="8280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6" action="ppaction://hlinksldjump"/>
              </a:rPr>
              <a:t>四、两个正态总体方差的假设检验</a:t>
            </a:r>
            <a:endPar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sp>
        <p:nvSpPr>
          <p:cNvPr id="452618" name="Rectangle 10">
            <a:extLst>
              <a:ext uri="{FF2B5EF4-FFF2-40B4-BE49-F238E27FC236}">
                <a16:creationId xmlns:a16="http://schemas.microsoft.com/office/drawing/2014/main" id="{89FB43C7-EFB9-6083-DD98-884A8EDED2AC}"/>
              </a:ext>
            </a:extLst>
          </p:cNvPr>
          <p:cNvSpPr>
            <a:spLocks noChangeArrowheads="1"/>
          </p:cNvSpPr>
          <p:nvPr/>
        </p:nvSpPr>
        <p:spPr bwMode="auto">
          <a:xfrm>
            <a:off x="2566988" y="582613"/>
            <a:ext cx="658385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4000" b="1">
                <a:solidFill>
                  <a:srgbClr val="DC5900"/>
                </a:solidFill>
                <a:effectLst>
                  <a:outerShdw blurRad="38100" dist="38100" dir="2700000" algn="tl">
                    <a:srgbClr val="C0C0C0"/>
                  </a:outerShdw>
                </a:effectLst>
                <a:latin typeface="Times New Roman" panose="02020603050405020304" pitchFamily="18" charset="0"/>
                <a:ea typeface="宋体" panose="02010600030101010101" pitchFamily="2" charset="-122"/>
              </a:rPr>
              <a:t>第二节 正态总体的假设检验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52618"/>
                                        </p:tgtEl>
                                        <p:attrNameLst>
                                          <p:attrName>style.visibility</p:attrName>
                                        </p:attrNameLst>
                                      </p:cBhvr>
                                      <p:to>
                                        <p:strVal val="visible"/>
                                      </p:to>
                                    </p:set>
                                    <p:animEffect transition="in" filter="slide(fromRight)">
                                      <p:cBhvr>
                                        <p:cTn id="7" dur="1000"/>
                                        <p:tgtEl>
                                          <p:spTgt spid="4526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452612"/>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52610"/>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452611"/>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452613"/>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452614"/>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452615"/>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452617"/>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4526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2" grpId="0"/>
      <p:bldP spid="452613" grpId="0"/>
      <p:bldP spid="452614" grpId="0"/>
      <p:bldP spid="452617" grpId="0"/>
      <p:bldP spid="4526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a:extLst>
              <a:ext uri="{FF2B5EF4-FFF2-40B4-BE49-F238E27FC236}">
                <a16:creationId xmlns:a16="http://schemas.microsoft.com/office/drawing/2014/main" id="{1A0FE857-6B37-5CF3-2E46-0535AE819C9A}"/>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35" name="Rectangle 3">
            <a:extLst>
              <a:ext uri="{FF2B5EF4-FFF2-40B4-BE49-F238E27FC236}">
                <a16:creationId xmlns:a16="http://schemas.microsoft.com/office/drawing/2014/main" id="{BBC5F845-8D9A-4599-900A-A4601FFAA9A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36" name="Rectangle 4">
            <a:extLst>
              <a:ext uri="{FF2B5EF4-FFF2-40B4-BE49-F238E27FC236}">
                <a16:creationId xmlns:a16="http://schemas.microsoft.com/office/drawing/2014/main" id="{92173426-1602-5026-F693-E8E88C70D37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37" name="Rectangle 5">
            <a:extLst>
              <a:ext uri="{FF2B5EF4-FFF2-40B4-BE49-F238E27FC236}">
                <a16:creationId xmlns:a16="http://schemas.microsoft.com/office/drawing/2014/main" id="{4E11830D-ED2A-8BAA-DEA8-8AC302BCD49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38" name="Rectangle 6">
            <a:extLst>
              <a:ext uri="{FF2B5EF4-FFF2-40B4-BE49-F238E27FC236}">
                <a16:creationId xmlns:a16="http://schemas.microsoft.com/office/drawing/2014/main" id="{DE249DD8-B8DA-B34B-1CD9-D318091F087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39" name="Rectangle 7">
            <a:extLst>
              <a:ext uri="{FF2B5EF4-FFF2-40B4-BE49-F238E27FC236}">
                <a16:creationId xmlns:a16="http://schemas.microsoft.com/office/drawing/2014/main" id="{F76D31A4-301D-A049-BD08-F5CA764D83EB}"/>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0" name="Rectangle 8">
            <a:extLst>
              <a:ext uri="{FF2B5EF4-FFF2-40B4-BE49-F238E27FC236}">
                <a16:creationId xmlns:a16="http://schemas.microsoft.com/office/drawing/2014/main" id="{FA828F1E-6F04-4855-E302-546FF81FF64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1" name="Rectangle 9">
            <a:extLst>
              <a:ext uri="{FF2B5EF4-FFF2-40B4-BE49-F238E27FC236}">
                <a16:creationId xmlns:a16="http://schemas.microsoft.com/office/drawing/2014/main" id="{CEA37DD8-F50B-CA2D-13DC-2B1C2689503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2" name="Rectangle 10">
            <a:extLst>
              <a:ext uri="{FF2B5EF4-FFF2-40B4-BE49-F238E27FC236}">
                <a16:creationId xmlns:a16="http://schemas.microsoft.com/office/drawing/2014/main" id="{87006C71-0980-883F-A415-D5DFE7CB135B}"/>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3" name="Rectangle 11">
            <a:extLst>
              <a:ext uri="{FF2B5EF4-FFF2-40B4-BE49-F238E27FC236}">
                <a16:creationId xmlns:a16="http://schemas.microsoft.com/office/drawing/2014/main" id="{21AB666F-3907-880D-3EFE-A745C92DF37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4" name="Rectangle 12">
            <a:extLst>
              <a:ext uri="{FF2B5EF4-FFF2-40B4-BE49-F238E27FC236}">
                <a16:creationId xmlns:a16="http://schemas.microsoft.com/office/drawing/2014/main" id="{6FE5BEC6-0994-3838-4F84-E58129DA7AE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5" name="Rectangle 13">
            <a:extLst>
              <a:ext uri="{FF2B5EF4-FFF2-40B4-BE49-F238E27FC236}">
                <a16:creationId xmlns:a16="http://schemas.microsoft.com/office/drawing/2014/main" id="{6439D55F-8522-8BA8-EE3A-B9B99A987DA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6" name="Rectangle 14">
            <a:extLst>
              <a:ext uri="{FF2B5EF4-FFF2-40B4-BE49-F238E27FC236}">
                <a16:creationId xmlns:a16="http://schemas.microsoft.com/office/drawing/2014/main" id="{6C0FC3A6-ACD6-4D87-3AE5-8A3FC11FD489}"/>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7" name="Rectangle 15">
            <a:extLst>
              <a:ext uri="{FF2B5EF4-FFF2-40B4-BE49-F238E27FC236}">
                <a16:creationId xmlns:a16="http://schemas.microsoft.com/office/drawing/2014/main" id="{94961EC7-D568-21B7-030E-9462D3770EC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8" name="Rectangle 16">
            <a:extLst>
              <a:ext uri="{FF2B5EF4-FFF2-40B4-BE49-F238E27FC236}">
                <a16:creationId xmlns:a16="http://schemas.microsoft.com/office/drawing/2014/main" id="{9AF9960F-7C64-BACC-20BB-1BECAF60483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9" name="Rectangle 17">
            <a:extLst>
              <a:ext uri="{FF2B5EF4-FFF2-40B4-BE49-F238E27FC236}">
                <a16:creationId xmlns:a16="http://schemas.microsoft.com/office/drawing/2014/main" id="{66ABE782-F910-4329-3665-D442CFC13169}"/>
              </a:ext>
            </a:extLst>
          </p:cNvPr>
          <p:cNvSpPr>
            <a:spLocks noChangeArrowheads="1"/>
          </p:cNvSpPr>
          <p:nvPr/>
        </p:nvSpPr>
        <p:spPr bwMode="auto">
          <a:xfrm>
            <a:off x="1524000" y="620714"/>
            <a:ext cx="7725192"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80000"/>
              </a:lnSpc>
              <a:spcBef>
                <a:spcPct val="2000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一、单一正态总体均值</a:t>
            </a:r>
            <a:r>
              <a:rPr lang="el-GR" altLang="zh-CN" sz="3600" b="1" i="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μ</a:t>
            </a: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的假设检验</a:t>
            </a:r>
          </a:p>
        </p:txBody>
      </p:sp>
      <p:grpSp>
        <p:nvGrpSpPr>
          <p:cNvPr id="453650" name="Group 18">
            <a:extLst>
              <a:ext uri="{FF2B5EF4-FFF2-40B4-BE49-F238E27FC236}">
                <a16:creationId xmlns:a16="http://schemas.microsoft.com/office/drawing/2014/main" id="{6DCC7360-BA2E-E5AD-BBE0-2FC8FB0AECB4}"/>
              </a:ext>
            </a:extLst>
          </p:cNvPr>
          <p:cNvGrpSpPr>
            <a:grpSpLocks/>
          </p:cNvGrpSpPr>
          <p:nvPr/>
        </p:nvGrpSpPr>
        <p:grpSpPr bwMode="auto">
          <a:xfrm>
            <a:off x="1524001" y="2636838"/>
            <a:ext cx="8353425" cy="639762"/>
            <a:chOff x="158" y="1888"/>
            <a:chExt cx="5262" cy="403"/>
          </a:xfrm>
        </p:grpSpPr>
        <p:sp>
          <p:nvSpPr>
            <p:cNvPr id="453651" name="Rectangle 19">
              <a:extLst>
                <a:ext uri="{FF2B5EF4-FFF2-40B4-BE49-F238E27FC236}">
                  <a16:creationId xmlns:a16="http://schemas.microsoft.com/office/drawing/2014/main" id="{9EDEC602-6B28-462C-51B4-AA3ED0C58031}"/>
                </a:ext>
              </a:extLst>
            </p:cNvPr>
            <p:cNvSpPr>
              <a:spLocks noChangeArrowheads="1"/>
            </p:cNvSpPr>
            <p:nvPr/>
          </p:nvSpPr>
          <p:spPr bwMode="auto">
            <a:xfrm>
              <a:off x="158" y="1888"/>
              <a:ext cx="526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1</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．已知           时，总体均值</a:t>
              </a:r>
              <a:r>
                <a:rPr kumimoji="1" lang="el-GR" altLang="zh-CN" sz="3200" b="1" i="1">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μ</a:t>
              </a:r>
              <a:r>
                <a:rPr kumimoji="1" lang="en-US" altLang="zh-CN" sz="3200" b="1" i="1">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的假设检验</a:t>
              </a:r>
            </a:p>
          </p:txBody>
        </p:sp>
        <p:graphicFrame>
          <p:nvGraphicFramePr>
            <p:cNvPr id="453652" name="Object 20">
              <a:extLst>
                <a:ext uri="{FF2B5EF4-FFF2-40B4-BE49-F238E27FC236}">
                  <a16:creationId xmlns:a16="http://schemas.microsoft.com/office/drawing/2014/main" id="{21D3B86B-41F3-7860-EC93-A494C9A6D0A7}"/>
                </a:ext>
              </a:extLst>
            </p:cNvPr>
            <p:cNvGraphicFramePr>
              <a:graphicFrameLocks noChangeAspect="1"/>
            </p:cNvGraphicFramePr>
            <p:nvPr/>
          </p:nvGraphicFramePr>
          <p:xfrm>
            <a:off x="1156" y="1888"/>
            <a:ext cx="771" cy="403"/>
          </p:xfrm>
          <a:graphic>
            <a:graphicData uri="http://schemas.openxmlformats.org/presentationml/2006/ole">
              <mc:AlternateContent xmlns:mc="http://schemas.openxmlformats.org/markup-compatibility/2006">
                <mc:Choice xmlns:v="urn:schemas-microsoft-com:vml" Requires="v">
                  <p:oleObj name="公式" r:id="rId2" imgW="12293600" imgH="5562600" progId="Equation.3">
                    <p:embed/>
                  </p:oleObj>
                </mc:Choice>
                <mc:Fallback>
                  <p:oleObj name="公式" r:id="rId2" imgW="12293600" imgH="5562600" progId="Equation.3">
                    <p:embed/>
                    <p:pic>
                      <p:nvPicPr>
                        <p:cNvPr id="453652" name="Object 20">
                          <a:extLst>
                            <a:ext uri="{FF2B5EF4-FFF2-40B4-BE49-F238E27FC236}">
                              <a16:creationId xmlns:a16="http://schemas.microsoft.com/office/drawing/2014/main" id="{21D3B86B-41F3-7860-EC93-A494C9A6D0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6" y="1888"/>
                          <a:ext cx="771" cy="4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53653" name="Rectangle 21">
            <a:extLst>
              <a:ext uri="{FF2B5EF4-FFF2-40B4-BE49-F238E27FC236}">
                <a16:creationId xmlns:a16="http://schemas.microsoft.com/office/drawing/2014/main" id="{422BA2B4-E55E-7A14-9AE3-505434302063}"/>
              </a:ext>
            </a:extLst>
          </p:cNvPr>
          <p:cNvSpPr>
            <a:spLocks noChangeArrowheads="1"/>
          </p:cNvSpPr>
          <p:nvPr/>
        </p:nvSpPr>
        <p:spPr bwMode="auto">
          <a:xfrm>
            <a:off x="1774826" y="3357564"/>
            <a:ext cx="3049233" cy="4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80000"/>
              </a:lnSpc>
              <a:spcBef>
                <a:spcPct val="20000"/>
              </a:spcBef>
              <a:spcAft>
                <a:spcPct val="0"/>
              </a:spcAft>
            </a:pPr>
            <a:r>
              <a:rPr kumimoji="1" lang="en-US" altLang="zh-CN" sz="2800" b="1">
                <a:solidFill>
                  <a:srgbClr val="007A77"/>
                </a:solidFill>
                <a:latin typeface="Times New Roman" panose="02020603050405020304" pitchFamily="18" charset="0"/>
                <a:ea typeface="楷体_GB2312" pitchFamily="49" charset="-122"/>
              </a:rPr>
              <a:t>(1) </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μ</a:t>
            </a:r>
            <a:r>
              <a:rPr kumimoji="1" lang="zh-CN" altLang="en-US" sz="2800" b="1">
                <a:solidFill>
                  <a:srgbClr val="007A77"/>
                </a:solidFill>
                <a:latin typeface="Times New Roman" panose="02020603050405020304" pitchFamily="18" charset="0"/>
                <a:ea typeface="楷体_GB2312" pitchFamily="49" charset="-122"/>
              </a:rPr>
              <a:t>的双边检验：</a:t>
            </a:r>
          </a:p>
        </p:txBody>
      </p:sp>
      <p:sp>
        <p:nvSpPr>
          <p:cNvPr id="453654" name="Text Box 22">
            <a:extLst>
              <a:ext uri="{FF2B5EF4-FFF2-40B4-BE49-F238E27FC236}">
                <a16:creationId xmlns:a16="http://schemas.microsoft.com/office/drawing/2014/main" id="{28FDEC61-B7B9-E228-52D9-08E3B1E71CD7}"/>
              </a:ext>
            </a:extLst>
          </p:cNvPr>
          <p:cNvSpPr txBox="1">
            <a:spLocks noChangeArrowheads="1"/>
          </p:cNvSpPr>
          <p:nvPr/>
        </p:nvSpPr>
        <p:spPr bwMode="auto">
          <a:xfrm>
            <a:off x="2063751" y="1268413"/>
            <a:ext cx="82073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3399"/>
                </a:solidFill>
                <a:latin typeface="Times New Roman" panose="02020603050405020304" pitchFamily="18" charset="0"/>
                <a:ea typeface="楷体_GB2312" pitchFamily="49" charset="-122"/>
              </a:rPr>
              <a:t>设总体</a:t>
            </a:r>
            <a:r>
              <a:rPr kumimoji="1" lang="en-US" altLang="zh-CN" sz="2800" b="1">
                <a:solidFill>
                  <a:srgbClr val="003399"/>
                </a:solidFill>
                <a:latin typeface="Times New Roman" panose="02020603050405020304" pitchFamily="18" charset="0"/>
                <a:ea typeface="楷体_GB2312" pitchFamily="49" charset="-122"/>
              </a:rPr>
              <a:t>X~N (</a:t>
            </a:r>
            <a:r>
              <a:rPr kumimoji="1" lang="zh-CN" altLang="zh-CN" sz="2800" b="1" i="1">
                <a:solidFill>
                  <a:srgbClr val="003399"/>
                </a:solidFill>
                <a:latin typeface="Times New Roman" panose="02020603050405020304" pitchFamily="18" charset="0"/>
                <a:ea typeface="楷体_GB2312" pitchFamily="49" charset="-122"/>
                <a:sym typeface="Symbol" pitchFamily="2" charset="2"/>
              </a:rPr>
              <a:t></a:t>
            </a:r>
            <a:r>
              <a:rPr kumimoji="1" lang="en-US" altLang="zh-CN" sz="2800" b="1" i="1">
                <a:solidFill>
                  <a:srgbClr val="003399"/>
                </a:solidFill>
                <a:latin typeface="Times New Roman" panose="02020603050405020304" pitchFamily="18" charset="0"/>
                <a:ea typeface="楷体_GB2312" pitchFamily="49" charset="-122"/>
                <a:sym typeface="Symbol" pitchFamily="2" charset="2"/>
              </a:rPr>
              <a:t>, </a:t>
            </a:r>
            <a:r>
              <a:rPr kumimoji="1" lang="en-US" altLang="zh-CN" sz="2800" b="1">
                <a:solidFill>
                  <a:srgbClr val="003399"/>
                </a:solidFill>
                <a:latin typeface="Times New Roman" panose="02020603050405020304" pitchFamily="18" charset="0"/>
                <a:ea typeface="楷体_GB2312" pitchFamily="49" charset="-122"/>
                <a:sym typeface="Symbol" pitchFamily="2" charset="2"/>
              </a:rPr>
              <a:t> </a:t>
            </a:r>
            <a:r>
              <a:rPr kumimoji="1" lang="en-US" altLang="zh-CN" sz="2800" b="1" baseline="30000">
                <a:solidFill>
                  <a:srgbClr val="003399"/>
                </a:solidFill>
                <a:latin typeface="Times New Roman" panose="02020603050405020304" pitchFamily="18" charset="0"/>
                <a:ea typeface="楷体_GB2312" pitchFamily="49" charset="-122"/>
                <a:sym typeface="Symbol" pitchFamily="2" charset="2"/>
              </a:rPr>
              <a:t>2</a:t>
            </a:r>
            <a:r>
              <a:rPr kumimoji="1" lang="en-US" altLang="zh-CN" sz="2800" b="1">
                <a:solidFill>
                  <a:srgbClr val="003399"/>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宋体" panose="02010600030101010101" pitchFamily="2" charset="-122"/>
              </a:rPr>
              <a:t>X</a:t>
            </a:r>
            <a:r>
              <a:rPr kumimoji="1" lang="en-US" altLang="zh-CN" sz="2800" b="1" baseline="-25000">
                <a:solidFill>
                  <a:srgbClr val="007A77"/>
                </a:solidFill>
                <a:latin typeface="Times New Roman" panose="02020603050405020304" pitchFamily="18" charset="0"/>
                <a:ea typeface="宋体" panose="02010600030101010101" pitchFamily="2" charset="-122"/>
              </a:rPr>
              <a:t>1 </a:t>
            </a:r>
            <a:r>
              <a:rPr kumimoji="1" lang="en-US" altLang="zh-CN" sz="2800" b="1">
                <a:solidFill>
                  <a:srgbClr val="007A77"/>
                </a:solidFill>
                <a:latin typeface="Times New Roman" panose="02020603050405020304" pitchFamily="18" charset="0"/>
                <a:ea typeface="宋体" panose="02010600030101010101" pitchFamily="2" charset="-122"/>
              </a:rPr>
              <a:t>, </a:t>
            </a:r>
            <a:r>
              <a:rPr kumimoji="1" lang="en-US" altLang="zh-CN" sz="2800" b="1" i="1">
                <a:solidFill>
                  <a:srgbClr val="007A77"/>
                </a:solidFill>
                <a:latin typeface="Times New Roman" panose="02020603050405020304" pitchFamily="18" charset="0"/>
                <a:ea typeface="宋体" panose="02010600030101010101" pitchFamily="2" charset="-122"/>
              </a:rPr>
              <a:t>X</a:t>
            </a:r>
            <a:r>
              <a:rPr kumimoji="1" lang="en-US" altLang="zh-CN" sz="2800" b="1" baseline="-25000">
                <a:solidFill>
                  <a:srgbClr val="007A77"/>
                </a:solidFill>
                <a:latin typeface="Times New Roman" panose="02020603050405020304" pitchFamily="18" charset="0"/>
                <a:ea typeface="宋体" panose="02010600030101010101" pitchFamily="2" charset="-122"/>
              </a:rPr>
              <a:t>2 </a:t>
            </a:r>
            <a:r>
              <a:rPr kumimoji="1" lang="en-US" altLang="zh-CN" sz="2800" b="1">
                <a:solidFill>
                  <a:srgbClr val="007A77"/>
                </a:solidFill>
                <a:latin typeface="Times New Roman" panose="02020603050405020304" pitchFamily="18" charset="0"/>
                <a:ea typeface="宋体" panose="02010600030101010101" pitchFamily="2" charset="-122"/>
              </a:rPr>
              <a:t>, … , </a:t>
            </a:r>
            <a:r>
              <a:rPr kumimoji="1" lang="en-US" altLang="zh-CN" sz="2800" b="1" i="1">
                <a:solidFill>
                  <a:srgbClr val="007A77"/>
                </a:solidFill>
                <a:latin typeface="Times New Roman" panose="02020603050405020304" pitchFamily="18" charset="0"/>
                <a:ea typeface="宋体" panose="02010600030101010101" pitchFamily="2" charset="-122"/>
              </a:rPr>
              <a:t>X</a:t>
            </a:r>
            <a:r>
              <a:rPr kumimoji="1" lang="en-US" altLang="zh-CN" sz="2800" b="1" i="1" baseline="-25000">
                <a:solidFill>
                  <a:srgbClr val="007A77"/>
                </a:solidFill>
                <a:latin typeface="Times New Roman" panose="02020603050405020304" pitchFamily="18" charset="0"/>
                <a:ea typeface="宋体" panose="02010600030101010101" pitchFamily="2" charset="-122"/>
              </a:rPr>
              <a:t>n</a:t>
            </a:r>
            <a:r>
              <a:rPr kumimoji="1" lang="zh-CN" altLang="en-US" sz="2800" b="1">
                <a:solidFill>
                  <a:srgbClr val="003399"/>
                </a:solidFill>
                <a:latin typeface="Times New Roman" panose="02020603050405020304" pitchFamily="18" charset="0"/>
                <a:ea typeface="楷体_GB2312" pitchFamily="49" charset="-122"/>
              </a:rPr>
              <a:t>是取自</a:t>
            </a:r>
            <a:r>
              <a:rPr kumimoji="1" lang="en-US" altLang="zh-CN" sz="2800" b="1">
                <a:solidFill>
                  <a:srgbClr val="003399"/>
                </a:solidFill>
                <a:latin typeface="Times New Roman" panose="02020603050405020304" pitchFamily="18" charset="0"/>
                <a:ea typeface="楷体_GB2312" pitchFamily="49" charset="-122"/>
              </a:rPr>
              <a:t>X</a:t>
            </a:r>
            <a:r>
              <a:rPr kumimoji="1" lang="zh-CN" altLang="en-US" sz="2800" b="1">
                <a:solidFill>
                  <a:srgbClr val="003399"/>
                </a:solidFill>
                <a:latin typeface="Times New Roman" panose="02020603050405020304" pitchFamily="18" charset="0"/>
                <a:ea typeface="楷体_GB2312" pitchFamily="49" charset="-122"/>
              </a:rPr>
              <a:t>的</a:t>
            </a:r>
            <a:r>
              <a:rPr kumimoji="1" lang="zh-CN" altLang="en-US" sz="2800" b="1">
                <a:solidFill>
                  <a:srgbClr val="007A77"/>
                </a:solidFill>
                <a:latin typeface="Times New Roman" panose="02020603050405020304" pitchFamily="18" charset="0"/>
                <a:ea typeface="楷体_GB2312" pitchFamily="49" charset="-122"/>
              </a:rPr>
              <a:t>样本，</a:t>
            </a:r>
          </a:p>
        </p:txBody>
      </p:sp>
      <p:grpSp>
        <p:nvGrpSpPr>
          <p:cNvPr id="453655" name="Group 23">
            <a:extLst>
              <a:ext uri="{FF2B5EF4-FFF2-40B4-BE49-F238E27FC236}">
                <a16:creationId xmlns:a16="http://schemas.microsoft.com/office/drawing/2014/main" id="{EE0F90C2-7D6E-E1EE-4393-34556AD44EFF}"/>
              </a:ext>
            </a:extLst>
          </p:cNvPr>
          <p:cNvGrpSpPr>
            <a:grpSpLocks/>
          </p:cNvGrpSpPr>
          <p:nvPr/>
        </p:nvGrpSpPr>
        <p:grpSpPr bwMode="auto">
          <a:xfrm>
            <a:off x="1847850" y="1989138"/>
            <a:ext cx="7272338" cy="609600"/>
            <a:chOff x="113" y="1117"/>
            <a:chExt cx="4581" cy="384"/>
          </a:xfrm>
        </p:grpSpPr>
        <p:sp>
          <p:nvSpPr>
            <p:cNvPr id="453656" name="Rectangle 24">
              <a:extLst>
                <a:ext uri="{FF2B5EF4-FFF2-40B4-BE49-F238E27FC236}">
                  <a16:creationId xmlns:a16="http://schemas.microsoft.com/office/drawing/2014/main" id="{72C879CE-FB3E-57B8-CAAD-4D3BED37E7C0}"/>
                </a:ext>
              </a:extLst>
            </p:cNvPr>
            <p:cNvSpPr>
              <a:spLocks noChangeArrowheads="1"/>
            </p:cNvSpPr>
            <p:nvPr/>
          </p:nvSpPr>
          <p:spPr bwMode="auto">
            <a:xfrm>
              <a:off x="113" y="1162"/>
              <a:ext cx="458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楷体_GB2312" pitchFamily="49" charset="-122"/>
                  <a:ea typeface="楷体_GB2312" pitchFamily="49" charset="-122"/>
                  <a:sym typeface="Symbol" pitchFamily="2" charset="2"/>
                </a:rPr>
                <a:t>样本均值    样本方差</a:t>
              </a:r>
              <a:r>
                <a:rPr kumimoji="1" lang="en-US" altLang="zh-CN" sz="2800" b="1">
                  <a:solidFill>
                    <a:srgbClr val="007A77"/>
                  </a:solidFill>
                  <a:latin typeface="Times New Roman" panose="02020603050405020304" pitchFamily="18" charset="0"/>
                  <a:ea typeface="楷体_GB2312" pitchFamily="49" charset="-122"/>
                  <a:sym typeface="Symbol" pitchFamily="2" charset="2"/>
                </a:rPr>
                <a:t>S</a:t>
              </a:r>
              <a:r>
                <a:rPr kumimoji="1" lang="en-US" altLang="zh-CN" sz="2800" b="1" baseline="30000">
                  <a:solidFill>
                    <a:srgbClr val="007A77"/>
                  </a:solidFill>
                  <a:latin typeface="Times New Roman" panose="02020603050405020304" pitchFamily="18" charset="0"/>
                  <a:ea typeface="楷体_GB2312" pitchFamily="49" charset="-122"/>
                  <a:sym typeface="Symbol" pitchFamily="2" charset="2"/>
                </a:rPr>
                <a:t>2</a:t>
              </a:r>
            </a:p>
          </p:txBody>
        </p:sp>
        <p:graphicFrame>
          <p:nvGraphicFramePr>
            <p:cNvPr id="453657" name="Object 25">
              <a:extLst>
                <a:ext uri="{FF2B5EF4-FFF2-40B4-BE49-F238E27FC236}">
                  <a16:creationId xmlns:a16="http://schemas.microsoft.com/office/drawing/2014/main" id="{AA7DC763-D520-D51B-3497-688D4B03E4A5}"/>
                </a:ext>
              </a:extLst>
            </p:cNvPr>
            <p:cNvGraphicFramePr>
              <a:graphicFrameLocks noChangeAspect="1"/>
            </p:cNvGraphicFramePr>
            <p:nvPr/>
          </p:nvGraphicFramePr>
          <p:xfrm>
            <a:off x="1111" y="1117"/>
            <a:ext cx="408" cy="384"/>
          </p:xfrm>
          <a:graphic>
            <a:graphicData uri="http://schemas.openxmlformats.org/presentationml/2006/ole">
              <mc:AlternateContent xmlns:mc="http://schemas.openxmlformats.org/markup-compatibility/2006">
                <mc:Choice xmlns:v="urn:schemas-microsoft-com:vml" Requires="v">
                  <p:oleObj name="公式" r:id="rId4" imgW="5270500" imgH="5562600" progId="Equation.3">
                    <p:embed/>
                  </p:oleObj>
                </mc:Choice>
                <mc:Fallback>
                  <p:oleObj name="公式" r:id="rId4" imgW="5270500" imgH="5562600" progId="Equation.3">
                    <p:embed/>
                    <p:pic>
                      <p:nvPicPr>
                        <p:cNvPr id="453657" name="Object 25">
                          <a:extLst>
                            <a:ext uri="{FF2B5EF4-FFF2-40B4-BE49-F238E27FC236}">
                              <a16:creationId xmlns:a16="http://schemas.microsoft.com/office/drawing/2014/main" id="{AA7DC763-D520-D51B-3497-688D4B03E4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1" y="1117"/>
                          <a:ext cx="408" cy="384"/>
                        </a:xfrm>
                        <a:prstGeom prst="rect">
                          <a:avLst/>
                        </a:prstGeom>
                        <a:noFill/>
                        <a:extLst>
                          <a:ext uri="{909E8E84-426E-40DD-AFC4-6F175D3DCCD1}">
                            <a14:hiddenFill xmlns:a14="http://schemas.microsoft.com/office/drawing/2010/main">
                              <a:solidFill>
                                <a:srgbClr val="FFFF99">
                                  <a:alpha val="45000"/>
                                </a:srgbClr>
                              </a:solidFill>
                            </a14:hiddenFill>
                          </a:ext>
                        </a:extLst>
                      </p:spPr>
                    </p:pic>
                  </p:oleObj>
                </mc:Fallback>
              </mc:AlternateContent>
            </a:graphicData>
          </a:graphic>
        </p:graphicFrame>
      </p:grpSp>
      <p:grpSp>
        <p:nvGrpSpPr>
          <p:cNvPr id="453658" name="Group 26">
            <a:extLst>
              <a:ext uri="{FF2B5EF4-FFF2-40B4-BE49-F238E27FC236}">
                <a16:creationId xmlns:a16="http://schemas.microsoft.com/office/drawing/2014/main" id="{4C6A7BB1-A367-DE09-E39E-1F1AA02EFD01}"/>
              </a:ext>
            </a:extLst>
          </p:cNvPr>
          <p:cNvGrpSpPr>
            <a:grpSpLocks/>
          </p:cNvGrpSpPr>
          <p:nvPr/>
        </p:nvGrpSpPr>
        <p:grpSpPr bwMode="auto">
          <a:xfrm>
            <a:off x="2063751" y="3933826"/>
            <a:ext cx="3317875" cy="625475"/>
            <a:chOff x="113" y="119"/>
            <a:chExt cx="2090" cy="394"/>
          </a:xfrm>
        </p:grpSpPr>
        <p:graphicFrame>
          <p:nvGraphicFramePr>
            <p:cNvPr id="453659" name="Object 27">
              <a:extLst>
                <a:ext uri="{FF2B5EF4-FFF2-40B4-BE49-F238E27FC236}">
                  <a16:creationId xmlns:a16="http://schemas.microsoft.com/office/drawing/2014/main" id="{3642B504-BB91-0BDC-70BC-9F820C1D0F2D}"/>
                </a:ext>
              </a:extLst>
            </p:cNvPr>
            <p:cNvGraphicFramePr>
              <a:graphicFrameLocks noChangeAspect="1"/>
            </p:cNvGraphicFramePr>
            <p:nvPr/>
          </p:nvGraphicFramePr>
          <p:xfrm>
            <a:off x="921" y="155"/>
            <a:ext cx="1282" cy="358"/>
          </p:xfrm>
          <a:graphic>
            <a:graphicData uri="http://schemas.openxmlformats.org/presentationml/2006/ole">
              <mc:AlternateContent xmlns:mc="http://schemas.openxmlformats.org/markup-compatibility/2006">
                <mc:Choice xmlns:v="urn:schemas-microsoft-com:vml" Requires="v">
                  <p:oleObj name="公式" r:id="rId6" imgW="19900900" imgH="5562600" progId="Equation.3">
                    <p:embed/>
                  </p:oleObj>
                </mc:Choice>
                <mc:Fallback>
                  <p:oleObj name="公式" r:id="rId6" imgW="19900900" imgH="5562600" progId="Equation.3">
                    <p:embed/>
                    <p:pic>
                      <p:nvPicPr>
                        <p:cNvPr id="453659" name="Object 27">
                          <a:extLst>
                            <a:ext uri="{FF2B5EF4-FFF2-40B4-BE49-F238E27FC236}">
                              <a16:creationId xmlns:a16="http://schemas.microsoft.com/office/drawing/2014/main" id="{3642B504-BB91-0BDC-70BC-9F820C1D0F2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1" y="155"/>
                          <a:ext cx="1282" cy="3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3660" name="Text Box 28">
              <a:extLst>
                <a:ext uri="{FF2B5EF4-FFF2-40B4-BE49-F238E27FC236}">
                  <a16:creationId xmlns:a16="http://schemas.microsoft.com/office/drawing/2014/main" id="{069E12AC-799B-671C-27C3-B10E1784B67E}"/>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53661" name="Group 29">
            <a:extLst>
              <a:ext uri="{FF2B5EF4-FFF2-40B4-BE49-F238E27FC236}">
                <a16:creationId xmlns:a16="http://schemas.microsoft.com/office/drawing/2014/main" id="{0480B694-61E7-2914-C5B1-CCC441131F49}"/>
              </a:ext>
            </a:extLst>
          </p:cNvPr>
          <p:cNvGrpSpPr>
            <a:grpSpLocks/>
          </p:cNvGrpSpPr>
          <p:nvPr/>
        </p:nvGrpSpPr>
        <p:grpSpPr bwMode="auto">
          <a:xfrm>
            <a:off x="5880100" y="4005263"/>
            <a:ext cx="3411538" cy="595312"/>
            <a:chOff x="2154" y="119"/>
            <a:chExt cx="2149" cy="375"/>
          </a:xfrm>
        </p:grpSpPr>
        <p:sp>
          <p:nvSpPr>
            <p:cNvPr id="453662" name="Text Box 30">
              <a:extLst>
                <a:ext uri="{FF2B5EF4-FFF2-40B4-BE49-F238E27FC236}">
                  <a16:creationId xmlns:a16="http://schemas.microsoft.com/office/drawing/2014/main" id="{722AE242-AF17-6DD2-3BF5-76CA5B895811}"/>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53663" name="Object 31">
              <a:extLst>
                <a:ext uri="{FF2B5EF4-FFF2-40B4-BE49-F238E27FC236}">
                  <a16:creationId xmlns:a16="http://schemas.microsoft.com/office/drawing/2014/main" id="{0F850330-BF8D-B789-4F7A-0DCB5F6F6D3C}"/>
                </a:ext>
              </a:extLst>
            </p:cNvPr>
            <p:cNvGraphicFramePr>
              <a:graphicFrameLocks noChangeAspect="1"/>
            </p:cNvGraphicFramePr>
            <p:nvPr/>
          </p:nvGraphicFramePr>
          <p:xfrm>
            <a:off x="3152" y="155"/>
            <a:ext cx="1151" cy="339"/>
          </p:xfrm>
          <a:graphic>
            <a:graphicData uri="http://schemas.openxmlformats.org/presentationml/2006/ole">
              <mc:AlternateContent xmlns:mc="http://schemas.openxmlformats.org/markup-compatibility/2006">
                <mc:Choice xmlns:v="urn:schemas-microsoft-com:vml" Requires="v">
                  <p:oleObj name="公式" r:id="rId8" imgW="17843500" imgH="5270500" progId="Equation.3">
                    <p:embed/>
                  </p:oleObj>
                </mc:Choice>
                <mc:Fallback>
                  <p:oleObj name="公式" r:id="rId8" imgW="17843500" imgH="5270500" progId="Equation.3">
                    <p:embed/>
                    <p:pic>
                      <p:nvPicPr>
                        <p:cNvPr id="453663" name="Object 31">
                          <a:extLst>
                            <a:ext uri="{FF2B5EF4-FFF2-40B4-BE49-F238E27FC236}">
                              <a16:creationId xmlns:a16="http://schemas.microsoft.com/office/drawing/2014/main" id="{0F850330-BF8D-B789-4F7A-0DCB5F6F6D3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52" y="155"/>
                          <a:ext cx="1151"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53664" name="Rectangle 32">
            <a:extLst>
              <a:ext uri="{FF2B5EF4-FFF2-40B4-BE49-F238E27FC236}">
                <a16:creationId xmlns:a16="http://schemas.microsoft.com/office/drawing/2014/main" id="{1D8535B4-1B88-279E-6F82-979143B22E18}"/>
              </a:ext>
            </a:extLst>
          </p:cNvPr>
          <p:cNvSpPr>
            <a:spLocks noChangeArrowheads="1"/>
          </p:cNvSpPr>
          <p:nvPr/>
        </p:nvSpPr>
        <p:spPr bwMode="auto">
          <a:xfrm>
            <a:off x="2208214" y="4725988"/>
            <a:ext cx="30241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取检验统计量：</a:t>
            </a:r>
          </a:p>
        </p:txBody>
      </p:sp>
      <p:graphicFrame>
        <p:nvGraphicFramePr>
          <p:cNvPr id="453665" name="Object 33">
            <a:extLst>
              <a:ext uri="{FF2B5EF4-FFF2-40B4-BE49-F238E27FC236}">
                <a16:creationId xmlns:a16="http://schemas.microsoft.com/office/drawing/2014/main" id="{EA06F1F3-C3E8-40CE-8C63-F08ABFB937C8}"/>
              </a:ext>
            </a:extLst>
          </p:cNvPr>
          <p:cNvGraphicFramePr>
            <a:graphicFrameLocks noChangeAspect="1"/>
          </p:cNvGraphicFramePr>
          <p:nvPr/>
        </p:nvGraphicFramePr>
        <p:xfrm>
          <a:off x="4930776" y="4581526"/>
          <a:ext cx="1827213" cy="1050925"/>
        </p:xfrm>
        <a:graphic>
          <a:graphicData uri="http://schemas.openxmlformats.org/presentationml/2006/ole">
            <mc:AlternateContent xmlns:mc="http://schemas.openxmlformats.org/markup-compatibility/2006">
              <mc:Choice xmlns:v="urn:schemas-microsoft-com:vml" Requires="v">
                <p:oleObj name="公式" r:id="rId10" imgW="18719800" imgH="10820400" progId="Equation.3">
                  <p:embed/>
                </p:oleObj>
              </mc:Choice>
              <mc:Fallback>
                <p:oleObj name="公式" r:id="rId10" imgW="18719800" imgH="10820400" progId="Equation.3">
                  <p:embed/>
                  <p:pic>
                    <p:nvPicPr>
                      <p:cNvPr id="453665" name="Object 33">
                        <a:extLst>
                          <a:ext uri="{FF2B5EF4-FFF2-40B4-BE49-F238E27FC236}">
                            <a16:creationId xmlns:a16="http://schemas.microsoft.com/office/drawing/2014/main" id="{EA06F1F3-C3E8-40CE-8C63-F08ABFB937C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30776" y="4581526"/>
                        <a:ext cx="18272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3666" name="Rectangle 34">
            <a:extLst>
              <a:ext uri="{FF2B5EF4-FFF2-40B4-BE49-F238E27FC236}">
                <a16:creationId xmlns:a16="http://schemas.microsoft.com/office/drawing/2014/main" id="{08155194-9DE8-B498-8EB3-929051D27095}"/>
              </a:ext>
            </a:extLst>
          </p:cNvPr>
          <p:cNvSpPr>
            <a:spLocks noChangeArrowheads="1"/>
          </p:cNvSpPr>
          <p:nvPr/>
        </p:nvSpPr>
        <p:spPr bwMode="auto">
          <a:xfrm>
            <a:off x="2495551" y="5661026"/>
            <a:ext cx="2735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则拒绝域为：</a:t>
            </a:r>
          </a:p>
        </p:txBody>
      </p:sp>
      <p:graphicFrame>
        <p:nvGraphicFramePr>
          <p:cNvPr id="453667" name="Object 35">
            <a:extLst>
              <a:ext uri="{FF2B5EF4-FFF2-40B4-BE49-F238E27FC236}">
                <a16:creationId xmlns:a16="http://schemas.microsoft.com/office/drawing/2014/main" id="{BC6F61A0-D5DB-E826-5054-C10F672A217C}"/>
              </a:ext>
            </a:extLst>
          </p:cNvPr>
          <p:cNvGraphicFramePr>
            <a:graphicFrameLocks noChangeAspect="1"/>
          </p:cNvGraphicFramePr>
          <p:nvPr/>
        </p:nvGraphicFramePr>
        <p:xfrm>
          <a:off x="4772026" y="5875339"/>
          <a:ext cx="2455863" cy="511175"/>
        </p:xfrm>
        <a:graphic>
          <a:graphicData uri="http://schemas.openxmlformats.org/presentationml/2006/ole">
            <mc:AlternateContent xmlns:mc="http://schemas.openxmlformats.org/markup-compatibility/2006">
              <mc:Choice xmlns:v="urn:schemas-microsoft-com:vml" Requires="v">
                <p:oleObj name="公式" r:id="rId12" imgW="25158700" imgH="5270500" progId="Equation.3">
                  <p:embed/>
                </p:oleObj>
              </mc:Choice>
              <mc:Fallback>
                <p:oleObj name="公式" r:id="rId12" imgW="25158700" imgH="5270500" progId="Equation.3">
                  <p:embed/>
                  <p:pic>
                    <p:nvPicPr>
                      <p:cNvPr id="453667" name="Object 35">
                        <a:extLst>
                          <a:ext uri="{FF2B5EF4-FFF2-40B4-BE49-F238E27FC236}">
                            <a16:creationId xmlns:a16="http://schemas.microsoft.com/office/drawing/2014/main" id="{BC6F61A0-D5DB-E826-5054-C10F672A217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72026" y="5875339"/>
                        <a:ext cx="2455863"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53649"/>
                                        </p:tgtEl>
                                        <p:attrNameLst>
                                          <p:attrName>style.visibility</p:attrName>
                                        </p:attrNameLst>
                                      </p:cBhvr>
                                      <p:to>
                                        <p:strVal val="visible"/>
                                      </p:to>
                                    </p:set>
                                    <p:animEffect transition="in" filter="slide(fromRight)">
                                      <p:cBhvr>
                                        <p:cTn id="7" dur="1000"/>
                                        <p:tgtEl>
                                          <p:spTgt spid="4536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53654"/>
                                        </p:tgtEl>
                                        <p:attrNameLst>
                                          <p:attrName>style.visibility</p:attrName>
                                        </p:attrNameLst>
                                      </p:cBhvr>
                                      <p:to>
                                        <p:strVal val="visible"/>
                                      </p:to>
                                    </p:set>
                                    <p:animEffect transition="in" filter="wipe(left)">
                                      <p:cBhvr>
                                        <p:cTn id="12" dur="1000"/>
                                        <p:tgtEl>
                                          <p:spTgt spid="453654"/>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453655"/>
                                        </p:tgtEl>
                                        <p:attrNameLst>
                                          <p:attrName>style.visibility</p:attrName>
                                        </p:attrNameLst>
                                      </p:cBhvr>
                                      <p:to>
                                        <p:strVal val="visible"/>
                                      </p:to>
                                    </p:set>
                                    <p:animEffect transition="in" filter="wipe(left)">
                                      <p:cBhvr>
                                        <p:cTn id="16" dur="1000"/>
                                        <p:tgtEl>
                                          <p:spTgt spid="45365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53650"/>
                                        </p:tgtEl>
                                        <p:attrNameLst>
                                          <p:attrName>style.visibility</p:attrName>
                                        </p:attrNameLst>
                                      </p:cBhvr>
                                      <p:to>
                                        <p:strVal val="visible"/>
                                      </p:to>
                                    </p:set>
                                    <p:animEffect transition="in" filter="wipe(left)">
                                      <p:cBhvr>
                                        <p:cTn id="21" dur="1000"/>
                                        <p:tgtEl>
                                          <p:spTgt spid="45365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53653"/>
                                        </p:tgtEl>
                                        <p:attrNameLst>
                                          <p:attrName>style.visibility</p:attrName>
                                        </p:attrNameLst>
                                      </p:cBhvr>
                                      <p:to>
                                        <p:strVal val="visible"/>
                                      </p:to>
                                    </p:set>
                                    <p:animEffect transition="in" filter="wipe(left)">
                                      <p:cBhvr>
                                        <p:cTn id="26" dur="1000"/>
                                        <p:tgtEl>
                                          <p:spTgt spid="45365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53658"/>
                                        </p:tgtEl>
                                        <p:attrNameLst>
                                          <p:attrName>style.visibility</p:attrName>
                                        </p:attrNameLst>
                                      </p:cBhvr>
                                      <p:to>
                                        <p:strVal val="visible"/>
                                      </p:to>
                                    </p:set>
                                    <p:animEffect transition="in" filter="wipe(left)">
                                      <p:cBhvr>
                                        <p:cTn id="31" dur="1000"/>
                                        <p:tgtEl>
                                          <p:spTgt spid="453658"/>
                                        </p:tgtEl>
                                      </p:cBhvr>
                                    </p:animEffect>
                                  </p:childTnLst>
                                </p:cTn>
                              </p:par>
                            </p:childTnLst>
                          </p:cTn>
                        </p:par>
                        <p:par>
                          <p:cTn id="32" fill="hold" nodeType="afterGroup">
                            <p:stCondLst>
                              <p:cond delay="1000"/>
                            </p:stCondLst>
                            <p:childTnLst>
                              <p:par>
                                <p:cTn id="33" presetID="22" presetClass="entr" presetSubtype="8" fill="hold" nodeType="afterEffect">
                                  <p:stCondLst>
                                    <p:cond delay="0"/>
                                  </p:stCondLst>
                                  <p:childTnLst>
                                    <p:set>
                                      <p:cBhvr>
                                        <p:cTn id="34" dur="1" fill="hold">
                                          <p:stCondLst>
                                            <p:cond delay="0"/>
                                          </p:stCondLst>
                                        </p:cTn>
                                        <p:tgtEl>
                                          <p:spTgt spid="453661"/>
                                        </p:tgtEl>
                                        <p:attrNameLst>
                                          <p:attrName>style.visibility</p:attrName>
                                        </p:attrNameLst>
                                      </p:cBhvr>
                                      <p:to>
                                        <p:strVal val="visible"/>
                                      </p:to>
                                    </p:set>
                                    <p:animEffect transition="in" filter="wipe(left)">
                                      <p:cBhvr>
                                        <p:cTn id="35" dur="1000"/>
                                        <p:tgtEl>
                                          <p:spTgt spid="45366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53664"/>
                                        </p:tgtEl>
                                        <p:attrNameLst>
                                          <p:attrName>style.visibility</p:attrName>
                                        </p:attrNameLst>
                                      </p:cBhvr>
                                      <p:to>
                                        <p:strVal val="visible"/>
                                      </p:to>
                                    </p:set>
                                    <p:animEffect transition="in" filter="wipe(left)">
                                      <p:cBhvr>
                                        <p:cTn id="40" dur="1000"/>
                                        <p:tgtEl>
                                          <p:spTgt spid="453664"/>
                                        </p:tgtEl>
                                      </p:cBhvr>
                                    </p:animEffect>
                                  </p:childTnLst>
                                </p:cTn>
                              </p:par>
                            </p:childTnLst>
                          </p:cTn>
                        </p:par>
                        <p:par>
                          <p:cTn id="41" fill="hold" nodeType="afterGroup">
                            <p:stCondLst>
                              <p:cond delay="1000"/>
                            </p:stCondLst>
                            <p:childTnLst>
                              <p:par>
                                <p:cTn id="42" presetID="22" presetClass="entr" presetSubtype="8" fill="hold" nodeType="afterEffect">
                                  <p:stCondLst>
                                    <p:cond delay="0"/>
                                  </p:stCondLst>
                                  <p:childTnLst>
                                    <p:set>
                                      <p:cBhvr>
                                        <p:cTn id="43" dur="1" fill="hold">
                                          <p:stCondLst>
                                            <p:cond delay="0"/>
                                          </p:stCondLst>
                                        </p:cTn>
                                        <p:tgtEl>
                                          <p:spTgt spid="453665"/>
                                        </p:tgtEl>
                                        <p:attrNameLst>
                                          <p:attrName>style.visibility</p:attrName>
                                        </p:attrNameLst>
                                      </p:cBhvr>
                                      <p:to>
                                        <p:strVal val="visible"/>
                                      </p:to>
                                    </p:set>
                                    <p:animEffect transition="in" filter="wipe(left)">
                                      <p:cBhvr>
                                        <p:cTn id="44" dur="1000"/>
                                        <p:tgtEl>
                                          <p:spTgt spid="45366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453666"/>
                                        </p:tgtEl>
                                        <p:attrNameLst>
                                          <p:attrName>style.visibility</p:attrName>
                                        </p:attrNameLst>
                                      </p:cBhvr>
                                      <p:to>
                                        <p:strVal val="visible"/>
                                      </p:to>
                                    </p:set>
                                    <p:animEffect transition="in" filter="wipe(left)">
                                      <p:cBhvr>
                                        <p:cTn id="49" dur="1000"/>
                                        <p:tgtEl>
                                          <p:spTgt spid="453666"/>
                                        </p:tgtEl>
                                      </p:cBhvr>
                                    </p:animEffect>
                                  </p:childTnLst>
                                </p:cTn>
                              </p:par>
                            </p:childTnLst>
                          </p:cTn>
                        </p:par>
                        <p:par>
                          <p:cTn id="50" fill="hold" nodeType="afterGroup">
                            <p:stCondLst>
                              <p:cond delay="1000"/>
                            </p:stCondLst>
                            <p:childTnLst>
                              <p:par>
                                <p:cTn id="51" presetID="22" presetClass="entr" presetSubtype="8" fill="hold" nodeType="afterEffect">
                                  <p:stCondLst>
                                    <p:cond delay="0"/>
                                  </p:stCondLst>
                                  <p:childTnLst>
                                    <p:set>
                                      <p:cBhvr>
                                        <p:cTn id="52" dur="1" fill="hold">
                                          <p:stCondLst>
                                            <p:cond delay="0"/>
                                          </p:stCondLst>
                                        </p:cTn>
                                        <p:tgtEl>
                                          <p:spTgt spid="453667"/>
                                        </p:tgtEl>
                                        <p:attrNameLst>
                                          <p:attrName>style.visibility</p:attrName>
                                        </p:attrNameLst>
                                      </p:cBhvr>
                                      <p:to>
                                        <p:strVal val="visible"/>
                                      </p:to>
                                    </p:set>
                                    <p:animEffect transition="in" filter="wipe(left)">
                                      <p:cBhvr>
                                        <p:cTn id="53" dur="1000"/>
                                        <p:tgtEl>
                                          <p:spTgt spid="453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49" grpId="0"/>
      <p:bldP spid="453653" grpId="0"/>
      <p:bldP spid="453654" grpId="0" autoUpdateAnimBg="0"/>
      <p:bldP spid="453664" grpId="0"/>
      <p:bldP spid="45366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a:extLst>
              <a:ext uri="{FF2B5EF4-FFF2-40B4-BE49-F238E27FC236}">
                <a16:creationId xmlns:a16="http://schemas.microsoft.com/office/drawing/2014/main" id="{8EC7F38F-7843-09E7-A6D9-34358C6969C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59" name="Rectangle 3">
            <a:extLst>
              <a:ext uri="{FF2B5EF4-FFF2-40B4-BE49-F238E27FC236}">
                <a16:creationId xmlns:a16="http://schemas.microsoft.com/office/drawing/2014/main" id="{E6D15EB9-A9E7-9AC5-3FD1-6B39A1DB7201}"/>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0" name="Rectangle 4">
            <a:extLst>
              <a:ext uri="{FF2B5EF4-FFF2-40B4-BE49-F238E27FC236}">
                <a16:creationId xmlns:a16="http://schemas.microsoft.com/office/drawing/2014/main" id="{42E5BC30-6821-7473-2619-C9FF7A9B517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1" name="Rectangle 5">
            <a:extLst>
              <a:ext uri="{FF2B5EF4-FFF2-40B4-BE49-F238E27FC236}">
                <a16:creationId xmlns:a16="http://schemas.microsoft.com/office/drawing/2014/main" id="{7C32D06D-8348-682A-4278-EAE0E122384A}"/>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2" name="Rectangle 6">
            <a:extLst>
              <a:ext uri="{FF2B5EF4-FFF2-40B4-BE49-F238E27FC236}">
                <a16:creationId xmlns:a16="http://schemas.microsoft.com/office/drawing/2014/main" id="{C8ABCB52-B94D-EBEA-2CA9-45A133136926}"/>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3" name="Rectangle 7">
            <a:extLst>
              <a:ext uri="{FF2B5EF4-FFF2-40B4-BE49-F238E27FC236}">
                <a16:creationId xmlns:a16="http://schemas.microsoft.com/office/drawing/2014/main" id="{4EDD44AB-45C4-6C5B-F9F8-8C1190ED40B6}"/>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4" name="Rectangle 8">
            <a:extLst>
              <a:ext uri="{FF2B5EF4-FFF2-40B4-BE49-F238E27FC236}">
                <a16:creationId xmlns:a16="http://schemas.microsoft.com/office/drawing/2014/main" id="{F0F6995D-90D0-6006-366F-1B38B31B451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5" name="Rectangle 9">
            <a:extLst>
              <a:ext uri="{FF2B5EF4-FFF2-40B4-BE49-F238E27FC236}">
                <a16:creationId xmlns:a16="http://schemas.microsoft.com/office/drawing/2014/main" id="{CFAC64F1-689B-80D6-116D-C9D8C232E7A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6" name="Rectangle 10">
            <a:extLst>
              <a:ext uri="{FF2B5EF4-FFF2-40B4-BE49-F238E27FC236}">
                <a16:creationId xmlns:a16="http://schemas.microsoft.com/office/drawing/2014/main" id="{9023EDAA-401B-9601-FBC1-464A72E2A2D0}"/>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7" name="Rectangle 11">
            <a:extLst>
              <a:ext uri="{FF2B5EF4-FFF2-40B4-BE49-F238E27FC236}">
                <a16:creationId xmlns:a16="http://schemas.microsoft.com/office/drawing/2014/main" id="{ED9221B9-4DEC-6AA8-A904-3231DE62B7B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8" name="Rectangle 12">
            <a:extLst>
              <a:ext uri="{FF2B5EF4-FFF2-40B4-BE49-F238E27FC236}">
                <a16:creationId xmlns:a16="http://schemas.microsoft.com/office/drawing/2014/main" id="{9E607734-9CC8-737E-0955-4D8942F13649}"/>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9" name="Rectangle 13">
            <a:extLst>
              <a:ext uri="{FF2B5EF4-FFF2-40B4-BE49-F238E27FC236}">
                <a16:creationId xmlns:a16="http://schemas.microsoft.com/office/drawing/2014/main" id="{DAE68D57-3F79-AE6E-3470-3394FF440B7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70" name="Rectangle 14">
            <a:extLst>
              <a:ext uri="{FF2B5EF4-FFF2-40B4-BE49-F238E27FC236}">
                <a16:creationId xmlns:a16="http://schemas.microsoft.com/office/drawing/2014/main" id="{5F3291F0-12DB-D82E-078F-654AE439A7C8}"/>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71" name="Rectangle 15">
            <a:extLst>
              <a:ext uri="{FF2B5EF4-FFF2-40B4-BE49-F238E27FC236}">
                <a16:creationId xmlns:a16="http://schemas.microsoft.com/office/drawing/2014/main" id="{8B32954E-344C-5570-8E3A-D61DA7F5F3A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72" name="Rectangle 16">
            <a:extLst>
              <a:ext uri="{FF2B5EF4-FFF2-40B4-BE49-F238E27FC236}">
                <a16:creationId xmlns:a16="http://schemas.microsoft.com/office/drawing/2014/main" id="{A008DAC8-E8DF-9B65-5459-3F22AD4CC90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73" name="Rectangle 17">
            <a:extLst>
              <a:ext uri="{FF2B5EF4-FFF2-40B4-BE49-F238E27FC236}">
                <a16:creationId xmlns:a16="http://schemas.microsoft.com/office/drawing/2014/main" id="{19CAC177-D996-B889-5ABA-F08FF8459C32}"/>
              </a:ext>
            </a:extLst>
          </p:cNvPr>
          <p:cNvSpPr>
            <a:spLocks noChangeArrowheads="1"/>
          </p:cNvSpPr>
          <p:nvPr/>
        </p:nvSpPr>
        <p:spPr bwMode="auto">
          <a:xfrm>
            <a:off x="6816725" y="404813"/>
            <a:ext cx="1397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a:t>
            </a:r>
            <a:r>
              <a:rPr kumimoji="1" lang="en-US" altLang="zh-CN" sz="2800" b="1" i="1">
                <a:solidFill>
                  <a:srgbClr val="007A77"/>
                </a:solidFill>
                <a:latin typeface="Times New Roman" panose="02020603050405020304" pitchFamily="18" charset="0"/>
                <a:ea typeface="宋体" panose="02010600030101010101" pitchFamily="2" charset="-122"/>
              </a:rPr>
              <a:t>N</a:t>
            </a:r>
            <a:r>
              <a:rPr kumimoji="1" lang="en-US" altLang="zh-CN" sz="2800" b="1">
                <a:solidFill>
                  <a:srgbClr val="007A77"/>
                </a:solidFill>
                <a:latin typeface="Times New Roman" panose="02020603050405020304" pitchFamily="18" charset="0"/>
                <a:ea typeface="宋体" panose="02010600030101010101" pitchFamily="2" charset="-122"/>
              </a:rPr>
              <a:t>(0, 1)</a:t>
            </a:r>
          </a:p>
        </p:txBody>
      </p:sp>
      <p:sp>
        <p:nvSpPr>
          <p:cNvPr id="454674" name="Rectangle 18">
            <a:extLst>
              <a:ext uri="{FF2B5EF4-FFF2-40B4-BE49-F238E27FC236}">
                <a16:creationId xmlns:a16="http://schemas.microsoft.com/office/drawing/2014/main" id="{54BD8787-F86C-154D-1694-EDCDEB684263}"/>
              </a:ext>
            </a:extLst>
          </p:cNvPr>
          <p:cNvSpPr>
            <a:spLocks noChangeArrowheads="1"/>
          </p:cNvSpPr>
          <p:nvPr/>
        </p:nvSpPr>
        <p:spPr bwMode="auto">
          <a:xfrm>
            <a:off x="2927351" y="404813"/>
            <a:ext cx="23669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当</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为真时，</a:t>
            </a:r>
          </a:p>
        </p:txBody>
      </p:sp>
      <p:graphicFrame>
        <p:nvGraphicFramePr>
          <p:cNvPr id="454675" name="Object 19">
            <a:extLst>
              <a:ext uri="{FF2B5EF4-FFF2-40B4-BE49-F238E27FC236}">
                <a16:creationId xmlns:a16="http://schemas.microsoft.com/office/drawing/2014/main" id="{DD5EC68E-D44D-BE24-F5CA-D03EC64445C8}"/>
              </a:ext>
            </a:extLst>
          </p:cNvPr>
          <p:cNvGraphicFramePr>
            <a:graphicFrameLocks noChangeAspect="1"/>
          </p:cNvGraphicFramePr>
          <p:nvPr/>
        </p:nvGraphicFramePr>
        <p:xfrm>
          <a:off x="4932364" y="188914"/>
          <a:ext cx="1825625" cy="1050925"/>
        </p:xfrm>
        <a:graphic>
          <a:graphicData uri="http://schemas.openxmlformats.org/presentationml/2006/ole">
            <mc:AlternateContent xmlns:mc="http://schemas.openxmlformats.org/markup-compatibility/2006">
              <mc:Choice xmlns:v="urn:schemas-microsoft-com:vml" Requires="v">
                <p:oleObj name="公式" r:id="rId2" imgW="18719800" imgH="10820400" progId="Equation.3">
                  <p:embed/>
                </p:oleObj>
              </mc:Choice>
              <mc:Fallback>
                <p:oleObj name="公式" r:id="rId2" imgW="18719800" imgH="10820400" progId="Equation.3">
                  <p:embed/>
                  <p:pic>
                    <p:nvPicPr>
                      <p:cNvPr id="454675" name="Object 19">
                        <a:extLst>
                          <a:ext uri="{FF2B5EF4-FFF2-40B4-BE49-F238E27FC236}">
                            <a16:creationId xmlns:a16="http://schemas.microsoft.com/office/drawing/2014/main" id="{DD5EC68E-D44D-BE24-F5CA-D03EC64445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64" y="188914"/>
                        <a:ext cx="1825625"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54676" name="Group 20">
            <a:extLst>
              <a:ext uri="{FF2B5EF4-FFF2-40B4-BE49-F238E27FC236}">
                <a16:creationId xmlns:a16="http://schemas.microsoft.com/office/drawing/2014/main" id="{19061BC5-27E2-6C95-1882-02EF13C22101}"/>
              </a:ext>
            </a:extLst>
          </p:cNvPr>
          <p:cNvGrpSpPr>
            <a:grpSpLocks/>
          </p:cNvGrpSpPr>
          <p:nvPr/>
        </p:nvGrpSpPr>
        <p:grpSpPr bwMode="auto">
          <a:xfrm>
            <a:off x="1774826" y="1484313"/>
            <a:ext cx="8893175" cy="539750"/>
            <a:chOff x="158" y="926"/>
            <a:chExt cx="5602" cy="340"/>
          </a:xfrm>
        </p:grpSpPr>
        <p:sp>
          <p:nvSpPr>
            <p:cNvPr id="454677" name="Rectangle 21">
              <a:extLst>
                <a:ext uri="{FF2B5EF4-FFF2-40B4-BE49-F238E27FC236}">
                  <a16:creationId xmlns:a16="http://schemas.microsoft.com/office/drawing/2014/main" id="{D836CE8F-C1F6-716B-F4DD-5B8BDA77EFDB}"/>
                </a:ext>
              </a:extLst>
            </p:cNvPr>
            <p:cNvSpPr>
              <a:spLocks noChangeArrowheads="1"/>
            </p:cNvSpPr>
            <p:nvPr/>
          </p:nvSpPr>
          <p:spPr bwMode="auto">
            <a:xfrm>
              <a:off x="158" y="935"/>
              <a:ext cx="56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此时，因为     是</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μ</a:t>
              </a:r>
              <a:r>
                <a:rPr kumimoji="1" lang="en-US" altLang="zh-CN" sz="2800" b="1" baseline="-25000">
                  <a:solidFill>
                    <a:srgbClr val="007A77"/>
                  </a:solidFill>
                  <a:latin typeface="Times New Roman" panose="02020603050405020304" pitchFamily="18" charset="0"/>
                  <a:ea typeface="楷体_GB2312" pitchFamily="49" charset="-122"/>
                  <a:cs typeface="Times New Roman" panose="02020603050405020304" pitchFamily="18" charset="0"/>
                </a:rPr>
                <a:t>0</a:t>
              </a:r>
              <a:r>
                <a:rPr lang="zh-CN" altLang="en-US" sz="2800" b="1">
                  <a:solidFill>
                    <a:srgbClr val="007A77"/>
                  </a:solidFill>
                  <a:latin typeface="Times New Roman" panose="02020603050405020304" pitchFamily="18" charset="0"/>
                  <a:ea typeface="楷体_GB2312" pitchFamily="49" charset="-122"/>
                </a:rPr>
                <a:t>的无偏估计量</a:t>
              </a:r>
              <a:r>
                <a:rPr lang="en-US" altLang="zh-CN"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不应太大</a:t>
              </a:r>
              <a:r>
                <a:rPr lang="en-US" altLang="zh-CN" sz="2800" b="1">
                  <a:solidFill>
                    <a:srgbClr val="007A77"/>
                  </a:solidFill>
                  <a:latin typeface="Times New Roman" panose="02020603050405020304" pitchFamily="18" charset="0"/>
                  <a:ea typeface="楷体_GB2312" pitchFamily="49" charset="-122"/>
                </a:rPr>
                <a:t>.</a:t>
              </a:r>
            </a:p>
          </p:txBody>
        </p:sp>
        <p:graphicFrame>
          <p:nvGraphicFramePr>
            <p:cNvPr id="454678" name="Object 22">
              <a:extLst>
                <a:ext uri="{FF2B5EF4-FFF2-40B4-BE49-F238E27FC236}">
                  <a16:creationId xmlns:a16="http://schemas.microsoft.com/office/drawing/2014/main" id="{FF20C671-6A92-424E-D071-C0F32640200D}"/>
                </a:ext>
              </a:extLst>
            </p:cNvPr>
            <p:cNvGraphicFramePr>
              <a:graphicFrameLocks noChangeAspect="1"/>
            </p:cNvGraphicFramePr>
            <p:nvPr/>
          </p:nvGraphicFramePr>
          <p:xfrm>
            <a:off x="1338" y="935"/>
            <a:ext cx="252" cy="269"/>
          </p:xfrm>
          <a:graphic>
            <a:graphicData uri="http://schemas.openxmlformats.org/presentationml/2006/ole">
              <mc:AlternateContent xmlns:mc="http://schemas.openxmlformats.org/markup-compatibility/2006">
                <mc:Choice xmlns:v="urn:schemas-microsoft-com:vml" Requires="v">
                  <p:oleObj name="公式" r:id="rId4" imgW="4102100" imgH="4394200" progId="Equation.3">
                    <p:embed/>
                  </p:oleObj>
                </mc:Choice>
                <mc:Fallback>
                  <p:oleObj name="公式" r:id="rId4" imgW="4102100" imgH="4394200" progId="Equation.3">
                    <p:embed/>
                    <p:pic>
                      <p:nvPicPr>
                        <p:cNvPr id="454678" name="Object 22">
                          <a:extLst>
                            <a:ext uri="{FF2B5EF4-FFF2-40B4-BE49-F238E27FC236}">
                              <a16:creationId xmlns:a16="http://schemas.microsoft.com/office/drawing/2014/main" id="{FF20C671-6A92-424E-D071-C0F3264020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8" y="935"/>
                          <a:ext cx="252"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4679" name="Object 23">
              <a:extLst>
                <a:ext uri="{FF2B5EF4-FFF2-40B4-BE49-F238E27FC236}">
                  <a16:creationId xmlns:a16="http://schemas.microsoft.com/office/drawing/2014/main" id="{95B30204-525C-56CF-8A9D-AFF781B8ED05}"/>
                </a:ext>
              </a:extLst>
            </p:cNvPr>
            <p:cNvGraphicFramePr>
              <a:graphicFrameLocks noChangeAspect="1"/>
            </p:cNvGraphicFramePr>
            <p:nvPr/>
          </p:nvGraphicFramePr>
          <p:xfrm>
            <a:off x="3560" y="926"/>
            <a:ext cx="862" cy="340"/>
          </p:xfrm>
          <a:graphic>
            <a:graphicData uri="http://schemas.openxmlformats.org/presentationml/2006/ole">
              <mc:AlternateContent xmlns:mc="http://schemas.openxmlformats.org/markup-compatibility/2006">
                <mc:Choice xmlns:v="urn:schemas-microsoft-com:vml" Requires="v">
                  <p:oleObj name="公式" r:id="rId6" imgW="14046200" imgH="5562600" progId="Equation.3">
                    <p:embed/>
                  </p:oleObj>
                </mc:Choice>
                <mc:Fallback>
                  <p:oleObj name="公式" r:id="rId6" imgW="14046200" imgH="5562600" progId="Equation.3">
                    <p:embed/>
                    <p:pic>
                      <p:nvPicPr>
                        <p:cNvPr id="454679" name="Object 23">
                          <a:extLst>
                            <a:ext uri="{FF2B5EF4-FFF2-40B4-BE49-F238E27FC236}">
                              <a16:creationId xmlns:a16="http://schemas.microsoft.com/office/drawing/2014/main" id="{95B30204-525C-56CF-8A9D-AFF781B8ED0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60" y="926"/>
                          <a:ext cx="862" cy="3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54680" name="Rectangle 24">
            <a:extLst>
              <a:ext uri="{FF2B5EF4-FFF2-40B4-BE49-F238E27FC236}">
                <a16:creationId xmlns:a16="http://schemas.microsoft.com/office/drawing/2014/main" id="{BC14AEE8-09BE-F0BE-5903-EA6D5E7D8895}"/>
              </a:ext>
            </a:extLst>
          </p:cNvPr>
          <p:cNvSpPr>
            <a:spLocks noChangeArrowheads="1"/>
          </p:cNvSpPr>
          <p:nvPr/>
        </p:nvSpPr>
        <p:spPr bwMode="auto">
          <a:xfrm>
            <a:off x="1847850" y="2349501"/>
            <a:ext cx="449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P</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拒绝</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为真</a:t>
            </a:r>
            <a:r>
              <a:rPr kumimoji="1" lang="en-US" altLang="zh-CN" sz="2800" b="1">
                <a:solidFill>
                  <a:srgbClr val="007A77"/>
                </a:solidFill>
                <a:latin typeface="Times New Roman" panose="02020603050405020304" pitchFamily="18" charset="0"/>
                <a:ea typeface="楷体_GB2312" pitchFamily="49" charset="-122"/>
              </a:rPr>
              <a:t>}</a:t>
            </a:r>
          </a:p>
        </p:txBody>
      </p:sp>
      <p:graphicFrame>
        <p:nvGraphicFramePr>
          <p:cNvPr id="454681" name="Object 25">
            <a:extLst>
              <a:ext uri="{FF2B5EF4-FFF2-40B4-BE49-F238E27FC236}">
                <a16:creationId xmlns:a16="http://schemas.microsoft.com/office/drawing/2014/main" id="{0A3FF38F-7EEC-A88B-5D57-621B563DF177}"/>
              </a:ext>
            </a:extLst>
          </p:cNvPr>
          <p:cNvGraphicFramePr>
            <a:graphicFrameLocks noChangeAspect="1"/>
          </p:cNvGraphicFramePr>
          <p:nvPr/>
        </p:nvGraphicFramePr>
        <p:xfrm>
          <a:off x="5016501" y="2349501"/>
          <a:ext cx="3744913" cy="676275"/>
        </p:xfrm>
        <a:graphic>
          <a:graphicData uri="http://schemas.openxmlformats.org/presentationml/2006/ole">
            <mc:AlternateContent xmlns:mc="http://schemas.openxmlformats.org/markup-compatibility/2006">
              <mc:Choice xmlns:v="urn:schemas-microsoft-com:vml" Requires="v">
                <p:oleObj name="公式" r:id="rId8" imgW="41541700" imgH="7023100" progId="Equation.3">
                  <p:embed/>
                </p:oleObj>
              </mc:Choice>
              <mc:Fallback>
                <p:oleObj name="公式" r:id="rId8" imgW="41541700" imgH="7023100" progId="Equation.3">
                  <p:embed/>
                  <p:pic>
                    <p:nvPicPr>
                      <p:cNvPr id="454681" name="Object 25">
                        <a:extLst>
                          <a:ext uri="{FF2B5EF4-FFF2-40B4-BE49-F238E27FC236}">
                            <a16:creationId xmlns:a16="http://schemas.microsoft.com/office/drawing/2014/main" id="{0A3FF38F-7EEC-A88B-5D57-621B563DF17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16501" y="2349501"/>
                        <a:ext cx="3744913" cy="67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4682" name="Object 26">
            <a:extLst>
              <a:ext uri="{FF2B5EF4-FFF2-40B4-BE49-F238E27FC236}">
                <a16:creationId xmlns:a16="http://schemas.microsoft.com/office/drawing/2014/main" id="{DB695151-FCB5-4BF4-B8BE-28D365D63F05}"/>
              </a:ext>
            </a:extLst>
          </p:cNvPr>
          <p:cNvGraphicFramePr>
            <a:graphicFrameLocks noChangeAspect="1"/>
          </p:cNvGraphicFramePr>
          <p:nvPr/>
        </p:nvGraphicFramePr>
        <p:xfrm>
          <a:off x="1763713" y="3213101"/>
          <a:ext cx="3624262" cy="1050925"/>
        </p:xfrm>
        <a:graphic>
          <a:graphicData uri="http://schemas.openxmlformats.org/presentationml/2006/ole">
            <mc:AlternateContent xmlns:mc="http://schemas.openxmlformats.org/markup-compatibility/2006">
              <mc:Choice xmlns:v="urn:schemas-microsoft-com:vml" Requires="v">
                <p:oleObj name="公式" r:id="rId10" imgW="37160200" imgH="10820400" progId="Equation.3">
                  <p:embed/>
                </p:oleObj>
              </mc:Choice>
              <mc:Fallback>
                <p:oleObj name="公式" r:id="rId10" imgW="37160200" imgH="10820400" progId="Equation.3">
                  <p:embed/>
                  <p:pic>
                    <p:nvPicPr>
                      <p:cNvPr id="454682" name="Object 26">
                        <a:extLst>
                          <a:ext uri="{FF2B5EF4-FFF2-40B4-BE49-F238E27FC236}">
                            <a16:creationId xmlns:a16="http://schemas.microsoft.com/office/drawing/2014/main" id="{DB695151-FCB5-4BF4-B8BE-28D365D63F0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63713" y="3213101"/>
                        <a:ext cx="3624262"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4683" name="Object 27">
            <a:extLst>
              <a:ext uri="{FF2B5EF4-FFF2-40B4-BE49-F238E27FC236}">
                <a16:creationId xmlns:a16="http://schemas.microsoft.com/office/drawing/2014/main" id="{0715F286-F959-9E4D-B81C-2BC988F9009A}"/>
              </a:ext>
            </a:extLst>
          </p:cNvPr>
          <p:cNvGraphicFramePr>
            <a:graphicFrameLocks noChangeAspect="1"/>
          </p:cNvGraphicFramePr>
          <p:nvPr/>
        </p:nvGraphicFramePr>
        <p:xfrm>
          <a:off x="5519739" y="3213100"/>
          <a:ext cx="2770187" cy="1022350"/>
        </p:xfrm>
        <a:graphic>
          <a:graphicData uri="http://schemas.openxmlformats.org/presentationml/2006/ole">
            <mc:AlternateContent xmlns:mc="http://schemas.openxmlformats.org/markup-compatibility/2006">
              <mc:Choice xmlns:v="urn:schemas-microsoft-com:vml" Requires="v">
                <p:oleObj name="公式" r:id="rId12" imgW="28384500" imgH="10528300" progId="Equation.3">
                  <p:embed/>
                </p:oleObj>
              </mc:Choice>
              <mc:Fallback>
                <p:oleObj name="公式" r:id="rId12" imgW="28384500" imgH="10528300" progId="Equation.3">
                  <p:embed/>
                  <p:pic>
                    <p:nvPicPr>
                      <p:cNvPr id="454683" name="Object 27">
                        <a:extLst>
                          <a:ext uri="{FF2B5EF4-FFF2-40B4-BE49-F238E27FC236}">
                            <a16:creationId xmlns:a16="http://schemas.microsoft.com/office/drawing/2014/main" id="{0715F286-F959-9E4D-B81C-2BC988F9009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19739" y="3213100"/>
                        <a:ext cx="2770187"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4684" name="Object 28">
            <a:extLst>
              <a:ext uri="{FF2B5EF4-FFF2-40B4-BE49-F238E27FC236}">
                <a16:creationId xmlns:a16="http://schemas.microsoft.com/office/drawing/2014/main" id="{B303259D-813A-E71F-D387-367B2C1A5A8F}"/>
              </a:ext>
            </a:extLst>
          </p:cNvPr>
          <p:cNvGraphicFramePr>
            <a:graphicFrameLocks noChangeAspect="1"/>
          </p:cNvGraphicFramePr>
          <p:nvPr/>
        </p:nvGraphicFramePr>
        <p:xfrm>
          <a:off x="8472489" y="3573463"/>
          <a:ext cx="598487" cy="311150"/>
        </p:xfrm>
        <a:graphic>
          <a:graphicData uri="http://schemas.openxmlformats.org/presentationml/2006/ole">
            <mc:AlternateContent xmlns:mc="http://schemas.openxmlformats.org/markup-compatibility/2006">
              <mc:Choice xmlns:v="urn:schemas-microsoft-com:vml" Requires="v">
                <p:oleObj name="公式" r:id="rId14" imgW="6146800" imgH="3213100" progId="Equation.3">
                  <p:embed/>
                </p:oleObj>
              </mc:Choice>
              <mc:Fallback>
                <p:oleObj name="公式" r:id="rId14" imgW="6146800" imgH="3213100" progId="Equation.3">
                  <p:embed/>
                  <p:pic>
                    <p:nvPicPr>
                      <p:cNvPr id="454684" name="Object 28">
                        <a:extLst>
                          <a:ext uri="{FF2B5EF4-FFF2-40B4-BE49-F238E27FC236}">
                            <a16:creationId xmlns:a16="http://schemas.microsoft.com/office/drawing/2014/main" id="{B303259D-813A-E71F-D387-367B2C1A5A8F}"/>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472489" y="3573463"/>
                        <a:ext cx="598487"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4685" name="Rectangle 29">
            <a:extLst>
              <a:ext uri="{FF2B5EF4-FFF2-40B4-BE49-F238E27FC236}">
                <a16:creationId xmlns:a16="http://schemas.microsoft.com/office/drawing/2014/main" id="{465EB114-85FB-1CE5-2E22-BD8F87116CF4}"/>
              </a:ext>
            </a:extLst>
          </p:cNvPr>
          <p:cNvSpPr>
            <a:spLocks noChangeArrowheads="1"/>
          </p:cNvSpPr>
          <p:nvPr/>
        </p:nvSpPr>
        <p:spPr bwMode="auto">
          <a:xfrm>
            <a:off x="1774826" y="4508501"/>
            <a:ext cx="898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所以</a:t>
            </a:r>
          </a:p>
        </p:txBody>
      </p:sp>
      <p:graphicFrame>
        <p:nvGraphicFramePr>
          <p:cNvPr id="454686" name="Object 30">
            <a:extLst>
              <a:ext uri="{FF2B5EF4-FFF2-40B4-BE49-F238E27FC236}">
                <a16:creationId xmlns:a16="http://schemas.microsoft.com/office/drawing/2014/main" id="{C225C49A-B88F-609F-3239-D85EA3B91887}"/>
              </a:ext>
            </a:extLst>
          </p:cNvPr>
          <p:cNvGraphicFramePr>
            <a:graphicFrameLocks noChangeAspect="1"/>
          </p:cNvGraphicFramePr>
          <p:nvPr/>
        </p:nvGraphicFramePr>
        <p:xfrm>
          <a:off x="2741614" y="4292600"/>
          <a:ext cx="2198687" cy="1022350"/>
        </p:xfrm>
        <a:graphic>
          <a:graphicData uri="http://schemas.openxmlformats.org/presentationml/2006/ole">
            <mc:AlternateContent xmlns:mc="http://schemas.openxmlformats.org/markup-compatibility/2006">
              <mc:Choice xmlns:v="urn:schemas-microsoft-com:vml" Requires="v">
                <p:oleObj name="公式" r:id="rId16" imgW="22529800" imgH="10528300" progId="Equation.3">
                  <p:embed/>
                </p:oleObj>
              </mc:Choice>
              <mc:Fallback>
                <p:oleObj name="公式" r:id="rId16" imgW="22529800" imgH="10528300" progId="Equation.3">
                  <p:embed/>
                  <p:pic>
                    <p:nvPicPr>
                      <p:cNvPr id="454686" name="Object 30">
                        <a:extLst>
                          <a:ext uri="{FF2B5EF4-FFF2-40B4-BE49-F238E27FC236}">
                            <a16:creationId xmlns:a16="http://schemas.microsoft.com/office/drawing/2014/main" id="{C225C49A-B88F-609F-3239-D85EA3B91887}"/>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41614" y="4292600"/>
                        <a:ext cx="2198687"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4687" name="Rectangle 31">
            <a:extLst>
              <a:ext uri="{FF2B5EF4-FFF2-40B4-BE49-F238E27FC236}">
                <a16:creationId xmlns:a16="http://schemas.microsoft.com/office/drawing/2014/main" id="{4B4AD673-465A-9261-7140-F453A3ED8D5D}"/>
              </a:ext>
            </a:extLst>
          </p:cNvPr>
          <p:cNvSpPr>
            <a:spLocks noChangeArrowheads="1"/>
          </p:cNvSpPr>
          <p:nvPr/>
        </p:nvSpPr>
        <p:spPr bwMode="auto">
          <a:xfrm>
            <a:off x="5664201" y="4508501"/>
            <a:ext cx="898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即：</a:t>
            </a:r>
          </a:p>
        </p:txBody>
      </p:sp>
      <p:graphicFrame>
        <p:nvGraphicFramePr>
          <p:cNvPr id="454688" name="Object 32">
            <a:extLst>
              <a:ext uri="{FF2B5EF4-FFF2-40B4-BE49-F238E27FC236}">
                <a16:creationId xmlns:a16="http://schemas.microsoft.com/office/drawing/2014/main" id="{097A76A6-47D3-076A-A1BC-3D150E18422B}"/>
              </a:ext>
            </a:extLst>
          </p:cNvPr>
          <p:cNvGraphicFramePr>
            <a:graphicFrameLocks noChangeAspect="1"/>
          </p:cNvGraphicFramePr>
          <p:nvPr/>
        </p:nvGraphicFramePr>
        <p:xfrm>
          <a:off x="6500813" y="4649789"/>
          <a:ext cx="2570162" cy="511175"/>
        </p:xfrm>
        <a:graphic>
          <a:graphicData uri="http://schemas.openxmlformats.org/presentationml/2006/ole">
            <mc:AlternateContent xmlns:mc="http://schemas.openxmlformats.org/markup-compatibility/2006">
              <mc:Choice xmlns:v="urn:schemas-microsoft-com:vml" Requires="v">
                <p:oleObj name="公式" r:id="rId18" imgW="26327100" imgH="5270500" progId="Equation.3">
                  <p:embed/>
                </p:oleObj>
              </mc:Choice>
              <mc:Fallback>
                <p:oleObj name="公式" r:id="rId18" imgW="26327100" imgH="5270500" progId="Equation.3">
                  <p:embed/>
                  <p:pic>
                    <p:nvPicPr>
                      <p:cNvPr id="454688" name="Object 32">
                        <a:extLst>
                          <a:ext uri="{FF2B5EF4-FFF2-40B4-BE49-F238E27FC236}">
                            <a16:creationId xmlns:a16="http://schemas.microsoft.com/office/drawing/2014/main" id="{097A76A6-47D3-076A-A1BC-3D150E18422B}"/>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500813" y="4649789"/>
                        <a:ext cx="2570162"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4689" name="Rectangle 33">
            <a:extLst>
              <a:ext uri="{FF2B5EF4-FFF2-40B4-BE49-F238E27FC236}">
                <a16:creationId xmlns:a16="http://schemas.microsoft.com/office/drawing/2014/main" id="{9272ECD9-9245-6380-6B2F-126ADB60D6C4}"/>
              </a:ext>
            </a:extLst>
          </p:cNvPr>
          <p:cNvSpPr>
            <a:spLocks noChangeArrowheads="1"/>
          </p:cNvSpPr>
          <p:nvPr/>
        </p:nvSpPr>
        <p:spPr bwMode="auto">
          <a:xfrm>
            <a:off x="2640014" y="5661026"/>
            <a:ext cx="3743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由此知，拒绝域为：</a:t>
            </a:r>
          </a:p>
        </p:txBody>
      </p:sp>
      <p:graphicFrame>
        <p:nvGraphicFramePr>
          <p:cNvPr id="454690" name="Object 34">
            <a:extLst>
              <a:ext uri="{FF2B5EF4-FFF2-40B4-BE49-F238E27FC236}">
                <a16:creationId xmlns:a16="http://schemas.microsoft.com/office/drawing/2014/main" id="{27C1AEBB-3E0C-0A5A-9563-F72F930AC6C2}"/>
              </a:ext>
            </a:extLst>
          </p:cNvPr>
          <p:cNvGraphicFramePr>
            <a:graphicFrameLocks noChangeAspect="1"/>
          </p:cNvGraphicFramePr>
          <p:nvPr/>
        </p:nvGraphicFramePr>
        <p:xfrm>
          <a:off x="6024563" y="5734051"/>
          <a:ext cx="2455862" cy="512763"/>
        </p:xfrm>
        <a:graphic>
          <a:graphicData uri="http://schemas.openxmlformats.org/presentationml/2006/ole">
            <mc:AlternateContent xmlns:mc="http://schemas.openxmlformats.org/markup-compatibility/2006">
              <mc:Choice xmlns:v="urn:schemas-microsoft-com:vml" Requires="v">
                <p:oleObj name="公式" r:id="rId20" imgW="25158700" imgH="5270500" progId="Equation.3">
                  <p:embed/>
                </p:oleObj>
              </mc:Choice>
              <mc:Fallback>
                <p:oleObj name="公式" r:id="rId20" imgW="25158700" imgH="5270500" progId="Equation.3">
                  <p:embed/>
                  <p:pic>
                    <p:nvPicPr>
                      <p:cNvPr id="454690" name="Object 34">
                        <a:extLst>
                          <a:ext uri="{FF2B5EF4-FFF2-40B4-BE49-F238E27FC236}">
                            <a16:creationId xmlns:a16="http://schemas.microsoft.com/office/drawing/2014/main" id="{27C1AEBB-3E0C-0A5A-9563-F72F930AC6C2}"/>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024563" y="5734051"/>
                        <a:ext cx="2455862"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4691" name="Text Box 35">
            <a:extLst>
              <a:ext uri="{FF2B5EF4-FFF2-40B4-BE49-F238E27FC236}">
                <a16:creationId xmlns:a16="http://schemas.microsoft.com/office/drawing/2014/main" id="{D20C9A19-CB9A-260B-ED1B-B8EBB2035CC4}"/>
              </a:ext>
            </a:extLst>
          </p:cNvPr>
          <p:cNvSpPr txBox="1">
            <a:spLocks noChangeArrowheads="1"/>
          </p:cNvSpPr>
          <p:nvPr/>
        </p:nvSpPr>
        <p:spPr bwMode="auto">
          <a:xfrm>
            <a:off x="1774825" y="404813"/>
            <a:ext cx="15113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00FF"/>
                </a:solidFill>
                <a:latin typeface="Times New Roman" panose="02020603050405020304" pitchFamily="18" charset="0"/>
                <a:ea typeface="楷体_GB2312" pitchFamily="49" charset="-122"/>
                <a:sym typeface="Symbol" pitchFamily="2" charset="2"/>
              </a:rPr>
              <a:t>推导：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54691"/>
                                        </p:tgtEl>
                                        <p:attrNameLst>
                                          <p:attrName>style.visibility</p:attrName>
                                        </p:attrNameLst>
                                      </p:cBhvr>
                                      <p:to>
                                        <p:strVal val="visible"/>
                                      </p:to>
                                    </p:set>
                                    <p:animEffect transition="in" filter="wipe(left)">
                                      <p:cBhvr>
                                        <p:cTn id="7" dur="1000"/>
                                        <p:tgtEl>
                                          <p:spTgt spid="4546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54674"/>
                                        </p:tgtEl>
                                        <p:attrNameLst>
                                          <p:attrName>style.visibility</p:attrName>
                                        </p:attrNameLst>
                                      </p:cBhvr>
                                      <p:to>
                                        <p:strVal val="visible"/>
                                      </p:to>
                                    </p:set>
                                    <p:animEffect transition="in" filter="wipe(left)">
                                      <p:cBhvr>
                                        <p:cTn id="12" dur="1000"/>
                                        <p:tgtEl>
                                          <p:spTgt spid="454674"/>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454675"/>
                                        </p:tgtEl>
                                        <p:attrNameLst>
                                          <p:attrName>style.visibility</p:attrName>
                                        </p:attrNameLst>
                                      </p:cBhvr>
                                      <p:to>
                                        <p:strVal val="visible"/>
                                      </p:to>
                                    </p:set>
                                    <p:animEffect transition="in" filter="wipe(left)">
                                      <p:cBhvr>
                                        <p:cTn id="16" dur="1000"/>
                                        <p:tgtEl>
                                          <p:spTgt spid="454675"/>
                                        </p:tgtEl>
                                      </p:cBhvr>
                                    </p:animEffect>
                                  </p:childTnLst>
                                </p:cTn>
                              </p:par>
                            </p:childTnLst>
                          </p:cTn>
                        </p:par>
                        <p:par>
                          <p:cTn id="17" fill="hold" nodeType="afterGroup">
                            <p:stCondLst>
                              <p:cond delay="2000"/>
                            </p:stCondLst>
                            <p:childTnLst>
                              <p:par>
                                <p:cTn id="18" presetID="22" presetClass="entr" presetSubtype="8" fill="hold" nodeType="afterEffect">
                                  <p:stCondLst>
                                    <p:cond delay="0"/>
                                  </p:stCondLst>
                                  <p:childTnLst>
                                    <p:set>
                                      <p:cBhvr>
                                        <p:cTn id="19" dur="1" fill="hold">
                                          <p:stCondLst>
                                            <p:cond delay="0"/>
                                          </p:stCondLst>
                                        </p:cTn>
                                        <p:tgtEl>
                                          <p:spTgt spid="454673"/>
                                        </p:tgtEl>
                                        <p:attrNameLst>
                                          <p:attrName>style.visibility</p:attrName>
                                        </p:attrNameLst>
                                      </p:cBhvr>
                                      <p:to>
                                        <p:strVal val="visible"/>
                                      </p:to>
                                    </p:set>
                                    <p:animEffect transition="in" filter="wipe(left)">
                                      <p:cBhvr>
                                        <p:cTn id="20" dur="1000"/>
                                        <p:tgtEl>
                                          <p:spTgt spid="45467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454676"/>
                                        </p:tgtEl>
                                        <p:attrNameLst>
                                          <p:attrName>style.visibility</p:attrName>
                                        </p:attrNameLst>
                                      </p:cBhvr>
                                      <p:to>
                                        <p:strVal val="visible"/>
                                      </p:to>
                                    </p:set>
                                    <p:animEffect transition="in" filter="wipe(left)">
                                      <p:cBhvr>
                                        <p:cTn id="25" dur="1000"/>
                                        <p:tgtEl>
                                          <p:spTgt spid="45467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454680"/>
                                        </p:tgtEl>
                                        <p:attrNameLst>
                                          <p:attrName>style.visibility</p:attrName>
                                        </p:attrNameLst>
                                      </p:cBhvr>
                                      <p:to>
                                        <p:strVal val="visible"/>
                                      </p:to>
                                    </p:set>
                                    <p:animEffect transition="in" filter="wipe(left)">
                                      <p:cBhvr>
                                        <p:cTn id="30" dur="1000"/>
                                        <p:tgtEl>
                                          <p:spTgt spid="45468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454681"/>
                                        </p:tgtEl>
                                        <p:attrNameLst>
                                          <p:attrName>style.visibility</p:attrName>
                                        </p:attrNameLst>
                                      </p:cBhvr>
                                      <p:to>
                                        <p:strVal val="visible"/>
                                      </p:to>
                                    </p:set>
                                    <p:animEffect transition="in" filter="wipe(left)">
                                      <p:cBhvr>
                                        <p:cTn id="35" dur="1000"/>
                                        <p:tgtEl>
                                          <p:spTgt spid="45468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54682"/>
                                        </p:tgtEl>
                                        <p:attrNameLst>
                                          <p:attrName>style.visibility</p:attrName>
                                        </p:attrNameLst>
                                      </p:cBhvr>
                                      <p:to>
                                        <p:strVal val="visible"/>
                                      </p:to>
                                    </p:set>
                                    <p:animEffect transition="in" filter="wipe(left)">
                                      <p:cBhvr>
                                        <p:cTn id="40" dur="1000"/>
                                        <p:tgtEl>
                                          <p:spTgt spid="45468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454683"/>
                                        </p:tgtEl>
                                        <p:attrNameLst>
                                          <p:attrName>style.visibility</p:attrName>
                                        </p:attrNameLst>
                                      </p:cBhvr>
                                      <p:to>
                                        <p:strVal val="visible"/>
                                      </p:to>
                                    </p:set>
                                    <p:animEffect transition="in" filter="wipe(left)">
                                      <p:cBhvr>
                                        <p:cTn id="45" dur="1000"/>
                                        <p:tgtEl>
                                          <p:spTgt spid="45468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454684"/>
                                        </p:tgtEl>
                                        <p:attrNameLst>
                                          <p:attrName>style.visibility</p:attrName>
                                        </p:attrNameLst>
                                      </p:cBhvr>
                                      <p:to>
                                        <p:strVal val="visible"/>
                                      </p:to>
                                    </p:set>
                                    <p:animEffect transition="in" filter="wipe(left)">
                                      <p:cBhvr>
                                        <p:cTn id="50" dur="1000"/>
                                        <p:tgtEl>
                                          <p:spTgt spid="45468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454685"/>
                                        </p:tgtEl>
                                        <p:attrNameLst>
                                          <p:attrName>style.visibility</p:attrName>
                                        </p:attrNameLst>
                                      </p:cBhvr>
                                      <p:to>
                                        <p:strVal val="visible"/>
                                      </p:to>
                                    </p:set>
                                    <p:animEffect transition="in" filter="wipe(left)">
                                      <p:cBhvr>
                                        <p:cTn id="55" dur="500"/>
                                        <p:tgtEl>
                                          <p:spTgt spid="454685"/>
                                        </p:tgtEl>
                                      </p:cBhvr>
                                    </p:animEffect>
                                  </p:childTnLst>
                                </p:cTn>
                              </p:par>
                            </p:childTnLst>
                          </p:cTn>
                        </p:par>
                        <p:par>
                          <p:cTn id="56" fill="hold" nodeType="afterGroup">
                            <p:stCondLst>
                              <p:cond delay="500"/>
                            </p:stCondLst>
                            <p:childTnLst>
                              <p:par>
                                <p:cTn id="57" presetID="22" presetClass="entr" presetSubtype="8" fill="hold" nodeType="afterEffect">
                                  <p:stCondLst>
                                    <p:cond delay="0"/>
                                  </p:stCondLst>
                                  <p:childTnLst>
                                    <p:set>
                                      <p:cBhvr>
                                        <p:cTn id="58" dur="1" fill="hold">
                                          <p:stCondLst>
                                            <p:cond delay="0"/>
                                          </p:stCondLst>
                                        </p:cTn>
                                        <p:tgtEl>
                                          <p:spTgt spid="454686"/>
                                        </p:tgtEl>
                                        <p:attrNameLst>
                                          <p:attrName>style.visibility</p:attrName>
                                        </p:attrNameLst>
                                      </p:cBhvr>
                                      <p:to>
                                        <p:strVal val="visible"/>
                                      </p:to>
                                    </p:set>
                                    <p:animEffect transition="in" filter="wipe(left)">
                                      <p:cBhvr>
                                        <p:cTn id="59" dur="1000"/>
                                        <p:tgtEl>
                                          <p:spTgt spid="454686"/>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454687"/>
                                        </p:tgtEl>
                                        <p:attrNameLst>
                                          <p:attrName>style.visibility</p:attrName>
                                        </p:attrNameLst>
                                      </p:cBhvr>
                                      <p:to>
                                        <p:strVal val="visible"/>
                                      </p:to>
                                    </p:set>
                                    <p:animEffect transition="in" filter="wipe(left)">
                                      <p:cBhvr>
                                        <p:cTn id="64" dur="500"/>
                                        <p:tgtEl>
                                          <p:spTgt spid="454687"/>
                                        </p:tgtEl>
                                      </p:cBhvr>
                                    </p:animEffect>
                                  </p:childTnLst>
                                </p:cTn>
                              </p:par>
                            </p:childTnLst>
                          </p:cTn>
                        </p:par>
                        <p:par>
                          <p:cTn id="65" fill="hold" nodeType="afterGroup">
                            <p:stCondLst>
                              <p:cond delay="500"/>
                            </p:stCondLst>
                            <p:childTnLst>
                              <p:par>
                                <p:cTn id="66" presetID="22" presetClass="entr" presetSubtype="8" fill="hold" nodeType="afterEffect">
                                  <p:stCondLst>
                                    <p:cond delay="0"/>
                                  </p:stCondLst>
                                  <p:childTnLst>
                                    <p:set>
                                      <p:cBhvr>
                                        <p:cTn id="67" dur="1" fill="hold">
                                          <p:stCondLst>
                                            <p:cond delay="0"/>
                                          </p:stCondLst>
                                        </p:cTn>
                                        <p:tgtEl>
                                          <p:spTgt spid="454688"/>
                                        </p:tgtEl>
                                        <p:attrNameLst>
                                          <p:attrName>style.visibility</p:attrName>
                                        </p:attrNameLst>
                                      </p:cBhvr>
                                      <p:to>
                                        <p:strVal val="visible"/>
                                      </p:to>
                                    </p:set>
                                    <p:animEffect transition="in" filter="wipe(left)">
                                      <p:cBhvr>
                                        <p:cTn id="68" dur="1000"/>
                                        <p:tgtEl>
                                          <p:spTgt spid="454688"/>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454689"/>
                                        </p:tgtEl>
                                        <p:attrNameLst>
                                          <p:attrName>style.visibility</p:attrName>
                                        </p:attrNameLst>
                                      </p:cBhvr>
                                      <p:to>
                                        <p:strVal val="visible"/>
                                      </p:to>
                                    </p:set>
                                    <p:animEffect transition="in" filter="wipe(left)">
                                      <p:cBhvr>
                                        <p:cTn id="73" dur="1000"/>
                                        <p:tgtEl>
                                          <p:spTgt spid="454689"/>
                                        </p:tgtEl>
                                      </p:cBhvr>
                                    </p:animEffect>
                                  </p:childTnLst>
                                </p:cTn>
                              </p:par>
                            </p:childTnLst>
                          </p:cTn>
                        </p:par>
                        <p:par>
                          <p:cTn id="74" fill="hold" nodeType="afterGroup">
                            <p:stCondLst>
                              <p:cond delay="1000"/>
                            </p:stCondLst>
                            <p:childTnLst>
                              <p:par>
                                <p:cTn id="75" presetID="22" presetClass="entr" presetSubtype="8" fill="hold" nodeType="afterEffect">
                                  <p:stCondLst>
                                    <p:cond delay="0"/>
                                  </p:stCondLst>
                                  <p:childTnLst>
                                    <p:set>
                                      <p:cBhvr>
                                        <p:cTn id="76" dur="1" fill="hold">
                                          <p:stCondLst>
                                            <p:cond delay="0"/>
                                          </p:stCondLst>
                                        </p:cTn>
                                        <p:tgtEl>
                                          <p:spTgt spid="454690"/>
                                        </p:tgtEl>
                                        <p:attrNameLst>
                                          <p:attrName>style.visibility</p:attrName>
                                        </p:attrNameLst>
                                      </p:cBhvr>
                                      <p:to>
                                        <p:strVal val="visible"/>
                                      </p:to>
                                    </p:set>
                                    <p:animEffect transition="in" filter="wipe(left)">
                                      <p:cBhvr>
                                        <p:cTn id="77" dur="1000"/>
                                        <p:tgtEl>
                                          <p:spTgt spid="454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4673" grpId="0" autoUpdateAnimBg="0"/>
      <p:bldP spid="454674" grpId="0"/>
      <p:bldP spid="454680" grpId="0"/>
      <p:bldP spid="454685" grpId="0"/>
      <p:bldP spid="454687" grpId="0"/>
      <p:bldP spid="454689" grpId="0"/>
      <p:bldP spid="454691"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a:extLst>
              <a:ext uri="{FF2B5EF4-FFF2-40B4-BE49-F238E27FC236}">
                <a16:creationId xmlns:a16="http://schemas.microsoft.com/office/drawing/2014/main" id="{95A468E5-D5C4-A149-7D28-CA02E1D3862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83" name="Rectangle 3">
            <a:extLst>
              <a:ext uri="{FF2B5EF4-FFF2-40B4-BE49-F238E27FC236}">
                <a16:creationId xmlns:a16="http://schemas.microsoft.com/office/drawing/2014/main" id="{6039F5F6-A5EA-0C57-235C-32A26D1CEBD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84" name="Rectangle 4">
            <a:extLst>
              <a:ext uri="{FF2B5EF4-FFF2-40B4-BE49-F238E27FC236}">
                <a16:creationId xmlns:a16="http://schemas.microsoft.com/office/drawing/2014/main" id="{48061DBE-BF2C-6A14-CCAD-5537C259120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85" name="Rectangle 5">
            <a:extLst>
              <a:ext uri="{FF2B5EF4-FFF2-40B4-BE49-F238E27FC236}">
                <a16:creationId xmlns:a16="http://schemas.microsoft.com/office/drawing/2014/main" id="{0BB4C8F4-74B8-A939-B798-402AD06F063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86" name="Rectangle 6">
            <a:extLst>
              <a:ext uri="{FF2B5EF4-FFF2-40B4-BE49-F238E27FC236}">
                <a16:creationId xmlns:a16="http://schemas.microsoft.com/office/drawing/2014/main" id="{334D58F0-2264-6718-1A3B-586660B8A3B0}"/>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87" name="Rectangle 7">
            <a:extLst>
              <a:ext uri="{FF2B5EF4-FFF2-40B4-BE49-F238E27FC236}">
                <a16:creationId xmlns:a16="http://schemas.microsoft.com/office/drawing/2014/main" id="{2564A799-3541-2BE3-9E85-74ADF4116288}"/>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88" name="Rectangle 8">
            <a:extLst>
              <a:ext uri="{FF2B5EF4-FFF2-40B4-BE49-F238E27FC236}">
                <a16:creationId xmlns:a16="http://schemas.microsoft.com/office/drawing/2014/main" id="{4A06EDFA-458C-0CE3-A47B-CD8640B1DBCA}"/>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89" name="Rectangle 9">
            <a:extLst>
              <a:ext uri="{FF2B5EF4-FFF2-40B4-BE49-F238E27FC236}">
                <a16:creationId xmlns:a16="http://schemas.microsoft.com/office/drawing/2014/main" id="{6A6D68D4-E748-68FD-483D-45A6FD95995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90" name="Rectangle 10">
            <a:extLst>
              <a:ext uri="{FF2B5EF4-FFF2-40B4-BE49-F238E27FC236}">
                <a16:creationId xmlns:a16="http://schemas.microsoft.com/office/drawing/2014/main" id="{D58029D8-0DC5-1E3D-5F77-CBC461365C9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91" name="Rectangle 11">
            <a:extLst>
              <a:ext uri="{FF2B5EF4-FFF2-40B4-BE49-F238E27FC236}">
                <a16:creationId xmlns:a16="http://schemas.microsoft.com/office/drawing/2014/main" id="{02B0AA60-0873-0BF9-A26F-06281D791A0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92" name="Rectangle 12">
            <a:extLst>
              <a:ext uri="{FF2B5EF4-FFF2-40B4-BE49-F238E27FC236}">
                <a16:creationId xmlns:a16="http://schemas.microsoft.com/office/drawing/2014/main" id="{55F2B929-455F-1C10-27B9-2B503E357CE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93" name="Rectangle 13">
            <a:extLst>
              <a:ext uri="{FF2B5EF4-FFF2-40B4-BE49-F238E27FC236}">
                <a16:creationId xmlns:a16="http://schemas.microsoft.com/office/drawing/2014/main" id="{2EF221EB-6C84-9793-62B4-268026DFFAB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94" name="Rectangle 14">
            <a:extLst>
              <a:ext uri="{FF2B5EF4-FFF2-40B4-BE49-F238E27FC236}">
                <a16:creationId xmlns:a16="http://schemas.microsoft.com/office/drawing/2014/main" id="{05A6E988-9ED1-46BD-DCB3-F8146681609E}"/>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95" name="Rectangle 15">
            <a:extLst>
              <a:ext uri="{FF2B5EF4-FFF2-40B4-BE49-F238E27FC236}">
                <a16:creationId xmlns:a16="http://schemas.microsoft.com/office/drawing/2014/main" id="{E904F512-992E-7ECE-A792-23304C2525EA}"/>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96" name="Rectangle 16">
            <a:extLst>
              <a:ext uri="{FF2B5EF4-FFF2-40B4-BE49-F238E27FC236}">
                <a16:creationId xmlns:a16="http://schemas.microsoft.com/office/drawing/2014/main" id="{F4DCA7CB-3B21-2B54-C095-FD882014721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97" name="Rectangle 17">
            <a:extLst>
              <a:ext uri="{FF2B5EF4-FFF2-40B4-BE49-F238E27FC236}">
                <a16:creationId xmlns:a16="http://schemas.microsoft.com/office/drawing/2014/main" id="{8516BCE0-1C3C-DFE8-6EE2-3E695A781E8C}"/>
              </a:ext>
            </a:extLst>
          </p:cNvPr>
          <p:cNvSpPr>
            <a:spLocks noChangeArrowheads="1"/>
          </p:cNvSpPr>
          <p:nvPr/>
        </p:nvSpPr>
        <p:spPr bwMode="auto">
          <a:xfrm>
            <a:off x="1774826" y="2133600"/>
            <a:ext cx="4105275" cy="43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80000"/>
              </a:lnSpc>
              <a:spcBef>
                <a:spcPct val="20000"/>
              </a:spcBef>
              <a:spcAft>
                <a:spcPct val="0"/>
              </a:spcAft>
            </a:pPr>
            <a:r>
              <a:rPr kumimoji="1" lang="en-US" altLang="zh-CN" sz="2800" b="1">
                <a:solidFill>
                  <a:srgbClr val="007A77"/>
                </a:solidFill>
                <a:latin typeface="Times New Roman" panose="02020603050405020304" pitchFamily="18" charset="0"/>
                <a:ea typeface="楷体_GB2312" pitchFamily="49" charset="-122"/>
              </a:rPr>
              <a:t>(2) </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μ</a:t>
            </a:r>
            <a:r>
              <a:rPr kumimoji="1" lang="zh-CN" altLang="en-US" sz="2800" b="1">
                <a:solidFill>
                  <a:srgbClr val="007A77"/>
                </a:solidFill>
                <a:latin typeface="Times New Roman" panose="02020603050405020304" pitchFamily="18" charset="0"/>
                <a:ea typeface="楷体_GB2312" pitchFamily="49" charset="-122"/>
              </a:rPr>
              <a:t>的单边检验：</a:t>
            </a:r>
          </a:p>
        </p:txBody>
      </p:sp>
      <p:grpSp>
        <p:nvGrpSpPr>
          <p:cNvPr id="455698" name="Group 18">
            <a:extLst>
              <a:ext uri="{FF2B5EF4-FFF2-40B4-BE49-F238E27FC236}">
                <a16:creationId xmlns:a16="http://schemas.microsoft.com/office/drawing/2014/main" id="{344ED958-E89A-BD08-09C2-9C8F0C3F8DDF}"/>
              </a:ext>
            </a:extLst>
          </p:cNvPr>
          <p:cNvGrpSpPr>
            <a:grpSpLocks/>
          </p:cNvGrpSpPr>
          <p:nvPr/>
        </p:nvGrpSpPr>
        <p:grpSpPr bwMode="auto">
          <a:xfrm>
            <a:off x="2711451" y="2924176"/>
            <a:ext cx="3317875" cy="625475"/>
            <a:chOff x="113" y="119"/>
            <a:chExt cx="2090" cy="394"/>
          </a:xfrm>
        </p:grpSpPr>
        <p:graphicFrame>
          <p:nvGraphicFramePr>
            <p:cNvPr id="455699" name="Object 19">
              <a:extLst>
                <a:ext uri="{FF2B5EF4-FFF2-40B4-BE49-F238E27FC236}">
                  <a16:creationId xmlns:a16="http://schemas.microsoft.com/office/drawing/2014/main" id="{130BE84F-7C09-7AB4-9658-78137732E0C5}"/>
                </a:ext>
              </a:extLst>
            </p:cNvPr>
            <p:cNvGraphicFramePr>
              <a:graphicFrameLocks noChangeAspect="1"/>
            </p:cNvGraphicFramePr>
            <p:nvPr/>
          </p:nvGraphicFramePr>
          <p:xfrm>
            <a:off x="921" y="155"/>
            <a:ext cx="1282" cy="358"/>
          </p:xfrm>
          <a:graphic>
            <a:graphicData uri="http://schemas.openxmlformats.org/presentationml/2006/ole">
              <mc:AlternateContent xmlns:mc="http://schemas.openxmlformats.org/markup-compatibility/2006">
                <mc:Choice xmlns:v="urn:schemas-microsoft-com:vml" Requires="v">
                  <p:oleObj name="公式" r:id="rId2" imgW="19900900" imgH="5562600" progId="Equation.3">
                    <p:embed/>
                  </p:oleObj>
                </mc:Choice>
                <mc:Fallback>
                  <p:oleObj name="公式" r:id="rId2" imgW="19900900" imgH="5562600" progId="Equation.3">
                    <p:embed/>
                    <p:pic>
                      <p:nvPicPr>
                        <p:cNvPr id="455699" name="Object 19">
                          <a:extLst>
                            <a:ext uri="{FF2B5EF4-FFF2-40B4-BE49-F238E27FC236}">
                              <a16:creationId xmlns:a16="http://schemas.microsoft.com/office/drawing/2014/main" id="{130BE84F-7C09-7AB4-9658-78137732E0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 y="155"/>
                          <a:ext cx="1282" cy="3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5700" name="Text Box 20">
              <a:extLst>
                <a:ext uri="{FF2B5EF4-FFF2-40B4-BE49-F238E27FC236}">
                  <a16:creationId xmlns:a16="http://schemas.microsoft.com/office/drawing/2014/main" id="{9614AD32-4F21-F816-CF5B-98632ACDFFF3}"/>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55701" name="Group 21">
            <a:extLst>
              <a:ext uri="{FF2B5EF4-FFF2-40B4-BE49-F238E27FC236}">
                <a16:creationId xmlns:a16="http://schemas.microsoft.com/office/drawing/2014/main" id="{5879BE0F-5F14-4006-20DD-35618A822C89}"/>
              </a:ext>
            </a:extLst>
          </p:cNvPr>
          <p:cNvGrpSpPr>
            <a:grpSpLocks/>
          </p:cNvGrpSpPr>
          <p:nvPr/>
        </p:nvGrpSpPr>
        <p:grpSpPr bwMode="auto">
          <a:xfrm>
            <a:off x="6238875" y="2924176"/>
            <a:ext cx="3411538" cy="595313"/>
            <a:chOff x="2154" y="119"/>
            <a:chExt cx="2149" cy="375"/>
          </a:xfrm>
        </p:grpSpPr>
        <p:sp>
          <p:nvSpPr>
            <p:cNvPr id="455702" name="Text Box 22">
              <a:extLst>
                <a:ext uri="{FF2B5EF4-FFF2-40B4-BE49-F238E27FC236}">
                  <a16:creationId xmlns:a16="http://schemas.microsoft.com/office/drawing/2014/main" id="{84C069D9-11E8-524C-DA35-DB3AF57FDCB6}"/>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55703" name="Object 23">
              <a:extLst>
                <a:ext uri="{FF2B5EF4-FFF2-40B4-BE49-F238E27FC236}">
                  <a16:creationId xmlns:a16="http://schemas.microsoft.com/office/drawing/2014/main" id="{BF879F3A-9CEF-43D9-04C5-19E991803E33}"/>
                </a:ext>
              </a:extLst>
            </p:cNvPr>
            <p:cNvGraphicFramePr>
              <a:graphicFrameLocks noChangeAspect="1"/>
            </p:cNvGraphicFramePr>
            <p:nvPr/>
          </p:nvGraphicFramePr>
          <p:xfrm>
            <a:off x="3152" y="155"/>
            <a:ext cx="1151" cy="339"/>
          </p:xfrm>
          <a:graphic>
            <a:graphicData uri="http://schemas.openxmlformats.org/presentationml/2006/ole">
              <mc:AlternateContent xmlns:mc="http://schemas.openxmlformats.org/markup-compatibility/2006">
                <mc:Choice xmlns:v="urn:schemas-microsoft-com:vml" Requires="v">
                  <p:oleObj name="公式" r:id="rId4" imgW="17843500" imgH="5270500" progId="Equation.3">
                    <p:embed/>
                  </p:oleObj>
                </mc:Choice>
                <mc:Fallback>
                  <p:oleObj name="公式" r:id="rId4" imgW="17843500" imgH="5270500" progId="Equation.3">
                    <p:embed/>
                    <p:pic>
                      <p:nvPicPr>
                        <p:cNvPr id="455703" name="Object 23">
                          <a:extLst>
                            <a:ext uri="{FF2B5EF4-FFF2-40B4-BE49-F238E27FC236}">
                              <a16:creationId xmlns:a16="http://schemas.microsoft.com/office/drawing/2014/main" id="{BF879F3A-9CEF-43D9-04C5-19E991803E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2" y="155"/>
                          <a:ext cx="1151"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55704" name="Rectangle 24">
            <a:extLst>
              <a:ext uri="{FF2B5EF4-FFF2-40B4-BE49-F238E27FC236}">
                <a16:creationId xmlns:a16="http://schemas.microsoft.com/office/drawing/2014/main" id="{919D6FFC-FE94-279B-0130-9A8D1F6EF9CA}"/>
              </a:ext>
            </a:extLst>
          </p:cNvPr>
          <p:cNvSpPr>
            <a:spLocks noChangeArrowheads="1"/>
          </p:cNvSpPr>
          <p:nvPr/>
        </p:nvSpPr>
        <p:spPr bwMode="auto">
          <a:xfrm>
            <a:off x="2063750" y="3716338"/>
            <a:ext cx="30241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55705" name="Rectangle 25">
            <a:extLst>
              <a:ext uri="{FF2B5EF4-FFF2-40B4-BE49-F238E27FC236}">
                <a16:creationId xmlns:a16="http://schemas.microsoft.com/office/drawing/2014/main" id="{7EEA938B-6632-D7D9-F5F2-96C798AC650A}"/>
              </a:ext>
            </a:extLst>
          </p:cNvPr>
          <p:cNvSpPr>
            <a:spLocks noChangeArrowheads="1"/>
          </p:cNvSpPr>
          <p:nvPr/>
        </p:nvSpPr>
        <p:spPr bwMode="auto">
          <a:xfrm>
            <a:off x="2136776" y="4651376"/>
            <a:ext cx="2735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拒绝域为：</a:t>
            </a:r>
          </a:p>
        </p:txBody>
      </p:sp>
      <p:graphicFrame>
        <p:nvGraphicFramePr>
          <p:cNvPr id="455706" name="Object 26">
            <a:extLst>
              <a:ext uri="{FF2B5EF4-FFF2-40B4-BE49-F238E27FC236}">
                <a16:creationId xmlns:a16="http://schemas.microsoft.com/office/drawing/2014/main" id="{4FE8E318-6365-89A3-8878-B25CB65A21BA}"/>
              </a:ext>
            </a:extLst>
          </p:cNvPr>
          <p:cNvGraphicFramePr>
            <a:graphicFrameLocks noChangeAspect="1"/>
          </p:cNvGraphicFramePr>
          <p:nvPr/>
        </p:nvGraphicFramePr>
        <p:xfrm>
          <a:off x="4770439" y="4721226"/>
          <a:ext cx="2027237" cy="511175"/>
        </p:xfrm>
        <a:graphic>
          <a:graphicData uri="http://schemas.openxmlformats.org/presentationml/2006/ole">
            <mc:AlternateContent xmlns:mc="http://schemas.openxmlformats.org/markup-compatibility/2006">
              <mc:Choice xmlns:v="urn:schemas-microsoft-com:vml" Requires="v">
                <p:oleObj name="公式" r:id="rId6" imgW="20777200" imgH="5270500" progId="Equation.3">
                  <p:embed/>
                </p:oleObj>
              </mc:Choice>
              <mc:Fallback>
                <p:oleObj name="公式" r:id="rId6" imgW="20777200" imgH="5270500" progId="Equation.3">
                  <p:embed/>
                  <p:pic>
                    <p:nvPicPr>
                      <p:cNvPr id="455706" name="Object 26">
                        <a:extLst>
                          <a:ext uri="{FF2B5EF4-FFF2-40B4-BE49-F238E27FC236}">
                            <a16:creationId xmlns:a16="http://schemas.microsoft.com/office/drawing/2014/main" id="{4FE8E318-6365-89A3-8878-B25CB65A21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70439" y="4721226"/>
                        <a:ext cx="2027237"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55707" name="Group 27">
            <a:extLst>
              <a:ext uri="{FF2B5EF4-FFF2-40B4-BE49-F238E27FC236}">
                <a16:creationId xmlns:a16="http://schemas.microsoft.com/office/drawing/2014/main" id="{6ED24329-DF56-F958-6600-FE851C4D0B58}"/>
              </a:ext>
            </a:extLst>
          </p:cNvPr>
          <p:cNvGrpSpPr>
            <a:grpSpLocks/>
          </p:cNvGrpSpPr>
          <p:nvPr/>
        </p:nvGrpSpPr>
        <p:grpSpPr bwMode="auto">
          <a:xfrm>
            <a:off x="2135189" y="476250"/>
            <a:ext cx="8207375" cy="1308100"/>
            <a:chOff x="385" y="300"/>
            <a:chExt cx="5170" cy="824"/>
          </a:xfrm>
        </p:grpSpPr>
        <p:sp>
          <p:nvSpPr>
            <p:cNvPr id="455708" name="Text Box 28">
              <a:extLst>
                <a:ext uri="{FF2B5EF4-FFF2-40B4-BE49-F238E27FC236}">
                  <a16:creationId xmlns:a16="http://schemas.microsoft.com/office/drawing/2014/main" id="{6D937F6E-4603-2625-1D8D-D4D88609D950}"/>
                </a:ext>
              </a:extLst>
            </p:cNvPr>
            <p:cNvSpPr txBox="1">
              <a:spLocks noChangeArrowheads="1"/>
            </p:cNvSpPr>
            <p:nvPr/>
          </p:nvSpPr>
          <p:spPr bwMode="auto">
            <a:xfrm>
              <a:off x="385" y="300"/>
              <a:ext cx="5170" cy="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3399"/>
                  </a:solidFill>
                  <a:latin typeface="Times New Roman" panose="02020603050405020304" pitchFamily="18" charset="0"/>
                  <a:ea typeface="楷体_GB2312" pitchFamily="49" charset="-122"/>
                </a:rPr>
                <a:t>统计中把</a:t>
              </a:r>
              <a:r>
                <a:rPr kumimoji="1" lang="zh-CN" altLang="en-US" sz="2800" b="1">
                  <a:solidFill>
                    <a:srgbClr val="007A77"/>
                  </a:solidFill>
                  <a:latin typeface="Times New Roman" panose="02020603050405020304" pitchFamily="18" charset="0"/>
                  <a:ea typeface="楷体_GB2312" pitchFamily="49" charset="-122"/>
                </a:rPr>
                <a:t>拒绝域在某个区间的两侧的检验称为双边检验（这里是区间                         的两侧）</a:t>
              </a:r>
            </a:p>
          </p:txBody>
        </p:sp>
        <p:graphicFrame>
          <p:nvGraphicFramePr>
            <p:cNvPr id="455709" name="Object 29">
              <a:extLst>
                <a:ext uri="{FF2B5EF4-FFF2-40B4-BE49-F238E27FC236}">
                  <a16:creationId xmlns:a16="http://schemas.microsoft.com/office/drawing/2014/main" id="{48208C99-7C2B-35EB-8C06-0DB3AE7FCF0E}"/>
                </a:ext>
              </a:extLst>
            </p:cNvPr>
            <p:cNvGraphicFramePr>
              <a:graphicFrameLocks noChangeAspect="1"/>
            </p:cNvGraphicFramePr>
            <p:nvPr/>
          </p:nvGraphicFramePr>
          <p:xfrm>
            <a:off x="2290" y="799"/>
            <a:ext cx="1277" cy="322"/>
          </p:xfrm>
          <a:graphic>
            <a:graphicData uri="http://schemas.openxmlformats.org/presentationml/2006/ole">
              <mc:AlternateContent xmlns:mc="http://schemas.openxmlformats.org/markup-compatibility/2006">
                <mc:Choice xmlns:v="urn:schemas-microsoft-com:vml" Requires="v">
                  <p:oleObj name="公式" r:id="rId8" imgW="20777200" imgH="5270500" progId="Equation.3">
                    <p:embed/>
                  </p:oleObj>
                </mc:Choice>
                <mc:Fallback>
                  <p:oleObj name="公式" r:id="rId8" imgW="20777200" imgH="5270500" progId="Equation.3">
                    <p:embed/>
                    <p:pic>
                      <p:nvPicPr>
                        <p:cNvPr id="455709" name="Object 29">
                          <a:extLst>
                            <a:ext uri="{FF2B5EF4-FFF2-40B4-BE49-F238E27FC236}">
                              <a16:creationId xmlns:a16="http://schemas.microsoft.com/office/drawing/2014/main" id="{48208C99-7C2B-35EB-8C06-0DB3AE7FCF0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90" y="799"/>
                          <a:ext cx="1277"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55710" name="Rectangle 30">
            <a:extLst>
              <a:ext uri="{FF2B5EF4-FFF2-40B4-BE49-F238E27FC236}">
                <a16:creationId xmlns:a16="http://schemas.microsoft.com/office/drawing/2014/main" id="{0D51D3D0-4482-3438-FB15-A781ED23154C}"/>
              </a:ext>
            </a:extLst>
          </p:cNvPr>
          <p:cNvSpPr>
            <a:spLocks noChangeArrowheads="1"/>
          </p:cNvSpPr>
          <p:nvPr/>
        </p:nvSpPr>
        <p:spPr bwMode="auto">
          <a:xfrm>
            <a:off x="1992314" y="2924176"/>
            <a:ext cx="6000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a</a:t>
            </a:r>
            <a:r>
              <a:rPr kumimoji="1" lang="en-US" altLang="zh-CN" sz="2800" b="1">
                <a:solidFill>
                  <a:srgbClr val="007A77"/>
                </a:solidFill>
                <a:latin typeface="Times New Roman" panose="02020603050405020304" pitchFamily="18" charset="0"/>
                <a:ea typeface="楷体_GB2312" pitchFamily="49" charset="-122"/>
              </a:rPr>
              <a:t>)</a:t>
            </a:r>
          </a:p>
        </p:txBody>
      </p:sp>
      <p:sp>
        <p:nvSpPr>
          <p:cNvPr id="455711" name="Rectangle 31">
            <a:extLst>
              <a:ext uri="{FF2B5EF4-FFF2-40B4-BE49-F238E27FC236}">
                <a16:creationId xmlns:a16="http://schemas.microsoft.com/office/drawing/2014/main" id="{3395C5FD-7425-F7C4-6066-85033B0F43C3}"/>
              </a:ext>
            </a:extLst>
          </p:cNvPr>
          <p:cNvSpPr>
            <a:spLocks noChangeArrowheads="1"/>
          </p:cNvSpPr>
          <p:nvPr/>
        </p:nvSpPr>
        <p:spPr bwMode="auto">
          <a:xfrm>
            <a:off x="7032625" y="4724401"/>
            <a:ext cx="25923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（证明略）</a:t>
            </a:r>
          </a:p>
        </p:txBody>
      </p:sp>
      <p:graphicFrame>
        <p:nvGraphicFramePr>
          <p:cNvPr id="455712" name="Object 32">
            <a:extLst>
              <a:ext uri="{FF2B5EF4-FFF2-40B4-BE49-F238E27FC236}">
                <a16:creationId xmlns:a16="http://schemas.microsoft.com/office/drawing/2014/main" id="{87DEB8BB-0F0E-CE39-B042-3703F0AAE853}"/>
              </a:ext>
            </a:extLst>
          </p:cNvPr>
          <p:cNvGraphicFramePr>
            <a:graphicFrameLocks noChangeAspect="1"/>
          </p:cNvGraphicFramePr>
          <p:nvPr/>
        </p:nvGraphicFramePr>
        <p:xfrm>
          <a:off x="4656138" y="3573464"/>
          <a:ext cx="1827212" cy="1050925"/>
        </p:xfrm>
        <a:graphic>
          <a:graphicData uri="http://schemas.openxmlformats.org/presentationml/2006/ole">
            <mc:AlternateContent xmlns:mc="http://schemas.openxmlformats.org/markup-compatibility/2006">
              <mc:Choice xmlns:v="urn:schemas-microsoft-com:vml" Requires="v">
                <p:oleObj name="公式" r:id="rId10" imgW="18719800" imgH="10820400" progId="Equation.3">
                  <p:embed/>
                </p:oleObj>
              </mc:Choice>
              <mc:Fallback>
                <p:oleObj name="公式" r:id="rId10" imgW="18719800" imgH="10820400" progId="Equation.3">
                  <p:embed/>
                  <p:pic>
                    <p:nvPicPr>
                      <p:cNvPr id="455712" name="Object 32">
                        <a:extLst>
                          <a:ext uri="{FF2B5EF4-FFF2-40B4-BE49-F238E27FC236}">
                            <a16:creationId xmlns:a16="http://schemas.microsoft.com/office/drawing/2014/main" id="{87DEB8BB-0F0E-CE39-B042-3703F0AAE85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56138" y="3573464"/>
                        <a:ext cx="1827212"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55707"/>
                                        </p:tgtEl>
                                        <p:attrNameLst>
                                          <p:attrName>style.visibility</p:attrName>
                                        </p:attrNameLst>
                                      </p:cBhvr>
                                      <p:to>
                                        <p:strVal val="visible"/>
                                      </p:to>
                                    </p:set>
                                    <p:animEffect transition="in" filter="wipe(up)">
                                      <p:cBhvr>
                                        <p:cTn id="7" dur="1000"/>
                                        <p:tgtEl>
                                          <p:spTgt spid="4557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55697"/>
                                        </p:tgtEl>
                                        <p:attrNameLst>
                                          <p:attrName>style.visibility</p:attrName>
                                        </p:attrNameLst>
                                      </p:cBhvr>
                                      <p:to>
                                        <p:strVal val="visible"/>
                                      </p:to>
                                    </p:set>
                                    <p:animEffect transition="in" filter="wipe(left)">
                                      <p:cBhvr>
                                        <p:cTn id="12" dur="1000"/>
                                        <p:tgtEl>
                                          <p:spTgt spid="4556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55710"/>
                                        </p:tgtEl>
                                        <p:attrNameLst>
                                          <p:attrName>style.visibility</p:attrName>
                                        </p:attrNameLst>
                                      </p:cBhvr>
                                      <p:to>
                                        <p:strVal val="visible"/>
                                      </p:to>
                                    </p:set>
                                    <p:animEffect transition="in" filter="wipe(left)">
                                      <p:cBhvr>
                                        <p:cTn id="17" dur="1000"/>
                                        <p:tgtEl>
                                          <p:spTgt spid="455710"/>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55698"/>
                                        </p:tgtEl>
                                        <p:attrNameLst>
                                          <p:attrName>style.visibility</p:attrName>
                                        </p:attrNameLst>
                                      </p:cBhvr>
                                      <p:to>
                                        <p:strVal val="visible"/>
                                      </p:to>
                                    </p:set>
                                    <p:animEffect transition="in" filter="wipe(left)">
                                      <p:cBhvr>
                                        <p:cTn id="21" dur="1000"/>
                                        <p:tgtEl>
                                          <p:spTgt spid="455698"/>
                                        </p:tgtEl>
                                      </p:cBhvr>
                                    </p:animEffect>
                                  </p:childTnLst>
                                </p:cTn>
                              </p:par>
                            </p:childTnLst>
                          </p:cTn>
                        </p:par>
                        <p:par>
                          <p:cTn id="22" fill="hold" nodeType="afterGroup">
                            <p:stCondLst>
                              <p:cond delay="2000"/>
                            </p:stCondLst>
                            <p:childTnLst>
                              <p:par>
                                <p:cTn id="23" presetID="22" presetClass="entr" presetSubtype="8" fill="hold" nodeType="afterEffect">
                                  <p:stCondLst>
                                    <p:cond delay="0"/>
                                  </p:stCondLst>
                                  <p:childTnLst>
                                    <p:set>
                                      <p:cBhvr>
                                        <p:cTn id="24" dur="1" fill="hold">
                                          <p:stCondLst>
                                            <p:cond delay="0"/>
                                          </p:stCondLst>
                                        </p:cTn>
                                        <p:tgtEl>
                                          <p:spTgt spid="455701"/>
                                        </p:tgtEl>
                                        <p:attrNameLst>
                                          <p:attrName>style.visibility</p:attrName>
                                        </p:attrNameLst>
                                      </p:cBhvr>
                                      <p:to>
                                        <p:strVal val="visible"/>
                                      </p:to>
                                    </p:set>
                                    <p:animEffect transition="in" filter="wipe(left)">
                                      <p:cBhvr>
                                        <p:cTn id="25" dur="1000"/>
                                        <p:tgtEl>
                                          <p:spTgt spid="45570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455704"/>
                                        </p:tgtEl>
                                        <p:attrNameLst>
                                          <p:attrName>style.visibility</p:attrName>
                                        </p:attrNameLst>
                                      </p:cBhvr>
                                      <p:to>
                                        <p:strVal val="visible"/>
                                      </p:to>
                                    </p:set>
                                    <p:animEffect transition="in" filter="wipe(left)">
                                      <p:cBhvr>
                                        <p:cTn id="30" dur="1000"/>
                                        <p:tgtEl>
                                          <p:spTgt spid="455704"/>
                                        </p:tgtEl>
                                      </p:cBhvr>
                                    </p:animEffect>
                                  </p:childTnLst>
                                </p:cTn>
                              </p:par>
                            </p:childTnLst>
                          </p:cTn>
                        </p:par>
                        <p:par>
                          <p:cTn id="31" fill="hold" nodeType="afterGroup">
                            <p:stCondLst>
                              <p:cond delay="1000"/>
                            </p:stCondLst>
                            <p:childTnLst>
                              <p:par>
                                <p:cTn id="32" presetID="22" presetClass="entr" presetSubtype="8" fill="hold" nodeType="afterEffect">
                                  <p:stCondLst>
                                    <p:cond delay="0"/>
                                  </p:stCondLst>
                                  <p:childTnLst>
                                    <p:set>
                                      <p:cBhvr>
                                        <p:cTn id="33" dur="1" fill="hold">
                                          <p:stCondLst>
                                            <p:cond delay="0"/>
                                          </p:stCondLst>
                                        </p:cTn>
                                        <p:tgtEl>
                                          <p:spTgt spid="455712"/>
                                        </p:tgtEl>
                                        <p:attrNameLst>
                                          <p:attrName>style.visibility</p:attrName>
                                        </p:attrNameLst>
                                      </p:cBhvr>
                                      <p:to>
                                        <p:strVal val="visible"/>
                                      </p:to>
                                    </p:set>
                                    <p:animEffect transition="in" filter="wipe(left)">
                                      <p:cBhvr>
                                        <p:cTn id="34" dur="1000"/>
                                        <p:tgtEl>
                                          <p:spTgt spid="45571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455705"/>
                                        </p:tgtEl>
                                        <p:attrNameLst>
                                          <p:attrName>style.visibility</p:attrName>
                                        </p:attrNameLst>
                                      </p:cBhvr>
                                      <p:to>
                                        <p:strVal val="visible"/>
                                      </p:to>
                                    </p:set>
                                    <p:animEffect transition="in" filter="wipe(left)">
                                      <p:cBhvr>
                                        <p:cTn id="39" dur="1000"/>
                                        <p:tgtEl>
                                          <p:spTgt spid="455705"/>
                                        </p:tgtEl>
                                      </p:cBhvr>
                                    </p:animEffect>
                                  </p:childTnLst>
                                </p:cTn>
                              </p:par>
                            </p:childTnLst>
                          </p:cTn>
                        </p:par>
                        <p:par>
                          <p:cTn id="40" fill="hold" nodeType="afterGroup">
                            <p:stCondLst>
                              <p:cond delay="1000"/>
                            </p:stCondLst>
                            <p:childTnLst>
                              <p:par>
                                <p:cTn id="41" presetID="22" presetClass="entr" presetSubtype="8" fill="hold" nodeType="afterEffect">
                                  <p:stCondLst>
                                    <p:cond delay="0"/>
                                  </p:stCondLst>
                                  <p:childTnLst>
                                    <p:set>
                                      <p:cBhvr>
                                        <p:cTn id="42" dur="1" fill="hold">
                                          <p:stCondLst>
                                            <p:cond delay="0"/>
                                          </p:stCondLst>
                                        </p:cTn>
                                        <p:tgtEl>
                                          <p:spTgt spid="455706"/>
                                        </p:tgtEl>
                                        <p:attrNameLst>
                                          <p:attrName>style.visibility</p:attrName>
                                        </p:attrNameLst>
                                      </p:cBhvr>
                                      <p:to>
                                        <p:strVal val="visible"/>
                                      </p:to>
                                    </p:set>
                                    <p:animEffect transition="in" filter="wipe(left)">
                                      <p:cBhvr>
                                        <p:cTn id="43" dur="1000"/>
                                        <p:tgtEl>
                                          <p:spTgt spid="455706"/>
                                        </p:tgtEl>
                                      </p:cBhvr>
                                    </p:animEffect>
                                  </p:childTnLst>
                                </p:cTn>
                              </p:par>
                            </p:childTnLst>
                          </p:cTn>
                        </p:par>
                        <p:par>
                          <p:cTn id="44" fill="hold" nodeType="afterGroup">
                            <p:stCondLst>
                              <p:cond delay="2000"/>
                            </p:stCondLst>
                            <p:childTnLst>
                              <p:par>
                                <p:cTn id="45" presetID="22" presetClass="entr" presetSubtype="8" fill="hold" nodeType="afterEffect">
                                  <p:stCondLst>
                                    <p:cond delay="0"/>
                                  </p:stCondLst>
                                  <p:childTnLst>
                                    <p:set>
                                      <p:cBhvr>
                                        <p:cTn id="46" dur="1" fill="hold">
                                          <p:stCondLst>
                                            <p:cond delay="0"/>
                                          </p:stCondLst>
                                        </p:cTn>
                                        <p:tgtEl>
                                          <p:spTgt spid="455711"/>
                                        </p:tgtEl>
                                        <p:attrNameLst>
                                          <p:attrName>style.visibility</p:attrName>
                                        </p:attrNameLst>
                                      </p:cBhvr>
                                      <p:to>
                                        <p:strVal val="visible"/>
                                      </p:to>
                                    </p:set>
                                    <p:animEffect transition="in" filter="wipe(left)">
                                      <p:cBhvr>
                                        <p:cTn id="47" dur="1000"/>
                                        <p:tgtEl>
                                          <p:spTgt spid="4557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697" grpId="0"/>
      <p:bldP spid="455704" grpId="0"/>
      <p:bldP spid="455705" grpId="0"/>
      <p:bldP spid="455710" grpId="0"/>
      <p:bldP spid="4557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a:extLst>
              <a:ext uri="{FF2B5EF4-FFF2-40B4-BE49-F238E27FC236}">
                <a16:creationId xmlns:a16="http://schemas.microsoft.com/office/drawing/2014/main" id="{5C84CED4-E6F2-AF6C-6693-51BF7D9A44E0}"/>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07" name="Rectangle 3">
            <a:extLst>
              <a:ext uri="{FF2B5EF4-FFF2-40B4-BE49-F238E27FC236}">
                <a16:creationId xmlns:a16="http://schemas.microsoft.com/office/drawing/2014/main" id="{B1F0237A-3166-2A53-AC0D-CCFE60D1287A}"/>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08" name="Rectangle 4">
            <a:extLst>
              <a:ext uri="{FF2B5EF4-FFF2-40B4-BE49-F238E27FC236}">
                <a16:creationId xmlns:a16="http://schemas.microsoft.com/office/drawing/2014/main" id="{68F41763-0585-1760-F9ED-C43982A6D8C2}"/>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09" name="Rectangle 5">
            <a:extLst>
              <a:ext uri="{FF2B5EF4-FFF2-40B4-BE49-F238E27FC236}">
                <a16:creationId xmlns:a16="http://schemas.microsoft.com/office/drawing/2014/main" id="{361912C7-F1FF-BA8F-0A80-D76265043AEB}"/>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0" name="Rectangle 6">
            <a:extLst>
              <a:ext uri="{FF2B5EF4-FFF2-40B4-BE49-F238E27FC236}">
                <a16:creationId xmlns:a16="http://schemas.microsoft.com/office/drawing/2014/main" id="{902BD873-2AE2-2950-8606-3D0F87B754B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1" name="Rectangle 7">
            <a:extLst>
              <a:ext uri="{FF2B5EF4-FFF2-40B4-BE49-F238E27FC236}">
                <a16:creationId xmlns:a16="http://schemas.microsoft.com/office/drawing/2014/main" id="{1B8EFE9B-5677-467F-71F4-A8EAAE04867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2" name="Rectangle 8">
            <a:extLst>
              <a:ext uri="{FF2B5EF4-FFF2-40B4-BE49-F238E27FC236}">
                <a16:creationId xmlns:a16="http://schemas.microsoft.com/office/drawing/2014/main" id="{9C9BB1B2-31FC-D1B3-8C28-51CC3137FBE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3" name="Rectangle 9">
            <a:extLst>
              <a:ext uri="{FF2B5EF4-FFF2-40B4-BE49-F238E27FC236}">
                <a16:creationId xmlns:a16="http://schemas.microsoft.com/office/drawing/2014/main" id="{AA48FFDC-A9D3-CE4E-3436-FAA141E9987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4" name="Rectangle 10">
            <a:extLst>
              <a:ext uri="{FF2B5EF4-FFF2-40B4-BE49-F238E27FC236}">
                <a16:creationId xmlns:a16="http://schemas.microsoft.com/office/drawing/2014/main" id="{87068DD1-9C64-35D2-9439-C176D74F625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5" name="Rectangle 11">
            <a:extLst>
              <a:ext uri="{FF2B5EF4-FFF2-40B4-BE49-F238E27FC236}">
                <a16:creationId xmlns:a16="http://schemas.microsoft.com/office/drawing/2014/main" id="{EC7A5905-7B7D-00C2-D343-2F3617798E62}"/>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6" name="Rectangle 12">
            <a:extLst>
              <a:ext uri="{FF2B5EF4-FFF2-40B4-BE49-F238E27FC236}">
                <a16:creationId xmlns:a16="http://schemas.microsoft.com/office/drawing/2014/main" id="{D447E1EF-6BC8-C97F-0CB1-D4EFD928D720}"/>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7" name="Rectangle 13">
            <a:extLst>
              <a:ext uri="{FF2B5EF4-FFF2-40B4-BE49-F238E27FC236}">
                <a16:creationId xmlns:a16="http://schemas.microsoft.com/office/drawing/2014/main" id="{4913162B-7399-DEB2-7B8C-B8338CE138D9}"/>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8" name="Rectangle 14">
            <a:extLst>
              <a:ext uri="{FF2B5EF4-FFF2-40B4-BE49-F238E27FC236}">
                <a16:creationId xmlns:a16="http://schemas.microsoft.com/office/drawing/2014/main" id="{18194977-A7DF-5203-1BF6-C12EE8D99398}"/>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9" name="Rectangle 15">
            <a:extLst>
              <a:ext uri="{FF2B5EF4-FFF2-40B4-BE49-F238E27FC236}">
                <a16:creationId xmlns:a16="http://schemas.microsoft.com/office/drawing/2014/main" id="{525D0FAF-455A-AB89-BBCC-36B354643CA6}"/>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20" name="Rectangle 16">
            <a:extLst>
              <a:ext uri="{FF2B5EF4-FFF2-40B4-BE49-F238E27FC236}">
                <a16:creationId xmlns:a16="http://schemas.microsoft.com/office/drawing/2014/main" id="{8477A985-886D-210E-83CB-AF43AF14AF81}"/>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56721" name="Group 17">
            <a:extLst>
              <a:ext uri="{FF2B5EF4-FFF2-40B4-BE49-F238E27FC236}">
                <a16:creationId xmlns:a16="http://schemas.microsoft.com/office/drawing/2014/main" id="{9749F713-DF5F-DE88-3546-7AAC9C166A64}"/>
              </a:ext>
            </a:extLst>
          </p:cNvPr>
          <p:cNvGrpSpPr>
            <a:grpSpLocks/>
          </p:cNvGrpSpPr>
          <p:nvPr/>
        </p:nvGrpSpPr>
        <p:grpSpPr bwMode="auto">
          <a:xfrm>
            <a:off x="2640014" y="692151"/>
            <a:ext cx="3317875" cy="625475"/>
            <a:chOff x="113" y="119"/>
            <a:chExt cx="2090" cy="394"/>
          </a:xfrm>
        </p:grpSpPr>
        <p:graphicFrame>
          <p:nvGraphicFramePr>
            <p:cNvPr id="456722" name="Object 18">
              <a:extLst>
                <a:ext uri="{FF2B5EF4-FFF2-40B4-BE49-F238E27FC236}">
                  <a16:creationId xmlns:a16="http://schemas.microsoft.com/office/drawing/2014/main" id="{64B8DE7C-4B75-BE91-8B47-36DA6B68FA62}"/>
                </a:ext>
              </a:extLst>
            </p:cNvPr>
            <p:cNvGraphicFramePr>
              <a:graphicFrameLocks noChangeAspect="1"/>
            </p:cNvGraphicFramePr>
            <p:nvPr/>
          </p:nvGraphicFramePr>
          <p:xfrm>
            <a:off x="921" y="155"/>
            <a:ext cx="1282" cy="358"/>
          </p:xfrm>
          <a:graphic>
            <a:graphicData uri="http://schemas.openxmlformats.org/presentationml/2006/ole">
              <mc:AlternateContent xmlns:mc="http://schemas.openxmlformats.org/markup-compatibility/2006">
                <mc:Choice xmlns:v="urn:schemas-microsoft-com:vml" Requires="v">
                  <p:oleObj name="公式" r:id="rId2" imgW="19900900" imgH="5562600" progId="Equation.3">
                    <p:embed/>
                  </p:oleObj>
                </mc:Choice>
                <mc:Fallback>
                  <p:oleObj name="公式" r:id="rId2" imgW="19900900" imgH="5562600" progId="Equation.3">
                    <p:embed/>
                    <p:pic>
                      <p:nvPicPr>
                        <p:cNvPr id="456722" name="Object 18">
                          <a:extLst>
                            <a:ext uri="{FF2B5EF4-FFF2-40B4-BE49-F238E27FC236}">
                              <a16:creationId xmlns:a16="http://schemas.microsoft.com/office/drawing/2014/main" id="{64B8DE7C-4B75-BE91-8B47-36DA6B68FA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 y="155"/>
                          <a:ext cx="1282" cy="3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6723" name="Text Box 19">
              <a:extLst>
                <a:ext uri="{FF2B5EF4-FFF2-40B4-BE49-F238E27FC236}">
                  <a16:creationId xmlns:a16="http://schemas.microsoft.com/office/drawing/2014/main" id="{8D77F077-CE69-ECD2-DD0F-ED9E8129B7BB}"/>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56724" name="Group 20">
            <a:extLst>
              <a:ext uri="{FF2B5EF4-FFF2-40B4-BE49-F238E27FC236}">
                <a16:creationId xmlns:a16="http://schemas.microsoft.com/office/drawing/2014/main" id="{E7B8EBED-E62A-C05F-5669-28BD72FDB4D7}"/>
              </a:ext>
            </a:extLst>
          </p:cNvPr>
          <p:cNvGrpSpPr>
            <a:grpSpLocks/>
          </p:cNvGrpSpPr>
          <p:nvPr/>
        </p:nvGrpSpPr>
        <p:grpSpPr bwMode="auto">
          <a:xfrm>
            <a:off x="6167439" y="692151"/>
            <a:ext cx="3411537" cy="595313"/>
            <a:chOff x="2154" y="119"/>
            <a:chExt cx="2149" cy="375"/>
          </a:xfrm>
        </p:grpSpPr>
        <p:sp>
          <p:nvSpPr>
            <p:cNvPr id="456725" name="Text Box 21">
              <a:extLst>
                <a:ext uri="{FF2B5EF4-FFF2-40B4-BE49-F238E27FC236}">
                  <a16:creationId xmlns:a16="http://schemas.microsoft.com/office/drawing/2014/main" id="{81C5E94F-69C5-F793-F642-1980DD54625C}"/>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56726" name="Object 22">
              <a:extLst>
                <a:ext uri="{FF2B5EF4-FFF2-40B4-BE49-F238E27FC236}">
                  <a16:creationId xmlns:a16="http://schemas.microsoft.com/office/drawing/2014/main" id="{F5AC5487-84E7-7CD3-EFD2-3E9062E77A99}"/>
                </a:ext>
              </a:extLst>
            </p:cNvPr>
            <p:cNvGraphicFramePr>
              <a:graphicFrameLocks noChangeAspect="1"/>
            </p:cNvGraphicFramePr>
            <p:nvPr/>
          </p:nvGraphicFramePr>
          <p:xfrm>
            <a:off x="3152" y="155"/>
            <a:ext cx="1151" cy="339"/>
          </p:xfrm>
          <a:graphic>
            <a:graphicData uri="http://schemas.openxmlformats.org/presentationml/2006/ole">
              <mc:AlternateContent xmlns:mc="http://schemas.openxmlformats.org/markup-compatibility/2006">
                <mc:Choice xmlns:v="urn:schemas-microsoft-com:vml" Requires="v">
                  <p:oleObj name="公式" r:id="rId4" imgW="17843500" imgH="5270500" progId="Equation.3">
                    <p:embed/>
                  </p:oleObj>
                </mc:Choice>
                <mc:Fallback>
                  <p:oleObj name="公式" r:id="rId4" imgW="17843500" imgH="5270500" progId="Equation.3">
                    <p:embed/>
                    <p:pic>
                      <p:nvPicPr>
                        <p:cNvPr id="456726" name="Object 22">
                          <a:extLst>
                            <a:ext uri="{FF2B5EF4-FFF2-40B4-BE49-F238E27FC236}">
                              <a16:creationId xmlns:a16="http://schemas.microsoft.com/office/drawing/2014/main" id="{F5AC5487-84E7-7CD3-EFD2-3E9062E77A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2" y="155"/>
                          <a:ext cx="1151"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56727" name="Rectangle 23">
            <a:extLst>
              <a:ext uri="{FF2B5EF4-FFF2-40B4-BE49-F238E27FC236}">
                <a16:creationId xmlns:a16="http://schemas.microsoft.com/office/drawing/2014/main" id="{23B26DE5-6FA6-A3C3-7838-AA4976E293B5}"/>
              </a:ext>
            </a:extLst>
          </p:cNvPr>
          <p:cNvSpPr>
            <a:spLocks noChangeArrowheads="1"/>
          </p:cNvSpPr>
          <p:nvPr/>
        </p:nvSpPr>
        <p:spPr bwMode="auto">
          <a:xfrm>
            <a:off x="1919289" y="1557338"/>
            <a:ext cx="30241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56728" name="Rectangle 24">
            <a:extLst>
              <a:ext uri="{FF2B5EF4-FFF2-40B4-BE49-F238E27FC236}">
                <a16:creationId xmlns:a16="http://schemas.microsoft.com/office/drawing/2014/main" id="{6886DB33-A86F-2404-7478-047341A45782}"/>
              </a:ext>
            </a:extLst>
          </p:cNvPr>
          <p:cNvSpPr>
            <a:spLocks noChangeArrowheads="1"/>
          </p:cNvSpPr>
          <p:nvPr/>
        </p:nvSpPr>
        <p:spPr bwMode="auto">
          <a:xfrm>
            <a:off x="1992313" y="2279651"/>
            <a:ext cx="27352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拒绝域为：</a:t>
            </a:r>
          </a:p>
        </p:txBody>
      </p:sp>
      <p:graphicFrame>
        <p:nvGraphicFramePr>
          <p:cNvPr id="456729" name="Object 25">
            <a:extLst>
              <a:ext uri="{FF2B5EF4-FFF2-40B4-BE49-F238E27FC236}">
                <a16:creationId xmlns:a16="http://schemas.microsoft.com/office/drawing/2014/main" id="{31964D26-1D67-7FFF-E6E4-ACFF59E3C804}"/>
              </a:ext>
            </a:extLst>
          </p:cNvPr>
          <p:cNvGraphicFramePr>
            <a:graphicFrameLocks noChangeAspect="1"/>
          </p:cNvGraphicFramePr>
          <p:nvPr/>
        </p:nvGraphicFramePr>
        <p:xfrm>
          <a:off x="4511675" y="2420939"/>
          <a:ext cx="2255838" cy="511175"/>
        </p:xfrm>
        <a:graphic>
          <a:graphicData uri="http://schemas.openxmlformats.org/presentationml/2006/ole">
            <mc:AlternateContent xmlns:mc="http://schemas.openxmlformats.org/markup-compatibility/2006">
              <mc:Choice xmlns:v="urn:schemas-microsoft-com:vml" Requires="v">
                <p:oleObj name="公式" r:id="rId6" imgW="23114000" imgH="5270500" progId="Equation.3">
                  <p:embed/>
                </p:oleObj>
              </mc:Choice>
              <mc:Fallback>
                <p:oleObj name="公式" r:id="rId6" imgW="23114000" imgH="5270500" progId="Equation.3">
                  <p:embed/>
                  <p:pic>
                    <p:nvPicPr>
                      <p:cNvPr id="456729" name="Object 25">
                        <a:extLst>
                          <a:ext uri="{FF2B5EF4-FFF2-40B4-BE49-F238E27FC236}">
                            <a16:creationId xmlns:a16="http://schemas.microsoft.com/office/drawing/2014/main" id="{31964D26-1D67-7FFF-E6E4-ACFF59E3C80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11675" y="2420939"/>
                        <a:ext cx="2255838"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56730" name="Group 26">
            <a:extLst>
              <a:ext uri="{FF2B5EF4-FFF2-40B4-BE49-F238E27FC236}">
                <a16:creationId xmlns:a16="http://schemas.microsoft.com/office/drawing/2014/main" id="{8E7180F3-487D-25E8-3756-AA04F29677C6}"/>
              </a:ext>
            </a:extLst>
          </p:cNvPr>
          <p:cNvGrpSpPr>
            <a:grpSpLocks/>
          </p:cNvGrpSpPr>
          <p:nvPr/>
        </p:nvGrpSpPr>
        <p:grpSpPr bwMode="auto">
          <a:xfrm>
            <a:off x="1919289" y="2997200"/>
            <a:ext cx="8207375" cy="1308100"/>
            <a:chOff x="385" y="2568"/>
            <a:chExt cx="5170" cy="824"/>
          </a:xfrm>
        </p:grpSpPr>
        <p:sp>
          <p:nvSpPr>
            <p:cNvPr id="456731" name="Text Box 27">
              <a:extLst>
                <a:ext uri="{FF2B5EF4-FFF2-40B4-BE49-F238E27FC236}">
                  <a16:creationId xmlns:a16="http://schemas.microsoft.com/office/drawing/2014/main" id="{78BE8B41-B3EE-6E12-BA61-6A64F10D6FD2}"/>
                </a:ext>
              </a:extLst>
            </p:cNvPr>
            <p:cNvSpPr txBox="1">
              <a:spLocks noChangeArrowheads="1"/>
            </p:cNvSpPr>
            <p:nvPr/>
          </p:nvSpPr>
          <p:spPr bwMode="auto">
            <a:xfrm>
              <a:off x="385" y="2568"/>
              <a:ext cx="5170" cy="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3399"/>
                  </a:solidFill>
                  <a:latin typeface="Times New Roman" panose="02020603050405020304" pitchFamily="18" charset="0"/>
                  <a:ea typeface="楷体_GB2312" pitchFamily="49" charset="-122"/>
                </a:rPr>
                <a:t>统计中把</a:t>
              </a:r>
              <a:r>
                <a:rPr kumimoji="1" lang="zh-CN" altLang="en-US" sz="2800" b="1">
                  <a:solidFill>
                    <a:srgbClr val="007A77"/>
                  </a:solidFill>
                  <a:latin typeface="Times New Roman" panose="02020603050405020304" pitchFamily="18" charset="0"/>
                  <a:ea typeface="楷体_GB2312" pitchFamily="49" charset="-122"/>
                </a:rPr>
                <a:t>拒绝域在某个区间的某一侧的检验称为单边检验（这里是区间                         的某一侧）</a:t>
              </a:r>
            </a:p>
          </p:txBody>
        </p:sp>
        <p:graphicFrame>
          <p:nvGraphicFramePr>
            <p:cNvPr id="456732" name="Object 28">
              <a:extLst>
                <a:ext uri="{FF2B5EF4-FFF2-40B4-BE49-F238E27FC236}">
                  <a16:creationId xmlns:a16="http://schemas.microsoft.com/office/drawing/2014/main" id="{52099CDA-57D6-FA6C-36A0-8B386DF23ED5}"/>
                </a:ext>
              </a:extLst>
            </p:cNvPr>
            <p:cNvGraphicFramePr>
              <a:graphicFrameLocks noChangeAspect="1"/>
            </p:cNvGraphicFramePr>
            <p:nvPr/>
          </p:nvGraphicFramePr>
          <p:xfrm>
            <a:off x="2705" y="3067"/>
            <a:ext cx="990" cy="322"/>
          </p:xfrm>
          <a:graphic>
            <a:graphicData uri="http://schemas.openxmlformats.org/presentationml/2006/ole">
              <mc:AlternateContent xmlns:mc="http://schemas.openxmlformats.org/markup-compatibility/2006">
                <mc:Choice xmlns:v="urn:schemas-microsoft-com:vml" Requires="v">
                  <p:oleObj name="公式" r:id="rId8" imgW="16090900" imgH="5270500" progId="Equation.3">
                    <p:embed/>
                  </p:oleObj>
                </mc:Choice>
                <mc:Fallback>
                  <p:oleObj name="公式" r:id="rId8" imgW="16090900" imgH="5270500" progId="Equation.3">
                    <p:embed/>
                    <p:pic>
                      <p:nvPicPr>
                        <p:cNvPr id="456732" name="Object 28">
                          <a:extLst>
                            <a:ext uri="{FF2B5EF4-FFF2-40B4-BE49-F238E27FC236}">
                              <a16:creationId xmlns:a16="http://schemas.microsoft.com/office/drawing/2014/main" id="{52099CDA-57D6-FA6C-36A0-8B386DF23ED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5" y="3067"/>
                          <a:ext cx="990"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56733" name="Rectangle 29">
            <a:extLst>
              <a:ext uri="{FF2B5EF4-FFF2-40B4-BE49-F238E27FC236}">
                <a16:creationId xmlns:a16="http://schemas.microsoft.com/office/drawing/2014/main" id="{FD1E6DAB-F446-BD32-A70D-2516432F9C4B}"/>
              </a:ext>
            </a:extLst>
          </p:cNvPr>
          <p:cNvSpPr>
            <a:spLocks noChangeArrowheads="1"/>
          </p:cNvSpPr>
          <p:nvPr/>
        </p:nvSpPr>
        <p:spPr bwMode="auto">
          <a:xfrm>
            <a:off x="1920876" y="692151"/>
            <a:ext cx="6000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b</a:t>
            </a:r>
            <a:r>
              <a:rPr kumimoji="1" lang="en-US" altLang="zh-CN" sz="2800" b="1">
                <a:solidFill>
                  <a:srgbClr val="007A77"/>
                </a:solidFill>
                <a:latin typeface="Times New Roman" panose="02020603050405020304" pitchFamily="18" charset="0"/>
                <a:ea typeface="楷体_GB2312" pitchFamily="49" charset="-122"/>
              </a:rPr>
              <a:t>)</a:t>
            </a:r>
          </a:p>
        </p:txBody>
      </p:sp>
      <p:sp>
        <p:nvSpPr>
          <p:cNvPr id="456734" name="Text Box 30">
            <a:extLst>
              <a:ext uri="{FF2B5EF4-FFF2-40B4-BE49-F238E27FC236}">
                <a16:creationId xmlns:a16="http://schemas.microsoft.com/office/drawing/2014/main" id="{B7558DB6-EFC1-F98D-9005-6F7FFDB24139}"/>
              </a:ext>
            </a:extLst>
          </p:cNvPr>
          <p:cNvSpPr txBox="1">
            <a:spLocks noChangeArrowheads="1"/>
          </p:cNvSpPr>
          <p:nvPr/>
        </p:nvSpPr>
        <p:spPr bwMode="auto">
          <a:xfrm>
            <a:off x="2208213" y="4581526"/>
            <a:ext cx="8064500" cy="1233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4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这里由于使用的是服从正态分布的 </a:t>
            </a:r>
            <a:r>
              <a:rPr kumimoji="1" lang="en-US" altLang="zh-CN" sz="2800" b="1" i="1">
                <a:solidFill>
                  <a:srgbClr val="007A77"/>
                </a:solidFill>
                <a:latin typeface="Times New Roman" panose="02020603050405020304" pitchFamily="18" charset="0"/>
                <a:ea typeface="楷体_GB2312" pitchFamily="49" charset="-122"/>
              </a:rPr>
              <a:t>U</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统计量来进行检验，也称为</a:t>
            </a:r>
            <a:r>
              <a:rPr kumimoji="1" lang="en-US" altLang="zh-CN" sz="2800" b="1" i="1">
                <a:solidFill>
                  <a:srgbClr val="007A77"/>
                </a:solidFill>
                <a:latin typeface="Times New Roman" panose="02020603050405020304" pitchFamily="18" charset="0"/>
                <a:ea typeface="楷体_GB2312" pitchFamily="49" charset="-122"/>
              </a:rPr>
              <a:t>U</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检验法（或正态检验法）。</a:t>
            </a:r>
          </a:p>
        </p:txBody>
      </p:sp>
      <p:graphicFrame>
        <p:nvGraphicFramePr>
          <p:cNvPr id="456735" name="Object 31">
            <a:extLst>
              <a:ext uri="{FF2B5EF4-FFF2-40B4-BE49-F238E27FC236}">
                <a16:creationId xmlns:a16="http://schemas.microsoft.com/office/drawing/2014/main" id="{2894FE41-2A32-2747-29E4-E143D0FECBC3}"/>
              </a:ext>
            </a:extLst>
          </p:cNvPr>
          <p:cNvGraphicFramePr>
            <a:graphicFrameLocks noChangeAspect="1"/>
          </p:cNvGraphicFramePr>
          <p:nvPr/>
        </p:nvGraphicFramePr>
        <p:xfrm>
          <a:off x="4583113" y="1341439"/>
          <a:ext cx="1827212" cy="1050925"/>
        </p:xfrm>
        <a:graphic>
          <a:graphicData uri="http://schemas.openxmlformats.org/presentationml/2006/ole">
            <mc:AlternateContent xmlns:mc="http://schemas.openxmlformats.org/markup-compatibility/2006">
              <mc:Choice xmlns:v="urn:schemas-microsoft-com:vml" Requires="v">
                <p:oleObj name="公式" r:id="rId10" imgW="18719800" imgH="10820400" progId="Equation.3">
                  <p:embed/>
                </p:oleObj>
              </mc:Choice>
              <mc:Fallback>
                <p:oleObj name="公式" r:id="rId10" imgW="18719800" imgH="10820400" progId="Equation.3">
                  <p:embed/>
                  <p:pic>
                    <p:nvPicPr>
                      <p:cNvPr id="456735" name="Object 31">
                        <a:extLst>
                          <a:ext uri="{FF2B5EF4-FFF2-40B4-BE49-F238E27FC236}">
                            <a16:creationId xmlns:a16="http://schemas.microsoft.com/office/drawing/2014/main" id="{2894FE41-2A32-2747-29E4-E143D0FECBC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83113" y="1341439"/>
                        <a:ext cx="1827212"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56733"/>
                                        </p:tgtEl>
                                        <p:attrNameLst>
                                          <p:attrName>style.visibility</p:attrName>
                                        </p:attrNameLst>
                                      </p:cBhvr>
                                      <p:to>
                                        <p:strVal val="visible"/>
                                      </p:to>
                                    </p:set>
                                    <p:animEffect transition="in" filter="wipe(left)">
                                      <p:cBhvr>
                                        <p:cTn id="7" dur="1000"/>
                                        <p:tgtEl>
                                          <p:spTgt spid="456733"/>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56721"/>
                                        </p:tgtEl>
                                        <p:attrNameLst>
                                          <p:attrName>style.visibility</p:attrName>
                                        </p:attrNameLst>
                                      </p:cBhvr>
                                      <p:to>
                                        <p:strVal val="visible"/>
                                      </p:to>
                                    </p:set>
                                    <p:animEffect transition="in" filter="wipe(left)">
                                      <p:cBhvr>
                                        <p:cTn id="11" dur="1000"/>
                                        <p:tgtEl>
                                          <p:spTgt spid="456721"/>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456724"/>
                                        </p:tgtEl>
                                        <p:attrNameLst>
                                          <p:attrName>style.visibility</p:attrName>
                                        </p:attrNameLst>
                                      </p:cBhvr>
                                      <p:to>
                                        <p:strVal val="visible"/>
                                      </p:to>
                                    </p:set>
                                    <p:animEffect transition="in" filter="wipe(left)">
                                      <p:cBhvr>
                                        <p:cTn id="15" dur="1000"/>
                                        <p:tgtEl>
                                          <p:spTgt spid="45672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456727"/>
                                        </p:tgtEl>
                                        <p:attrNameLst>
                                          <p:attrName>style.visibility</p:attrName>
                                        </p:attrNameLst>
                                      </p:cBhvr>
                                      <p:to>
                                        <p:strVal val="visible"/>
                                      </p:to>
                                    </p:set>
                                    <p:animEffect transition="in" filter="wipe(left)">
                                      <p:cBhvr>
                                        <p:cTn id="20" dur="1000"/>
                                        <p:tgtEl>
                                          <p:spTgt spid="456727"/>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456735"/>
                                        </p:tgtEl>
                                        <p:attrNameLst>
                                          <p:attrName>style.visibility</p:attrName>
                                        </p:attrNameLst>
                                      </p:cBhvr>
                                      <p:to>
                                        <p:strVal val="visible"/>
                                      </p:to>
                                    </p:set>
                                    <p:animEffect transition="in" filter="wipe(left)">
                                      <p:cBhvr>
                                        <p:cTn id="24" dur="1000"/>
                                        <p:tgtEl>
                                          <p:spTgt spid="45673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456728"/>
                                        </p:tgtEl>
                                        <p:attrNameLst>
                                          <p:attrName>style.visibility</p:attrName>
                                        </p:attrNameLst>
                                      </p:cBhvr>
                                      <p:to>
                                        <p:strVal val="visible"/>
                                      </p:to>
                                    </p:set>
                                    <p:animEffect transition="in" filter="wipe(left)">
                                      <p:cBhvr>
                                        <p:cTn id="29" dur="1000"/>
                                        <p:tgtEl>
                                          <p:spTgt spid="456728"/>
                                        </p:tgtEl>
                                      </p:cBhvr>
                                    </p:animEffect>
                                  </p:childTnLst>
                                </p:cTn>
                              </p:par>
                            </p:childTnLst>
                          </p:cTn>
                        </p:par>
                        <p:par>
                          <p:cTn id="30" fill="hold" nodeType="afterGroup">
                            <p:stCondLst>
                              <p:cond delay="1000"/>
                            </p:stCondLst>
                            <p:childTnLst>
                              <p:par>
                                <p:cTn id="31" presetID="22" presetClass="entr" presetSubtype="8" fill="hold" nodeType="afterEffect">
                                  <p:stCondLst>
                                    <p:cond delay="0"/>
                                  </p:stCondLst>
                                  <p:childTnLst>
                                    <p:set>
                                      <p:cBhvr>
                                        <p:cTn id="32" dur="1" fill="hold">
                                          <p:stCondLst>
                                            <p:cond delay="0"/>
                                          </p:stCondLst>
                                        </p:cTn>
                                        <p:tgtEl>
                                          <p:spTgt spid="456729"/>
                                        </p:tgtEl>
                                        <p:attrNameLst>
                                          <p:attrName>style.visibility</p:attrName>
                                        </p:attrNameLst>
                                      </p:cBhvr>
                                      <p:to>
                                        <p:strVal val="visible"/>
                                      </p:to>
                                    </p:set>
                                    <p:animEffect transition="in" filter="wipe(left)">
                                      <p:cBhvr>
                                        <p:cTn id="33" dur="1000"/>
                                        <p:tgtEl>
                                          <p:spTgt spid="45672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456730"/>
                                        </p:tgtEl>
                                        <p:attrNameLst>
                                          <p:attrName>style.visibility</p:attrName>
                                        </p:attrNameLst>
                                      </p:cBhvr>
                                      <p:to>
                                        <p:strVal val="visible"/>
                                      </p:to>
                                    </p:set>
                                    <p:animEffect transition="in" filter="wipe(up)">
                                      <p:cBhvr>
                                        <p:cTn id="38" dur="1000"/>
                                        <p:tgtEl>
                                          <p:spTgt spid="45673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456734"/>
                                        </p:tgtEl>
                                        <p:attrNameLst>
                                          <p:attrName>style.visibility</p:attrName>
                                        </p:attrNameLst>
                                      </p:cBhvr>
                                      <p:to>
                                        <p:strVal val="visible"/>
                                      </p:to>
                                    </p:set>
                                    <p:animEffect transition="in" filter="wipe(up)">
                                      <p:cBhvr>
                                        <p:cTn id="43" dur="1000"/>
                                        <p:tgtEl>
                                          <p:spTgt spid="456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27" grpId="0"/>
      <p:bldP spid="456728" grpId="0"/>
      <p:bldP spid="456733" grpId="0"/>
      <p:bldP spid="456734"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Text Box 2">
            <a:extLst>
              <a:ext uri="{FF2B5EF4-FFF2-40B4-BE49-F238E27FC236}">
                <a16:creationId xmlns:a16="http://schemas.microsoft.com/office/drawing/2014/main" id="{20D65EA9-7769-6DEE-32FC-CF887602EB74}"/>
              </a:ext>
            </a:extLst>
          </p:cNvPr>
          <p:cNvSpPr txBox="1">
            <a:spLocks noChangeArrowheads="1"/>
          </p:cNvSpPr>
          <p:nvPr/>
        </p:nvSpPr>
        <p:spPr bwMode="auto">
          <a:xfrm>
            <a:off x="2927350" y="2420938"/>
            <a:ext cx="11176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7731" name="Text Box 3">
            <a:extLst>
              <a:ext uri="{FF2B5EF4-FFF2-40B4-BE49-F238E27FC236}">
                <a16:creationId xmlns:a16="http://schemas.microsoft.com/office/drawing/2014/main" id="{CF98BE2A-CFCA-0407-E55F-BC1101B4B96B}"/>
              </a:ext>
            </a:extLst>
          </p:cNvPr>
          <p:cNvSpPr txBox="1">
            <a:spLocks noChangeArrowheads="1"/>
          </p:cNvSpPr>
          <p:nvPr/>
        </p:nvSpPr>
        <p:spPr bwMode="auto">
          <a:xfrm>
            <a:off x="4800600" y="2420938"/>
            <a:ext cx="1371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7732" name="Text Box 4">
            <a:extLst>
              <a:ext uri="{FF2B5EF4-FFF2-40B4-BE49-F238E27FC236}">
                <a16:creationId xmlns:a16="http://schemas.microsoft.com/office/drawing/2014/main" id="{B0F15CAF-D9A4-CF91-97B2-3654F78FD1D3}"/>
              </a:ext>
            </a:extLst>
          </p:cNvPr>
          <p:cNvSpPr txBox="1">
            <a:spLocks noChangeArrowheads="1"/>
          </p:cNvSpPr>
          <p:nvPr/>
        </p:nvSpPr>
        <p:spPr bwMode="auto">
          <a:xfrm>
            <a:off x="2782889" y="4724401"/>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7733" name="Text Box 5">
            <a:extLst>
              <a:ext uri="{FF2B5EF4-FFF2-40B4-BE49-F238E27FC236}">
                <a16:creationId xmlns:a16="http://schemas.microsoft.com/office/drawing/2014/main" id="{40D271F7-9F0E-FC43-FD0D-7FC97989D675}"/>
              </a:ext>
            </a:extLst>
          </p:cNvPr>
          <p:cNvSpPr txBox="1">
            <a:spLocks noChangeArrowheads="1"/>
          </p:cNvSpPr>
          <p:nvPr/>
        </p:nvSpPr>
        <p:spPr bwMode="auto">
          <a:xfrm>
            <a:off x="2782889" y="3716338"/>
            <a:ext cx="14319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7734" name="Text Box 6">
            <a:extLst>
              <a:ext uri="{FF2B5EF4-FFF2-40B4-BE49-F238E27FC236}">
                <a16:creationId xmlns:a16="http://schemas.microsoft.com/office/drawing/2014/main" id="{A8E67EFC-BC52-6894-0807-0D4554280F9C}"/>
              </a:ext>
            </a:extLst>
          </p:cNvPr>
          <p:cNvSpPr txBox="1">
            <a:spLocks noChangeArrowheads="1"/>
          </p:cNvSpPr>
          <p:nvPr/>
        </p:nvSpPr>
        <p:spPr bwMode="auto">
          <a:xfrm>
            <a:off x="4656138" y="4797426"/>
            <a:ext cx="129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Math1" pitchFamily="2" charset="2"/>
              </a:rPr>
              <a:t>&lt;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7735" name="Text Box 7">
            <a:extLst>
              <a:ext uri="{FF2B5EF4-FFF2-40B4-BE49-F238E27FC236}">
                <a16:creationId xmlns:a16="http://schemas.microsoft.com/office/drawing/2014/main" id="{8FCAB8ED-1D79-5D89-6EC3-81056F80EF84}"/>
              </a:ext>
            </a:extLst>
          </p:cNvPr>
          <p:cNvSpPr txBox="1">
            <a:spLocks noChangeArrowheads="1"/>
          </p:cNvSpPr>
          <p:nvPr/>
        </p:nvSpPr>
        <p:spPr bwMode="auto">
          <a:xfrm>
            <a:off x="4656138" y="3716338"/>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Math1" pitchFamily="2" charset="2"/>
              </a:rPr>
              <a:t>&gt;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graphicFrame>
        <p:nvGraphicFramePr>
          <p:cNvPr id="457736" name="Object 8">
            <a:extLst>
              <a:ext uri="{FF2B5EF4-FFF2-40B4-BE49-F238E27FC236}">
                <a16:creationId xmlns:a16="http://schemas.microsoft.com/office/drawing/2014/main" id="{074E1215-0912-32BC-8E67-58CB50799294}"/>
              </a:ext>
            </a:extLst>
          </p:cNvPr>
          <p:cNvGraphicFramePr>
            <a:graphicFrameLocks noChangeAspect="1"/>
          </p:cNvGraphicFramePr>
          <p:nvPr/>
        </p:nvGraphicFramePr>
        <p:xfrm>
          <a:off x="9264650" y="2349500"/>
          <a:ext cx="1023938" cy="704850"/>
        </p:xfrm>
        <a:graphic>
          <a:graphicData uri="http://schemas.openxmlformats.org/presentationml/2006/ole">
            <mc:AlternateContent xmlns:mc="http://schemas.openxmlformats.org/markup-compatibility/2006">
              <mc:Choice xmlns:v="urn:schemas-microsoft-com:vml" Requires="v">
                <p:oleObj name="公式" r:id="rId2" imgW="13169900" imgH="8483600" progId="Equation.3">
                  <p:embed/>
                </p:oleObj>
              </mc:Choice>
              <mc:Fallback>
                <p:oleObj name="公式" r:id="rId2" imgW="13169900" imgH="8483600" progId="Equation.3">
                  <p:embed/>
                  <p:pic>
                    <p:nvPicPr>
                      <p:cNvPr id="457736" name="Object 8">
                        <a:extLst>
                          <a:ext uri="{FF2B5EF4-FFF2-40B4-BE49-F238E27FC236}">
                            <a16:creationId xmlns:a16="http://schemas.microsoft.com/office/drawing/2014/main" id="{074E1215-0912-32BC-8E67-58CB507992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4650" y="2349500"/>
                        <a:ext cx="1023938"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7737" name="Object 9">
            <a:extLst>
              <a:ext uri="{FF2B5EF4-FFF2-40B4-BE49-F238E27FC236}">
                <a16:creationId xmlns:a16="http://schemas.microsoft.com/office/drawing/2014/main" id="{A3F1D97C-6644-8826-3680-1E023343D267}"/>
              </a:ext>
            </a:extLst>
          </p:cNvPr>
          <p:cNvGraphicFramePr>
            <a:graphicFrameLocks noChangeAspect="1"/>
          </p:cNvGraphicFramePr>
          <p:nvPr/>
        </p:nvGraphicFramePr>
        <p:xfrm>
          <a:off x="9048751" y="4724401"/>
          <a:ext cx="1216025" cy="481013"/>
        </p:xfrm>
        <a:graphic>
          <a:graphicData uri="http://schemas.openxmlformats.org/presentationml/2006/ole">
            <mc:AlternateContent xmlns:mc="http://schemas.openxmlformats.org/markup-compatibility/2006">
              <mc:Choice xmlns:v="urn:schemas-microsoft-com:vml" Requires="v">
                <p:oleObj name="公式" r:id="rId4" imgW="12585700" imgH="5270500" progId="Equation.3">
                  <p:embed/>
                </p:oleObj>
              </mc:Choice>
              <mc:Fallback>
                <p:oleObj name="公式" r:id="rId4" imgW="12585700" imgH="5270500" progId="Equation.3">
                  <p:embed/>
                  <p:pic>
                    <p:nvPicPr>
                      <p:cNvPr id="457737" name="Object 9">
                        <a:extLst>
                          <a:ext uri="{FF2B5EF4-FFF2-40B4-BE49-F238E27FC236}">
                            <a16:creationId xmlns:a16="http://schemas.microsoft.com/office/drawing/2014/main" id="{A3F1D97C-6644-8826-3680-1E023343D2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48751" y="4724401"/>
                        <a:ext cx="1216025"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7738" name="Object 10">
            <a:extLst>
              <a:ext uri="{FF2B5EF4-FFF2-40B4-BE49-F238E27FC236}">
                <a16:creationId xmlns:a16="http://schemas.microsoft.com/office/drawing/2014/main" id="{FCAC96B0-810B-B9DA-E1E6-826422EFF30C}"/>
              </a:ext>
            </a:extLst>
          </p:cNvPr>
          <p:cNvGraphicFramePr>
            <a:graphicFrameLocks noChangeAspect="1"/>
          </p:cNvGraphicFramePr>
          <p:nvPr/>
        </p:nvGraphicFramePr>
        <p:xfrm>
          <a:off x="9120188" y="3716339"/>
          <a:ext cx="1200150" cy="490537"/>
        </p:xfrm>
        <a:graphic>
          <a:graphicData uri="http://schemas.openxmlformats.org/presentationml/2006/ole">
            <mc:AlternateContent xmlns:mc="http://schemas.openxmlformats.org/markup-compatibility/2006">
              <mc:Choice xmlns:v="urn:schemas-microsoft-com:vml" Requires="v">
                <p:oleObj name="公式" r:id="rId6" imgW="10528300" imgH="5270500" progId="Equation.3">
                  <p:embed/>
                </p:oleObj>
              </mc:Choice>
              <mc:Fallback>
                <p:oleObj name="公式" r:id="rId6" imgW="10528300" imgH="5270500" progId="Equation.3">
                  <p:embed/>
                  <p:pic>
                    <p:nvPicPr>
                      <p:cNvPr id="457738" name="Object 10">
                        <a:extLst>
                          <a:ext uri="{FF2B5EF4-FFF2-40B4-BE49-F238E27FC236}">
                            <a16:creationId xmlns:a16="http://schemas.microsoft.com/office/drawing/2014/main" id="{FCAC96B0-810B-B9DA-E1E6-826422EFF30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20188" y="3716339"/>
                        <a:ext cx="1200150"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7739" name="Text Box 11">
            <a:extLst>
              <a:ext uri="{FF2B5EF4-FFF2-40B4-BE49-F238E27FC236}">
                <a16:creationId xmlns:a16="http://schemas.microsoft.com/office/drawing/2014/main" id="{BD6CB265-5F30-97BA-4F4E-31759D12931B}"/>
              </a:ext>
            </a:extLst>
          </p:cNvPr>
          <p:cNvSpPr txBox="1">
            <a:spLocks noChangeArrowheads="1"/>
          </p:cNvSpPr>
          <p:nvPr/>
        </p:nvSpPr>
        <p:spPr bwMode="auto">
          <a:xfrm>
            <a:off x="4267200" y="230189"/>
            <a:ext cx="3539752" cy="584775"/>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3200" b="1">
                <a:solidFill>
                  <a:srgbClr val="0000FF"/>
                </a:solidFill>
                <a:latin typeface="Times New Roman" panose="02020603050405020304" pitchFamily="18" charset="0"/>
                <a:ea typeface="楷体_GB2312" pitchFamily="49" charset="-122"/>
              </a:rPr>
              <a:t>U </a:t>
            </a:r>
            <a:r>
              <a:rPr kumimoji="1" lang="zh-CN" altLang="en-US" sz="3200" b="1">
                <a:solidFill>
                  <a:srgbClr val="0000FF"/>
                </a:solidFill>
                <a:latin typeface="Times New Roman" panose="02020603050405020304" pitchFamily="18" charset="0"/>
                <a:ea typeface="楷体_GB2312" pitchFamily="49" charset="-122"/>
              </a:rPr>
              <a:t>检验法 </a:t>
            </a:r>
            <a:r>
              <a:rPr kumimoji="1" lang="en-US" altLang="zh-CN" sz="3200" b="1">
                <a:solidFill>
                  <a:srgbClr val="0000FF"/>
                </a:solidFill>
                <a:latin typeface="Times New Roman" panose="02020603050405020304" pitchFamily="18" charset="0"/>
                <a:ea typeface="楷体_GB2312" pitchFamily="49" charset="-122"/>
              </a:rPr>
              <a:t>(</a:t>
            </a:r>
            <a:r>
              <a:rPr kumimoji="1" lang="en-US" altLang="zh-CN" sz="3200" b="1" i="1">
                <a:solidFill>
                  <a:srgbClr val="0000FF"/>
                </a:solidFill>
                <a:latin typeface="Times New Roman" panose="02020603050405020304" pitchFamily="18" charset="0"/>
                <a:ea typeface="楷体_GB2312" pitchFamily="49" charset="-122"/>
                <a:sym typeface="Symbol" pitchFamily="2" charset="2"/>
              </a:rPr>
              <a:t></a:t>
            </a:r>
            <a:r>
              <a:rPr kumimoji="1" lang="en-US" altLang="zh-CN" sz="3200" b="1" baseline="-25000">
                <a:solidFill>
                  <a:srgbClr val="0000FF"/>
                </a:solidFill>
                <a:latin typeface="Times New Roman" panose="02020603050405020304" pitchFamily="18" charset="0"/>
                <a:ea typeface="楷体_GB2312" pitchFamily="49" charset="-122"/>
                <a:sym typeface="Symbol" pitchFamily="2" charset="2"/>
              </a:rPr>
              <a:t>0</a:t>
            </a:r>
            <a:r>
              <a:rPr kumimoji="1" lang="en-US" altLang="zh-CN" sz="3200" b="1" baseline="30000">
                <a:solidFill>
                  <a:srgbClr val="0000FF"/>
                </a:solidFill>
                <a:latin typeface="Times New Roman" panose="02020603050405020304" pitchFamily="18" charset="0"/>
                <a:ea typeface="楷体_GB2312" pitchFamily="49" charset="-122"/>
                <a:sym typeface="Symbol" pitchFamily="2" charset="2"/>
              </a:rPr>
              <a:t>2</a:t>
            </a:r>
            <a:r>
              <a:rPr kumimoji="1" lang="zh-CN" altLang="en-US" sz="3200" b="1">
                <a:solidFill>
                  <a:srgbClr val="0000FF"/>
                </a:solidFill>
                <a:latin typeface="Times New Roman" panose="02020603050405020304" pitchFamily="18" charset="0"/>
                <a:ea typeface="楷体_GB2312" pitchFamily="49" charset="-122"/>
                <a:sym typeface="Symbol" pitchFamily="2" charset="2"/>
              </a:rPr>
              <a:t>已知</a:t>
            </a:r>
            <a:r>
              <a:rPr kumimoji="1" lang="en-US" altLang="zh-CN" sz="3200" b="1">
                <a:solidFill>
                  <a:srgbClr val="0000FF"/>
                </a:solidFill>
                <a:latin typeface="Times New Roman" panose="02020603050405020304" pitchFamily="18" charset="0"/>
                <a:ea typeface="楷体_GB2312" pitchFamily="49" charset="-122"/>
                <a:sym typeface="Symbol" pitchFamily="2" charset="2"/>
              </a:rPr>
              <a:t>)</a:t>
            </a:r>
          </a:p>
        </p:txBody>
      </p:sp>
      <p:grpSp>
        <p:nvGrpSpPr>
          <p:cNvPr id="457740" name="Group 12">
            <a:extLst>
              <a:ext uri="{FF2B5EF4-FFF2-40B4-BE49-F238E27FC236}">
                <a16:creationId xmlns:a16="http://schemas.microsoft.com/office/drawing/2014/main" id="{0375FA64-63FC-64E8-007C-7BB6DF5FDECB}"/>
              </a:ext>
            </a:extLst>
          </p:cNvPr>
          <p:cNvGrpSpPr>
            <a:grpSpLocks/>
          </p:cNvGrpSpPr>
          <p:nvPr/>
        </p:nvGrpSpPr>
        <p:grpSpPr bwMode="auto">
          <a:xfrm>
            <a:off x="1524000" y="3357563"/>
            <a:ext cx="9144000" cy="0"/>
            <a:chOff x="0" y="2115"/>
            <a:chExt cx="5760" cy="0"/>
          </a:xfrm>
        </p:grpSpPr>
        <p:sp>
          <p:nvSpPr>
            <p:cNvPr id="457741" name="Line 13">
              <a:extLst>
                <a:ext uri="{FF2B5EF4-FFF2-40B4-BE49-F238E27FC236}">
                  <a16:creationId xmlns:a16="http://schemas.microsoft.com/office/drawing/2014/main" id="{2DBDB38E-AFD3-FED9-1463-AD946E7DF16D}"/>
                </a:ext>
              </a:extLst>
            </p:cNvPr>
            <p:cNvSpPr>
              <a:spLocks noChangeShapeType="1"/>
            </p:cNvSpPr>
            <p:nvPr/>
          </p:nvSpPr>
          <p:spPr bwMode="auto">
            <a:xfrm>
              <a:off x="0" y="2115"/>
              <a:ext cx="306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7742" name="Line 14">
              <a:extLst>
                <a:ext uri="{FF2B5EF4-FFF2-40B4-BE49-F238E27FC236}">
                  <a16:creationId xmlns:a16="http://schemas.microsoft.com/office/drawing/2014/main" id="{FBA7F5F9-0094-617D-CC61-82F99104EEED}"/>
                </a:ext>
              </a:extLst>
            </p:cNvPr>
            <p:cNvSpPr>
              <a:spLocks noChangeShapeType="1"/>
            </p:cNvSpPr>
            <p:nvPr/>
          </p:nvSpPr>
          <p:spPr bwMode="auto">
            <a:xfrm>
              <a:off x="4604" y="2115"/>
              <a:ext cx="11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nvGrpSpPr>
          <p:cNvPr id="457743" name="Group 15">
            <a:extLst>
              <a:ext uri="{FF2B5EF4-FFF2-40B4-BE49-F238E27FC236}">
                <a16:creationId xmlns:a16="http://schemas.microsoft.com/office/drawing/2014/main" id="{A5AF3C21-9490-DA47-2DF4-BE7C92313158}"/>
              </a:ext>
            </a:extLst>
          </p:cNvPr>
          <p:cNvGrpSpPr>
            <a:grpSpLocks/>
          </p:cNvGrpSpPr>
          <p:nvPr/>
        </p:nvGrpSpPr>
        <p:grpSpPr bwMode="auto">
          <a:xfrm>
            <a:off x="2640014" y="4437064"/>
            <a:ext cx="8027987" cy="71437"/>
            <a:chOff x="703" y="2795"/>
            <a:chExt cx="5057" cy="45"/>
          </a:xfrm>
        </p:grpSpPr>
        <p:sp>
          <p:nvSpPr>
            <p:cNvPr id="457744" name="Line 16">
              <a:extLst>
                <a:ext uri="{FF2B5EF4-FFF2-40B4-BE49-F238E27FC236}">
                  <a16:creationId xmlns:a16="http://schemas.microsoft.com/office/drawing/2014/main" id="{95F4540B-CE89-0690-D7F7-76E498C97600}"/>
                </a:ext>
              </a:extLst>
            </p:cNvPr>
            <p:cNvSpPr>
              <a:spLocks noChangeShapeType="1"/>
            </p:cNvSpPr>
            <p:nvPr/>
          </p:nvSpPr>
          <p:spPr bwMode="auto">
            <a:xfrm>
              <a:off x="703" y="2795"/>
              <a:ext cx="235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7745" name="Line 17">
              <a:extLst>
                <a:ext uri="{FF2B5EF4-FFF2-40B4-BE49-F238E27FC236}">
                  <a16:creationId xmlns:a16="http://schemas.microsoft.com/office/drawing/2014/main" id="{788E2B8F-FF8C-7F79-8108-69E0547CD39F}"/>
                </a:ext>
              </a:extLst>
            </p:cNvPr>
            <p:cNvSpPr>
              <a:spLocks noChangeShapeType="1"/>
            </p:cNvSpPr>
            <p:nvPr/>
          </p:nvSpPr>
          <p:spPr bwMode="auto">
            <a:xfrm>
              <a:off x="4604" y="2840"/>
              <a:ext cx="11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57746" name="Line 18">
            <a:extLst>
              <a:ext uri="{FF2B5EF4-FFF2-40B4-BE49-F238E27FC236}">
                <a16:creationId xmlns:a16="http://schemas.microsoft.com/office/drawing/2014/main" id="{9ECE065B-769E-6A64-DE1D-BC6265AE5065}"/>
              </a:ext>
            </a:extLst>
          </p:cNvPr>
          <p:cNvSpPr>
            <a:spLocks noChangeShapeType="1"/>
          </p:cNvSpPr>
          <p:nvPr/>
        </p:nvSpPr>
        <p:spPr bwMode="auto">
          <a:xfrm>
            <a:off x="1524000" y="551656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57747" name="Object 19">
            <a:extLst>
              <a:ext uri="{FF2B5EF4-FFF2-40B4-BE49-F238E27FC236}">
                <a16:creationId xmlns:a16="http://schemas.microsoft.com/office/drawing/2014/main" id="{CCF2366A-73D9-E007-D286-3F386553BAE9}"/>
              </a:ext>
            </a:extLst>
          </p:cNvPr>
          <p:cNvGraphicFramePr>
            <a:graphicFrameLocks noChangeAspect="1"/>
          </p:cNvGraphicFramePr>
          <p:nvPr/>
        </p:nvGraphicFramePr>
        <p:xfrm>
          <a:off x="6816725" y="3113089"/>
          <a:ext cx="1741488" cy="1076325"/>
        </p:xfrm>
        <a:graphic>
          <a:graphicData uri="http://schemas.openxmlformats.org/presentationml/2006/ole">
            <mc:AlternateContent xmlns:mc="http://schemas.openxmlformats.org/markup-compatibility/2006">
              <mc:Choice xmlns:v="urn:schemas-microsoft-com:vml" Requires="v">
                <p:oleObj name="公式" r:id="rId8" imgW="18719800" imgH="10820400" progId="Equation.3">
                  <p:embed/>
                </p:oleObj>
              </mc:Choice>
              <mc:Fallback>
                <p:oleObj name="公式" r:id="rId8" imgW="18719800" imgH="10820400" progId="Equation.3">
                  <p:embed/>
                  <p:pic>
                    <p:nvPicPr>
                      <p:cNvPr id="457747" name="Object 19">
                        <a:extLst>
                          <a:ext uri="{FF2B5EF4-FFF2-40B4-BE49-F238E27FC236}">
                            <a16:creationId xmlns:a16="http://schemas.microsoft.com/office/drawing/2014/main" id="{CCF2366A-73D9-E007-D286-3F386553BAE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16725" y="3113089"/>
                        <a:ext cx="1741488" cy="107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57748" name="Group 20">
            <a:extLst>
              <a:ext uri="{FF2B5EF4-FFF2-40B4-BE49-F238E27FC236}">
                <a16:creationId xmlns:a16="http://schemas.microsoft.com/office/drawing/2014/main" id="{50DDD5E0-FAFD-240F-85C3-055B49200EAD}"/>
              </a:ext>
            </a:extLst>
          </p:cNvPr>
          <p:cNvGrpSpPr>
            <a:grpSpLocks/>
          </p:cNvGrpSpPr>
          <p:nvPr/>
        </p:nvGrpSpPr>
        <p:grpSpPr bwMode="auto">
          <a:xfrm>
            <a:off x="1524000" y="1052513"/>
            <a:ext cx="9144000" cy="4464050"/>
            <a:chOff x="0" y="663"/>
            <a:chExt cx="5760" cy="2812"/>
          </a:xfrm>
        </p:grpSpPr>
        <p:sp>
          <p:nvSpPr>
            <p:cNvPr id="457749" name="Line 21">
              <a:extLst>
                <a:ext uri="{FF2B5EF4-FFF2-40B4-BE49-F238E27FC236}">
                  <a16:creationId xmlns:a16="http://schemas.microsoft.com/office/drawing/2014/main" id="{445C6897-657C-A9A2-CB11-9700E3E648A9}"/>
                </a:ext>
              </a:extLst>
            </p:cNvPr>
            <p:cNvSpPr>
              <a:spLocks noChangeShapeType="1"/>
            </p:cNvSpPr>
            <p:nvPr/>
          </p:nvSpPr>
          <p:spPr bwMode="auto">
            <a:xfrm flipH="1">
              <a:off x="1837" y="663"/>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7750" name="Line 22">
              <a:extLst>
                <a:ext uri="{FF2B5EF4-FFF2-40B4-BE49-F238E27FC236}">
                  <a16:creationId xmlns:a16="http://schemas.microsoft.com/office/drawing/2014/main" id="{B51AD03A-B25B-A23F-D71D-52E8591F279E}"/>
                </a:ext>
              </a:extLst>
            </p:cNvPr>
            <p:cNvSpPr>
              <a:spLocks noChangeShapeType="1"/>
            </p:cNvSpPr>
            <p:nvPr/>
          </p:nvSpPr>
          <p:spPr bwMode="auto">
            <a:xfrm>
              <a:off x="3061" y="663"/>
              <a:ext cx="8" cy="280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7751" name="Line 23">
              <a:extLst>
                <a:ext uri="{FF2B5EF4-FFF2-40B4-BE49-F238E27FC236}">
                  <a16:creationId xmlns:a16="http://schemas.microsoft.com/office/drawing/2014/main" id="{AC2301D1-3949-F149-B128-6ACBA688524D}"/>
                </a:ext>
              </a:extLst>
            </p:cNvPr>
            <p:cNvSpPr>
              <a:spLocks noChangeShapeType="1"/>
            </p:cNvSpPr>
            <p:nvPr/>
          </p:nvSpPr>
          <p:spPr bwMode="auto">
            <a:xfrm>
              <a:off x="4604" y="663"/>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7752" name="Line 24">
              <a:extLst>
                <a:ext uri="{FF2B5EF4-FFF2-40B4-BE49-F238E27FC236}">
                  <a16:creationId xmlns:a16="http://schemas.microsoft.com/office/drawing/2014/main" id="{5AE0988F-9C24-0440-806D-A7D4567DE41E}"/>
                </a:ext>
              </a:extLst>
            </p:cNvPr>
            <p:cNvSpPr>
              <a:spLocks noChangeShapeType="1"/>
            </p:cNvSpPr>
            <p:nvPr/>
          </p:nvSpPr>
          <p:spPr bwMode="auto">
            <a:xfrm flipH="1">
              <a:off x="703" y="663"/>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57753" name="Group 25">
              <a:extLst>
                <a:ext uri="{FF2B5EF4-FFF2-40B4-BE49-F238E27FC236}">
                  <a16:creationId xmlns:a16="http://schemas.microsoft.com/office/drawing/2014/main" id="{A61AE9BB-19B4-C128-3A4C-93B032470F52}"/>
                </a:ext>
              </a:extLst>
            </p:cNvPr>
            <p:cNvGrpSpPr>
              <a:grpSpLocks/>
            </p:cNvGrpSpPr>
            <p:nvPr/>
          </p:nvGrpSpPr>
          <p:grpSpPr bwMode="auto">
            <a:xfrm>
              <a:off x="0" y="663"/>
              <a:ext cx="5760" cy="681"/>
              <a:chOff x="0" y="663"/>
              <a:chExt cx="5760" cy="681"/>
            </a:xfrm>
          </p:grpSpPr>
          <p:sp>
            <p:nvSpPr>
              <p:cNvPr id="457754" name="Text Box 26">
                <a:extLst>
                  <a:ext uri="{FF2B5EF4-FFF2-40B4-BE49-F238E27FC236}">
                    <a16:creationId xmlns:a16="http://schemas.microsoft.com/office/drawing/2014/main" id="{C37D62F0-52AF-43C1-821F-2A098E99487B}"/>
                  </a:ext>
                </a:extLst>
              </p:cNvPr>
              <p:cNvSpPr txBox="1">
                <a:spLocks noChangeArrowheads="1"/>
              </p:cNvSpPr>
              <p:nvPr/>
            </p:nvSpPr>
            <p:spPr bwMode="auto">
              <a:xfrm>
                <a:off x="839" y="709"/>
                <a:ext cx="791"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a:p>
                <a:pPr fontAlgn="base">
                  <a:spcBef>
                    <a:spcPct val="0"/>
                  </a:spcBef>
                  <a:spcAft>
                    <a:spcPct val="0"/>
                  </a:spcAft>
                </a:pP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7755" name="Text Box 27">
                <a:extLst>
                  <a:ext uri="{FF2B5EF4-FFF2-40B4-BE49-F238E27FC236}">
                    <a16:creationId xmlns:a16="http://schemas.microsoft.com/office/drawing/2014/main" id="{B7577728-DA65-639D-042A-FFE5C89BCD97}"/>
                  </a:ext>
                </a:extLst>
              </p:cNvPr>
              <p:cNvSpPr txBox="1">
                <a:spLocks noChangeArrowheads="1"/>
              </p:cNvSpPr>
              <p:nvPr/>
            </p:nvSpPr>
            <p:spPr bwMode="auto">
              <a:xfrm>
                <a:off x="1927" y="709"/>
                <a:ext cx="101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7756" name="Text Box 28">
                <a:extLst>
                  <a:ext uri="{FF2B5EF4-FFF2-40B4-BE49-F238E27FC236}">
                    <a16:creationId xmlns:a16="http://schemas.microsoft.com/office/drawing/2014/main" id="{5D2FBB4D-1138-A149-7BCC-500F5100FDFD}"/>
                  </a:ext>
                </a:extLst>
              </p:cNvPr>
              <p:cNvSpPr txBox="1">
                <a:spLocks noChangeArrowheads="1"/>
              </p:cNvSpPr>
              <p:nvPr/>
            </p:nvSpPr>
            <p:spPr bwMode="auto">
              <a:xfrm>
                <a:off x="3198" y="845"/>
                <a:ext cx="1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57757" name="Text Box 29">
                <a:extLst>
                  <a:ext uri="{FF2B5EF4-FFF2-40B4-BE49-F238E27FC236}">
                    <a16:creationId xmlns:a16="http://schemas.microsoft.com/office/drawing/2014/main" id="{158A8065-C1DB-D9E6-7CDF-968AC386C9A4}"/>
                  </a:ext>
                </a:extLst>
              </p:cNvPr>
              <p:cNvSpPr txBox="1">
                <a:spLocks noChangeArrowheads="1"/>
              </p:cNvSpPr>
              <p:nvPr/>
            </p:nvSpPr>
            <p:spPr bwMode="auto">
              <a:xfrm>
                <a:off x="4785" y="845"/>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57758" name="Line 30">
                <a:extLst>
                  <a:ext uri="{FF2B5EF4-FFF2-40B4-BE49-F238E27FC236}">
                    <a16:creationId xmlns:a16="http://schemas.microsoft.com/office/drawing/2014/main" id="{8633EF76-C1A4-849A-50A8-148BDE565F0D}"/>
                  </a:ext>
                </a:extLst>
              </p:cNvPr>
              <p:cNvSpPr>
                <a:spLocks noChangeShapeType="1"/>
              </p:cNvSpPr>
              <p:nvPr/>
            </p:nvSpPr>
            <p:spPr bwMode="auto">
              <a:xfrm>
                <a:off x="0" y="1344"/>
                <a:ext cx="57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7759" name="Line 31">
                <a:extLst>
                  <a:ext uri="{FF2B5EF4-FFF2-40B4-BE49-F238E27FC236}">
                    <a16:creationId xmlns:a16="http://schemas.microsoft.com/office/drawing/2014/main" id="{658DEF09-5DF5-273C-07EF-DD6A698F4C5E}"/>
                  </a:ext>
                </a:extLst>
              </p:cNvPr>
              <p:cNvSpPr>
                <a:spLocks noChangeShapeType="1"/>
              </p:cNvSpPr>
              <p:nvPr/>
            </p:nvSpPr>
            <p:spPr bwMode="auto">
              <a:xfrm flipV="1">
                <a:off x="0" y="663"/>
                <a:ext cx="57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7760" name="Text Box 32">
                <a:extLst>
                  <a:ext uri="{FF2B5EF4-FFF2-40B4-BE49-F238E27FC236}">
                    <a16:creationId xmlns:a16="http://schemas.microsoft.com/office/drawing/2014/main" id="{4A764EF9-8BEB-A860-A62A-DCA4A7B155DB}"/>
                  </a:ext>
                </a:extLst>
              </p:cNvPr>
              <p:cNvSpPr txBox="1">
                <a:spLocks noChangeArrowheads="1"/>
              </p:cNvSpPr>
              <p:nvPr/>
            </p:nvSpPr>
            <p:spPr bwMode="auto">
              <a:xfrm>
                <a:off x="0" y="799"/>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类型</a:t>
                </a:r>
              </a:p>
            </p:txBody>
          </p:sp>
        </p:grpSp>
      </p:grpSp>
      <p:sp>
        <p:nvSpPr>
          <p:cNvPr id="457761" name="Text Box 33">
            <a:extLst>
              <a:ext uri="{FF2B5EF4-FFF2-40B4-BE49-F238E27FC236}">
                <a16:creationId xmlns:a16="http://schemas.microsoft.com/office/drawing/2014/main" id="{DD47DAEC-DB63-E85E-BBD9-43C107E9DEBF}"/>
              </a:ext>
            </a:extLst>
          </p:cNvPr>
          <p:cNvSpPr txBox="1">
            <a:spLocks noChangeArrowheads="1"/>
          </p:cNvSpPr>
          <p:nvPr/>
        </p:nvSpPr>
        <p:spPr bwMode="auto">
          <a:xfrm>
            <a:off x="1524001" y="2205038"/>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双边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sp>
        <p:nvSpPr>
          <p:cNvPr id="457762" name="Text Box 34">
            <a:extLst>
              <a:ext uri="{FF2B5EF4-FFF2-40B4-BE49-F238E27FC236}">
                <a16:creationId xmlns:a16="http://schemas.microsoft.com/office/drawing/2014/main" id="{A1FDEEE4-2BFC-963B-E507-1EFF096D3ACD}"/>
              </a:ext>
            </a:extLst>
          </p:cNvPr>
          <p:cNvSpPr txBox="1">
            <a:spLocks noChangeArrowheads="1"/>
          </p:cNvSpPr>
          <p:nvPr/>
        </p:nvSpPr>
        <p:spPr bwMode="auto">
          <a:xfrm>
            <a:off x="1524001" y="3860800"/>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单边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57739"/>
                                        </p:tgtEl>
                                        <p:attrNameLst>
                                          <p:attrName>style.visibility</p:attrName>
                                        </p:attrNameLst>
                                      </p:cBhvr>
                                      <p:to>
                                        <p:strVal val="visible"/>
                                      </p:to>
                                    </p:set>
                                    <p:animEffect transition="in" filter="wipe(up)">
                                      <p:cBhvr>
                                        <p:cTn id="7" dur="500"/>
                                        <p:tgtEl>
                                          <p:spTgt spid="4577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57748"/>
                                        </p:tgtEl>
                                        <p:attrNameLst>
                                          <p:attrName>style.visibility</p:attrName>
                                        </p:attrNameLst>
                                      </p:cBhvr>
                                      <p:to>
                                        <p:strVal val="visible"/>
                                      </p:to>
                                    </p:set>
                                    <p:animEffect transition="in" filter="wipe(up)">
                                      <p:cBhvr>
                                        <p:cTn id="12" dur="1000"/>
                                        <p:tgtEl>
                                          <p:spTgt spid="4577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57761"/>
                                        </p:tgtEl>
                                        <p:attrNameLst>
                                          <p:attrName>style.visibility</p:attrName>
                                        </p:attrNameLst>
                                      </p:cBhvr>
                                      <p:to>
                                        <p:strVal val="visible"/>
                                      </p:to>
                                    </p:set>
                                    <p:animEffect transition="in" filter="wipe(up)">
                                      <p:cBhvr>
                                        <p:cTn id="17" dur="1000"/>
                                        <p:tgtEl>
                                          <p:spTgt spid="4577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57730"/>
                                        </p:tgtEl>
                                        <p:attrNameLst>
                                          <p:attrName>style.visibility</p:attrName>
                                        </p:attrNameLst>
                                      </p:cBhvr>
                                      <p:to>
                                        <p:strVal val="visible"/>
                                      </p:to>
                                    </p:set>
                                    <p:animEffect transition="in" filter="wipe(up)">
                                      <p:cBhvr>
                                        <p:cTn id="22" dur="1000"/>
                                        <p:tgtEl>
                                          <p:spTgt spid="4577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57731"/>
                                        </p:tgtEl>
                                        <p:attrNameLst>
                                          <p:attrName>style.visibility</p:attrName>
                                        </p:attrNameLst>
                                      </p:cBhvr>
                                      <p:to>
                                        <p:strVal val="visible"/>
                                      </p:to>
                                    </p:set>
                                    <p:animEffect transition="in" filter="wipe(up)">
                                      <p:cBhvr>
                                        <p:cTn id="27" dur="1000"/>
                                        <p:tgtEl>
                                          <p:spTgt spid="4577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57747"/>
                                        </p:tgtEl>
                                        <p:attrNameLst>
                                          <p:attrName>style.visibility</p:attrName>
                                        </p:attrNameLst>
                                      </p:cBhvr>
                                      <p:to>
                                        <p:strVal val="visible"/>
                                      </p:to>
                                    </p:set>
                                    <p:animEffect transition="in" filter="wipe(left)">
                                      <p:cBhvr>
                                        <p:cTn id="32" dur="1000"/>
                                        <p:tgtEl>
                                          <p:spTgt spid="45774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457736"/>
                                        </p:tgtEl>
                                        <p:attrNameLst>
                                          <p:attrName>style.visibility</p:attrName>
                                        </p:attrNameLst>
                                      </p:cBhvr>
                                      <p:to>
                                        <p:strVal val="visible"/>
                                      </p:to>
                                    </p:set>
                                    <p:animEffect transition="in" filter="wipe(up)">
                                      <p:cBhvr>
                                        <p:cTn id="37" dur="500"/>
                                        <p:tgtEl>
                                          <p:spTgt spid="457736"/>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457740"/>
                                        </p:tgtEl>
                                        <p:attrNameLst>
                                          <p:attrName>style.visibility</p:attrName>
                                        </p:attrNameLst>
                                      </p:cBhvr>
                                      <p:to>
                                        <p:strVal val="visible"/>
                                      </p:to>
                                    </p:set>
                                    <p:animEffect transition="in" filter="wipe(left)">
                                      <p:cBhvr>
                                        <p:cTn id="41" dur="500"/>
                                        <p:tgtEl>
                                          <p:spTgt spid="45774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457762"/>
                                        </p:tgtEl>
                                        <p:attrNameLst>
                                          <p:attrName>style.visibility</p:attrName>
                                        </p:attrNameLst>
                                      </p:cBhvr>
                                      <p:to>
                                        <p:strVal val="visible"/>
                                      </p:to>
                                    </p:set>
                                    <p:animEffect transition="in" filter="wipe(up)">
                                      <p:cBhvr>
                                        <p:cTn id="46" dur="1000"/>
                                        <p:tgtEl>
                                          <p:spTgt spid="45776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57733"/>
                                        </p:tgtEl>
                                        <p:attrNameLst>
                                          <p:attrName>style.visibility</p:attrName>
                                        </p:attrNameLst>
                                      </p:cBhvr>
                                      <p:to>
                                        <p:strVal val="visible"/>
                                      </p:to>
                                    </p:set>
                                    <p:animEffect transition="in" filter="wipe(up)">
                                      <p:cBhvr>
                                        <p:cTn id="51" dur="500"/>
                                        <p:tgtEl>
                                          <p:spTgt spid="45773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457735"/>
                                        </p:tgtEl>
                                        <p:attrNameLst>
                                          <p:attrName>style.visibility</p:attrName>
                                        </p:attrNameLst>
                                      </p:cBhvr>
                                      <p:to>
                                        <p:strVal val="visible"/>
                                      </p:to>
                                    </p:set>
                                    <p:animEffect transition="in" filter="wipe(up)">
                                      <p:cBhvr>
                                        <p:cTn id="56" dur="500"/>
                                        <p:tgtEl>
                                          <p:spTgt spid="45773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457738"/>
                                        </p:tgtEl>
                                        <p:attrNameLst>
                                          <p:attrName>style.visibility</p:attrName>
                                        </p:attrNameLst>
                                      </p:cBhvr>
                                      <p:to>
                                        <p:strVal val="visible"/>
                                      </p:to>
                                    </p:set>
                                    <p:animEffect transition="in" filter="wipe(up)">
                                      <p:cBhvr>
                                        <p:cTn id="61" dur="500"/>
                                        <p:tgtEl>
                                          <p:spTgt spid="457738"/>
                                        </p:tgtEl>
                                      </p:cBhvr>
                                    </p:animEffect>
                                  </p:childTnLst>
                                </p:cTn>
                              </p:par>
                            </p:childTnLst>
                          </p:cTn>
                        </p:par>
                        <p:par>
                          <p:cTn id="62" fill="hold" nodeType="afterGroup">
                            <p:stCondLst>
                              <p:cond delay="500"/>
                            </p:stCondLst>
                            <p:childTnLst>
                              <p:par>
                                <p:cTn id="63" presetID="22" presetClass="entr" presetSubtype="8" fill="hold" nodeType="afterEffect">
                                  <p:stCondLst>
                                    <p:cond delay="0"/>
                                  </p:stCondLst>
                                  <p:childTnLst>
                                    <p:set>
                                      <p:cBhvr>
                                        <p:cTn id="64" dur="1" fill="hold">
                                          <p:stCondLst>
                                            <p:cond delay="0"/>
                                          </p:stCondLst>
                                        </p:cTn>
                                        <p:tgtEl>
                                          <p:spTgt spid="457743"/>
                                        </p:tgtEl>
                                        <p:attrNameLst>
                                          <p:attrName>style.visibility</p:attrName>
                                        </p:attrNameLst>
                                      </p:cBhvr>
                                      <p:to>
                                        <p:strVal val="visible"/>
                                      </p:to>
                                    </p:set>
                                    <p:animEffect transition="in" filter="wipe(left)">
                                      <p:cBhvr>
                                        <p:cTn id="65" dur="500"/>
                                        <p:tgtEl>
                                          <p:spTgt spid="45774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457732"/>
                                        </p:tgtEl>
                                        <p:attrNameLst>
                                          <p:attrName>style.visibility</p:attrName>
                                        </p:attrNameLst>
                                      </p:cBhvr>
                                      <p:to>
                                        <p:strVal val="visible"/>
                                      </p:to>
                                    </p:set>
                                    <p:animEffect transition="in" filter="wipe(up)">
                                      <p:cBhvr>
                                        <p:cTn id="70" dur="1000"/>
                                        <p:tgtEl>
                                          <p:spTgt spid="457732"/>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457734"/>
                                        </p:tgtEl>
                                        <p:attrNameLst>
                                          <p:attrName>style.visibility</p:attrName>
                                        </p:attrNameLst>
                                      </p:cBhvr>
                                      <p:to>
                                        <p:strVal val="visible"/>
                                      </p:to>
                                    </p:set>
                                    <p:animEffect transition="in" filter="wipe(up)">
                                      <p:cBhvr>
                                        <p:cTn id="75" dur="1000"/>
                                        <p:tgtEl>
                                          <p:spTgt spid="457734"/>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457737"/>
                                        </p:tgtEl>
                                        <p:attrNameLst>
                                          <p:attrName>style.visibility</p:attrName>
                                        </p:attrNameLst>
                                      </p:cBhvr>
                                      <p:to>
                                        <p:strVal val="visible"/>
                                      </p:to>
                                    </p:set>
                                    <p:animEffect transition="in" filter="wipe(up)">
                                      <p:cBhvr>
                                        <p:cTn id="80" dur="500"/>
                                        <p:tgtEl>
                                          <p:spTgt spid="457737"/>
                                        </p:tgtEl>
                                      </p:cBhvr>
                                    </p:animEffect>
                                  </p:childTnLst>
                                </p:cTn>
                              </p:par>
                            </p:childTnLst>
                          </p:cTn>
                        </p:par>
                        <p:par>
                          <p:cTn id="81" fill="hold" nodeType="afterGroup">
                            <p:stCondLst>
                              <p:cond delay="500"/>
                            </p:stCondLst>
                            <p:childTnLst>
                              <p:par>
                                <p:cTn id="82" presetID="3" presetClass="entr" presetSubtype="10" fill="hold" nodeType="afterEffect">
                                  <p:stCondLst>
                                    <p:cond delay="0"/>
                                  </p:stCondLst>
                                  <p:childTnLst>
                                    <p:set>
                                      <p:cBhvr>
                                        <p:cTn id="83" dur="1" fill="hold">
                                          <p:stCondLst>
                                            <p:cond delay="0"/>
                                          </p:stCondLst>
                                        </p:cTn>
                                        <p:tgtEl>
                                          <p:spTgt spid="457746"/>
                                        </p:tgtEl>
                                        <p:attrNameLst>
                                          <p:attrName>style.visibility</p:attrName>
                                        </p:attrNameLst>
                                      </p:cBhvr>
                                      <p:to>
                                        <p:strVal val="visible"/>
                                      </p:to>
                                    </p:set>
                                    <p:animEffect transition="in" filter="blinds(horizontal)">
                                      <p:cBhvr>
                                        <p:cTn id="84" dur="500"/>
                                        <p:tgtEl>
                                          <p:spTgt spid="457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730" grpId="0" autoUpdateAnimBg="0"/>
      <p:bldP spid="457731" grpId="0" autoUpdateAnimBg="0"/>
      <p:bldP spid="457732" grpId="0" autoUpdateAnimBg="0"/>
      <p:bldP spid="457733" grpId="0" autoUpdateAnimBg="0"/>
      <p:bldP spid="457734" grpId="0" autoUpdateAnimBg="0"/>
      <p:bldP spid="457735" grpId="0" autoUpdateAnimBg="0"/>
      <p:bldP spid="457739" grpId="0"/>
      <p:bldP spid="457761" grpId="0"/>
      <p:bldP spid="45776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Text Box 2">
            <a:extLst>
              <a:ext uri="{FF2B5EF4-FFF2-40B4-BE49-F238E27FC236}">
                <a16:creationId xmlns:a16="http://schemas.microsoft.com/office/drawing/2014/main" id="{48BB5345-EA44-A4C8-2522-974D1B9A8568}"/>
              </a:ext>
            </a:extLst>
          </p:cNvPr>
          <p:cNvSpPr txBox="1">
            <a:spLocks noChangeArrowheads="1"/>
          </p:cNvSpPr>
          <p:nvPr/>
        </p:nvSpPr>
        <p:spPr bwMode="auto">
          <a:xfrm>
            <a:off x="2855913" y="2852738"/>
            <a:ext cx="11176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8755" name="Text Box 3">
            <a:extLst>
              <a:ext uri="{FF2B5EF4-FFF2-40B4-BE49-F238E27FC236}">
                <a16:creationId xmlns:a16="http://schemas.microsoft.com/office/drawing/2014/main" id="{3A42C75B-D496-D36C-9B8B-E711274D1183}"/>
              </a:ext>
            </a:extLst>
          </p:cNvPr>
          <p:cNvSpPr txBox="1">
            <a:spLocks noChangeArrowheads="1"/>
          </p:cNvSpPr>
          <p:nvPr/>
        </p:nvSpPr>
        <p:spPr bwMode="auto">
          <a:xfrm>
            <a:off x="4440238" y="2852738"/>
            <a:ext cx="1371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8756" name="Text Box 4">
            <a:extLst>
              <a:ext uri="{FF2B5EF4-FFF2-40B4-BE49-F238E27FC236}">
                <a16:creationId xmlns:a16="http://schemas.microsoft.com/office/drawing/2014/main" id="{70A845C2-4129-EBDE-BDF1-44C590C2788C}"/>
              </a:ext>
            </a:extLst>
          </p:cNvPr>
          <p:cNvSpPr txBox="1">
            <a:spLocks noChangeArrowheads="1"/>
          </p:cNvSpPr>
          <p:nvPr/>
        </p:nvSpPr>
        <p:spPr bwMode="auto">
          <a:xfrm>
            <a:off x="2782889" y="5084763"/>
            <a:ext cx="1584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8757" name="Text Box 5">
            <a:extLst>
              <a:ext uri="{FF2B5EF4-FFF2-40B4-BE49-F238E27FC236}">
                <a16:creationId xmlns:a16="http://schemas.microsoft.com/office/drawing/2014/main" id="{EE7A9376-3C53-1086-1C00-D6EB3DFA5AA2}"/>
              </a:ext>
            </a:extLst>
          </p:cNvPr>
          <p:cNvSpPr txBox="1">
            <a:spLocks noChangeArrowheads="1"/>
          </p:cNvSpPr>
          <p:nvPr/>
        </p:nvSpPr>
        <p:spPr bwMode="auto">
          <a:xfrm>
            <a:off x="2782889" y="4076701"/>
            <a:ext cx="1431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8758" name="Text Box 6">
            <a:extLst>
              <a:ext uri="{FF2B5EF4-FFF2-40B4-BE49-F238E27FC236}">
                <a16:creationId xmlns:a16="http://schemas.microsoft.com/office/drawing/2014/main" id="{F9D6B4BF-48EB-2AD2-7885-901896D02FE7}"/>
              </a:ext>
            </a:extLst>
          </p:cNvPr>
          <p:cNvSpPr txBox="1">
            <a:spLocks noChangeArrowheads="1"/>
          </p:cNvSpPr>
          <p:nvPr/>
        </p:nvSpPr>
        <p:spPr bwMode="auto">
          <a:xfrm>
            <a:off x="4367213" y="5157788"/>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Math1" pitchFamily="2" charset="2"/>
              </a:rPr>
              <a:t>&lt;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8759" name="Text Box 7">
            <a:extLst>
              <a:ext uri="{FF2B5EF4-FFF2-40B4-BE49-F238E27FC236}">
                <a16:creationId xmlns:a16="http://schemas.microsoft.com/office/drawing/2014/main" id="{21C18539-B3E4-3ED1-449A-EF2B943C151C}"/>
              </a:ext>
            </a:extLst>
          </p:cNvPr>
          <p:cNvSpPr txBox="1">
            <a:spLocks noChangeArrowheads="1"/>
          </p:cNvSpPr>
          <p:nvPr/>
        </p:nvSpPr>
        <p:spPr bwMode="auto">
          <a:xfrm>
            <a:off x="4367213" y="4149726"/>
            <a:ext cx="129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Math1" pitchFamily="2" charset="2"/>
              </a:rPr>
              <a:t>&gt;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graphicFrame>
        <p:nvGraphicFramePr>
          <p:cNvPr id="458760" name="Object 8">
            <a:extLst>
              <a:ext uri="{FF2B5EF4-FFF2-40B4-BE49-F238E27FC236}">
                <a16:creationId xmlns:a16="http://schemas.microsoft.com/office/drawing/2014/main" id="{3571F910-C08D-F913-0AA2-0FBDEBC81BE0}"/>
              </a:ext>
            </a:extLst>
          </p:cNvPr>
          <p:cNvGraphicFramePr>
            <a:graphicFrameLocks noChangeAspect="1"/>
          </p:cNvGraphicFramePr>
          <p:nvPr/>
        </p:nvGraphicFramePr>
        <p:xfrm>
          <a:off x="8328025" y="2924175"/>
          <a:ext cx="1728788" cy="704850"/>
        </p:xfrm>
        <a:graphic>
          <a:graphicData uri="http://schemas.openxmlformats.org/presentationml/2006/ole">
            <mc:AlternateContent xmlns:mc="http://schemas.openxmlformats.org/markup-compatibility/2006">
              <mc:Choice xmlns:v="urn:schemas-microsoft-com:vml" Requires="v">
                <p:oleObj name="公式" r:id="rId2" imgW="22237700" imgH="8483600" progId="Equation.3">
                  <p:embed/>
                </p:oleObj>
              </mc:Choice>
              <mc:Fallback>
                <p:oleObj name="公式" r:id="rId2" imgW="22237700" imgH="8483600" progId="Equation.3">
                  <p:embed/>
                  <p:pic>
                    <p:nvPicPr>
                      <p:cNvPr id="458760" name="Object 8">
                        <a:extLst>
                          <a:ext uri="{FF2B5EF4-FFF2-40B4-BE49-F238E27FC236}">
                            <a16:creationId xmlns:a16="http://schemas.microsoft.com/office/drawing/2014/main" id="{3571F910-C08D-F913-0AA2-0FBDEBC81B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8025" y="2924175"/>
                        <a:ext cx="1728788"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8761" name="Object 9">
            <a:extLst>
              <a:ext uri="{FF2B5EF4-FFF2-40B4-BE49-F238E27FC236}">
                <a16:creationId xmlns:a16="http://schemas.microsoft.com/office/drawing/2014/main" id="{CE56CCF4-49BB-BE5B-ABC2-DC2BB0782350}"/>
              </a:ext>
            </a:extLst>
          </p:cNvPr>
          <p:cNvGraphicFramePr>
            <a:graphicFrameLocks noChangeAspect="1"/>
          </p:cNvGraphicFramePr>
          <p:nvPr/>
        </p:nvGraphicFramePr>
        <p:xfrm>
          <a:off x="8328026" y="5157788"/>
          <a:ext cx="2092325" cy="481012"/>
        </p:xfrm>
        <a:graphic>
          <a:graphicData uri="http://schemas.openxmlformats.org/presentationml/2006/ole">
            <mc:AlternateContent xmlns:mc="http://schemas.openxmlformats.org/markup-compatibility/2006">
              <mc:Choice xmlns:v="urn:schemas-microsoft-com:vml" Requires="v">
                <p:oleObj name="公式" r:id="rId4" imgW="21653500" imgH="5270500" progId="Equation.3">
                  <p:embed/>
                </p:oleObj>
              </mc:Choice>
              <mc:Fallback>
                <p:oleObj name="公式" r:id="rId4" imgW="21653500" imgH="5270500" progId="Equation.3">
                  <p:embed/>
                  <p:pic>
                    <p:nvPicPr>
                      <p:cNvPr id="458761" name="Object 9">
                        <a:extLst>
                          <a:ext uri="{FF2B5EF4-FFF2-40B4-BE49-F238E27FC236}">
                            <a16:creationId xmlns:a16="http://schemas.microsoft.com/office/drawing/2014/main" id="{CE56CCF4-49BB-BE5B-ABC2-DC2BB07823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28026" y="5157788"/>
                        <a:ext cx="2092325"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8762" name="Object 10">
            <a:extLst>
              <a:ext uri="{FF2B5EF4-FFF2-40B4-BE49-F238E27FC236}">
                <a16:creationId xmlns:a16="http://schemas.microsoft.com/office/drawing/2014/main" id="{9CE5C272-61F0-CF8A-70F1-AA2F24CF1A12}"/>
              </a:ext>
            </a:extLst>
          </p:cNvPr>
          <p:cNvGraphicFramePr>
            <a:graphicFrameLocks noChangeAspect="1"/>
          </p:cNvGraphicFramePr>
          <p:nvPr/>
        </p:nvGraphicFramePr>
        <p:xfrm>
          <a:off x="8256588" y="4076700"/>
          <a:ext cx="2233612" cy="490538"/>
        </p:xfrm>
        <a:graphic>
          <a:graphicData uri="http://schemas.openxmlformats.org/presentationml/2006/ole">
            <mc:AlternateContent xmlns:mc="http://schemas.openxmlformats.org/markup-compatibility/2006">
              <mc:Choice xmlns:v="urn:schemas-microsoft-com:vml" Requires="v">
                <p:oleObj name="公式" r:id="rId6" imgW="19596100" imgH="5270500" progId="Equation.3">
                  <p:embed/>
                </p:oleObj>
              </mc:Choice>
              <mc:Fallback>
                <p:oleObj name="公式" r:id="rId6" imgW="19596100" imgH="5270500" progId="Equation.3">
                  <p:embed/>
                  <p:pic>
                    <p:nvPicPr>
                      <p:cNvPr id="458762" name="Object 10">
                        <a:extLst>
                          <a:ext uri="{FF2B5EF4-FFF2-40B4-BE49-F238E27FC236}">
                            <a16:creationId xmlns:a16="http://schemas.microsoft.com/office/drawing/2014/main" id="{9CE5C272-61F0-CF8A-70F1-AA2F24CF1A1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56588" y="4076700"/>
                        <a:ext cx="2233612" cy="490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8763" name="Text Box 11">
            <a:extLst>
              <a:ext uri="{FF2B5EF4-FFF2-40B4-BE49-F238E27FC236}">
                <a16:creationId xmlns:a16="http://schemas.microsoft.com/office/drawing/2014/main" id="{927F9775-BF43-F79C-CC41-A8C404A01FE7}"/>
              </a:ext>
            </a:extLst>
          </p:cNvPr>
          <p:cNvSpPr txBox="1">
            <a:spLocks noChangeArrowheads="1"/>
          </p:cNvSpPr>
          <p:nvPr/>
        </p:nvSpPr>
        <p:spPr bwMode="auto">
          <a:xfrm>
            <a:off x="4224338" y="836614"/>
            <a:ext cx="3516312" cy="579437"/>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3200" b="1">
                <a:solidFill>
                  <a:srgbClr val="0000FF"/>
                </a:solidFill>
                <a:latin typeface="Times New Roman" panose="02020603050405020304" pitchFamily="18" charset="0"/>
                <a:ea typeface="楷体_GB2312" pitchFamily="49" charset="-122"/>
              </a:rPr>
              <a:t>T </a:t>
            </a:r>
            <a:r>
              <a:rPr kumimoji="1" lang="zh-CN" altLang="en-US" sz="3200" b="1">
                <a:solidFill>
                  <a:srgbClr val="0000FF"/>
                </a:solidFill>
                <a:latin typeface="Times New Roman" panose="02020603050405020304" pitchFamily="18" charset="0"/>
                <a:ea typeface="楷体_GB2312" pitchFamily="49" charset="-122"/>
              </a:rPr>
              <a:t>检验法 </a:t>
            </a:r>
            <a:r>
              <a:rPr kumimoji="1" lang="en-US" altLang="zh-CN" sz="3200" b="1">
                <a:solidFill>
                  <a:srgbClr val="0000FF"/>
                </a:solidFill>
                <a:latin typeface="Times New Roman" panose="02020603050405020304" pitchFamily="18" charset="0"/>
                <a:ea typeface="楷体_GB2312" pitchFamily="49" charset="-122"/>
              </a:rPr>
              <a:t>(</a:t>
            </a:r>
            <a:r>
              <a:rPr kumimoji="1" lang="en-US" altLang="zh-CN" sz="3200" b="1" i="1">
                <a:solidFill>
                  <a:srgbClr val="0000FF"/>
                </a:solidFill>
                <a:latin typeface="Times New Roman" panose="02020603050405020304" pitchFamily="18" charset="0"/>
                <a:ea typeface="楷体_GB2312" pitchFamily="49" charset="-122"/>
                <a:sym typeface="Symbol" pitchFamily="2" charset="2"/>
              </a:rPr>
              <a:t> </a:t>
            </a:r>
            <a:r>
              <a:rPr kumimoji="1" lang="en-US" altLang="zh-CN" sz="3200" b="1" baseline="30000">
                <a:solidFill>
                  <a:srgbClr val="0000FF"/>
                </a:solidFill>
                <a:latin typeface="Times New Roman" panose="02020603050405020304" pitchFamily="18" charset="0"/>
                <a:ea typeface="楷体_GB2312" pitchFamily="49" charset="-122"/>
                <a:sym typeface="Symbol" pitchFamily="2" charset="2"/>
              </a:rPr>
              <a:t>2 </a:t>
            </a:r>
            <a:r>
              <a:rPr kumimoji="1" lang="zh-CN" altLang="en-US" sz="3200" b="1">
                <a:solidFill>
                  <a:srgbClr val="0000FF"/>
                </a:solidFill>
                <a:latin typeface="Times New Roman" panose="02020603050405020304" pitchFamily="18" charset="0"/>
                <a:ea typeface="楷体_GB2312" pitchFamily="49" charset="-122"/>
                <a:sym typeface="Symbol" pitchFamily="2" charset="2"/>
              </a:rPr>
              <a:t>未知</a:t>
            </a:r>
            <a:r>
              <a:rPr kumimoji="1" lang="en-US" altLang="zh-CN" sz="3200" b="1">
                <a:solidFill>
                  <a:srgbClr val="0000FF"/>
                </a:solidFill>
                <a:latin typeface="Times New Roman" panose="02020603050405020304" pitchFamily="18" charset="0"/>
                <a:ea typeface="楷体_GB2312" pitchFamily="49" charset="-122"/>
                <a:sym typeface="Symbol" pitchFamily="2" charset="2"/>
              </a:rPr>
              <a:t>)</a:t>
            </a:r>
          </a:p>
        </p:txBody>
      </p:sp>
      <p:grpSp>
        <p:nvGrpSpPr>
          <p:cNvPr id="458764" name="Group 12">
            <a:extLst>
              <a:ext uri="{FF2B5EF4-FFF2-40B4-BE49-F238E27FC236}">
                <a16:creationId xmlns:a16="http://schemas.microsoft.com/office/drawing/2014/main" id="{DCD39A26-947E-F6B7-1640-FFB1F0902080}"/>
              </a:ext>
            </a:extLst>
          </p:cNvPr>
          <p:cNvGrpSpPr>
            <a:grpSpLocks/>
          </p:cNvGrpSpPr>
          <p:nvPr/>
        </p:nvGrpSpPr>
        <p:grpSpPr bwMode="auto">
          <a:xfrm>
            <a:off x="1524000" y="3789363"/>
            <a:ext cx="9144000" cy="0"/>
            <a:chOff x="0" y="2387"/>
            <a:chExt cx="5760" cy="0"/>
          </a:xfrm>
        </p:grpSpPr>
        <p:sp>
          <p:nvSpPr>
            <p:cNvPr id="458765" name="Line 13">
              <a:extLst>
                <a:ext uri="{FF2B5EF4-FFF2-40B4-BE49-F238E27FC236}">
                  <a16:creationId xmlns:a16="http://schemas.microsoft.com/office/drawing/2014/main" id="{3DAAEA75-E9DE-5B6D-1173-EE5B90CDE79E}"/>
                </a:ext>
              </a:extLst>
            </p:cNvPr>
            <p:cNvSpPr>
              <a:spLocks noChangeShapeType="1"/>
            </p:cNvSpPr>
            <p:nvPr/>
          </p:nvSpPr>
          <p:spPr bwMode="auto">
            <a:xfrm flipV="1">
              <a:off x="0" y="2387"/>
              <a:ext cx="278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8766" name="Line 14">
              <a:extLst>
                <a:ext uri="{FF2B5EF4-FFF2-40B4-BE49-F238E27FC236}">
                  <a16:creationId xmlns:a16="http://schemas.microsoft.com/office/drawing/2014/main" id="{E5A5302B-CC91-90E8-1F3C-E32564136C08}"/>
                </a:ext>
              </a:extLst>
            </p:cNvPr>
            <p:cNvSpPr>
              <a:spLocks noChangeShapeType="1"/>
            </p:cNvSpPr>
            <p:nvPr/>
          </p:nvSpPr>
          <p:spPr bwMode="auto">
            <a:xfrm>
              <a:off x="4150" y="2387"/>
              <a:ext cx="161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nvGrpSpPr>
          <p:cNvPr id="458767" name="Group 15">
            <a:extLst>
              <a:ext uri="{FF2B5EF4-FFF2-40B4-BE49-F238E27FC236}">
                <a16:creationId xmlns:a16="http://schemas.microsoft.com/office/drawing/2014/main" id="{D7F4F383-53E4-26B6-41F2-751B3369CAFA}"/>
              </a:ext>
            </a:extLst>
          </p:cNvPr>
          <p:cNvGrpSpPr>
            <a:grpSpLocks/>
          </p:cNvGrpSpPr>
          <p:nvPr/>
        </p:nvGrpSpPr>
        <p:grpSpPr bwMode="auto">
          <a:xfrm>
            <a:off x="2640014" y="4868864"/>
            <a:ext cx="8027987" cy="73025"/>
            <a:chOff x="703" y="3067"/>
            <a:chExt cx="5057" cy="46"/>
          </a:xfrm>
        </p:grpSpPr>
        <p:sp>
          <p:nvSpPr>
            <p:cNvPr id="458768" name="Line 16">
              <a:extLst>
                <a:ext uri="{FF2B5EF4-FFF2-40B4-BE49-F238E27FC236}">
                  <a16:creationId xmlns:a16="http://schemas.microsoft.com/office/drawing/2014/main" id="{B900CF58-6322-094B-E700-DE1F2ECE9D7A}"/>
                </a:ext>
              </a:extLst>
            </p:cNvPr>
            <p:cNvSpPr>
              <a:spLocks noChangeShapeType="1"/>
            </p:cNvSpPr>
            <p:nvPr/>
          </p:nvSpPr>
          <p:spPr bwMode="auto">
            <a:xfrm>
              <a:off x="703" y="3067"/>
              <a:ext cx="20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8769" name="Line 17">
              <a:extLst>
                <a:ext uri="{FF2B5EF4-FFF2-40B4-BE49-F238E27FC236}">
                  <a16:creationId xmlns:a16="http://schemas.microsoft.com/office/drawing/2014/main" id="{CCE20765-6076-54DB-DFC8-40A8F99B3516}"/>
                </a:ext>
              </a:extLst>
            </p:cNvPr>
            <p:cNvSpPr>
              <a:spLocks noChangeShapeType="1"/>
            </p:cNvSpPr>
            <p:nvPr/>
          </p:nvSpPr>
          <p:spPr bwMode="auto">
            <a:xfrm flipV="1">
              <a:off x="4150" y="3112"/>
              <a:ext cx="161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58770" name="Line 18">
            <a:extLst>
              <a:ext uri="{FF2B5EF4-FFF2-40B4-BE49-F238E27FC236}">
                <a16:creationId xmlns:a16="http://schemas.microsoft.com/office/drawing/2014/main" id="{4E087AC8-9E06-A893-95EC-2930EF691CA0}"/>
              </a:ext>
            </a:extLst>
          </p:cNvPr>
          <p:cNvSpPr>
            <a:spLocks noChangeShapeType="1"/>
          </p:cNvSpPr>
          <p:nvPr/>
        </p:nvSpPr>
        <p:spPr bwMode="auto">
          <a:xfrm>
            <a:off x="1524000" y="594836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58771" name="Object 19">
            <a:extLst>
              <a:ext uri="{FF2B5EF4-FFF2-40B4-BE49-F238E27FC236}">
                <a16:creationId xmlns:a16="http://schemas.microsoft.com/office/drawing/2014/main" id="{D7AF3ABA-1519-6AF5-138F-881FDCF1C37A}"/>
              </a:ext>
            </a:extLst>
          </p:cNvPr>
          <p:cNvGraphicFramePr>
            <a:graphicFrameLocks noChangeAspect="1"/>
          </p:cNvGraphicFramePr>
          <p:nvPr/>
        </p:nvGraphicFramePr>
        <p:xfrm>
          <a:off x="6096001" y="3500439"/>
          <a:ext cx="1687513" cy="1017587"/>
        </p:xfrm>
        <a:graphic>
          <a:graphicData uri="http://schemas.openxmlformats.org/presentationml/2006/ole">
            <mc:AlternateContent xmlns:mc="http://schemas.openxmlformats.org/markup-compatibility/2006">
              <mc:Choice xmlns:v="urn:schemas-microsoft-com:vml" Requires="v">
                <p:oleObj name="公式" r:id="rId8" imgW="18135600" imgH="10236200" progId="Equation.3">
                  <p:embed/>
                </p:oleObj>
              </mc:Choice>
              <mc:Fallback>
                <p:oleObj name="公式" r:id="rId8" imgW="18135600" imgH="10236200" progId="Equation.3">
                  <p:embed/>
                  <p:pic>
                    <p:nvPicPr>
                      <p:cNvPr id="458771" name="Object 19">
                        <a:extLst>
                          <a:ext uri="{FF2B5EF4-FFF2-40B4-BE49-F238E27FC236}">
                            <a16:creationId xmlns:a16="http://schemas.microsoft.com/office/drawing/2014/main" id="{D7AF3ABA-1519-6AF5-138F-881FDCF1C37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96001" y="3500439"/>
                        <a:ext cx="1687513" cy="1017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58772" name="Group 20">
            <a:extLst>
              <a:ext uri="{FF2B5EF4-FFF2-40B4-BE49-F238E27FC236}">
                <a16:creationId xmlns:a16="http://schemas.microsoft.com/office/drawing/2014/main" id="{A1C0875E-45C6-C5F3-8315-18230C813DDD}"/>
              </a:ext>
            </a:extLst>
          </p:cNvPr>
          <p:cNvGrpSpPr>
            <a:grpSpLocks/>
          </p:cNvGrpSpPr>
          <p:nvPr/>
        </p:nvGrpSpPr>
        <p:grpSpPr bwMode="auto">
          <a:xfrm>
            <a:off x="1524000" y="1484313"/>
            <a:ext cx="9144000" cy="4464050"/>
            <a:chOff x="0" y="935"/>
            <a:chExt cx="5760" cy="2812"/>
          </a:xfrm>
        </p:grpSpPr>
        <p:sp>
          <p:nvSpPr>
            <p:cNvPr id="458773" name="Line 21">
              <a:extLst>
                <a:ext uri="{FF2B5EF4-FFF2-40B4-BE49-F238E27FC236}">
                  <a16:creationId xmlns:a16="http://schemas.microsoft.com/office/drawing/2014/main" id="{3177FA1B-BA86-66EE-61B8-915B3DD3CDDA}"/>
                </a:ext>
              </a:extLst>
            </p:cNvPr>
            <p:cNvSpPr>
              <a:spLocks noChangeShapeType="1"/>
            </p:cNvSpPr>
            <p:nvPr/>
          </p:nvSpPr>
          <p:spPr bwMode="auto">
            <a:xfrm>
              <a:off x="0" y="1616"/>
              <a:ext cx="57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58774" name="Group 22">
              <a:extLst>
                <a:ext uri="{FF2B5EF4-FFF2-40B4-BE49-F238E27FC236}">
                  <a16:creationId xmlns:a16="http://schemas.microsoft.com/office/drawing/2014/main" id="{3B925247-4453-2A74-B73C-29DD03C872F5}"/>
                </a:ext>
              </a:extLst>
            </p:cNvPr>
            <p:cNvGrpSpPr>
              <a:grpSpLocks/>
            </p:cNvGrpSpPr>
            <p:nvPr/>
          </p:nvGrpSpPr>
          <p:grpSpPr bwMode="auto">
            <a:xfrm>
              <a:off x="0" y="935"/>
              <a:ext cx="5760" cy="2812"/>
              <a:chOff x="0" y="935"/>
              <a:chExt cx="5760" cy="2812"/>
            </a:xfrm>
          </p:grpSpPr>
          <p:sp>
            <p:nvSpPr>
              <p:cNvPr id="458775" name="Line 23">
                <a:extLst>
                  <a:ext uri="{FF2B5EF4-FFF2-40B4-BE49-F238E27FC236}">
                    <a16:creationId xmlns:a16="http://schemas.microsoft.com/office/drawing/2014/main" id="{7C2111A5-C639-9706-0A88-53315F0AAE30}"/>
                  </a:ext>
                </a:extLst>
              </p:cNvPr>
              <p:cNvSpPr>
                <a:spLocks noChangeShapeType="1"/>
              </p:cNvSpPr>
              <p:nvPr/>
            </p:nvSpPr>
            <p:spPr bwMode="auto">
              <a:xfrm flipH="1">
                <a:off x="1655" y="935"/>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8776" name="Line 24">
                <a:extLst>
                  <a:ext uri="{FF2B5EF4-FFF2-40B4-BE49-F238E27FC236}">
                    <a16:creationId xmlns:a16="http://schemas.microsoft.com/office/drawing/2014/main" id="{3DCBC626-E2E4-7931-4AF5-7A441431FC3B}"/>
                  </a:ext>
                </a:extLst>
              </p:cNvPr>
              <p:cNvSpPr>
                <a:spLocks noChangeShapeType="1"/>
              </p:cNvSpPr>
              <p:nvPr/>
            </p:nvSpPr>
            <p:spPr bwMode="auto">
              <a:xfrm>
                <a:off x="2789" y="935"/>
                <a:ext cx="8" cy="280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8777" name="Line 25">
                <a:extLst>
                  <a:ext uri="{FF2B5EF4-FFF2-40B4-BE49-F238E27FC236}">
                    <a16:creationId xmlns:a16="http://schemas.microsoft.com/office/drawing/2014/main" id="{7329156D-3480-F038-CFB5-324E7597C5B4}"/>
                  </a:ext>
                </a:extLst>
              </p:cNvPr>
              <p:cNvSpPr>
                <a:spLocks noChangeShapeType="1"/>
              </p:cNvSpPr>
              <p:nvPr/>
            </p:nvSpPr>
            <p:spPr bwMode="auto">
              <a:xfrm>
                <a:off x="4150" y="935"/>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8778" name="Text Box 26">
                <a:extLst>
                  <a:ext uri="{FF2B5EF4-FFF2-40B4-BE49-F238E27FC236}">
                    <a16:creationId xmlns:a16="http://schemas.microsoft.com/office/drawing/2014/main" id="{30C3E725-F864-572D-491B-691244CD9CB1}"/>
                  </a:ext>
                </a:extLst>
              </p:cNvPr>
              <p:cNvSpPr txBox="1">
                <a:spLocks noChangeArrowheads="1"/>
              </p:cNvSpPr>
              <p:nvPr/>
            </p:nvSpPr>
            <p:spPr bwMode="auto">
              <a:xfrm>
                <a:off x="793" y="981"/>
                <a:ext cx="791"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a:p>
                <a:pPr fontAlgn="base">
                  <a:spcBef>
                    <a:spcPct val="0"/>
                  </a:spcBef>
                  <a:spcAft>
                    <a:spcPct val="0"/>
                  </a:spcAft>
                </a:pP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8779" name="Text Box 27">
                <a:extLst>
                  <a:ext uri="{FF2B5EF4-FFF2-40B4-BE49-F238E27FC236}">
                    <a16:creationId xmlns:a16="http://schemas.microsoft.com/office/drawing/2014/main" id="{2B1EF7C6-FC80-7B91-A8DD-CFF6E7FB0EEC}"/>
                  </a:ext>
                </a:extLst>
              </p:cNvPr>
              <p:cNvSpPr txBox="1">
                <a:spLocks noChangeArrowheads="1"/>
              </p:cNvSpPr>
              <p:nvPr/>
            </p:nvSpPr>
            <p:spPr bwMode="auto">
              <a:xfrm>
                <a:off x="1746" y="981"/>
                <a:ext cx="101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8780" name="Text Box 28">
                <a:extLst>
                  <a:ext uri="{FF2B5EF4-FFF2-40B4-BE49-F238E27FC236}">
                    <a16:creationId xmlns:a16="http://schemas.microsoft.com/office/drawing/2014/main" id="{C0BA095C-9A0A-A106-21F4-BE60D260DD1E}"/>
                  </a:ext>
                </a:extLst>
              </p:cNvPr>
              <p:cNvSpPr txBox="1">
                <a:spLocks noChangeArrowheads="1"/>
              </p:cNvSpPr>
              <p:nvPr/>
            </p:nvSpPr>
            <p:spPr bwMode="auto">
              <a:xfrm>
                <a:off x="2880" y="1117"/>
                <a:ext cx="1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58781" name="Text Box 29">
                <a:extLst>
                  <a:ext uri="{FF2B5EF4-FFF2-40B4-BE49-F238E27FC236}">
                    <a16:creationId xmlns:a16="http://schemas.microsoft.com/office/drawing/2014/main" id="{0797F74F-C2C9-6DBD-93F1-131FE741EF16}"/>
                  </a:ext>
                </a:extLst>
              </p:cNvPr>
              <p:cNvSpPr txBox="1">
                <a:spLocks noChangeArrowheads="1"/>
              </p:cNvSpPr>
              <p:nvPr/>
            </p:nvSpPr>
            <p:spPr bwMode="auto">
              <a:xfrm>
                <a:off x="4422" y="1117"/>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58782" name="Line 30">
                <a:extLst>
                  <a:ext uri="{FF2B5EF4-FFF2-40B4-BE49-F238E27FC236}">
                    <a16:creationId xmlns:a16="http://schemas.microsoft.com/office/drawing/2014/main" id="{390E2B67-ABD7-29C6-9D87-CE8DD79538D3}"/>
                  </a:ext>
                </a:extLst>
              </p:cNvPr>
              <p:cNvSpPr>
                <a:spLocks noChangeShapeType="1"/>
              </p:cNvSpPr>
              <p:nvPr/>
            </p:nvSpPr>
            <p:spPr bwMode="auto">
              <a:xfrm flipV="1">
                <a:off x="0" y="935"/>
                <a:ext cx="57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8783" name="Line 31">
                <a:extLst>
                  <a:ext uri="{FF2B5EF4-FFF2-40B4-BE49-F238E27FC236}">
                    <a16:creationId xmlns:a16="http://schemas.microsoft.com/office/drawing/2014/main" id="{972A74DC-D6B4-F0C4-20CE-89DEECC6A28D}"/>
                  </a:ext>
                </a:extLst>
              </p:cNvPr>
              <p:cNvSpPr>
                <a:spLocks noChangeShapeType="1"/>
              </p:cNvSpPr>
              <p:nvPr/>
            </p:nvSpPr>
            <p:spPr bwMode="auto">
              <a:xfrm flipH="1">
                <a:off x="703" y="935"/>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8784" name="Text Box 32">
                <a:extLst>
                  <a:ext uri="{FF2B5EF4-FFF2-40B4-BE49-F238E27FC236}">
                    <a16:creationId xmlns:a16="http://schemas.microsoft.com/office/drawing/2014/main" id="{E2C9937E-8A29-A492-4E0F-87F9C0964010}"/>
                  </a:ext>
                </a:extLst>
              </p:cNvPr>
              <p:cNvSpPr txBox="1">
                <a:spLocks noChangeArrowheads="1"/>
              </p:cNvSpPr>
              <p:nvPr/>
            </p:nvSpPr>
            <p:spPr bwMode="auto">
              <a:xfrm>
                <a:off x="0" y="1071"/>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类型</a:t>
                </a:r>
              </a:p>
            </p:txBody>
          </p:sp>
        </p:grpSp>
      </p:grpSp>
      <p:sp>
        <p:nvSpPr>
          <p:cNvPr id="458785" name="Text Box 33">
            <a:extLst>
              <a:ext uri="{FF2B5EF4-FFF2-40B4-BE49-F238E27FC236}">
                <a16:creationId xmlns:a16="http://schemas.microsoft.com/office/drawing/2014/main" id="{560ED51A-54B3-50AC-C3A4-42510BB0490C}"/>
              </a:ext>
            </a:extLst>
          </p:cNvPr>
          <p:cNvSpPr txBox="1">
            <a:spLocks noChangeArrowheads="1"/>
          </p:cNvSpPr>
          <p:nvPr/>
        </p:nvSpPr>
        <p:spPr bwMode="auto">
          <a:xfrm>
            <a:off x="1524001" y="2708275"/>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双边检验</a:t>
            </a:r>
          </a:p>
        </p:txBody>
      </p:sp>
      <p:sp>
        <p:nvSpPr>
          <p:cNvPr id="458786" name="Text Box 34">
            <a:extLst>
              <a:ext uri="{FF2B5EF4-FFF2-40B4-BE49-F238E27FC236}">
                <a16:creationId xmlns:a16="http://schemas.microsoft.com/office/drawing/2014/main" id="{2E3D24A6-5625-A295-C860-82B6D6EBF7A5}"/>
              </a:ext>
            </a:extLst>
          </p:cNvPr>
          <p:cNvSpPr txBox="1">
            <a:spLocks noChangeArrowheads="1"/>
          </p:cNvSpPr>
          <p:nvPr/>
        </p:nvSpPr>
        <p:spPr bwMode="auto">
          <a:xfrm>
            <a:off x="1524001" y="4292600"/>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单边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grpSp>
        <p:nvGrpSpPr>
          <p:cNvPr id="458787" name="Group 35">
            <a:extLst>
              <a:ext uri="{FF2B5EF4-FFF2-40B4-BE49-F238E27FC236}">
                <a16:creationId xmlns:a16="http://schemas.microsoft.com/office/drawing/2014/main" id="{E0BAA0F3-C1F3-C43C-1E2F-A4E3A182ABA1}"/>
              </a:ext>
            </a:extLst>
          </p:cNvPr>
          <p:cNvGrpSpPr>
            <a:grpSpLocks/>
          </p:cNvGrpSpPr>
          <p:nvPr/>
        </p:nvGrpSpPr>
        <p:grpSpPr bwMode="auto">
          <a:xfrm>
            <a:off x="1524001" y="188914"/>
            <a:ext cx="8353425" cy="579437"/>
            <a:chOff x="0" y="164"/>
            <a:chExt cx="5262" cy="365"/>
          </a:xfrm>
        </p:grpSpPr>
        <p:sp>
          <p:nvSpPr>
            <p:cNvPr id="458788" name="Rectangle 36">
              <a:extLst>
                <a:ext uri="{FF2B5EF4-FFF2-40B4-BE49-F238E27FC236}">
                  <a16:creationId xmlns:a16="http://schemas.microsoft.com/office/drawing/2014/main" id="{BFB0E7CD-A485-D204-A68C-5EB821652924}"/>
                </a:ext>
              </a:extLst>
            </p:cNvPr>
            <p:cNvSpPr>
              <a:spLocks noChangeArrowheads="1"/>
            </p:cNvSpPr>
            <p:nvPr/>
          </p:nvSpPr>
          <p:spPr bwMode="auto">
            <a:xfrm>
              <a:off x="0" y="164"/>
              <a:ext cx="526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2</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  未知时，总体均值 </a:t>
              </a:r>
              <a:r>
                <a:rPr kumimoji="1" lang="el-GR" altLang="zh-CN" sz="3200" b="1" i="1">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μ</a:t>
              </a:r>
              <a:r>
                <a:rPr kumimoji="1" lang="en-US" altLang="zh-CN" sz="3200" b="1" i="1">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的假设检验</a:t>
              </a:r>
            </a:p>
          </p:txBody>
        </p:sp>
        <p:graphicFrame>
          <p:nvGraphicFramePr>
            <p:cNvPr id="458789" name="Object 37">
              <a:extLst>
                <a:ext uri="{FF2B5EF4-FFF2-40B4-BE49-F238E27FC236}">
                  <a16:creationId xmlns:a16="http://schemas.microsoft.com/office/drawing/2014/main" id="{B6F763BE-3835-8B82-33B0-75F11CF66EE3}"/>
                </a:ext>
              </a:extLst>
            </p:cNvPr>
            <p:cNvGraphicFramePr>
              <a:graphicFrameLocks noChangeAspect="1"/>
            </p:cNvGraphicFramePr>
            <p:nvPr/>
          </p:nvGraphicFramePr>
          <p:xfrm>
            <a:off x="340" y="164"/>
            <a:ext cx="276" cy="339"/>
          </p:xfrm>
          <a:graphic>
            <a:graphicData uri="http://schemas.openxmlformats.org/presentationml/2006/ole">
              <mc:AlternateContent xmlns:mc="http://schemas.openxmlformats.org/markup-compatibility/2006">
                <mc:Choice xmlns:v="urn:schemas-microsoft-com:vml" Requires="v">
                  <p:oleObj name="公式" r:id="rId10" imgW="4394200" imgH="4686300" progId="Equation.3">
                    <p:embed/>
                  </p:oleObj>
                </mc:Choice>
                <mc:Fallback>
                  <p:oleObj name="公式" r:id="rId10" imgW="4394200" imgH="4686300" progId="Equation.3">
                    <p:embed/>
                    <p:pic>
                      <p:nvPicPr>
                        <p:cNvPr id="458789" name="Object 37">
                          <a:extLst>
                            <a:ext uri="{FF2B5EF4-FFF2-40B4-BE49-F238E27FC236}">
                              <a16:creationId xmlns:a16="http://schemas.microsoft.com/office/drawing/2014/main" id="{B6F763BE-3835-8B82-33B0-75F11CF66EE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0" y="164"/>
                          <a:ext cx="276" cy="3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58787"/>
                                        </p:tgtEl>
                                        <p:attrNameLst>
                                          <p:attrName>style.visibility</p:attrName>
                                        </p:attrNameLst>
                                      </p:cBhvr>
                                      <p:to>
                                        <p:strVal val="visible"/>
                                      </p:to>
                                    </p:set>
                                    <p:animEffect transition="in" filter="wipe(left)">
                                      <p:cBhvr>
                                        <p:cTn id="7" dur="1000"/>
                                        <p:tgtEl>
                                          <p:spTgt spid="4587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58763"/>
                                        </p:tgtEl>
                                        <p:attrNameLst>
                                          <p:attrName>style.visibility</p:attrName>
                                        </p:attrNameLst>
                                      </p:cBhvr>
                                      <p:to>
                                        <p:strVal val="visible"/>
                                      </p:to>
                                    </p:set>
                                    <p:animEffect transition="in" filter="wipe(up)">
                                      <p:cBhvr>
                                        <p:cTn id="12" dur="1000"/>
                                        <p:tgtEl>
                                          <p:spTgt spid="4587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58772"/>
                                        </p:tgtEl>
                                        <p:attrNameLst>
                                          <p:attrName>style.visibility</p:attrName>
                                        </p:attrNameLst>
                                      </p:cBhvr>
                                      <p:to>
                                        <p:strVal val="visible"/>
                                      </p:to>
                                    </p:set>
                                    <p:animEffect transition="in" filter="wipe(up)">
                                      <p:cBhvr>
                                        <p:cTn id="17" dur="1000"/>
                                        <p:tgtEl>
                                          <p:spTgt spid="4587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58785">
                                            <p:txEl>
                                              <p:pRg st="0" end="0"/>
                                            </p:txEl>
                                          </p:spTgt>
                                        </p:tgtEl>
                                        <p:attrNameLst>
                                          <p:attrName>style.visibility</p:attrName>
                                        </p:attrNameLst>
                                      </p:cBhvr>
                                      <p:to>
                                        <p:strVal val="visible"/>
                                      </p:to>
                                    </p:set>
                                    <p:animEffect transition="in" filter="wipe(up)">
                                      <p:cBhvr>
                                        <p:cTn id="22" dur="1000"/>
                                        <p:tgtEl>
                                          <p:spTgt spid="458785">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58754"/>
                                        </p:tgtEl>
                                        <p:attrNameLst>
                                          <p:attrName>style.visibility</p:attrName>
                                        </p:attrNameLst>
                                      </p:cBhvr>
                                      <p:to>
                                        <p:strVal val="visible"/>
                                      </p:to>
                                    </p:set>
                                    <p:animEffect transition="in" filter="wipe(up)">
                                      <p:cBhvr>
                                        <p:cTn id="27" dur="500"/>
                                        <p:tgtEl>
                                          <p:spTgt spid="45875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58755"/>
                                        </p:tgtEl>
                                        <p:attrNameLst>
                                          <p:attrName>style.visibility</p:attrName>
                                        </p:attrNameLst>
                                      </p:cBhvr>
                                      <p:to>
                                        <p:strVal val="visible"/>
                                      </p:to>
                                    </p:set>
                                    <p:animEffect transition="in" filter="wipe(up)">
                                      <p:cBhvr>
                                        <p:cTn id="32" dur="500"/>
                                        <p:tgtEl>
                                          <p:spTgt spid="45875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58771"/>
                                        </p:tgtEl>
                                        <p:attrNameLst>
                                          <p:attrName>style.visibility</p:attrName>
                                        </p:attrNameLst>
                                      </p:cBhvr>
                                      <p:to>
                                        <p:strVal val="visible"/>
                                      </p:to>
                                    </p:set>
                                    <p:animEffect transition="in" filter="wipe(left)">
                                      <p:cBhvr>
                                        <p:cTn id="37" dur="1000"/>
                                        <p:tgtEl>
                                          <p:spTgt spid="45877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458760"/>
                                        </p:tgtEl>
                                        <p:attrNameLst>
                                          <p:attrName>style.visibility</p:attrName>
                                        </p:attrNameLst>
                                      </p:cBhvr>
                                      <p:to>
                                        <p:strVal val="visible"/>
                                      </p:to>
                                    </p:set>
                                    <p:animEffect transition="in" filter="wipe(up)">
                                      <p:cBhvr>
                                        <p:cTn id="42" dur="500"/>
                                        <p:tgtEl>
                                          <p:spTgt spid="458760"/>
                                        </p:tgtEl>
                                      </p:cBhvr>
                                    </p:animEffect>
                                  </p:childTnLst>
                                </p:cTn>
                              </p:par>
                            </p:childTnLst>
                          </p:cTn>
                        </p:par>
                        <p:par>
                          <p:cTn id="43" fill="hold" nodeType="afterGroup">
                            <p:stCondLst>
                              <p:cond delay="500"/>
                            </p:stCondLst>
                            <p:childTnLst>
                              <p:par>
                                <p:cTn id="44" presetID="22" presetClass="entr" presetSubtype="8" fill="hold" nodeType="afterEffect">
                                  <p:stCondLst>
                                    <p:cond delay="0"/>
                                  </p:stCondLst>
                                  <p:childTnLst>
                                    <p:set>
                                      <p:cBhvr>
                                        <p:cTn id="45" dur="1" fill="hold">
                                          <p:stCondLst>
                                            <p:cond delay="0"/>
                                          </p:stCondLst>
                                        </p:cTn>
                                        <p:tgtEl>
                                          <p:spTgt spid="458764"/>
                                        </p:tgtEl>
                                        <p:attrNameLst>
                                          <p:attrName>style.visibility</p:attrName>
                                        </p:attrNameLst>
                                      </p:cBhvr>
                                      <p:to>
                                        <p:strVal val="visible"/>
                                      </p:to>
                                    </p:set>
                                    <p:animEffect transition="in" filter="wipe(left)">
                                      <p:cBhvr>
                                        <p:cTn id="46" dur="1000"/>
                                        <p:tgtEl>
                                          <p:spTgt spid="45876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58786"/>
                                        </p:tgtEl>
                                        <p:attrNameLst>
                                          <p:attrName>style.visibility</p:attrName>
                                        </p:attrNameLst>
                                      </p:cBhvr>
                                      <p:to>
                                        <p:strVal val="visible"/>
                                      </p:to>
                                    </p:set>
                                    <p:animEffect transition="in" filter="wipe(up)">
                                      <p:cBhvr>
                                        <p:cTn id="51" dur="1000"/>
                                        <p:tgtEl>
                                          <p:spTgt spid="45878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458757"/>
                                        </p:tgtEl>
                                        <p:attrNameLst>
                                          <p:attrName>style.visibility</p:attrName>
                                        </p:attrNameLst>
                                      </p:cBhvr>
                                      <p:to>
                                        <p:strVal val="visible"/>
                                      </p:to>
                                    </p:set>
                                    <p:animEffect transition="in" filter="wipe(up)">
                                      <p:cBhvr>
                                        <p:cTn id="56" dur="500"/>
                                        <p:tgtEl>
                                          <p:spTgt spid="45875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458759"/>
                                        </p:tgtEl>
                                        <p:attrNameLst>
                                          <p:attrName>style.visibility</p:attrName>
                                        </p:attrNameLst>
                                      </p:cBhvr>
                                      <p:to>
                                        <p:strVal val="visible"/>
                                      </p:to>
                                    </p:set>
                                    <p:animEffect transition="in" filter="wipe(up)">
                                      <p:cBhvr>
                                        <p:cTn id="61" dur="500"/>
                                        <p:tgtEl>
                                          <p:spTgt spid="458759"/>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1" fill="hold" nodeType="clickEffect">
                                  <p:stCondLst>
                                    <p:cond delay="0"/>
                                  </p:stCondLst>
                                  <p:childTnLst>
                                    <p:set>
                                      <p:cBhvr>
                                        <p:cTn id="65" dur="1" fill="hold">
                                          <p:stCondLst>
                                            <p:cond delay="0"/>
                                          </p:stCondLst>
                                        </p:cTn>
                                        <p:tgtEl>
                                          <p:spTgt spid="458762"/>
                                        </p:tgtEl>
                                        <p:attrNameLst>
                                          <p:attrName>style.visibility</p:attrName>
                                        </p:attrNameLst>
                                      </p:cBhvr>
                                      <p:to>
                                        <p:strVal val="visible"/>
                                      </p:to>
                                    </p:set>
                                    <p:animEffect transition="in" filter="wipe(up)">
                                      <p:cBhvr>
                                        <p:cTn id="66" dur="500"/>
                                        <p:tgtEl>
                                          <p:spTgt spid="458762"/>
                                        </p:tgtEl>
                                      </p:cBhvr>
                                    </p:animEffect>
                                  </p:childTnLst>
                                </p:cTn>
                              </p:par>
                            </p:childTnLst>
                          </p:cTn>
                        </p:par>
                        <p:par>
                          <p:cTn id="67" fill="hold" nodeType="afterGroup">
                            <p:stCondLst>
                              <p:cond delay="500"/>
                            </p:stCondLst>
                            <p:childTnLst>
                              <p:par>
                                <p:cTn id="68" presetID="22" presetClass="entr" presetSubtype="8" fill="hold" nodeType="afterEffect">
                                  <p:stCondLst>
                                    <p:cond delay="0"/>
                                  </p:stCondLst>
                                  <p:childTnLst>
                                    <p:set>
                                      <p:cBhvr>
                                        <p:cTn id="69" dur="1" fill="hold">
                                          <p:stCondLst>
                                            <p:cond delay="0"/>
                                          </p:stCondLst>
                                        </p:cTn>
                                        <p:tgtEl>
                                          <p:spTgt spid="458767"/>
                                        </p:tgtEl>
                                        <p:attrNameLst>
                                          <p:attrName>style.visibility</p:attrName>
                                        </p:attrNameLst>
                                      </p:cBhvr>
                                      <p:to>
                                        <p:strVal val="visible"/>
                                      </p:to>
                                    </p:set>
                                    <p:animEffect transition="in" filter="wipe(left)">
                                      <p:cBhvr>
                                        <p:cTn id="70" dur="500"/>
                                        <p:tgtEl>
                                          <p:spTgt spid="458767"/>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458756"/>
                                        </p:tgtEl>
                                        <p:attrNameLst>
                                          <p:attrName>style.visibility</p:attrName>
                                        </p:attrNameLst>
                                      </p:cBhvr>
                                      <p:to>
                                        <p:strVal val="visible"/>
                                      </p:to>
                                    </p:set>
                                    <p:animEffect transition="in" filter="wipe(up)">
                                      <p:cBhvr>
                                        <p:cTn id="75" dur="500"/>
                                        <p:tgtEl>
                                          <p:spTgt spid="458756"/>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458758"/>
                                        </p:tgtEl>
                                        <p:attrNameLst>
                                          <p:attrName>style.visibility</p:attrName>
                                        </p:attrNameLst>
                                      </p:cBhvr>
                                      <p:to>
                                        <p:strVal val="visible"/>
                                      </p:to>
                                    </p:set>
                                    <p:animEffect transition="in" filter="wipe(up)">
                                      <p:cBhvr>
                                        <p:cTn id="80" dur="500"/>
                                        <p:tgtEl>
                                          <p:spTgt spid="458758"/>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1" fill="hold" nodeType="clickEffect">
                                  <p:stCondLst>
                                    <p:cond delay="0"/>
                                  </p:stCondLst>
                                  <p:childTnLst>
                                    <p:set>
                                      <p:cBhvr>
                                        <p:cTn id="84" dur="1" fill="hold">
                                          <p:stCondLst>
                                            <p:cond delay="0"/>
                                          </p:stCondLst>
                                        </p:cTn>
                                        <p:tgtEl>
                                          <p:spTgt spid="458761"/>
                                        </p:tgtEl>
                                        <p:attrNameLst>
                                          <p:attrName>style.visibility</p:attrName>
                                        </p:attrNameLst>
                                      </p:cBhvr>
                                      <p:to>
                                        <p:strVal val="visible"/>
                                      </p:to>
                                    </p:set>
                                    <p:animEffect transition="in" filter="wipe(up)">
                                      <p:cBhvr>
                                        <p:cTn id="85" dur="500"/>
                                        <p:tgtEl>
                                          <p:spTgt spid="458761"/>
                                        </p:tgtEl>
                                      </p:cBhvr>
                                    </p:animEffect>
                                  </p:childTnLst>
                                </p:cTn>
                              </p:par>
                            </p:childTnLst>
                          </p:cTn>
                        </p:par>
                        <p:par>
                          <p:cTn id="86" fill="hold" nodeType="afterGroup">
                            <p:stCondLst>
                              <p:cond delay="500"/>
                            </p:stCondLst>
                            <p:childTnLst>
                              <p:par>
                                <p:cTn id="87" presetID="3" presetClass="entr" presetSubtype="10" fill="hold" nodeType="afterEffect">
                                  <p:stCondLst>
                                    <p:cond delay="0"/>
                                  </p:stCondLst>
                                  <p:childTnLst>
                                    <p:set>
                                      <p:cBhvr>
                                        <p:cTn id="88" dur="1" fill="hold">
                                          <p:stCondLst>
                                            <p:cond delay="0"/>
                                          </p:stCondLst>
                                        </p:cTn>
                                        <p:tgtEl>
                                          <p:spTgt spid="458770"/>
                                        </p:tgtEl>
                                        <p:attrNameLst>
                                          <p:attrName>style.visibility</p:attrName>
                                        </p:attrNameLst>
                                      </p:cBhvr>
                                      <p:to>
                                        <p:strVal val="visible"/>
                                      </p:to>
                                    </p:set>
                                    <p:animEffect transition="in" filter="blinds(horizontal)">
                                      <p:cBhvr>
                                        <p:cTn id="89" dur="500"/>
                                        <p:tgtEl>
                                          <p:spTgt spid="4587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754" grpId="0" autoUpdateAnimBg="0"/>
      <p:bldP spid="458755" grpId="0" autoUpdateAnimBg="0"/>
      <p:bldP spid="458756" grpId="0" autoUpdateAnimBg="0"/>
      <p:bldP spid="458757" grpId="0" autoUpdateAnimBg="0"/>
      <p:bldP spid="458758" grpId="0" autoUpdateAnimBg="0"/>
      <p:bldP spid="458759" grpId="0" autoUpdateAnimBg="0"/>
      <p:bldP spid="458763" grpId="0"/>
      <p:bldP spid="45878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a:extLst>
              <a:ext uri="{FF2B5EF4-FFF2-40B4-BE49-F238E27FC236}">
                <a16:creationId xmlns:a16="http://schemas.microsoft.com/office/drawing/2014/main" id="{69353EA6-063D-4671-06BC-79B837605B6B}"/>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59779" name="Object 3">
            <a:extLst>
              <a:ext uri="{FF2B5EF4-FFF2-40B4-BE49-F238E27FC236}">
                <a16:creationId xmlns:a16="http://schemas.microsoft.com/office/drawing/2014/main" id="{AFCDF142-A6EC-5D2B-47FC-4EDA2A0A7FDA}"/>
              </a:ext>
            </a:extLst>
          </p:cNvPr>
          <p:cNvGraphicFramePr>
            <a:graphicFrameLocks noChangeAspect="1"/>
          </p:cNvGraphicFramePr>
          <p:nvPr/>
        </p:nvGraphicFramePr>
        <p:xfrm>
          <a:off x="4367214" y="4106863"/>
          <a:ext cx="1584325" cy="944562"/>
        </p:xfrm>
        <a:graphic>
          <a:graphicData uri="http://schemas.openxmlformats.org/presentationml/2006/ole">
            <mc:AlternateContent xmlns:mc="http://schemas.openxmlformats.org/markup-compatibility/2006">
              <mc:Choice xmlns:v="urn:schemas-microsoft-com:vml" Requires="v">
                <p:oleObj name="公式" r:id="rId2" imgW="18135600" imgH="10820400" progId="Equation.3">
                  <p:embed/>
                </p:oleObj>
              </mc:Choice>
              <mc:Fallback>
                <p:oleObj name="公式" r:id="rId2" imgW="18135600" imgH="10820400" progId="Equation.3">
                  <p:embed/>
                  <p:pic>
                    <p:nvPicPr>
                      <p:cNvPr id="459779" name="Object 3">
                        <a:extLst>
                          <a:ext uri="{FF2B5EF4-FFF2-40B4-BE49-F238E27FC236}">
                            <a16:creationId xmlns:a16="http://schemas.microsoft.com/office/drawing/2014/main" id="{AFCDF142-A6EC-5D2B-47FC-4EDA2A0A7F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7214" y="4106863"/>
                        <a:ext cx="1584325" cy="944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9780" name="Rectangle 4">
            <a:extLst>
              <a:ext uri="{FF2B5EF4-FFF2-40B4-BE49-F238E27FC236}">
                <a16:creationId xmlns:a16="http://schemas.microsoft.com/office/drawing/2014/main" id="{596513C5-437A-A9A6-BC1E-F5D9D7C98AA9}"/>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9781" name="Rectangle 5">
            <a:extLst>
              <a:ext uri="{FF2B5EF4-FFF2-40B4-BE49-F238E27FC236}">
                <a16:creationId xmlns:a16="http://schemas.microsoft.com/office/drawing/2014/main" id="{F1D9D9BC-E8CA-1F5E-8012-96E786E7D55F}"/>
              </a:ext>
            </a:extLst>
          </p:cNvPr>
          <p:cNvSpPr>
            <a:spLocks noChangeArrowheads="1"/>
          </p:cNvSpPr>
          <p:nvPr/>
        </p:nvSpPr>
        <p:spPr bwMode="auto">
          <a:xfrm>
            <a:off x="1524001" y="2964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9782" name="Rectangle 6">
            <a:extLst>
              <a:ext uri="{FF2B5EF4-FFF2-40B4-BE49-F238E27FC236}">
                <a16:creationId xmlns:a16="http://schemas.microsoft.com/office/drawing/2014/main" id="{29760734-D638-22F1-4610-103208B3B67A}"/>
              </a:ext>
            </a:extLst>
          </p:cNvPr>
          <p:cNvSpPr>
            <a:spLocks noChangeArrowheads="1"/>
          </p:cNvSpPr>
          <p:nvPr/>
        </p:nvSpPr>
        <p:spPr bwMode="auto">
          <a:xfrm>
            <a:off x="1774825" y="404813"/>
            <a:ext cx="8642350" cy="2747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1</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设某次考试的考生的成绩服从正态分布，从中随机地抽取</a:t>
            </a:r>
            <a:r>
              <a:rPr kumimoji="1" lang="en-US" altLang="zh-CN" sz="2800" b="1">
                <a:solidFill>
                  <a:srgbClr val="007A77"/>
                </a:solidFill>
                <a:latin typeface="Times New Roman" panose="02020603050405020304" pitchFamily="18" charset="0"/>
                <a:ea typeface="楷体_GB2312" pitchFamily="49" charset="-122"/>
              </a:rPr>
              <a:t>36</a:t>
            </a:r>
            <a:r>
              <a:rPr kumimoji="1" lang="zh-CN" altLang="en-US" sz="2800" b="1">
                <a:solidFill>
                  <a:srgbClr val="007A77"/>
                </a:solidFill>
                <a:latin typeface="Times New Roman" panose="02020603050405020304" pitchFamily="18" charset="0"/>
                <a:ea typeface="楷体_GB2312" pitchFamily="49" charset="-122"/>
              </a:rPr>
              <a:t>位考生的成绩，算得平均成绩为</a:t>
            </a:r>
            <a:r>
              <a:rPr kumimoji="1" lang="en-US" altLang="zh-CN" sz="2800" b="1">
                <a:solidFill>
                  <a:srgbClr val="007A77"/>
                </a:solidFill>
                <a:latin typeface="Times New Roman" panose="02020603050405020304" pitchFamily="18" charset="0"/>
                <a:ea typeface="楷体_GB2312" pitchFamily="49" charset="-122"/>
              </a:rPr>
              <a:t>66.5</a:t>
            </a:r>
            <a:r>
              <a:rPr kumimoji="1" lang="zh-CN" altLang="en-US" sz="2800" b="1">
                <a:solidFill>
                  <a:srgbClr val="007A77"/>
                </a:solidFill>
                <a:latin typeface="Times New Roman" panose="02020603050405020304" pitchFamily="18" charset="0"/>
                <a:ea typeface="楷体_GB2312" pitchFamily="49" charset="-122"/>
              </a:rPr>
              <a:t>分，标准差为</a:t>
            </a:r>
            <a:r>
              <a:rPr kumimoji="1" lang="en-US" altLang="zh-CN" sz="2800" b="1">
                <a:solidFill>
                  <a:srgbClr val="007A77"/>
                </a:solidFill>
                <a:latin typeface="Times New Roman" panose="02020603050405020304" pitchFamily="18" charset="0"/>
                <a:ea typeface="楷体_GB2312" pitchFamily="49" charset="-122"/>
              </a:rPr>
              <a:t>15</a:t>
            </a:r>
            <a:r>
              <a:rPr kumimoji="1" lang="zh-CN" altLang="en-US" sz="2800" b="1">
                <a:solidFill>
                  <a:srgbClr val="007A77"/>
                </a:solidFill>
                <a:latin typeface="Times New Roman" panose="02020603050405020304" pitchFamily="18" charset="0"/>
                <a:ea typeface="楷体_GB2312" pitchFamily="49" charset="-122"/>
              </a:rPr>
              <a:t>分，问在显著性水平</a:t>
            </a:r>
            <a:r>
              <a:rPr kumimoji="1" lang="en-US" altLang="zh-CN" sz="2800" b="1">
                <a:solidFill>
                  <a:srgbClr val="007A77"/>
                </a:solidFill>
                <a:latin typeface="Times New Roman" panose="02020603050405020304" pitchFamily="18" charset="0"/>
                <a:ea typeface="楷体_GB2312" pitchFamily="49" charset="-122"/>
              </a:rPr>
              <a:t>0.05</a:t>
            </a:r>
            <a:r>
              <a:rPr kumimoji="1" lang="zh-CN" altLang="en-US" sz="2800" b="1">
                <a:solidFill>
                  <a:srgbClr val="007A77"/>
                </a:solidFill>
                <a:latin typeface="Times New Roman" panose="02020603050405020304" pitchFamily="18" charset="0"/>
                <a:ea typeface="楷体_GB2312" pitchFamily="49" charset="-122"/>
              </a:rPr>
              <a:t>下，是否可以认为在这次考试中全体考生的平均成绩为</a:t>
            </a:r>
            <a:r>
              <a:rPr kumimoji="1" lang="en-US" altLang="zh-CN" sz="2800" b="1">
                <a:solidFill>
                  <a:srgbClr val="007A77"/>
                </a:solidFill>
                <a:latin typeface="Times New Roman" panose="02020603050405020304" pitchFamily="18" charset="0"/>
                <a:ea typeface="楷体_GB2312" pitchFamily="49" charset="-122"/>
              </a:rPr>
              <a:t>70</a:t>
            </a:r>
            <a:r>
              <a:rPr kumimoji="1" lang="zh-CN" altLang="en-US" sz="2800" b="1">
                <a:solidFill>
                  <a:srgbClr val="007A77"/>
                </a:solidFill>
                <a:latin typeface="Times New Roman" panose="02020603050405020304" pitchFamily="18" charset="0"/>
                <a:ea typeface="楷体_GB2312" pitchFamily="49" charset="-122"/>
              </a:rPr>
              <a:t>分？</a:t>
            </a:r>
          </a:p>
        </p:txBody>
      </p:sp>
      <p:sp>
        <p:nvSpPr>
          <p:cNvPr id="459783" name="Text Box 7">
            <a:extLst>
              <a:ext uri="{FF2B5EF4-FFF2-40B4-BE49-F238E27FC236}">
                <a16:creationId xmlns:a16="http://schemas.microsoft.com/office/drawing/2014/main" id="{32433F2B-9AF9-4698-CDDF-E71B69E68A02}"/>
              </a:ext>
            </a:extLst>
          </p:cNvPr>
          <p:cNvSpPr txBox="1">
            <a:spLocks noChangeArrowheads="1"/>
          </p:cNvSpPr>
          <p:nvPr/>
        </p:nvSpPr>
        <p:spPr bwMode="auto">
          <a:xfrm>
            <a:off x="1992314" y="3357564"/>
            <a:ext cx="1152525" cy="579437"/>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endParaRPr kumimoji="1" lang="zh-CN" altLang="en-US" sz="3200" b="1">
              <a:solidFill>
                <a:srgbClr val="0000FF"/>
              </a:solidFill>
              <a:latin typeface="Times New Roman" panose="02020603050405020304" pitchFamily="18" charset="0"/>
              <a:ea typeface="楷体_GB2312" pitchFamily="49" charset="-122"/>
              <a:sym typeface="Symbol" pitchFamily="2" charset="2"/>
            </a:endParaRPr>
          </a:p>
        </p:txBody>
      </p:sp>
      <p:grpSp>
        <p:nvGrpSpPr>
          <p:cNvPr id="459784" name="Group 8">
            <a:extLst>
              <a:ext uri="{FF2B5EF4-FFF2-40B4-BE49-F238E27FC236}">
                <a16:creationId xmlns:a16="http://schemas.microsoft.com/office/drawing/2014/main" id="{84F8DEAB-DFBD-FE6F-13CA-6E9FA30DA188}"/>
              </a:ext>
            </a:extLst>
          </p:cNvPr>
          <p:cNvGrpSpPr>
            <a:grpSpLocks/>
          </p:cNvGrpSpPr>
          <p:nvPr/>
        </p:nvGrpSpPr>
        <p:grpSpPr bwMode="auto">
          <a:xfrm>
            <a:off x="2855913" y="3429000"/>
            <a:ext cx="3287712" cy="609600"/>
            <a:chOff x="113" y="119"/>
            <a:chExt cx="2071" cy="384"/>
          </a:xfrm>
        </p:grpSpPr>
        <p:graphicFrame>
          <p:nvGraphicFramePr>
            <p:cNvPr id="459785" name="Object 9">
              <a:extLst>
                <a:ext uri="{FF2B5EF4-FFF2-40B4-BE49-F238E27FC236}">
                  <a16:creationId xmlns:a16="http://schemas.microsoft.com/office/drawing/2014/main" id="{6736C5D4-6A88-48FC-4760-9EFCB07073B9}"/>
                </a:ext>
              </a:extLst>
            </p:cNvPr>
            <p:cNvGraphicFramePr>
              <a:graphicFrameLocks noChangeAspect="1"/>
            </p:cNvGraphicFramePr>
            <p:nvPr/>
          </p:nvGraphicFramePr>
          <p:xfrm>
            <a:off x="939" y="164"/>
            <a:ext cx="1245" cy="339"/>
          </p:xfrm>
          <a:graphic>
            <a:graphicData uri="http://schemas.openxmlformats.org/presentationml/2006/ole">
              <mc:AlternateContent xmlns:mc="http://schemas.openxmlformats.org/markup-compatibility/2006">
                <mc:Choice xmlns:v="urn:schemas-microsoft-com:vml" Requires="v">
                  <p:oleObj name="公式" r:id="rId4" imgW="19304000" imgH="5270500" progId="Equation.3">
                    <p:embed/>
                  </p:oleObj>
                </mc:Choice>
                <mc:Fallback>
                  <p:oleObj name="公式" r:id="rId4" imgW="19304000" imgH="5270500" progId="Equation.3">
                    <p:embed/>
                    <p:pic>
                      <p:nvPicPr>
                        <p:cNvPr id="459785" name="Object 9">
                          <a:extLst>
                            <a:ext uri="{FF2B5EF4-FFF2-40B4-BE49-F238E27FC236}">
                              <a16:creationId xmlns:a16="http://schemas.microsoft.com/office/drawing/2014/main" id="{6736C5D4-6A88-48FC-4760-9EFCB07073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9" y="164"/>
                          <a:ext cx="1245"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9786" name="Text Box 10">
              <a:extLst>
                <a:ext uri="{FF2B5EF4-FFF2-40B4-BE49-F238E27FC236}">
                  <a16:creationId xmlns:a16="http://schemas.microsoft.com/office/drawing/2014/main" id="{1BD3409C-B872-F407-C966-CC5E5290E901}"/>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59787" name="Group 11">
            <a:extLst>
              <a:ext uri="{FF2B5EF4-FFF2-40B4-BE49-F238E27FC236}">
                <a16:creationId xmlns:a16="http://schemas.microsoft.com/office/drawing/2014/main" id="{E4B6639A-CF02-9E34-22D6-A6B2DE85DD34}"/>
              </a:ext>
            </a:extLst>
          </p:cNvPr>
          <p:cNvGrpSpPr>
            <a:grpSpLocks/>
          </p:cNvGrpSpPr>
          <p:nvPr/>
        </p:nvGrpSpPr>
        <p:grpSpPr bwMode="auto">
          <a:xfrm>
            <a:off x="6527800" y="3429000"/>
            <a:ext cx="3411538" cy="579438"/>
            <a:chOff x="2154" y="119"/>
            <a:chExt cx="2149" cy="365"/>
          </a:xfrm>
        </p:grpSpPr>
        <p:sp>
          <p:nvSpPr>
            <p:cNvPr id="459788" name="Text Box 12">
              <a:extLst>
                <a:ext uri="{FF2B5EF4-FFF2-40B4-BE49-F238E27FC236}">
                  <a16:creationId xmlns:a16="http://schemas.microsoft.com/office/drawing/2014/main" id="{22A1D413-98F3-85B7-283B-6AD1290B8394}"/>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59789" name="Object 13">
              <a:extLst>
                <a:ext uri="{FF2B5EF4-FFF2-40B4-BE49-F238E27FC236}">
                  <a16:creationId xmlns:a16="http://schemas.microsoft.com/office/drawing/2014/main" id="{C21FC83F-97CC-28A2-15B3-48EB20BBB7F7}"/>
                </a:ext>
              </a:extLst>
            </p:cNvPr>
            <p:cNvGraphicFramePr>
              <a:graphicFrameLocks noChangeAspect="1"/>
            </p:cNvGraphicFramePr>
            <p:nvPr/>
          </p:nvGraphicFramePr>
          <p:xfrm>
            <a:off x="3152" y="164"/>
            <a:ext cx="1151" cy="320"/>
          </p:xfrm>
          <a:graphic>
            <a:graphicData uri="http://schemas.openxmlformats.org/presentationml/2006/ole">
              <mc:AlternateContent xmlns:mc="http://schemas.openxmlformats.org/markup-compatibility/2006">
                <mc:Choice xmlns:v="urn:schemas-microsoft-com:vml" Requires="v">
                  <p:oleObj name="公式" r:id="rId6" imgW="17843500" imgH="4978400" progId="Equation.3">
                    <p:embed/>
                  </p:oleObj>
                </mc:Choice>
                <mc:Fallback>
                  <p:oleObj name="公式" r:id="rId6" imgW="17843500" imgH="4978400" progId="Equation.3">
                    <p:embed/>
                    <p:pic>
                      <p:nvPicPr>
                        <p:cNvPr id="459789" name="Object 13">
                          <a:extLst>
                            <a:ext uri="{FF2B5EF4-FFF2-40B4-BE49-F238E27FC236}">
                              <a16:creationId xmlns:a16="http://schemas.microsoft.com/office/drawing/2014/main" id="{C21FC83F-97CC-28A2-15B3-48EB20BBB7F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2" y="164"/>
                          <a:ext cx="1151"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59790" name="Rectangle 14">
            <a:extLst>
              <a:ext uri="{FF2B5EF4-FFF2-40B4-BE49-F238E27FC236}">
                <a16:creationId xmlns:a16="http://schemas.microsoft.com/office/drawing/2014/main" id="{C2F21031-D046-E12D-B322-77060C3F62D4}"/>
              </a:ext>
            </a:extLst>
          </p:cNvPr>
          <p:cNvSpPr>
            <a:spLocks noChangeArrowheads="1"/>
          </p:cNvSpPr>
          <p:nvPr/>
        </p:nvSpPr>
        <p:spPr bwMode="auto">
          <a:xfrm>
            <a:off x="1919289" y="4221163"/>
            <a:ext cx="30241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graphicFrame>
        <p:nvGraphicFramePr>
          <p:cNvPr id="459791" name="Object 15">
            <a:extLst>
              <a:ext uri="{FF2B5EF4-FFF2-40B4-BE49-F238E27FC236}">
                <a16:creationId xmlns:a16="http://schemas.microsoft.com/office/drawing/2014/main" id="{76C2E2E4-B2FC-6289-AF60-4A8276A58FF4}"/>
              </a:ext>
            </a:extLst>
          </p:cNvPr>
          <p:cNvGraphicFramePr>
            <a:graphicFrameLocks noChangeAspect="1"/>
          </p:cNvGraphicFramePr>
          <p:nvPr/>
        </p:nvGraphicFramePr>
        <p:xfrm>
          <a:off x="4224339" y="5300663"/>
          <a:ext cx="2479675" cy="704850"/>
        </p:xfrm>
        <a:graphic>
          <a:graphicData uri="http://schemas.openxmlformats.org/presentationml/2006/ole">
            <mc:AlternateContent xmlns:mc="http://schemas.openxmlformats.org/markup-compatibility/2006">
              <mc:Choice xmlns:v="urn:schemas-microsoft-com:vml" Requires="v">
                <p:oleObj name="公式" r:id="rId8" imgW="31889700" imgH="8483600" progId="Equation.3">
                  <p:embed/>
                </p:oleObj>
              </mc:Choice>
              <mc:Fallback>
                <p:oleObj name="公式" r:id="rId8" imgW="31889700" imgH="8483600" progId="Equation.3">
                  <p:embed/>
                  <p:pic>
                    <p:nvPicPr>
                      <p:cNvPr id="459791" name="Object 15">
                        <a:extLst>
                          <a:ext uri="{FF2B5EF4-FFF2-40B4-BE49-F238E27FC236}">
                            <a16:creationId xmlns:a16="http://schemas.microsoft.com/office/drawing/2014/main" id="{76C2E2E4-B2FC-6289-AF60-4A8276A58FF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24339" y="5300663"/>
                        <a:ext cx="2479675"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9792" name="Text Box 16">
            <a:extLst>
              <a:ext uri="{FF2B5EF4-FFF2-40B4-BE49-F238E27FC236}">
                <a16:creationId xmlns:a16="http://schemas.microsoft.com/office/drawing/2014/main" id="{70C9BE5D-4C0A-6E5B-BC71-A1C58A4C20F5}"/>
              </a:ext>
            </a:extLst>
          </p:cNvPr>
          <p:cNvSpPr txBox="1">
            <a:spLocks noChangeArrowheads="1"/>
          </p:cNvSpPr>
          <p:nvPr/>
        </p:nvSpPr>
        <p:spPr bwMode="auto">
          <a:xfrm>
            <a:off x="2208213" y="5157788"/>
            <a:ext cx="1943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459782"/>
                                        </p:tgtEl>
                                        <p:attrNameLst>
                                          <p:attrName>style.visibility</p:attrName>
                                        </p:attrNameLst>
                                      </p:cBhvr>
                                      <p:to>
                                        <p:strVal val="visible"/>
                                      </p:to>
                                    </p:set>
                                    <p:anim calcmode="lin" valueType="num">
                                      <p:cBhvr>
                                        <p:cTn id="7" dur="1000" fill="hold"/>
                                        <p:tgtEl>
                                          <p:spTgt spid="459782"/>
                                        </p:tgtEl>
                                        <p:attrNameLst>
                                          <p:attrName>ppt_w</p:attrName>
                                        </p:attrNameLst>
                                      </p:cBhvr>
                                      <p:tavLst>
                                        <p:tav tm="0">
                                          <p:val>
                                            <p:strVal val="2/3*#ppt_w"/>
                                          </p:val>
                                        </p:tav>
                                        <p:tav tm="100000">
                                          <p:val>
                                            <p:strVal val="#ppt_w"/>
                                          </p:val>
                                        </p:tav>
                                      </p:tavLst>
                                    </p:anim>
                                    <p:anim calcmode="lin" valueType="num">
                                      <p:cBhvr>
                                        <p:cTn id="8" dur="1000" fill="hold"/>
                                        <p:tgtEl>
                                          <p:spTgt spid="459782"/>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459783"/>
                                        </p:tgtEl>
                                        <p:attrNameLst>
                                          <p:attrName>style.visibility</p:attrName>
                                        </p:attrNameLst>
                                      </p:cBhvr>
                                      <p:to>
                                        <p:strVal val="visible"/>
                                      </p:to>
                                    </p:set>
                                    <p:animEffect transition="in" filter="wipe(up)">
                                      <p:cBhvr>
                                        <p:cTn id="13" dur="500"/>
                                        <p:tgtEl>
                                          <p:spTgt spid="459783"/>
                                        </p:tgtEl>
                                      </p:cBhvr>
                                    </p:animEffect>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459784"/>
                                        </p:tgtEl>
                                        <p:attrNameLst>
                                          <p:attrName>style.visibility</p:attrName>
                                        </p:attrNameLst>
                                      </p:cBhvr>
                                      <p:to>
                                        <p:strVal val="visible"/>
                                      </p:to>
                                    </p:set>
                                    <p:animEffect transition="in" filter="wipe(left)">
                                      <p:cBhvr>
                                        <p:cTn id="17" dur="1000"/>
                                        <p:tgtEl>
                                          <p:spTgt spid="45978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59787"/>
                                        </p:tgtEl>
                                        <p:attrNameLst>
                                          <p:attrName>style.visibility</p:attrName>
                                        </p:attrNameLst>
                                      </p:cBhvr>
                                      <p:to>
                                        <p:strVal val="visible"/>
                                      </p:to>
                                    </p:set>
                                    <p:animEffect transition="in" filter="wipe(left)">
                                      <p:cBhvr>
                                        <p:cTn id="22" dur="1000"/>
                                        <p:tgtEl>
                                          <p:spTgt spid="4597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59790"/>
                                        </p:tgtEl>
                                        <p:attrNameLst>
                                          <p:attrName>style.visibility</p:attrName>
                                        </p:attrNameLst>
                                      </p:cBhvr>
                                      <p:to>
                                        <p:strVal val="visible"/>
                                      </p:to>
                                    </p:set>
                                    <p:animEffect transition="in" filter="wipe(left)">
                                      <p:cBhvr>
                                        <p:cTn id="27" dur="1000"/>
                                        <p:tgtEl>
                                          <p:spTgt spid="45979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2" fill="hold" nodeType="clickEffect">
                                  <p:stCondLst>
                                    <p:cond delay="0"/>
                                  </p:stCondLst>
                                  <p:childTnLst>
                                    <p:set>
                                      <p:cBhvr>
                                        <p:cTn id="31" dur="1" fill="hold">
                                          <p:stCondLst>
                                            <p:cond delay="0"/>
                                          </p:stCondLst>
                                        </p:cTn>
                                        <p:tgtEl>
                                          <p:spTgt spid="459779"/>
                                        </p:tgtEl>
                                        <p:attrNameLst>
                                          <p:attrName>style.visibility</p:attrName>
                                        </p:attrNameLst>
                                      </p:cBhvr>
                                      <p:to>
                                        <p:strVal val="visible"/>
                                      </p:to>
                                    </p:set>
                                    <p:animEffect transition="in" filter="slide(fromRight)">
                                      <p:cBhvr>
                                        <p:cTn id="32" dur="1000"/>
                                        <p:tgtEl>
                                          <p:spTgt spid="45977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59792"/>
                                        </p:tgtEl>
                                        <p:attrNameLst>
                                          <p:attrName>style.visibility</p:attrName>
                                        </p:attrNameLst>
                                      </p:cBhvr>
                                      <p:to>
                                        <p:strVal val="visible"/>
                                      </p:to>
                                    </p:set>
                                    <p:animEffect transition="in" filter="wipe(left)">
                                      <p:cBhvr>
                                        <p:cTn id="37" dur="1000"/>
                                        <p:tgtEl>
                                          <p:spTgt spid="45979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2" fill="hold" nodeType="clickEffect">
                                  <p:stCondLst>
                                    <p:cond delay="0"/>
                                  </p:stCondLst>
                                  <p:childTnLst>
                                    <p:set>
                                      <p:cBhvr>
                                        <p:cTn id="41" dur="1" fill="hold">
                                          <p:stCondLst>
                                            <p:cond delay="0"/>
                                          </p:stCondLst>
                                        </p:cTn>
                                        <p:tgtEl>
                                          <p:spTgt spid="459791"/>
                                        </p:tgtEl>
                                        <p:attrNameLst>
                                          <p:attrName>style.visibility</p:attrName>
                                        </p:attrNameLst>
                                      </p:cBhvr>
                                      <p:to>
                                        <p:strVal val="visible"/>
                                      </p:to>
                                    </p:set>
                                    <p:animEffect transition="in" filter="slide(fromRight)">
                                      <p:cBhvr>
                                        <p:cTn id="42" dur="1000"/>
                                        <p:tgtEl>
                                          <p:spTgt spid="4597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82" grpId="0"/>
      <p:bldP spid="459783" grpId="0"/>
      <p:bldP spid="459790" grpId="0"/>
      <p:bldP spid="45979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a:extLst>
              <a:ext uri="{FF2B5EF4-FFF2-40B4-BE49-F238E27FC236}">
                <a16:creationId xmlns:a16="http://schemas.microsoft.com/office/drawing/2014/main" id="{923FC978-7AE7-4D99-513B-1E915EF1D68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0803" name="Rectangle 3">
            <a:extLst>
              <a:ext uri="{FF2B5EF4-FFF2-40B4-BE49-F238E27FC236}">
                <a16:creationId xmlns:a16="http://schemas.microsoft.com/office/drawing/2014/main" id="{41B8D630-0A0F-EF95-12B0-99316C10E5E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60804" name="Object 4">
            <a:extLst>
              <a:ext uri="{FF2B5EF4-FFF2-40B4-BE49-F238E27FC236}">
                <a16:creationId xmlns:a16="http://schemas.microsoft.com/office/drawing/2014/main" id="{884C46BF-0DBC-4062-FF2C-F1469EFC42CE}"/>
              </a:ext>
            </a:extLst>
          </p:cNvPr>
          <p:cNvGraphicFramePr>
            <a:graphicFrameLocks noChangeAspect="1"/>
          </p:cNvGraphicFramePr>
          <p:nvPr/>
        </p:nvGraphicFramePr>
        <p:xfrm>
          <a:off x="1919288" y="1916114"/>
          <a:ext cx="6337300" cy="623887"/>
        </p:xfrm>
        <a:graphic>
          <a:graphicData uri="http://schemas.openxmlformats.org/presentationml/2006/ole">
            <mc:AlternateContent xmlns:mc="http://schemas.openxmlformats.org/markup-compatibility/2006">
              <mc:Choice xmlns:v="urn:schemas-microsoft-com:vml" Requires="v">
                <p:oleObj name="公式" r:id="rId2" imgW="56756300" imgH="5562600" progId="Equation.3">
                  <p:embed/>
                </p:oleObj>
              </mc:Choice>
              <mc:Fallback>
                <p:oleObj name="公式" r:id="rId2" imgW="56756300" imgH="5562600" progId="Equation.3">
                  <p:embed/>
                  <p:pic>
                    <p:nvPicPr>
                      <p:cNvPr id="460804" name="Object 4">
                        <a:extLst>
                          <a:ext uri="{FF2B5EF4-FFF2-40B4-BE49-F238E27FC236}">
                            <a16:creationId xmlns:a16="http://schemas.microsoft.com/office/drawing/2014/main" id="{884C46BF-0DBC-4062-FF2C-F1469EFC42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9288" y="1916114"/>
                        <a:ext cx="6337300" cy="623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05" name="Rectangle 5">
            <a:extLst>
              <a:ext uri="{FF2B5EF4-FFF2-40B4-BE49-F238E27FC236}">
                <a16:creationId xmlns:a16="http://schemas.microsoft.com/office/drawing/2014/main" id="{29B4EBD4-A72B-4234-3191-AF43BB27EE57}"/>
              </a:ext>
            </a:extLst>
          </p:cNvPr>
          <p:cNvSpPr>
            <a:spLocks noChangeArrowheads="1"/>
          </p:cNvSpPr>
          <p:nvPr/>
        </p:nvSpPr>
        <p:spPr bwMode="auto">
          <a:xfrm>
            <a:off x="1524001" y="2964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60806" name="Object 6">
            <a:extLst>
              <a:ext uri="{FF2B5EF4-FFF2-40B4-BE49-F238E27FC236}">
                <a16:creationId xmlns:a16="http://schemas.microsoft.com/office/drawing/2014/main" id="{8B51D0BD-16DE-AFF7-E913-9A2C01B199E4}"/>
              </a:ext>
            </a:extLst>
          </p:cNvPr>
          <p:cNvGraphicFramePr>
            <a:graphicFrameLocks noChangeAspect="1"/>
          </p:cNvGraphicFramePr>
          <p:nvPr/>
        </p:nvGraphicFramePr>
        <p:xfrm>
          <a:off x="1920876" y="2781300"/>
          <a:ext cx="2087563" cy="1174750"/>
        </p:xfrm>
        <a:graphic>
          <a:graphicData uri="http://schemas.openxmlformats.org/presentationml/2006/ole">
            <mc:AlternateContent xmlns:mc="http://schemas.openxmlformats.org/markup-compatibility/2006">
              <mc:Choice xmlns:v="urn:schemas-microsoft-com:vml" Requires="v">
                <p:oleObj name="公式" r:id="rId4" imgW="19596100" imgH="11112500" progId="Equation.3">
                  <p:embed/>
                </p:oleObj>
              </mc:Choice>
              <mc:Fallback>
                <p:oleObj name="公式" r:id="rId4" imgW="19596100" imgH="11112500" progId="Equation.3">
                  <p:embed/>
                  <p:pic>
                    <p:nvPicPr>
                      <p:cNvPr id="460806" name="Object 6">
                        <a:extLst>
                          <a:ext uri="{FF2B5EF4-FFF2-40B4-BE49-F238E27FC236}">
                            <a16:creationId xmlns:a16="http://schemas.microsoft.com/office/drawing/2014/main" id="{8B51D0BD-16DE-AFF7-E913-9A2C01B199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0876" y="2781300"/>
                        <a:ext cx="2087563" cy="1174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807" name="Object 7">
            <a:extLst>
              <a:ext uri="{FF2B5EF4-FFF2-40B4-BE49-F238E27FC236}">
                <a16:creationId xmlns:a16="http://schemas.microsoft.com/office/drawing/2014/main" id="{78FA932C-3901-C70E-41E8-9A84F6B4CC8C}"/>
              </a:ext>
            </a:extLst>
          </p:cNvPr>
          <p:cNvGraphicFramePr>
            <a:graphicFrameLocks noChangeAspect="1"/>
          </p:cNvGraphicFramePr>
          <p:nvPr/>
        </p:nvGraphicFramePr>
        <p:xfrm>
          <a:off x="1992313" y="1125538"/>
          <a:ext cx="4449762" cy="519112"/>
        </p:xfrm>
        <a:graphic>
          <a:graphicData uri="http://schemas.openxmlformats.org/presentationml/2006/ole">
            <mc:AlternateContent xmlns:mc="http://schemas.openxmlformats.org/markup-compatibility/2006">
              <mc:Choice xmlns:v="urn:schemas-microsoft-com:vml" Requires="v">
                <p:oleObj name="公式" r:id="rId6" imgW="45351700" imgH="5270500" progId="Equation.3">
                  <p:embed/>
                </p:oleObj>
              </mc:Choice>
              <mc:Fallback>
                <p:oleObj name="公式" r:id="rId6" imgW="45351700" imgH="5270500" progId="Equation.3">
                  <p:embed/>
                  <p:pic>
                    <p:nvPicPr>
                      <p:cNvPr id="460807" name="Object 7">
                        <a:extLst>
                          <a:ext uri="{FF2B5EF4-FFF2-40B4-BE49-F238E27FC236}">
                            <a16:creationId xmlns:a16="http://schemas.microsoft.com/office/drawing/2014/main" id="{78FA932C-3901-C70E-41E8-9A84F6B4CC8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92313" y="1125538"/>
                        <a:ext cx="4449762" cy="519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08" name="Rectangle 8">
            <a:extLst>
              <a:ext uri="{FF2B5EF4-FFF2-40B4-BE49-F238E27FC236}">
                <a16:creationId xmlns:a16="http://schemas.microsoft.com/office/drawing/2014/main" id="{C0494F9A-EAA7-0570-4992-00FA20113621}"/>
              </a:ext>
            </a:extLst>
          </p:cNvPr>
          <p:cNvSpPr>
            <a:spLocks noChangeArrowheads="1"/>
          </p:cNvSpPr>
          <p:nvPr/>
        </p:nvSpPr>
        <p:spPr bwMode="auto">
          <a:xfrm>
            <a:off x="1992314" y="404813"/>
            <a:ext cx="4175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n=</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36</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 </a:t>
            </a: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0.05</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p>
        </p:txBody>
      </p:sp>
      <p:graphicFrame>
        <p:nvGraphicFramePr>
          <p:cNvPr id="460809" name="Object 9">
            <a:extLst>
              <a:ext uri="{FF2B5EF4-FFF2-40B4-BE49-F238E27FC236}">
                <a16:creationId xmlns:a16="http://schemas.microsoft.com/office/drawing/2014/main" id="{24604C21-DD84-263F-1DEB-AC3D2656DEF1}"/>
              </a:ext>
            </a:extLst>
          </p:cNvPr>
          <p:cNvGraphicFramePr>
            <a:graphicFrameLocks noChangeAspect="1"/>
          </p:cNvGraphicFramePr>
          <p:nvPr/>
        </p:nvGraphicFramePr>
        <p:xfrm>
          <a:off x="5880100" y="3141664"/>
          <a:ext cx="863600" cy="428625"/>
        </p:xfrm>
        <a:graphic>
          <a:graphicData uri="http://schemas.openxmlformats.org/presentationml/2006/ole">
            <mc:AlternateContent xmlns:mc="http://schemas.openxmlformats.org/markup-compatibility/2006">
              <mc:Choice xmlns:v="urn:schemas-microsoft-com:vml" Requires="v">
                <p:oleObj name="公式" r:id="rId8" imgW="8191500" imgH="4102100" progId="Equation.3">
                  <p:embed/>
                </p:oleObj>
              </mc:Choice>
              <mc:Fallback>
                <p:oleObj name="公式" r:id="rId8" imgW="8191500" imgH="4102100" progId="Equation.3">
                  <p:embed/>
                  <p:pic>
                    <p:nvPicPr>
                      <p:cNvPr id="460809" name="Object 9">
                        <a:extLst>
                          <a:ext uri="{FF2B5EF4-FFF2-40B4-BE49-F238E27FC236}">
                            <a16:creationId xmlns:a16="http://schemas.microsoft.com/office/drawing/2014/main" id="{24604C21-DD84-263F-1DEB-AC3D2656DEF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80100" y="3141664"/>
                        <a:ext cx="863600"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810" name="Object 10">
            <a:extLst>
              <a:ext uri="{FF2B5EF4-FFF2-40B4-BE49-F238E27FC236}">
                <a16:creationId xmlns:a16="http://schemas.microsoft.com/office/drawing/2014/main" id="{A88AF21D-7577-FBF8-7F81-6387E5D8CB8B}"/>
              </a:ext>
            </a:extLst>
          </p:cNvPr>
          <p:cNvGraphicFramePr>
            <a:graphicFrameLocks noChangeAspect="1"/>
          </p:cNvGraphicFramePr>
          <p:nvPr/>
        </p:nvGraphicFramePr>
        <p:xfrm>
          <a:off x="4152900" y="2874964"/>
          <a:ext cx="1727200" cy="979487"/>
        </p:xfrm>
        <a:graphic>
          <a:graphicData uri="http://schemas.openxmlformats.org/presentationml/2006/ole">
            <mc:AlternateContent xmlns:mc="http://schemas.openxmlformats.org/markup-compatibility/2006">
              <mc:Choice xmlns:v="urn:schemas-microsoft-com:vml" Requires="v">
                <p:oleObj name="公式" r:id="rId10" imgW="18427700" imgH="10528300" progId="Equation.3">
                  <p:embed/>
                </p:oleObj>
              </mc:Choice>
              <mc:Fallback>
                <p:oleObj name="公式" r:id="rId10" imgW="18427700" imgH="10528300" progId="Equation.3">
                  <p:embed/>
                  <p:pic>
                    <p:nvPicPr>
                      <p:cNvPr id="460810" name="Object 10">
                        <a:extLst>
                          <a:ext uri="{FF2B5EF4-FFF2-40B4-BE49-F238E27FC236}">
                            <a16:creationId xmlns:a16="http://schemas.microsoft.com/office/drawing/2014/main" id="{A88AF21D-7577-FBF8-7F81-6387E5D8CB8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52900" y="2874964"/>
                        <a:ext cx="1727200" cy="979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811" name="Object 11">
            <a:extLst>
              <a:ext uri="{FF2B5EF4-FFF2-40B4-BE49-F238E27FC236}">
                <a16:creationId xmlns:a16="http://schemas.microsoft.com/office/drawing/2014/main" id="{BA891DA3-93A3-2CC4-B538-B295C3AD2761}"/>
              </a:ext>
            </a:extLst>
          </p:cNvPr>
          <p:cNvGraphicFramePr>
            <a:graphicFrameLocks noChangeAspect="1"/>
          </p:cNvGraphicFramePr>
          <p:nvPr/>
        </p:nvGraphicFramePr>
        <p:xfrm>
          <a:off x="6888163" y="3141664"/>
          <a:ext cx="1439862" cy="434975"/>
        </p:xfrm>
        <a:graphic>
          <a:graphicData uri="http://schemas.openxmlformats.org/presentationml/2006/ole">
            <mc:AlternateContent xmlns:mc="http://schemas.openxmlformats.org/markup-compatibility/2006">
              <mc:Choice xmlns:v="urn:schemas-microsoft-com:vml" Requires="v">
                <p:oleObj name="公式" r:id="rId12" imgW="13462000" imgH="4102100" progId="Equation.3">
                  <p:embed/>
                </p:oleObj>
              </mc:Choice>
              <mc:Fallback>
                <p:oleObj name="公式" r:id="rId12" imgW="13462000" imgH="4102100" progId="Equation.3">
                  <p:embed/>
                  <p:pic>
                    <p:nvPicPr>
                      <p:cNvPr id="460811" name="Object 11">
                        <a:extLst>
                          <a:ext uri="{FF2B5EF4-FFF2-40B4-BE49-F238E27FC236}">
                            <a16:creationId xmlns:a16="http://schemas.microsoft.com/office/drawing/2014/main" id="{BA891DA3-93A3-2CC4-B538-B295C3AD276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88163" y="3141664"/>
                        <a:ext cx="1439862"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812" name="Object 12">
            <a:extLst>
              <a:ext uri="{FF2B5EF4-FFF2-40B4-BE49-F238E27FC236}">
                <a16:creationId xmlns:a16="http://schemas.microsoft.com/office/drawing/2014/main" id="{EC4F6F55-E101-E7BB-CE88-8B6756772D5C}"/>
              </a:ext>
            </a:extLst>
          </p:cNvPr>
          <p:cNvGraphicFramePr>
            <a:graphicFrameLocks noChangeAspect="1"/>
          </p:cNvGraphicFramePr>
          <p:nvPr/>
        </p:nvGraphicFramePr>
        <p:xfrm>
          <a:off x="3287714" y="4221164"/>
          <a:ext cx="1044575" cy="460375"/>
        </p:xfrm>
        <a:graphic>
          <a:graphicData uri="http://schemas.openxmlformats.org/presentationml/2006/ole">
            <mc:AlternateContent xmlns:mc="http://schemas.openxmlformats.org/markup-compatibility/2006">
              <mc:Choice xmlns:v="urn:schemas-microsoft-com:vml" Requires="v">
                <p:oleObj name="公式" r:id="rId14" imgW="9359900" imgH="4102100" progId="Equation.3">
                  <p:embed/>
                </p:oleObj>
              </mc:Choice>
              <mc:Fallback>
                <p:oleObj name="公式" r:id="rId14" imgW="9359900" imgH="4102100" progId="Equation.3">
                  <p:embed/>
                  <p:pic>
                    <p:nvPicPr>
                      <p:cNvPr id="460812" name="Object 12">
                        <a:extLst>
                          <a:ext uri="{FF2B5EF4-FFF2-40B4-BE49-F238E27FC236}">
                            <a16:creationId xmlns:a16="http://schemas.microsoft.com/office/drawing/2014/main" id="{EC4F6F55-E101-E7BB-CE88-8B6756772D5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87714" y="4221164"/>
                        <a:ext cx="1044575"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13" name="Rectangle 13">
            <a:extLst>
              <a:ext uri="{FF2B5EF4-FFF2-40B4-BE49-F238E27FC236}">
                <a16:creationId xmlns:a16="http://schemas.microsoft.com/office/drawing/2014/main" id="{F4BC05EF-FF8C-69DE-7A81-47B50549716C}"/>
              </a:ext>
            </a:extLst>
          </p:cNvPr>
          <p:cNvSpPr>
            <a:spLocks noChangeArrowheads="1"/>
          </p:cNvSpPr>
          <p:nvPr/>
        </p:nvSpPr>
        <p:spPr bwMode="auto">
          <a:xfrm>
            <a:off x="4872038" y="4221163"/>
            <a:ext cx="2520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所以接受</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60814" name="Rectangle 14">
            <a:extLst>
              <a:ext uri="{FF2B5EF4-FFF2-40B4-BE49-F238E27FC236}">
                <a16:creationId xmlns:a16="http://schemas.microsoft.com/office/drawing/2014/main" id="{81F7829A-4365-26DE-DBF0-9667C820962E}"/>
              </a:ext>
            </a:extLst>
          </p:cNvPr>
          <p:cNvSpPr>
            <a:spLocks noChangeArrowheads="1"/>
          </p:cNvSpPr>
          <p:nvPr/>
        </p:nvSpPr>
        <p:spPr bwMode="auto">
          <a:xfrm>
            <a:off x="2351088" y="4797425"/>
            <a:ext cx="6985000"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在显著性水平</a:t>
            </a:r>
            <a:r>
              <a:rPr kumimoji="1" lang="en-US" altLang="zh-CN" sz="2800" b="1">
                <a:solidFill>
                  <a:srgbClr val="007A77"/>
                </a:solidFill>
                <a:latin typeface="Times New Roman" panose="02020603050405020304" pitchFamily="18" charset="0"/>
                <a:ea typeface="楷体_GB2312" pitchFamily="49" charset="-122"/>
              </a:rPr>
              <a:t>0.05</a:t>
            </a:r>
            <a:r>
              <a:rPr kumimoji="1" lang="zh-CN" altLang="en-US" sz="2800" b="1">
                <a:solidFill>
                  <a:srgbClr val="007A77"/>
                </a:solidFill>
                <a:latin typeface="Times New Roman" panose="02020603050405020304" pitchFamily="18" charset="0"/>
                <a:ea typeface="楷体_GB2312" pitchFamily="49" charset="-122"/>
              </a:rPr>
              <a:t>下，可以认为在这次考试中全体考生的平均成绩为</a:t>
            </a:r>
            <a:r>
              <a:rPr kumimoji="1" lang="en-US" altLang="zh-CN" sz="2800" b="1">
                <a:solidFill>
                  <a:srgbClr val="007A77"/>
                </a:solidFill>
                <a:latin typeface="Times New Roman" panose="02020603050405020304" pitchFamily="18" charset="0"/>
                <a:ea typeface="楷体_GB2312" pitchFamily="49" charset="-122"/>
              </a:rPr>
              <a:t>70</a:t>
            </a:r>
            <a:r>
              <a:rPr kumimoji="1" lang="zh-CN" altLang="en-US" sz="2800" b="1">
                <a:solidFill>
                  <a:srgbClr val="007A77"/>
                </a:solidFill>
                <a:latin typeface="Times New Roman" panose="02020603050405020304" pitchFamily="18" charset="0"/>
                <a:ea typeface="楷体_GB2312" pitchFamily="49" charset="-122"/>
              </a:rPr>
              <a:t>分。</a:t>
            </a:r>
          </a:p>
        </p:txBody>
      </p:sp>
      <p:sp>
        <p:nvSpPr>
          <p:cNvPr id="460815" name="Rectangle 15">
            <a:extLst>
              <a:ext uri="{FF2B5EF4-FFF2-40B4-BE49-F238E27FC236}">
                <a16:creationId xmlns:a16="http://schemas.microsoft.com/office/drawing/2014/main" id="{42F2E002-35CE-C4B6-7080-25CA73168499}"/>
              </a:ext>
            </a:extLst>
          </p:cNvPr>
          <p:cNvSpPr>
            <a:spLocks noChangeArrowheads="1"/>
          </p:cNvSpPr>
          <p:nvPr/>
        </p:nvSpPr>
        <p:spPr bwMode="auto">
          <a:xfrm>
            <a:off x="1992314" y="4149726"/>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60808"/>
                                        </p:tgtEl>
                                        <p:attrNameLst>
                                          <p:attrName>style.visibility</p:attrName>
                                        </p:attrNameLst>
                                      </p:cBhvr>
                                      <p:to>
                                        <p:strVal val="visible"/>
                                      </p:to>
                                    </p:set>
                                    <p:animEffect transition="in" filter="wipe(left)">
                                      <p:cBhvr>
                                        <p:cTn id="7" dur="1000"/>
                                        <p:tgtEl>
                                          <p:spTgt spid="4608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60807"/>
                                        </p:tgtEl>
                                        <p:attrNameLst>
                                          <p:attrName>style.visibility</p:attrName>
                                        </p:attrNameLst>
                                      </p:cBhvr>
                                      <p:to>
                                        <p:strVal val="visible"/>
                                      </p:to>
                                    </p:set>
                                    <p:animEffect transition="in" filter="wipe(left)">
                                      <p:cBhvr>
                                        <p:cTn id="12" dur="1000"/>
                                        <p:tgtEl>
                                          <p:spTgt spid="4608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60804"/>
                                        </p:tgtEl>
                                        <p:attrNameLst>
                                          <p:attrName>style.visibility</p:attrName>
                                        </p:attrNameLst>
                                      </p:cBhvr>
                                      <p:to>
                                        <p:strVal val="visible"/>
                                      </p:to>
                                    </p:set>
                                    <p:animEffect transition="in" filter="wipe(left)">
                                      <p:cBhvr>
                                        <p:cTn id="17" dur="1000"/>
                                        <p:tgtEl>
                                          <p:spTgt spid="4608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60806"/>
                                        </p:tgtEl>
                                        <p:attrNameLst>
                                          <p:attrName>style.visibility</p:attrName>
                                        </p:attrNameLst>
                                      </p:cBhvr>
                                      <p:to>
                                        <p:strVal val="visible"/>
                                      </p:to>
                                    </p:set>
                                    <p:animEffect transition="in" filter="wipe(left)">
                                      <p:cBhvr>
                                        <p:cTn id="22" dur="1000"/>
                                        <p:tgtEl>
                                          <p:spTgt spid="46080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60810"/>
                                        </p:tgtEl>
                                        <p:attrNameLst>
                                          <p:attrName>style.visibility</p:attrName>
                                        </p:attrNameLst>
                                      </p:cBhvr>
                                      <p:to>
                                        <p:strVal val="visible"/>
                                      </p:to>
                                    </p:set>
                                    <p:animEffect transition="in" filter="wipe(left)">
                                      <p:cBhvr>
                                        <p:cTn id="27" dur="1000"/>
                                        <p:tgtEl>
                                          <p:spTgt spid="460810"/>
                                        </p:tgtEl>
                                      </p:cBhvr>
                                    </p:animEffect>
                                  </p:childTnLst>
                                </p:cTn>
                              </p:par>
                            </p:childTnLst>
                          </p:cTn>
                        </p:par>
                        <p:par>
                          <p:cTn id="28" fill="hold" nodeType="afterGroup">
                            <p:stCondLst>
                              <p:cond delay="1000"/>
                            </p:stCondLst>
                            <p:childTnLst>
                              <p:par>
                                <p:cTn id="29" presetID="22" presetClass="entr" presetSubtype="8" fill="hold" nodeType="afterEffect">
                                  <p:stCondLst>
                                    <p:cond delay="0"/>
                                  </p:stCondLst>
                                  <p:childTnLst>
                                    <p:set>
                                      <p:cBhvr>
                                        <p:cTn id="30" dur="1" fill="hold">
                                          <p:stCondLst>
                                            <p:cond delay="0"/>
                                          </p:stCondLst>
                                        </p:cTn>
                                        <p:tgtEl>
                                          <p:spTgt spid="460809"/>
                                        </p:tgtEl>
                                        <p:attrNameLst>
                                          <p:attrName>style.visibility</p:attrName>
                                        </p:attrNameLst>
                                      </p:cBhvr>
                                      <p:to>
                                        <p:strVal val="visible"/>
                                      </p:to>
                                    </p:set>
                                    <p:animEffect transition="in" filter="wipe(left)">
                                      <p:cBhvr>
                                        <p:cTn id="31" dur="500"/>
                                        <p:tgtEl>
                                          <p:spTgt spid="46080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60811"/>
                                        </p:tgtEl>
                                        <p:attrNameLst>
                                          <p:attrName>style.visibility</p:attrName>
                                        </p:attrNameLst>
                                      </p:cBhvr>
                                      <p:to>
                                        <p:strVal val="visible"/>
                                      </p:to>
                                    </p:set>
                                    <p:animEffect transition="in" filter="wipe(left)">
                                      <p:cBhvr>
                                        <p:cTn id="36" dur="1000"/>
                                        <p:tgtEl>
                                          <p:spTgt spid="46081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460815"/>
                                        </p:tgtEl>
                                        <p:attrNameLst>
                                          <p:attrName>style.visibility</p:attrName>
                                        </p:attrNameLst>
                                      </p:cBhvr>
                                      <p:to>
                                        <p:strVal val="visible"/>
                                      </p:to>
                                    </p:set>
                                    <p:animEffect transition="in" filter="wipe(left)">
                                      <p:cBhvr>
                                        <p:cTn id="41" dur="1000"/>
                                        <p:tgtEl>
                                          <p:spTgt spid="460815"/>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460812"/>
                                        </p:tgtEl>
                                        <p:attrNameLst>
                                          <p:attrName>style.visibility</p:attrName>
                                        </p:attrNameLst>
                                      </p:cBhvr>
                                      <p:to>
                                        <p:strVal val="visible"/>
                                      </p:to>
                                    </p:set>
                                    <p:animEffect transition="in" filter="wipe(left)">
                                      <p:cBhvr>
                                        <p:cTn id="45" dur="1000"/>
                                        <p:tgtEl>
                                          <p:spTgt spid="460812"/>
                                        </p:tgtEl>
                                      </p:cBhvr>
                                    </p:animEffect>
                                  </p:childTnLst>
                                </p:cTn>
                              </p:par>
                            </p:childTnLst>
                          </p:cTn>
                        </p:par>
                        <p:par>
                          <p:cTn id="46" fill="hold" nodeType="afterGroup">
                            <p:stCondLst>
                              <p:cond delay="2000"/>
                            </p:stCondLst>
                            <p:childTnLst>
                              <p:par>
                                <p:cTn id="47" presetID="22" presetClass="entr" presetSubtype="8" fill="hold" nodeType="afterEffect">
                                  <p:stCondLst>
                                    <p:cond delay="0"/>
                                  </p:stCondLst>
                                  <p:childTnLst>
                                    <p:set>
                                      <p:cBhvr>
                                        <p:cTn id="48" dur="1" fill="hold">
                                          <p:stCondLst>
                                            <p:cond delay="0"/>
                                          </p:stCondLst>
                                        </p:cTn>
                                        <p:tgtEl>
                                          <p:spTgt spid="460813"/>
                                        </p:tgtEl>
                                        <p:attrNameLst>
                                          <p:attrName>style.visibility</p:attrName>
                                        </p:attrNameLst>
                                      </p:cBhvr>
                                      <p:to>
                                        <p:strVal val="visible"/>
                                      </p:to>
                                    </p:set>
                                    <p:animEffect transition="in" filter="wipe(left)">
                                      <p:cBhvr>
                                        <p:cTn id="49" dur="1000"/>
                                        <p:tgtEl>
                                          <p:spTgt spid="46081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460814"/>
                                        </p:tgtEl>
                                        <p:attrNameLst>
                                          <p:attrName>style.visibility</p:attrName>
                                        </p:attrNameLst>
                                      </p:cBhvr>
                                      <p:to>
                                        <p:strVal val="visible"/>
                                      </p:to>
                                    </p:set>
                                    <p:animEffect transition="in" filter="wipe(up)">
                                      <p:cBhvr>
                                        <p:cTn id="54" dur="1000"/>
                                        <p:tgtEl>
                                          <p:spTgt spid="4608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08" grpId="0"/>
      <p:bldP spid="460813" grpId="0"/>
      <p:bldP spid="460814" grpId="0"/>
      <p:bldP spid="4608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a:extLst>
              <a:ext uri="{FF2B5EF4-FFF2-40B4-BE49-F238E27FC236}">
                <a16:creationId xmlns:a16="http://schemas.microsoft.com/office/drawing/2014/main" id="{9503FA6E-52DB-BADF-ED5E-93C3C2DE27C7}"/>
              </a:ext>
            </a:extLst>
          </p:cNvPr>
          <p:cNvSpPr>
            <a:spLocks noChangeArrowheads="1"/>
          </p:cNvSpPr>
          <p:nvPr/>
        </p:nvSpPr>
        <p:spPr bwMode="auto">
          <a:xfrm>
            <a:off x="1774826" y="3717925"/>
            <a:ext cx="18002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r>
              <a:rPr kumimoji="1" lang="en-US" altLang="zh-CN" sz="3200" b="1">
                <a:solidFill>
                  <a:srgbClr val="0000FF"/>
                </a:solidFill>
                <a:latin typeface="Times New Roman" panose="02020603050405020304" pitchFamily="18" charset="0"/>
                <a:ea typeface="楷体_GB2312" pitchFamily="49" charset="-122"/>
              </a:rPr>
              <a:t>:</a:t>
            </a:r>
          </a:p>
        </p:txBody>
      </p:sp>
      <p:sp>
        <p:nvSpPr>
          <p:cNvPr id="461827" name="AutoShape 3">
            <a:hlinkClick r:id="" action="ppaction://hlinkshowjump?jump=previousslide" highlightClick="1"/>
            <a:extLst>
              <a:ext uri="{FF2B5EF4-FFF2-40B4-BE49-F238E27FC236}">
                <a16:creationId xmlns:a16="http://schemas.microsoft.com/office/drawing/2014/main" id="{3C6ADCC4-EAA9-EAC4-5787-3FCD8837DFA7}"/>
              </a:ext>
            </a:extLst>
          </p:cNvPr>
          <p:cNvSpPr>
            <a:spLocks noChangeArrowheads="1"/>
          </p:cNvSpPr>
          <p:nvPr/>
        </p:nvSpPr>
        <p:spPr bwMode="auto">
          <a:xfrm>
            <a:off x="67056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1828" name="AutoShape 4">
            <a:hlinkClick r:id="" action="ppaction://hlinkshowjump?jump=nextslide" highlightClick="1"/>
            <a:extLst>
              <a:ext uri="{FF2B5EF4-FFF2-40B4-BE49-F238E27FC236}">
                <a16:creationId xmlns:a16="http://schemas.microsoft.com/office/drawing/2014/main" id="{684B2915-9450-1496-18E8-EA8A6ED7F556}"/>
              </a:ext>
            </a:extLst>
          </p:cNvPr>
          <p:cNvSpPr>
            <a:spLocks noChangeArrowheads="1"/>
          </p:cNvSpPr>
          <p:nvPr/>
        </p:nvSpPr>
        <p:spPr bwMode="auto">
          <a:xfrm>
            <a:off x="79248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1829" name="AutoShape 5">
            <a:hlinkClick r:id="" action="ppaction://hlinkshowjump?jump=endshow" highlightClick="1"/>
            <a:extLst>
              <a:ext uri="{FF2B5EF4-FFF2-40B4-BE49-F238E27FC236}">
                <a16:creationId xmlns:a16="http://schemas.microsoft.com/office/drawing/2014/main" id="{E4F71A73-18B6-0F24-262E-02DD9CFA0105}"/>
              </a:ext>
            </a:extLst>
          </p:cNvPr>
          <p:cNvSpPr>
            <a:spLocks noChangeArrowheads="1"/>
          </p:cNvSpPr>
          <p:nvPr/>
        </p:nvSpPr>
        <p:spPr bwMode="auto">
          <a:xfrm>
            <a:off x="92202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61830" name="Object 6">
            <a:extLst>
              <a:ext uri="{FF2B5EF4-FFF2-40B4-BE49-F238E27FC236}">
                <a16:creationId xmlns:a16="http://schemas.microsoft.com/office/drawing/2014/main" id="{4ECE8824-456C-BA07-B20E-30EC234BEAB7}"/>
              </a:ext>
            </a:extLst>
          </p:cNvPr>
          <p:cNvGraphicFramePr>
            <a:graphicFrameLocks noChangeAspect="1"/>
          </p:cNvGraphicFramePr>
          <p:nvPr/>
        </p:nvGraphicFramePr>
        <p:xfrm>
          <a:off x="2855914" y="3789363"/>
          <a:ext cx="2879725" cy="442912"/>
        </p:xfrm>
        <a:graphic>
          <a:graphicData uri="http://schemas.openxmlformats.org/presentationml/2006/ole">
            <mc:AlternateContent xmlns:mc="http://schemas.openxmlformats.org/markup-compatibility/2006">
              <mc:Choice xmlns:v="urn:schemas-microsoft-com:vml" Requires="v">
                <p:oleObj name="公式" r:id="rId2" imgW="26619200" imgH="4102100" progId="Equation.3">
                  <p:embed/>
                </p:oleObj>
              </mc:Choice>
              <mc:Fallback>
                <p:oleObj name="公式" r:id="rId2" imgW="26619200" imgH="4102100" progId="Equation.3">
                  <p:embed/>
                  <p:pic>
                    <p:nvPicPr>
                      <p:cNvPr id="461830" name="Object 6">
                        <a:extLst>
                          <a:ext uri="{FF2B5EF4-FFF2-40B4-BE49-F238E27FC236}">
                            <a16:creationId xmlns:a16="http://schemas.microsoft.com/office/drawing/2014/main" id="{4ECE8824-456C-BA07-B20E-30EC234BEA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914" y="3789363"/>
                        <a:ext cx="2879725" cy="442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61831" name="Group 7">
            <a:extLst>
              <a:ext uri="{FF2B5EF4-FFF2-40B4-BE49-F238E27FC236}">
                <a16:creationId xmlns:a16="http://schemas.microsoft.com/office/drawing/2014/main" id="{ED9DD796-05C7-57B5-24F0-F933AC297A14}"/>
              </a:ext>
            </a:extLst>
          </p:cNvPr>
          <p:cNvGrpSpPr>
            <a:grpSpLocks/>
          </p:cNvGrpSpPr>
          <p:nvPr/>
        </p:nvGrpSpPr>
        <p:grpSpPr bwMode="auto">
          <a:xfrm>
            <a:off x="2063750" y="4365625"/>
            <a:ext cx="3513138" cy="609600"/>
            <a:chOff x="113" y="119"/>
            <a:chExt cx="2213" cy="384"/>
          </a:xfrm>
        </p:grpSpPr>
        <p:graphicFrame>
          <p:nvGraphicFramePr>
            <p:cNvPr id="461832" name="Object 8">
              <a:extLst>
                <a:ext uri="{FF2B5EF4-FFF2-40B4-BE49-F238E27FC236}">
                  <a16:creationId xmlns:a16="http://schemas.microsoft.com/office/drawing/2014/main" id="{B664760E-EEE9-0B05-2838-A77CB0AC71E9}"/>
                </a:ext>
              </a:extLst>
            </p:cNvPr>
            <p:cNvGraphicFramePr>
              <a:graphicFrameLocks noChangeAspect="1"/>
            </p:cNvGraphicFramePr>
            <p:nvPr/>
          </p:nvGraphicFramePr>
          <p:xfrm>
            <a:off x="797" y="164"/>
            <a:ext cx="1529" cy="339"/>
          </p:xfrm>
          <a:graphic>
            <a:graphicData uri="http://schemas.openxmlformats.org/presentationml/2006/ole">
              <mc:AlternateContent xmlns:mc="http://schemas.openxmlformats.org/markup-compatibility/2006">
                <mc:Choice xmlns:v="urn:schemas-microsoft-com:vml" Requires="v">
                  <p:oleObj name="公式" r:id="rId4" imgW="23698200" imgH="5270500" progId="Equation.3">
                    <p:embed/>
                  </p:oleObj>
                </mc:Choice>
                <mc:Fallback>
                  <p:oleObj name="公式" r:id="rId4" imgW="23698200" imgH="5270500" progId="Equation.3">
                    <p:embed/>
                    <p:pic>
                      <p:nvPicPr>
                        <p:cNvPr id="461832" name="Object 8">
                          <a:extLst>
                            <a:ext uri="{FF2B5EF4-FFF2-40B4-BE49-F238E27FC236}">
                              <a16:creationId xmlns:a16="http://schemas.microsoft.com/office/drawing/2014/main" id="{B664760E-EEE9-0B05-2838-A77CB0AC71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7" y="164"/>
                          <a:ext cx="1529"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833" name="Text Box 9">
              <a:extLst>
                <a:ext uri="{FF2B5EF4-FFF2-40B4-BE49-F238E27FC236}">
                  <a16:creationId xmlns:a16="http://schemas.microsoft.com/office/drawing/2014/main" id="{EDD8AEF8-4570-A732-7FA5-D64F58D270BE}"/>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61834" name="Group 10">
            <a:extLst>
              <a:ext uri="{FF2B5EF4-FFF2-40B4-BE49-F238E27FC236}">
                <a16:creationId xmlns:a16="http://schemas.microsoft.com/office/drawing/2014/main" id="{6B63B029-5A20-DA17-20FD-752C76912E07}"/>
              </a:ext>
            </a:extLst>
          </p:cNvPr>
          <p:cNvGrpSpPr>
            <a:grpSpLocks/>
          </p:cNvGrpSpPr>
          <p:nvPr/>
        </p:nvGrpSpPr>
        <p:grpSpPr bwMode="auto">
          <a:xfrm>
            <a:off x="5880100" y="4365625"/>
            <a:ext cx="3881438" cy="579438"/>
            <a:chOff x="2154" y="119"/>
            <a:chExt cx="2291" cy="365"/>
          </a:xfrm>
        </p:grpSpPr>
        <p:sp>
          <p:nvSpPr>
            <p:cNvPr id="461835" name="Text Box 11">
              <a:extLst>
                <a:ext uri="{FF2B5EF4-FFF2-40B4-BE49-F238E27FC236}">
                  <a16:creationId xmlns:a16="http://schemas.microsoft.com/office/drawing/2014/main" id="{17DE6996-1321-5FF8-AE18-F0EECF159CD6}"/>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61836" name="Object 12">
              <a:extLst>
                <a:ext uri="{FF2B5EF4-FFF2-40B4-BE49-F238E27FC236}">
                  <a16:creationId xmlns:a16="http://schemas.microsoft.com/office/drawing/2014/main" id="{48689A35-DB00-4471-4858-F04E8B865F5D}"/>
                </a:ext>
              </a:extLst>
            </p:cNvPr>
            <p:cNvGraphicFramePr>
              <a:graphicFrameLocks noChangeAspect="1"/>
            </p:cNvGraphicFramePr>
            <p:nvPr/>
          </p:nvGraphicFramePr>
          <p:xfrm>
            <a:off x="3011" y="164"/>
            <a:ext cx="1434" cy="320"/>
          </p:xfrm>
          <a:graphic>
            <a:graphicData uri="http://schemas.openxmlformats.org/presentationml/2006/ole">
              <mc:AlternateContent xmlns:mc="http://schemas.openxmlformats.org/markup-compatibility/2006">
                <mc:Choice xmlns:v="urn:schemas-microsoft-com:vml" Requires="v">
                  <p:oleObj name="公式" r:id="rId6" imgW="22237700" imgH="4978400" progId="Equation.3">
                    <p:embed/>
                  </p:oleObj>
                </mc:Choice>
                <mc:Fallback>
                  <p:oleObj name="公式" r:id="rId6" imgW="22237700" imgH="4978400" progId="Equation.3">
                    <p:embed/>
                    <p:pic>
                      <p:nvPicPr>
                        <p:cNvPr id="461836" name="Object 12">
                          <a:extLst>
                            <a:ext uri="{FF2B5EF4-FFF2-40B4-BE49-F238E27FC236}">
                              <a16:creationId xmlns:a16="http://schemas.microsoft.com/office/drawing/2014/main" id="{48689A35-DB00-4471-4858-F04E8B865F5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11" y="164"/>
                          <a:ext cx="143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61837" name="Rectangle 13">
            <a:extLst>
              <a:ext uri="{FF2B5EF4-FFF2-40B4-BE49-F238E27FC236}">
                <a16:creationId xmlns:a16="http://schemas.microsoft.com/office/drawing/2014/main" id="{9285DA08-B158-DCB6-EB0C-EFE3E0C8B078}"/>
              </a:ext>
            </a:extLst>
          </p:cNvPr>
          <p:cNvSpPr>
            <a:spLocks noChangeArrowheads="1"/>
          </p:cNvSpPr>
          <p:nvPr/>
        </p:nvSpPr>
        <p:spPr bwMode="auto">
          <a:xfrm>
            <a:off x="2208214" y="5084763"/>
            <a:ext cx="53292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由</a:t>
            </a:r>
            <a:r>
              <a:rPr kumimoji="1" lang="el-GR"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σ</a:t>
            </a:r>
            <a:r>
              <a:rPr kumimoji="1" lang="en-US" altLang="zh-CN" sz="2800" b="1" baseline="30000">
                <a:solidFill>
                  <a:srgbClr val="007A77"/>
                </a:solidFill>
                <a:latin typeface="Times New Roman" panose="02020603050405020304" pitchFamily="18" charset="0"/>
                <a:ea typeface="楷体_GB2312" pitchFamily="49" charset="-122"/>
              </a:rPr>
              <a:t>2 </a:t>
            </a:r>
            <a:r>
              <a:rPr kumimoji="1" lang="en-US" altLang="zh-CN" sz="2800" b="1">
                <a:solidFill>
                  <a:srgbClr val="007A77"/>
                </a:solidFill>
                <a:latin typeface="Times New Roman" panose="02020603050405020304" pitchFamily="18" charset="0"/>
                <a:ea typeface="楷体_GB2312" pitchFamily="49" charset="-122"/>
              </a:rPr>
              <a:t>=0.02</a:t>
            </a:r>
            <a:r>
              <a:rPr kumimoji="1" lang="en-US" altLang="zh-CN" sz="2800" b="1" baseline="30000">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知，检验统计量为</a:t>
            </a:r>
          </a:p>
        </p:txBody>
      </p:sp>
      <p:graphicFrame>
        <p:nvGraphicFramePr>
          <p:cNvPr id="461838" name="Object 14">
            <a:extLst>
              <a:ext uri="{FF2B5EF4-FFF2-40B4-BE49-F238E27FC236}">
                <a16:creationId xmlns:a16="http://schemas.microsoft.com/office/drawing/2014/main" id="{CC2312AC-D6A3-E786-2E5E-760675972170}"/>
              </a:ext>
            </a:extLst>
          </p:cNvPr>
          <p:cNvGraphicFramePr>
            <a:graphicFrameLocks noChangeAspect="1"/>
          </p:cNvGraphicFramePr>
          <p:nvPr/>
        </p:nvGraphicFramePr>
        <p:xfrm>
          <a:off x="7319964" y="4941889"/>
          <a:ext cx="1741487" cy="1076325"/>
        </p:xfrm>
        <a:graphic>
          <a:graphicData uri="http://schemas.openxmlformats.org/presentationml/2006/ole">
            <mc:AlternateContent xmlns:mc="http://schemas.openxmlformats.org/markup-compatibility/2006">
              <mc:Choice xmlns:v="urn:schemas-microsoft-com:vml" Requires="v">
                <p:oleObj name="公式" r:id="rId8" imgW="18719800" imgH="10820400" progId="Equation.3">
                  <p:embed/>
                </p:oleObj>
              </mc:Choice>
              <mc:Fallback>
                <p:oleObj name="公式" r:id="rId8" imgW="18719800" imgH="10820400" progId="Equation.3">
                  <p:embed/>
                  <p:pic>
                    <p:nvPicPr>
                      <p:cNvPr id="461838" name="Object 14">
                        <a:extLst>
                          <a:ext uri="{FF2B5EF4-FFF2-40B4-BE49-F238E27FC236}">
                            <a16:creationId xmlns:a16="http://schemas.microsoft.com/office/drawing/2014/main" id="{CC2312AC-D6A3-E786-2E5E-76067597217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19964" y="4941889"/>
                        <a:ext cx="1741487" cy="107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839" name="Text Box 15">
            <a:extLst>
              <a:ext uri="{FF2B5EF4-FFF2-40B4-BE49-F238E27FC236}">
                <a16:creationId xmlns:a16="http://schemas.microsoft.com/office/drawing/2014/main" id="{8B4ED95A-7121-5305-ED59-2F9D1EAB3DB0}"/>
              </a:ext>
            </a:extLst>
          </p:cNvPr>
          <p:cNvSpPr txBox="1">
            <a:spLocks noChangeArrowheads="1"/>
          </p:cNvSpPr>
          <p:nvPr/>
        </p:nvSpPr>
        <p:spPr bwMode="auto">
          <a:xfrm>
            <a:off x="2640013" y="5803901"/>
            <a:ext cx="1943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aphicFrame>
        <p:nvGraphicFramePr>
          <p:cNvPr id="461840" name="Object 16">
            <a:extLst>
              <a:ext uri="{FF2B5EF4-FFF2-40B4-BE49-F238E27FC236}">
                <a16:creationId xmlns:a16="http://schemas.microsoft.com/office/drawing/2014/main" id="{9805F647-C252-19A5-75E0-167C48C1544E}"/>
              </a:ext>
            </a:extLst>
          </p:cNvPr>
          <p:cNvGraphicFramePr>
            <a:graphicFrameLocks noChangeAspect="1"/>
          </p:cNvGraphicFramePr>
          <p:nvPr/>
        </p:nvGraphicFramePr>
        <p:xfrm>
          <a:off x="4727575" y="5876926"/>
          <a:ext cx="2376488" cy="511175"/>
        </p:xfrm>
        <a:graphic>
          <a:graphicData uri="http://schemas.openxmlformats.org/presentationml/2006/ole">
            <mc:AlternateContent xmlns:mc="http://schemas.openxmlformats.org/markup-compatibility/2006">
              <mc:Choice xmlns:v="urn:schemas-microsoft-com:vml" Requires="v">
                <p:oleObj name="公式" r:id="rId10" imgW="23114000" imgH="5270500" progId="Equation.3">
                  <p:embed/>
                </p:oleObj>
              </mc:Choice>
              <mc:Fallback>
                <p:oleObj name="公式" r:id="rId10" imgW="23114000" imgH="5270500" progId="Equation.3">
                  <p:embed/>
                  <p:pic>
                    <p:nvPicPr>
                      <p:cNvPr id="461840" name="Object 16">
                        <a:extLst>
                          <a:ext uri="{FF2B5EF4-FFF2-40B4-BE49-F238E27FC236}">
                            <a16:creationId xmlns:a16="http://schemas.microsoft.com/office/drawing/2014/main" id="{9805F647-C252-19A5-75E0-167C48C1544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27575" y="5876926"/>
                        <a:ext cx="2376488"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61841" name="Group 17">
            <a:extLst>
              <a:ext uri="{FF2B5EF4-FFF2-40B4-BE49-F238E27FC236}">
                <a16:creationId xmlns:a16="http://schemas.microsoft.com/office/drawing/2014/main" id="{6211ADE1-5FCB-D51E-B20F-B24CC1584B7E}"/>
              </a:ext>
            </a:extLst>
          </p:cNvPr>
          <p:cNvGrpSpPr>
            <a:grpSpLocks/>
          </p:cNvGrpSpPr>
          <p:nvPr/>
        </p:nvGrpSpPr>
        <p:grpSpPr bwMode="auto">
          <a:xfrm>
            <a:off x="1847850" y="333376"/>
            <a:ext cx="8280400" cy="3389313"/>
            <a:chOff x="249" y="255"/>
            <a:chExt cx="5216" cy="2135"/>
          </a:xfrm>
        </p:grpSpPr>
        <p:sp>
          <p:nvSpPr>
            <p:cNvPr id="461842" name="Text Box 18">
              <a:extLst>
                <a:ext uri="{FF2B5EF4-FFF2-40B4-BE49-F238E27FC236}">
                  <a16:creationId xmlns:a16="http://schemas.microsoft.com/office/drawing/2014/main" id="{482F2A77-C1FB-770C-D9FD-56F8A535B940}"/>
                </a:ext>
              </a:extLst>
            </p:cNvPr>
            <p:cNvSpPr txBox="1">
              <a:spLocks noChangeArrowheads="1"/>
            </p:cNvSpPr>
            <p:nvPr/>
          </p:nvSpPr>
          <p:spPr bwMode="auto">
            <a:xfrm>
              <a:off x="249" y="255"/>
              <a:ext cx="5216" cy="2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2.</a:t>
              </a:r>
              <a:r>
                <a:rPr lang="zh-CN" altLang="en-US" sz="2800" b="1">
                  <a:solidFill>
                    <a:srgbClr val="007A77"/>
                  </a:solidFill>
                  <a:latin typeface="Times New Roman" panose="02020603050405020304" pitchFamily="18" charset="0"/>
                  <a:ea typeface="楷体_GB2312" pitchFamily="49" charset="-122"/>
                </a:rPr>
                <a:t>一台机床加工轴的椭圆度 </a:t>
              </a:r>
              <a:r>
                <a:rPr lang="en-US" altLang="zh-CN" sz="2800" b="1">
                  <a:solidFill>
                    <a:srgbClr val="007A77"/>
                  </a:solidFill>
                  <a:latin typeface="Times New Roman" panose="02020603050405020304" pitchFamily="18" charset="0"/>
                  <a:ea typeface="楷体_GB2312" pitchFamily="49" charset="-122"/>
                </a:rPr>
                <a:t>X </a:t>
              </a:r>
              <a:r>
                <a:rPr lang="zh-CN" altLang="en-US" sz="2800" b="1">
                  <a:solidFill>
                    <a:srgbClr val="007A77"/>
                  </a:solidFill>
                  <a:latin typeface="Times New Roman" panose="02020603050405020304" pitchFamily="18" charset="0"/>
                  <a:ea typeface="楷体_GB2312" pitchFamily="49" charset="-122"/>
                </a:rPr>
                <a:t>服从正态分布</a:t>
              </a:r>
              <a:r>
                <a:rPr lang="en-US" altLang="zh-CN" sz="2800" b="1" i="1">
                  <a:solidFill>
                    <a:srgbClr val="007A77"/>
                  </a:solidFill>
                  <a:latin typeface="Times New Roman" panose="02020603050405020304" pitchFamily="18" charset="0"/>
                  <a:ea typeface="楷体_GB2312" pitchFamily="49" charset="-122"/>
                </a:rPr>
                <a:t>N(</a:t>
              </a:r>
              <a:r>
                <a:rPr lang="en-US" altLang="zh-CN" sz="2800" b="1">
                  <a:solidFill>
                    <a:srgbClr val="007A77"/>
                  </a:solidFill>
                  <a:latin typeface="Times New Roman" panose="02020603050405020304" pitchFamily="18" charset="0"/>
                  <a:ea typeface="楷体_GB2312" pitchFamily="49" charset="-122"/>
                </a:rPr>
                <a:t>0.095,0.02</a:t>
              </a:r>
              <a:r>
                <a:rPr lang="en-US" altLang="zh-CN" sz="2800" b="1" baseline="30000">
                  <a:solidFill>
                    <a:srgbClr val="007A77"/>
                  </a:solidFill>
                  <a:latin typeface="Times New Roman" panose="02020603050405020304" pitchFamily="18" charset="0"/>
                  <a:ea typeface="楷体_GB2312" pitchFamily="49" charset="-122"/>
                </a:rPr>
                <a:t>2</a:t>
              </a:r>
              <a:r>
                <a:rPr lang="zh-CN" altLang="en-US" sz="2800" b="1">
                  <a:solidFill>
                    <a:srgbClr val="007A77"/>
                  </a:solidFill>
                  <a:latin typeface="Times New Roman" panose="02020603050405020304" pitchFamily="18" charset="0"/>
                  <a:ea typeface="楷体_GB2312" pitchFamily="49" charset="-122"/>
                </a:rPr>
                <a:t>）（单位：</a:t>
              </a:r>
              <a:r>
                <a:rPr lang="en-US" altLang="zh-CN" sz="2800" b="1">
                  <a:solidFill>
                    <a:srgbClr val="007A77"/>
                  </a:solidFill>
                  <a:latin typeface="Times New Roman" panose="02020603050405020304" pitchFamily="18" charset="0"/>
                  <a:ea typeface="楷体_GB2312" pitchFamily="49" charset="-122"/>
                </a:rPr>
                <a:t>mm)</a:t>
              </a:r>
              <a:r>
                <a:rPr lang="zh-CN" altLang="en-US" sz="2800" b="1">
                  <a:solidFill>
                    <a:srgbClr val="007A77"/>
                  </a:solidFill>
                  <a:latin typeface="Times New Roman" panose="02020603050405020304" pitchFamily="18" charset="0"/>
                  <a:ea typeface="楷体_GB2312" pitchFamily="49" charset="-122"/>
                </a:rPr>
                <a:t>。机床经调整后随机取</a:t>
              </a:r>
              <a:r>
                <a:rPr lang="en-US" altLang="zh-CN" sz="2800" b="1">
                  <a:solidFill>
                    <a:srgbClr val="007A77"/>
                  </a:solidFill>
                  <a:latin typeface="Times New Roman" panose="02020603050405020304" pitchFamily="18" charset="0"/>
                  <a:ea typeface="楷体_GB2312" pitchFamily="49" charset="-122"/>
                </a:rPr>
                <a:t>20</a:t>
              </a:r>
              <a:r>
                <a:rPr lang="zh-CN" altLang="en-US" sz="2800" b="1">
                  <a:solidFill>
                    <a:srgbClr val="007A77"/>
                  </a:solidFill>
                  <a:latin typeface="Times New Roman" panose="02020603050405020304" pitchFamily="18" charset="0"/>
                  <a:ea typeface="楷体_GB2312" pitchFamily="49" charset="-122"/>
                </a:rPr>
                <a:t>根测量其椭圆度，算得                     </a:t>
              </a:r>
              <a:r>
                <a:rPr lang="en-US" altLang="zh-CN" sz="2800" b="1">
                  <a:solidFill>
                    <a:srgbClr val="007A77"/>
                  </a:solidFill>
                  <a:latin typeface="Times New Roman" panose="02020603050405020304" pitchFamily="18" charset="0"/>
                  <a:ea typeface="楷体_GB2312" pitchFamily="49" charset="-122"/>
                </a:rPr>
                <a:t>mm  </a:t>
              </a:r>
              <a:r>
                <a:rPr lang="zh-CN" altLang="en-US" sz="2800" b="1">
                  <a:solidFill>
                    <a:srgbClr val="007A77"/>
                  </a:solidFill>
                  <a:latin typeface="Times New Roman" panose="02020603050405020304" pitchFamily="18" charset="0"/>
                  <a:ea typeface="楷体_GB2312" pitchFamily="49" charset="-122"/>
                </a:rPr>
                <a:t>。已知总体方差不变，问调整后机床加工轴的椭圆度的均值有无显著降低？</a:t>
              </a:r>
            </a:p>
          </p:txBody>
        </p:sp>
        <p:graphicFrame>
          <p:nvGraphicFramePr>
            <p:cNvPr id="461843" name="Object 19">
              <a:extLst>
                <a:ext uri="{FF2B5EF4-FFF2-40B4-BE49-F238E27FC236}">
                  <a16:creationId xmlns:a16="http://schemas.microsoft.com/office/drawing/2014/main" id="{E9D515E2-1313-C8F4-0160-93C14C29CDB0}"/>
                </a:ext>
              </a:extLst>
            </p:cNvPr>
            <p:cNvGraphicFramePr>
              <a:graphicFrameLocks noChangeAspect="1"/>
            </p:cNvGraphicFramePr>
            <p:nvPr/>
          </p:nvGraphicFramePr>
          <p:xfrm>
            <a:off x="2789" y="1253"/>
            <a:ext cx="1015" cy="278"/>
          </p:xfrm>
          <a:graphic>
            <a:graphicData uri="http://schemas.openxmlformats.org/presentationml/2006/ole">
              <mc:AlternateContent xmlns:mc="http://schemas.openxmlformats.org/markup-compatibility/2006">
                <mc:Choice xmlns:v="urn:schemas-microsoft-com:vml" Requires="v">
                  <p:oleObj name="公式" r:id="rId12" imgW="14922500" imgH="4102100" progId="Equation.3">
                    <p:embed/>
                  </p:oleObj>
                </mc:Choice>
                <mc:Fallback>
                  <p:oleObj name="公式" r:id="rId12" imgW="14922500" imgH="4102100" progId="Equation.3">
                    <p:embed/>
                    <p:pic>
                      <p:nvPicPr>
                        <p:cNvPr id="461843" name="Object 19">
                          <a:extLst>
                            <a:ext uri="{FF2B5EF4-FFF2-40B4-BE49-F238E27FC236}">
                              <a16:creationId xmlns:a16="http://schemas.microsoft.com/office/drawing/2014/main" id="{E9D515E2-1313-C8F4-0160-93C14C29CDB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89" y="1253"/>
                          <a:ext cx="1015" cy="2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1844" name="Object 20">
              <a:extLst>
                <a:ext uri="{FF2B5EF4-FFF2-40B4-BE49-F238E27FC236}">
                  <a16:creationId xmlns:a16="http://schemas.microsoft.com/office/drawing/2014/main" id="{A6326820-D7CA-8F89-9BCD-79A3BC732F2A}"/>
                </a:ext>
              </a:extLst>
            </p:cNvPr>
            <p:cNvGraphicFramePr>
              <a:graphicFrameLocks noChangeAspect="1"/>
            </p:cNvGraphicFramePr>
            <p:nvPr/>
          </p:nvGraphicFramePr>
          <p:xfrm>
            <a:off x="1927" y="2069"/>
            <a:ext cx="953" cy="290"/>
          </p:xfrm>
          <a:graphic>
            <a:graphicData uri="http://schemas.openxmlformats.org/presentationml/2006/ole">
              <mc:AlternateContent xmlns:mc="http://schemas.openxmlformats.org/markup-compatibility/2006">
                <mc:Choice xmlns:v="urn:schemas-microsoft-com:vml" Requires="v">
                  <p:oleObj name="公式" r:id="rId14" imgW="15506700" imgH="4686300" progId="Equation.3">
                    <p:embed/>
                  </p:oleObj>
                </mc:Choice>
                <mc:Fallback>
                  <p:oleObj name="公式" r:id="rId14" imgW="15506700" imgH="4686300" progId="Equation.3">
                    <p:embed/>
                    <p:pic>
                      <p:nvPicPr>
                        <p:cNvPr id="461844" name="Object 20">
                          <a:extLst>
                            <a:ext uri="{FF2B5EF4-FFF2-40B4-BE49-F238E27FC236}">
                              <a16:creationId xmlns:a16="http://schemas.microsoft.com/office/drawing/2014/main" id="{A6326820-D7CA-8F89-9BCD-79A3BC732F2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27" y="2069"/>
                          <a:ext cx="953" cy="2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461841"/>
                                        </p:tgtEl>
                                        <p:attrNameLst>
                                          <p:attrName>style.visibility</p:attrName>
                                        </p:attrNameLst>
                                      </p:cBhvr>
                                      <p:to>
                                        <p:strVal val="visible"/>
                                      </p:to>
                                    </p:set>
                                    <p:anim calcmode="lin" valueType="num">
                                      <p:cBhvr>
                                        <p:cTn id="7" dur="1000" fill="hold"/>
                                        <p:tgtEl>
                                          <p:spTgt spid="461841"/>
                                        </p:tgtEl>
                                        <p:attrNameLst>
                                          <p:attrName>ppt_w</p:attrName>
                                        </p:attrNameLst>
                                      </p:cBhvr>
                                      <p:tavLst>
                                        <p:tav tm="0">
                                          <p:val>
                                            <p:strVal val="2/3*#ppt_w"/>
                                          </p:val>
                                        </p:tav>
                                        <p:tav tm="100000">
                                          <p:val>
                                            <p:strVal val="#ppt_w"/>
                                          </p:val>
                                        </p:tav>
                                      </p:tavLst>
                                    </p:anim>
                                    <p:anim calcmode="lin" valueType="num">
                                      <p:cBhvr>
                                        <p:cTn id="8" dur="1000" fill="hold"/>
                                        <p:tgtEl>
                                          <p:spTgt spid="461841"/>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461826"/>
                                        </p:tgtEl>
                                        <p:attrNameLst>
                                          <p:attrName>style.visibility</p:attrName>
                                        </p:attrNameLst>
                                      </p:cBhvr>
                                      <p:to>
                                        <p:strVal val="visible"/>
                                      </p:to>
                                    </p:set>
                                    <p:animEffect transition="in" filter="wipe(left)">
                                      <p:cBhvr>
                                        <p:cTn id="13" dur="500"/>
                                        <p:tgtEl>
                                          <p:spTgt spid="46182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461830"/>
                                        </p:tgtEl>
                                        <p:attrNameLst>
                                          <p:attrName>style.visibility</p:attrName>
                                        </p:attrNameLst>
                                      </p:cBhvr>
                                      <p:to>
                                        <p:strVal val="visible"/>
                                      </p:to>
                                    </p:set>
                                    <p:animEffect transition="in" filter="wipe(left)">
                                      <p:cBhvr>
                                        <p:cTn id="18" dur="1000"/>
                                        <p:tgtEl>
                                          <p:spTgt spid="46183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461834"/>
                                        </p:tgtEl>
                                        <p:attrNameLst>
                                          <p:attrName>style.visibility</p:attrName>
                                        </p:attrNameLst>
                                      </p:cBhvr>
                                      <p:to>
                                        <p:strVal val="visible"/>
                                      </p:to>
                                    </p:set>
                                    <p:animEffect transition="in" filter="wipe(left)">
                                      <p:cBhvr>
                                        <p:cTn id="23" dur="1000"/>
                                        <p:tgtEl>
                                          <p:spTgt spid="46183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461831"/>
                                        </p:tgtEl>
                                        <p:attrNameLst>
                                          <p:attrName>style.visibility</p:attrName>
                                        </p:attrNameLst>
                                      </p:cBhvr>
                                      <p:to>
                                        <p:strVal val="visible"/>
                                      </p:to>
                                    </p:set>
                                    <p:animEffect transition="in" filter="wipe(left)">
                                      <p:cBhvr>
                                        <p:cTn id="28" dur="1000"/>
                                        <p:tgtEl>
                                          <p:spTgt spid="46183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461837"/>
                                        </p:tgtEl>
                                        <p:attrNameLst>
                                          <p:attrName>style.visibility</p:attrName>
                                        </p:attrNameLst>
                                      </p:cBhvr>
                                      <p:to>
                                        <p:strVal val="visible"/>
                                      </p:to>
                                    </p:set>
                                    <p:animEffect transition="in" filter="wipe(left)">
                                      <p:cBhvr>
                                        <p:cTn id="33" dur="1000"/>
                                        <p:tgtEl>
                                          <p:spTgt spid="461837"/>
                                        </p:tgtEl>
                                      </p:cBhvr>
                                    </p:animEffect>
                                  </p:childTnLst>
                                </p:cTn>
                              </p:par>
                            </p:childTnLst>
                          </p:cTn>
                        </p:par>
                        <p:par>
                          <p:cTn id="34" fill="hold" nodeType="afterGroup">
                            <p:stCondLst>
                              <p:cond delay="1000"/>
                            </p:stCondLst>
                            <p:childTnLst>
                              <p:par>
                                <p:cTn id="35" presetID="22" presetClass="entr" presetSubtype="8" fill="hold" nodeType="afterEffect">
                                  <p:stCondLst>
                                    <p:cond delay="0"/>
                                  </p:stCondLst>
                                  <p:childTnLst>
                                    <p:set>
                                      <p:cBhvr>
                                        <p:cTn id="36" dur="1" fill="hold">
                                          <p:stCondLst>
                                            <p:cond delay="0"/>
                                          </p:stCondLst>
                                        </p:cTn>
                                        <p:tgtEl>
                                          <p:spTgt spid="461838"/>
                                        </p:tgtEl>
                                        <p:attrNameLst>
                                          <p:attrName>style.visibility</p:attrName>
                                        </p:attrNameLst>
                                      </p:cBhvr>
                                      <p:to>
                                        <p:strVal val="visible"/>
                                      </p:to>
                                    </p:set>
                                    <p:animEffect transition="in" filter="wipe(left)">
                                      <p:cBhvr>
                                        <p:cTn id="37" dur="1000"/>
                                        <p:tgtEl>
                                          <p:spTgt spid="46183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61839"/>
                                        </p:tgtEl>
                                        <p:attrNameLst>
                                          <p:attrName>style.visibility</p:attrName>
                                        </p:attrNameLst>
                                      </p:cBhvr>
                                      <p:to>
                                        <p:strVal val="visible"/>
                                      </p:to>
                                    </p:set>
                                    <p:animEffect transition="in" filter="wipe(left)">
                                      <p:cBhvr>
                                        <p:cTn id="42" dur="1000"/>
                                        <p:tgtEl>
                                          <p:spTgt spid="461839"/>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461840"/>
                                        </p:tgtEl>
                                        <p:attrNameLst>
                                          <p:attrName>style.visibility</p:attrName>
                                        </p:attrNameLst>
                                      </p:cBhvr>
                                      <p:to>
                                        <p:strVal val="visible"/>
                                      </p:to>
                                    </p:set>
                                    <p:animEffect transition="in" filter="wipe(left)">
                                      <p:cBhvr>
                                        <p:cTn id="46" dur="1000"/>
                                        <p:tgtEl>
                                          <p:spTgt spid="461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826" grpId="0" autoUpdateAnimBg="0"/>
      <p:bldP spid="461837" grpId="0"/>
      <p:bldP spid="46183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a:extLst>
              <a:ext uri="{FF2B5EF4-FFF2-40B4-BE49-F238E27FC236}">
                <a16:creationId xmlns:a16="http://schemas.microsoft.com/office/drawing/2014/main" id="{AC916C61-BEFD-6F4C-E571-9AB11F0AE0A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2851" name="Rectangle 3">
            <a:extLst>
              <a:ext uri="{FF2B5EF4-FFF2-40B4-BE49-F238E27FC236}">
                <a16:creationId xmlns:a16="http://schemas.microsoft.com/office/drawing/2014/main" id="{07880EC5-BD54-668D-2924-5942B4C07642}"/>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2852" name="Rectangle 4">
            <a:extLst>
              <a:ext uri="{FF2B5EF4-FFF2-40B4-BE49-F238E27FC236}">
                <a16:creationId xmlns:a16="http://schemas.microsoft.com/office/drawing/2014/main" id="{624E4F36-9C78-EABB-3AA5-A0F138E8990C}"/>
              </a:ext>
            </a:extLst>
          </p:cNvPr>
          <p:cNvSpPr>
            <a:spLocks noChangeArrowheads="1"/>
          </p:cNvSpPr>
          <p:nvPr/>
        </p:nvSpPr>
        <p:spPr bwMode="auto">
          <a:xfrm>
            <a:off x="1524001" y="2964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62853" name="Object 5">
            <a:extLst>
              <a:ext uri="{FF2B5EF4-FFF2-40B4-BE49-F238E27FC236}">
                <a16:creationId xmlns:a16="http://schemas.microsoft.com/office/drawing/2014/main" id="{3AD3798F-7D81-242C-636D-7C9E402809AC}"/>
              </a:ext>
            </a:extLst>
          </p:cNvPr>
          <p:cNvGraphicFramePr>
            <a:graphicFrameLocks noChangeAspect="1"/>
          </p:cNvGraphicFramePr>
          <p:nvPr/>
        </p:nvGraphicFramePr>
        <p:xfrm>
          <a:off x="5016500" y="333375"/>
          <a:ext cx="2946400" cy="604838"/>
        </p:xfrm>
        <a:graphic>
          <a:graphicData uri="http://schemas.openxmlformats.org/presentationml/2006/ole">
            <mc:AlternateContent xmlns:mc="http://schemas.openxmlformats.org/markup-compatibility/2006">
              <mc:Choice xmlns:v="urn:schemas-microsoft-com:vml" Requires="v">
                <p:oleObj name="公式" r:id="rId2" imgW="25742900" imgH="5270500" progId="Equation.3">
                  <p:embed/>
                </p:oleObj>
              </mc:Choice>
              <mc:Fallback>
                <p:oleObj name="公式" r:id="rId2" imgW="25742900" imgH="5270500" progId="Equation.3">
                  <p:embed/>
                  <p:pic>
                    <p:nvPicPr>
                      <p:cNvPr id="462853" name="Object 5">
                        <a:extLst>
                          <a:ext uri="{FF2B5EF4-FFF2-40B4-BE49-F238E27FC236}">
                            <a16:creationId xmlns:a16="http://schemas.microsoft.com/office/drawing/2014/main" id="{3AD3798F-7D81-242C-636D-7C9E402809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6500" y="333375"/>
                        <a:ext cx="2946400"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2854" name="Rectangle 6">
            <a:extLst>
              <a:ext uri="{FF2B5EF4-FFF2-40B4-BE49-F238E27FC236}">
                <a16:creationId xmlns:a16="http://schemas.microsoft.com/office/drawing/2014/main" id="{2F3907EC-8A5C-64F7-792B-4CE5FE0139EB}"/>
              </a:ext>
            </a:extLst>
          </p:cNvPr>
          <p:cNvSpPr>
            <a:spLocks noChangeArrowheads="1"/>
          </p:cNvSpPr>
          <p:nvPr/>
        </p:nvSpPr>
        <p:spPr bwMode="auto">
          <a:xfrm>
            <a:off x="1992313" y="404813"/>
            <a:ext cx="35988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n=</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20</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0.05</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p>
        </p:txBody>
      </p:sp>
      <p:graphicFrame>
        <p:nvGraphicFramePr>
          <p:cNvPr id="462855" name="Object 7">
            <a:extLst>
              <a:ext uri="{FF2B5EF4-FFF2-40B4-BE49-F238E27FC236}">
                <a16:creationId xmlns:a16="http://schemas.microsoft.com/office/drawing/2014/main" id="{711209FE-4F14-7309-7884-FA5DAD7212CA}"/>
              </a:ext>
            </a:extLst>
          </p:cNvPr>
          <p:cNvGraphicFramePr>
            <a:graphicFrameLocks noChangeAspect="1"/>
          </p:cNvGraphicFramePr>
          <p:nvPr/>
        </p:nvGraphicFramePr>
        <p:xfrm>
          <a:off x="3863976" y="2239964"/>
          <a:ext cx="3960813" cy="998537"/>
        </p:xfrm>
        <a:graphic>
          <a:graphicData uri="http://schemas.openxmlformats.org/presentationml/2006/ole">
            <mc:AlternateContent xmlns:mc="http://schemas.openxmlformats.org/markup-compatibility/2006">
              <mc:Choice xmlns:v="urn:schemas-microsoft-com:vml" Requires="v">
                <p:oleObj name="公式" r:id="rId4" imgW="39204900" imgH="9944100" progId="Equation.3">
                  <p:embed/>
                </p:oleObj>
              </mc:Choice>
              <mc:Fallback>
                <p:oleObj name="公式" r:id="rId4" imgW="39204900" imgH="9944100" progId="Equation.3">
                  <p:embed/>
                  <p:pic>
                    <p:nvPicPr>
                      <p:cNvPr id="462855" name="Object 7">
                        <a:extLst>
                          <a:ext uri="{FF2B5EF4-FFF2-40B4-BE49-F238E27FC236}">
                            <a16:creationId xmlns:a16="http://schemas.microsoft.com/office/drawing/2014/main" id="{711209FE-4F14-7309-7884-FA5DAD7212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3976" y="2239964"/>
                        <a:ext cx="3960813" cy="998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2856" name="Object 8">
            <a:extLst>
              <a:ext uri="{FF2B5EF4-FFF2-40B4-BE49-F238E27FC236}">
                <a16:creationId xmlns:a16="http://schemas.microsoft.com/office/drawing/2014/main" id="{2FEB0911-3548-6DE9-24E8-BC95ECC586D4}"/>
              </a:ext>
            </a:extLst>
          </p:cNvPr>
          <p:cNvGraphicFramePr>
            <a:graphicFrameLocks noChangeAspect="1"/>
          </p:cNvGraphicFramePr>
          <p:nvPr/>
        </p:nvGraphicFramePr>
        <p:xfrm>
          <a:off x="3143251" y="3644900"/>
          <a:ext cx="1304925" cy="527050"/>
        </p:xfrm>
        <a:graphic>
          <a:graphicData uri="http://schemas.openxmlformats.org/presentationml/2006/ole">
            <mc:AlternateContent xmlns:mc="http://schemas.openxmlformats.org/markup-compatibility/2006">
              <mc:Choice xmlns:v="urn:schemas-microsoft-com:vml" Requires="v">
                <p:oleObj name="公式" r:id="rId6" imgW="11696700" imgH="4686300" progId="Equation.3">
                  <p:embed/>
                </p:oleObj>
              </mc:Choice>
              <mc:Fallback>
                <p:oleObj name="公式" r:id="rId6" imgW="11696700" imgH="4686300" progId="Equation.3">
                  <p:embed/>
                  <p:pic>
                    <p:nvPicPr>
                      <p:cNvPr id="462856" name="Object 8">
                        <a:extLst>
                          <a:ext uri="{FF2B5EF4-FFF2-40B4-BE49-F238E27FC236}">
                            <a16:creationId xmlns:a16="http://schemas.microsoft.com/office/drawing/2014/main" id="{2FEB0911-3548-6DE9-24E8-BC95ECC586D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43251" y="3644900"/>
                        <a:ext cx="1304925"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2857" name="Rectangle 9">
            <a:extLst>
              <a:ext uri="{FF2B5EF4-FFF2-40B4-BE49-F238E27FC236}">
                <a16:creationId xmlns:a16="http://schemas.microsoft.com/office/drawing/2014/main" id="{2C1CB058-92F0-869F-BD06-4C765C92B9CD}"/>
              </a:ext>
            </a:extLst>
          </p:cNvPr>
          <p:cNvSpPr>
            <a:spLocks noChangeArrowheads="1"/>
          </p:cNvSpPr>
          <p:nvPr/>
        </p:nvSpPr>
        <p:spPr bwMode="auto">
          <a:xfrm>
            <a:off x="4656138" y="3644901"/>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所以接受</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62858" name="Rectangle 10">
            <a:extLst>
              <a:ext uri="{FF2B5EF4-FFF2-40B4-BE49-F238E27FC236}">
                <a16:creationId xmlns:a16="http://schemas.microsoft.com/office/drawing/2014/main" id="{A9BA9C08-D525-BCCE-190F-6739560D0292}"/>
              </a:ext>
            </a:extLst>
          </p:cNvPr>
          <p:cNvSpPr>
            <a:spLocks noChangeArrowheads="1"/>
          </p:cNvSpPr>
          <p:nvPr/>
        </p:nvSpPr>
        <p:spPr bwMode="auto">
          <a:xfrm>
            <a:off x="2063750" y="4365625"/>
            <a:ext cx="8066088"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在显著性水平</a:t>
            </a:r>
            <a:r>
              <a:rPr kumimoji="1" lang="en-US" altLang="zh-CN" sz="2800" b="1">
                <a:solidFill>
                  <a:srgbClr val="007A77"/>
                </a:solidFill>
                <a:latin typeface="Times New Roman" panose="02020603050405020304" pitchFamily="18" charset="0"/>
                <a:ea typeface="楷体_GB2312" pitchFamily="49" charset="-122"/>
              </a:rPr>
              <a:t>0.05</a:t>
            </a:r>
            <a:r>
              <a:rPr kumimoji="1" lang="zh-CN" altLang="en-US" sz="2800" b="1">
                <a:solidFill>
                  <a:srgbClr val="007A77"/>
                </a:solidFill>
                <a:latin typeface="Times New Roman" panose="02020603050405020304" pitchFamily="18" charset="0"/>
                <a:ea typeface="楷体_GB2312" pitchFamily="49" charset="-122"/>
              </a:rPr>
              <a:t>下，认为调整后机床加工轴的椭圆度的均值无显著降低</a:t>
            </a:r>
            <a:r>
              <a:rPr kumimoji="1" lang="en-US" altLang="zh-CN" sz="2800" b="1">
                <a:solidFill>
                  <a:srgbClr val="007A77"/>
                </a:solidFill>
                <a:latin typeface="Times New Roman" panose="02020603050405020304" pitchFamily="18" charset="0"/>
                <a:ea typeface="楷体_GB2312" pitchFamily="49" charset="-122"/>
              </a:rPr>
              <a:t>.</a:t>
            </a:r>
          </a:p>
        </p:txBody>
      </p:sp>
      <p:graphicFrame>
        <p:nvGraphicFramePr>
          <p:cNvPr id="462859" name="Object 11">
            <a:extLst>
              <a:ext uri="{FF2B5EF4-FFF2-40B4-BE49-F238E27FC236}">
                <a16:creationId xmlns:a16="http://schemas.microsoft.com/office/drawing/2014/main" id="{3A172ED5-AC7D-18DD-389C-9A2173A365E8}"/>
              </a:ext>
            </a:extLst>
          </p:cNvPr>
          <p:cNvGraphicFramePr>
            <a:graphicFrameLocks noChangeAspect="1"/>
          </p:cNvGraphicFramePr>
          <p:nvPr/>
        </p:nvGraphicFramePr>
        <p:xfrm>
          <a:off x="2063750" y="1268414"/>
          <a:ext cx="2376488" cy="511175"/>
        </p:xfrm>
        <a:graphic>
          <a:graphicData uri="http://schemas.openxmlformats.org/presentationml/2006/ole">
            <mc:AlternateContent xmlns:mc="http://schemas.openxmlformats.org/markup-compatibility/2006">
              <mc:Choice xmlns:v="urn:schemas-microsoft-com:vml" Requires="v">
                <p:oleObj name="公式" r:id="rId8" imgW="23114000" imgH="5270500" progId="Equation.3">
                  <p:embed/>
                </p:oleObj>
              </mc:Choice>
              <mc:Fallback>
                <p:oleObj name="公式" r:id="rId8" imgW="23114000" imgH="5270500" progId="Equation.3">
                  <p:embed/>
                  <p:pic>
                    <p:nvPicPr>
                      <p:cNvPr id="462859" name="Object 11">
                        <a:extLst>
                          <a:ext uri="{FF2B5EF4-FFF2-40B4-BE49-F238E27FC236}">
                            <a16:creationId xmlns:a16="http://schemas.microsoft.com/office/drawing/2014/main" id="{3A172ED5-AC7D-18DD-389C-9A2173A365E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63750" y="1268414"/>
                        <a:ext cx="2376488"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2860" name="Object 12">
            <a:extLst>
              <a:ext uri="{FF2B5EF4-FFF2-40B4-BE49-F238E27FC236}">
                <a16:creationId xmlns:a16="http://schemas.microsoft.com/office/drawing/2014/main" id="{C0A1C53E-DDA4-0585-A7B6-EBCF8853FB46}"/>
              </a:ext>
            </a:extLst>
          </p:cNvPr>
          <p:cNvGraphicFramePr>
            <a:graphicFrameLocks noChangeAspect="1"/>
          </p:cNvGraphicFramePr>
          <p:nvPr/>
        </p:nvGraphicFramePr>
        <p:xfrm>
          <a:off x="4583114" y="1268414"/>
          <a:ext cx="2376487" cy="454025"/>
        </p:xfrm>
        <a:graphic>
          <a:graphicData uri="http://schemas.openxmlformats.org/presentationml/2006/ole">
            <mc:AlternateContent xmlns:mc="http://schemas.openxmlformats.org/markup-compatibility/2006">
              <mc:Choice xmlns:v="urn:schemas-microsoft-com:vml" Requires="v">
                <p:oleObj name="公式" r:id="rId10" imgW="23114000" imgH="4686300" progId="Equation.3">
                  <p:embed/>
                </p:oleObj>
              </mc:Choice>
              <mc:Fallback>
                <p:oleObj name="公式" r:id="rId10" imgW="23114000" imgH="4686300" progId="Equation.3">
                  <p:embed/>
                  <p:pic>
                    <p:nvPicPr>
                      <p:cNvPr id="462860" name="Object 12">
                        <a:extLst>
                          <a:ext uri="{FF2B5EF4-FFF2-40B4-BE49-F238E27FC236}">
                            <a16:creationId xmlns:a16="http://schemas.microsoft.com/office/drawing/2014/main" id="{C0A1C53E-DDA4-0585-A7B6-EBCF8853FB4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83114" y="1268414"/>
                        <a:ext cx="2376487"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2861" name="Object 13">
            <a:extLst>
              <a:ext uri="{FF2B5EF4-FFF2-40B4-BE49-F238E27FC236}">
                <a16:creationId xmlns:a16="http://schemas.microsoft.com/office/drawing/2014/main" id="{009CBAC8-86B3-5965-7BBD-7D7C399019DC}"/>
              </a:ext>
            </a:extLst>
          </p:cNvPr>
          <p:cNvGraphicFramePr>
            <a:graphicFrameLocks noChangeAspect="1"/>
          </p:cNvGraphicFramePr>
          <p:nvPr/>
        </p:nvGraphicFramePr>
        <p:xfrm>
          <a:off x="1992314" y="2205039"/>
          <a:ext cx="1804987" cy="1138237"/>
        </p:xfrm>
        <a:graphic>
          <a:graphicData uri="http://schemas.openxmlformats.org/presentationml/2006/ole">
            <mc:AlternateContent xmlns:mc="http://schemas.openxmlformats.org/markup-compatibility/2006">
              <mc:Choice xmlns:v="urn:schemas-microsoft-com:vml" Requires="v">
                <p:oleObj name="公式" r:id="rId12" imgW="17843500" imgH="10528300" progId="Equation.3">
                  <p:embed/>
                </p:oleObj>
              </mc:Choice>
              <mc:Fallback>
                <p:oleObj name="公式" r:id="rId12" imgW="17843500" imgH="10528300" progId="Equation.3">
                  <p:embed/>
                  <p:pic>
                    <p:nvPicPr>
                      <p:cNvPr id="462861" name="Object 13">
                        <a:extLst>
                          <a:ext uri="{FF2B5EF4-FFF2-40B4-BE49-F238E27FC236}">
                            <a16:creationId xmlns:a16="http://schemas.microsoft.com/office/drawing/2014/main" id="{009CBAC8-86B3-5965-7BBD-7D7C399019D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92314" y="2205039"/>
                        <a:ext cx="1804987" cy="1138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2862" name="Object 14">
            <a:extLst>
              <a:ext uri="{FF2B5EF4-FFF2-40B4-BE49-F238E27FC236}">
                <a16:creationId xmlns:a16="http://schemas.microsoft.com/office/drawing/2014/main" id="{002C1EB1-3D8B-43AF-AAB0-AFCCA4803DF7}"/>
              </a:ext>
            </a:extLst>
          </p:cNvPr>
          <p:cNvGraphicFramePr>
            <a:graphicFrameLocks noChangeAspect="1"/>
          </p:cNvGraphicFramePr>
          <p:nvPr/>
        </p:nvGraphicFramePr>
        <p:xfrm>
          <a:off x="8040688" y="2492376"/>
          <a:ext cx="1414462" cy="396875"/>
        </p:xfrm>
        <a:graphic>
          <a:graphicData uri="http://schemas.openxmlformats.org/presentationml/2006/ole">
            <mc:AlternateContent xmlns:mc="http://schemas.openxmlformats.org/markup-compatibility/2006">
              <mc:Choice xmlns:v="urn:schemas-microsoft-com:vml" Requires="v">
                <p:oleObj name="公式" r:id="rId14" imgW="13754100" imgH="4102100" progId="Equation.3">
                  <p:embed/>
                </p:oleObj>
              </mc:Choice>
              <mc:Fallback>
                <p:oleObj name="公式" r:id="rId14" imgW="13754100" imgH="4102100" progId="Equation.3">
                  <p:embed/>
                  <p:pic>
                    <p:nvPicPr>
                      <p:cNvPr id="462862" name="Object 14">
                        <a:extLst>
                          <a:ext uri="{FF2B5EF4-FFF2-40B4-BE49-F238E27FC236}">
                            <a16:creationId xmlns:a16="http://schemas.microsoft.com/office/drawing/2014/main" id="{002C1EB1-3D8B-43AF-AAB0-AFCCA4803DF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040688" y="2492376"/>
                        <a:ext cx="1414462"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2863" name="Rectangle 15">
            <a:extLst>
              <a:ext uri="{FF2B5EF4-FFF2-40B4-BE49-F238E27FC236}">
                <a16:creationId xmlns:a16="http://schemas.microsoft.com/office/drawing/2014/main" id="{26D71502-0A77-DC3B-1018-F1538E140B83}"/>
              </a:ext>
            </a:extLst>
          </p:cNvPr>
          <p:cNvSpPr>
            <a:spLocks noChangeArrowheads="1"/>
          </p:cNvSpPr>
          <p:nvPr/>
        </p:nvSpPr>
        <p:spPr bwMode="auto">
          <a:xfrm>
            <a:off x="2135189" y="3644901"/>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62854"/>
                                        </p:tgtEl>
                                        <p:attrNameLst>
                                          <p:attrName>style.visibility</p:attrName>
                                        </p:attrNameLst>
                                      </p:cBhvr>
                                      <p:to>
                                        <p:strVal val="visible"/>
                                      </p:to>
                                    </p:set>
                                    <p:animEffect transition="in" filter="wipe(left)">
                                      <p:cBhvr>
                                        <p:cTn id="7" dur="1000"/>
                                        <p:tgtEl>
                                          <p:spTgt spid="4628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62853"/>
                                        </p:tgtEl>
                                        <p:attrNameLst>
                                          <p:attrName>style.visibility</p:attrName>
                                        </p:attrNameLst>
                                      </p:cBhvr>
                                      <p:to>
                                        <p:strVal val="visible"/>
                                      </p:to>
                                    </p:set>
                                    <p:animEffect transition="in" filter="wipe(left)">
                                      <p:cBhvr>
                                        <p:cTn id="12" dur="1000"/>
                                        <p:tgtEl>
                                          <p:spTgt spid="4628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62859"/>
                                        </p:tgtEl>
                                        <p:attrNameLst>
                                          <p:attrName>style.visibility</p:attrName>
                                        </p:attrNameLst>
                                      </p:cBhvr>
                                      <p:to>
                                        <p:strVal val="visible"/>
                                      </p:to>
                                    </p:set>
                                    <p:animEffect transition="in" filter="wipe(left)">
                                      <p:cBhvr>
                                        <p:cTn id="17" dur="1000"/>
                                        <p:tgtEl>
                                          <p:spTgt spid="462859"/>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62860"/>
                                        </p:tgtEl>
                                        <p:attrNameLst>
                                          <p:attrName>style.visibility</p:attrName>
                                        </p:attrNameLst>
                                      </p:cBhvr>
                                      <p:to>
                                        <p:strVal val="visible"/>
                                      </p:to>
                                    </p:set>
                                    <p:animEffect transition="in" filter="wipe(left)">
                                      <p:cBhvr>
                                        <p:cTn id="21" dur="1000"/>
                                        <p:tgtEl>
                                          <p:spTgt spid="46286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62861"/>
                                        </p:tgtEl>
                                        <p:attrNameLst>
                                          <p:attrName>style.visibility</p:attrName>
                                        </p:attrNameLst>
                                      </p:cBhvr>
                                      <p:to>
                                        <p:strVal val="visible"/>
                                      </p:to>
                                    </p:set>
                                    <p:animEffect transition="in" filter="wipe(left)">
                                      <p:cBhvr>
                                        <p:cTn id="26" dur="1000"/>
                                        <p:tgtEl>
                                          <p:spTgt spid="46286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62855"/>
                                        </p:tgtEl>
                                        <p:attrNameLst>
                                          <p:attrName>style.visibility</p:attrName>
                                        </p:attrNameLst>
                                      </p:cBhvr>
                                      <p:to>
                                        <p:strVal val="visible"/>
                                      </p:to>
                                    </p:set>
                                    <p:animEffect transition="in" filter="wipe(left)">
                                      <p:cBhvr>
                                        <p:cTn id="31" dur="1000"/>
                                        <p:tgtEl>
                                          <p:spTgt spid="46285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62862"/>
                                        </p:tgtEl>
                                        <p:attrNameLst>
                                          <p:attrName>style.visibility</p:attrName>
                                        </p:attrNameLst>
                                      </p:cBhvr>
                                      <p:to>
                                        <p:strVal val="visible"/>
                                      </p:to>
                                    </p:set>
                                    <p:animEffect transition="in" filter="wipe(left)">
                                      <p:cBhvr>
                                        <p:cTn id="36" dur="1000"/>
                                        <p:tgtEl>
                                          <p:spTgt spid="46286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462863"/>
                                        </p:tgtEl>
                                        <p:attrNameLst>
                                          <p:attrName>style.visibility</p:attrName>
                                        </p:attrNameLst>
                                      </p:cBhvr>
                                      <p:to>
                                        <p:strVal val="visible"/>
                                      </p:to>
                                    </p:set>
                                    <p:animEffect transition="in" filter="wipe(left)">
                                      <p:cBhvr>
                                        <p:cTn id="41" dur="1000"/>
                                        <p:tgtEl>
                                          <p:spTgt spid="462863"/>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462856"/>
                                        </p:tgtEl>
                                        <p:attrNameLst>
                                          <p:attrName>style.visibility</p:attrName>
                                        </p:attrNameLst>
                                      </p:cBhvr>
                                      <p:to>
                                        <p:strVal val="visible"/>
                                      </p:to>
                                    </p:set>
                                    <p:animEffect transition="in" filter="wipe(left)">
                                      <p:cBhvr>
                                        <p:cTn id="45" dur="1000"/>
                                        <p:tgtEl>
                                          <p:spTgt spid="462856"/>
                                        </p:tgtEl>
                                      </p:cBhvr>
                                    </p:animEffect>
                                  </p:childTnLst>
                                </p:cTn>
                              </p:par>
                            </p:childTnLst>
                          </p:cTn>
                        </p:par>
                        <p:par>
                          <p:cTn id="46" fill="hold" nodeType="afterGroup">
                            <p:stCondLst>
                              <p:cond delay="2000"/>
                            </p:stCondLst>
                            <p:childTnLst>
                              <p:par>
                                <p:cTn id="47" presetID="22" presetClass="entr" presetSubtype="8" fill="hold" nodeType="afterEffect">
                                  <p:stCondLst>
                                    <p:cond delay="0"/>
                                  </p:stCondLst>
                                  <p:childTnLst>
                                    <p:set>
                                      <p:cBhvr>
                                        <p:cTn id="48" dur="1" fill="hold">
                                          <p:stCondLst>
                                            <p:cond delay="0"/>
                                          </p:stCondLst>
                                        </p:cTn>
                                        <p:tgtEl>
                                          <p:spTgt spid="462857"/>
                                        </p:tgtEl>
                                        <p:attrNameLst>
                                          <p:attrName>style.visibility</p:attrName>
                                        </p:attrNameLst>
                                      </p:cBhvr>
                                      <p:to>
                                        <p:strVal val="visible"/>
                                      </p:to>
                                    </p:set>
                                    <p:animEffect transition="in" filter="wipe(left)">
                                      <p:cBhvr>
                                        <p:cTn id="49" dur="1000"/>
                                        <p:tgtEl>
                                          <p:spTgt spid="46285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462858"/>
                                        </p:tgtEl>
                                        <p:attrNameLst>
                                          <p:attrName>style.visibility</p:attrName>
                                        </p:attrNameLst>
                                      </p:cBhvr>
                                      <p:to>
                                        <p:strVal val="visible"/>
                                      </p:to>
                                    </p:set>
                                    <p:animEffect transition="in" filter="wipe(up)">
                                      <p:cBhvr>
                                        <p:cTn id="54" dur="1000"/>
                                        <p:tgtEl>
                                          <p:spTgt spid="462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4" grpId="0"/>
      <p:bldP spid="462857" grpId="0"/>
      <p:bldP spid="462858" grpId="0"/>
      <p:bldP spid="46286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Text Box 2">
            <a:extLst>
              <a:ext uri="{FF2B5EF4-FFF2-40B4-BE49-F238E27FC236}">
                <a16:creationId xmlns:a16="http://schemas.microsoft.com/office/drawing/2014/main" id="{177BBBB2-4625-AE6E-611E-1F125E00570C}"/>
              </a:ext>
            </a:extLst>
          </p:cNvPr>
          <p:cNvSpPr txBox="1">
            <a:spLocks noChangeArrowheads="1"/>
          </p:cNvSpPr>
          <p:nvPr/>
        </p:nvSpPr>
        <p:spPr bwMode="auto">
          <a:xfrm>
            <a:off x="1919288" y="333376"/>
            <a:ext cx="8064500" cy="338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3.</a:t>
            </a:r>
            <a:r>
              <a:rPr kumimoji="1" lang="zh-CN" altLang="en-US" sz="2800" b="1">
                <a:solidFill>
                  <a:srgbClr val="007A77"/>
                </a:solidFill>
                <a:latin typeface="Times New Roman" panose="02020603050405020304" pitchFamily="18" charset="0"/>
                <a:ea typeface="楷体_GB2312" pitchFamily="49" charset="-122"/>
              </a:rPr>
              <a:t>某种电子元件，要求使用寿命不得低于</a:t>
            </a:r>
            <a:r>
              <a:rPr kumimoji="1" lang="en-US" altLang="zh-CN" sz="2800" b="1">
                <a:solidFill>
                  <a:srgbClr val="007A77"/>
                </a:solidFill>
                <a:latin typeface="Times New Roman" panose="02020603050405020304" pitchFamily="18" charset="0"/>
                <a:ea typeface="楷体_GB2312" pitchFamily="49" charset="-122"/>
              </a:rPr>
              <a:t>1000 </a:t>
            </a:r>
            <a:r>
              <a:rPr kumimoji="1" lang="zh-CN" altLang="en-US" sz="2800" b="1">
                <a:solidFill>
                  <a:srgbClr val="007A77"/>
                </a:solidFill>
                <a:latin typeface="Times New Roman" panose="02020603050405020304" pitchFamily="18" charset="0"/>
                <a:ea typeface="楷体_GB2312" pitchFamily="49" charset="-122"/>
              </a:rPr>
              <a:t>小时。现从一批这种元件中随机抽取</a:t>
            </a:r>
            <a:r>
              <a:rPr kumimoji="1" lang="en-US" altLang="zh-CN" sz="2800" b="1">
                <a:solidFill>
                  <a:srgbClr val="007A77"/>
                </a:solidFill>
                <a:latin typeface="Times New Roman" panose="02020603050405020304" pitchFamily="18" charset="0"/>
                <a:ea typeface="楷体_GB2312" pitchFamily="49" charset="-122"/>
              </a:rPr>
              <a:t>25 </a:t>
            </a:r>
            <a:r>
              <a:rPr kumimoji="1" lang="zh-CN" altLang="en-US" sz="2800" b="1">
                <a:solidFill>
                  <a:srgbClr val="007A77"/>
                </a:solidFill>
                <a:latin typeface="Times New Roman" panose="02020603050405020304" pitchFamily="18" charset="0"/>
                <a:ea typeface="楷体_GB2312" pitchFamily="49" charset="-122"/>
              </a:rPr>
              <a:t>件，测其寿命，算得其平均寿命</a:t>
            </a:r>
            <a:r>
              <a:rPr kumimoji="1" lang="en-US" altLang="zh-CN" sz="2800" b="1">
                <a:solidFill>
                  <a:srgbClr val="007A77"/>
                </a:solidFill>
                <a:latin typeface="Times New Roman" panose="02020603050405020304" pitchFamily="18" charset="0"/>
                <a:ea typeface="楷体_GB2312" pitchFamily="49" charset="-122"/>
              </a:rPr>
              <a:t>950</a:t>
            </a:r>
            <a:r>
              <a:rPr kumimoji="1" lang="zh-CN" altLang="en-US" sz="2800" b="1">
                <a:solidFill>
                  <a:srgbClr val="007A77"/>
                </a:solidFill>
                <a:latin typeface="Times New Roman" panose="02020603050405020304" pitchFamily="18" charset="0"/>
                <a:ea typeface="楷体_GB2312" pitchFamily="49" charset="-122"/>
              </a:rPr>
              <a:t>小时，设该元件的寿命</a:t>
            </a:r>
            <a:r>
              <a:rPr kumimoji="1" lang="en-US" altLang="zh-CN" sz="2800" b="1">
                <a:solidFill>
                  <a:srgbClr val="007A77"/>
                </a:solidFill>
                <a:latin typeface="Times New Roman" panose="02020603050405020304" pitchFamily="18" charset="0"/>
                <a:ea typeface="楷体_GB2312" pitchFamily="49" charset="-122"/>
              </a:rPr>
              <a:t>X~N(</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μ</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,100</a:t>
            </a:r>
            <a:r>
              <a:rPr kumimoji="1" lang="en-US" altLang="zh-CN" sz="2800" b="1" baseline="30000">
                <a:solidFill>
                  <a:srgbClr val="007A77"/>
                </a:solidFill>
                <a:latin typeface="Times New Roman" panose="02020603050405020304" pitchFamily="18" charset="0"/>
                <a:ea typeface="楷体_GB2312" pitchFamily="49" charset="-122"/>
                <a:cs typeface="Times New Roman" panose="02020603050405020304" pitchFamily="18" charset="0"/>
              </a:rPr>
              <a:t>2</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，在显著性水平</a:t>
            </a:r>
            <a:r>
              <a:rPr kumimoji="1" lang="en-US" altLang="zh-CN" sz="2800" b="1">
                <a:solidFill>
                  <a:srgbClr val="007A77"/>
                </a:solidFill>
                <a:latin typeface="Times New Roman" panose="02020603050405020304" pitchFamily="18" charset="0"/>
                <a:ea typeface="楷体_GB2312" pitchFamily="49" charset="-122"/>
              </a:rPr>
              <a:t>0.05</a:t>
            </a:r>
            <a:r>
              <a:rPr kumimoji="1" lang="zh-CN" altLang="en-US" sz="2800" b="1">
                <a:solidFill>
                  <a:srgbClr val="007A77"/>
                </a:solidFill>
                <a:latin typeface="Times New Roman" panose="02020603050405020304" pitchFamily="18" charset="0"/>
                <a:ea typeface="楷体_GB2312" pitchFamily="49" charset="-122"/>
              </a:rPr>
              <a:t>下</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确定这批元件是否合格？</a:t>
            </a:r>
          </a:p>
        </p:txBody>
      </p:sp>
      <p:sp>
        <p:nvSpPr>
          <p:cNvPr id="463875" name="Rectangle 3">
            <a:extLst>
              <a:ext uri="{FF2B5EF4-FFF2-40B4-BE49-F238E27FC236}">
                <a16:creationId xmlns:a16="http://schemas.microsoft.com/office/drawing/2014/main" id="{76BC9F2F-CB07-5C40-59CA-E1CB6FD8D4C6}"/>
              </a:ext>
            </a:extLst>
          </p:cNvPr>
          <p:cNvSpPr>
            <a:spLocks noChangeArrowheads="1"/>
          </p:cNvSpPr>
          <p:nvPr/>
        </p:nvSpPr>
        <p:spPr bwMode="auto">
          <a:xfrm>
            <a:off x="1774826" y="3716339"/>
            <a:ext cx="18002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r>
              <a:rPr kumimoji="1" lang="en-US" altLang="zh-CN" sz="3200" b="1">
                <a:solidFill>
                  <a:srgbClr val="0000FF"/>
                </a:solidFill>
                <a:latin typeface="Times New Roman" panose="02020603050405020304" pitchFamily="18" charset="0"/>
                <a:ea typeface="楷体_GB2312" pitchFamily="49" charset="-122"/>
              </a:rPr>
              <a:t>:</a:t>
            </a:r>
          </a:p>
        </p:txBody>
      </p:sp>
      <p:sp>
        <p:nvSpPr>
          <p:cNvPr id="463876" name="AutoShape 4">
            <a:hlinkClick r:id="" action="ppaction://hlinkshowjump?jump=previousslide" highlightClick="1"/>
            <a:extLst>
              <a:ext uri="{FF2B5EF4-FFF2-40B4-BE49-F238E27FC236}">
                <a16:creationId xmlns:a16="http://schemas.microsoft.com/office/drawing/2014/main" id="{775AE0D6-2606-9558-011B-EC6F3734A422}"/>
              </a:ext>
            </a:extLst>
          </p:cNvPr>
          <p:cNvSpPr>
            <a:spLocks noChangeArrowheads="1"/>
          </p:cNvSpPr>
          <p:nvPr/>
        </p:nvSpPr>
        <p:spPr bwMode="auto">
          <a:xfrm>
            <a:off x="67056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3877" name="AutoShape 5">
            <a:hlinkClick r:id="" action="ppaction://hlinkshowjump?jump=nextslide" highlightClick="1"/>
            <a:extLst>
              <a:ext uri="{FF2B5EF4-FFF2-40B4-BE49-F238E27FC236}">
                <a16:creationId xmlns:a16="http://schemas.microsoft.com/office/drawing/2014/main" id="{181AEC7C-A332-DEF7-F233-C566C17C037F}"/>
              </a:ext>
            </a:extLst>
          </p:cNvPr>
          <p:cNvSpPr>
            <a:spLocks noChangeArrowheads="1"/>
          </p:cNvSpPr>
          <p:nvPr/>
        </p:nvSpPr>
        <p:spPr bwMode="auto">
          <a:xfrm>
            <a:off x="79248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3878" name="AutoShape 6">
            <a:hlinkClick r:id="" action="ppaction://hlinkshowjump?jump=endshow" highlightClick="1"/>
            <a:extLst>
              <a:ext uri="{FF2B5EF4-FFF2-40B4-BE49-F238E27FC236}">
                <a16:creationId xmlns:a16="http://schemas.microsoft.com/office/drawing/2014/main" id="{7D55F13E-BE26-3EF0-0832-E34073D191D3}"/>
              </a:ext>
            </a:extLst>
          </p:cNvPr>
          <p:cNvSpPr>
            <a:spLocks noChangeArrowheads="1"/>
          </p:cNvSpPr>
          <p:nvPr/>
        </p:nvSpPr>
        <p:spPr bwMode="auto">
          <a:xfrm>
            <a:off x="92202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63879" name="Object 7">
            <a:extLst>
              <a:ext uri="{FF2B5EF4-FFF2-40B4-BE49-F238E27FC236}">
                <a16:creationId xmlns:a16="http://schemas.microsoft.com/office/drawing/2014/main" id="{228BC4FC-F60F-F300-269F-24516880DF03}"/>
              </a:ext>
            </a:extLst>
          </p:cNvPr>
          <p:cNvGraphicFramePr>
            <a:graphicFrameLocks noChangeAspect="1"/>
          </p:cNvGraphicFramePr>
          <p:nvPr/>
        </p:nvGraphicFramePr>
        <p:xfrm>
          <a:off x="2640013" y="3789363"/>
          <a:ext cx="2500312" cy="442912"/>
        </p:xfrm>
        <a:graphic>
          <a:graphicData uri="http://schemas.openxmlformats.org/presentationml/2006/ole">
            <mc:AlternateContent xmlns:mc="http://schemas.openxmlformats.org/markup-compatibility/2006">
              <mc:Choice xmlns:v="urn:schemas-microsoft-com:vml" Requires="v">
                <p:oleObj name="公式" r:id="rId2" imgW="23114000" imgH="4102100" progId="Equation.3">
                  <p:embed/>
                </p:oleObj>
              </mc:Choice>
              <mc:Fallback>
                <p:oleObj name="公式" r:id="rId2" imgW="23114000" imgH="4102100" progId="Equation.3">
                  <p:embed/>
                  <p:pic>
                    <p:nvPicPr>
                      <p:cNvPr id="463879" name="Object 7">
                        <a:extLst>
                          <a:ext uri="{FF2B5EF4-FFF2-40B4-BE49-F238E27FC236}">
                            <a16:creationId xmlns:a16="http://schemas.microsoft.com/office/drawing/2014/main" id="{228BC4FC-F60F-F300-269F-24516880DF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0013" y="3789363"/>
                        <a:ext cx="2500312" cy="442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63880" name="Group 8">
            <a:extLst>
              <a:ext uri="{FF2B5EF4-FFF2-40B4-BE49-F238E27FC236}">
                <a16:creationId xmlns:a16="http://schemas.microsoft.com/office/drawing/2014/main" id="{FDE3AE92-5485-AD42-DBE7-685939DFECEB}"/>
              </a:ext>
            </a:extLst>
          </p:cNvPr>
          <p:cNvGrpSpPr>
            <a:grpSpLocks/>
          </p:cNvGrpSpPr>
          <p:nvPr/>
        </p:nvGrpSpPr>
        <p:grpSpPr bwMode="auto">
          <a:xfrm>
            <a:off x="2063751" y="4365625"/>
            <a:ext cx="3452813" cy="609600"/>
            <a:chOff x="113" y="119"/>
            <a:chExt cx="2175" cy="384"/>
          </a:xfrm>
        </p:grpSpPr>
        <p:graphicFrame>
          <p:nvGraphicFramePr>
            <p:cNvPr id="463881" name="Object 9">
              <a:extLst>
                <a:ext uri="{FF2B5EF4-FFF2-40B4-BE49-F238E27FC236}">
                  <a16:creationId xmlns:a16="http://schemas.microsoft.com/office/drawing/2014/main" id="{D11E5EA1-4A3E-1183-F60B-74524E460712}"/>
                </a:ext>
              </a:extLst>
            </p:cNvPr>
            <p:cNvGraphicFramePr>
              <a:graphicFrameLocks noChangeAspect="1"/>
            </p:cNvGraphicFramePr>
            <p:nvPr/>
          </p:nvGraphicFramePr>
          <p:xfrm>
            <a:off x="835" y="164"/>
            <a:ext cx="1453" cy="339"/>
          </p:xfrm>
          <a:graphic>
            <a:graphicData uri="http://schemas.openxmlformats.org/presentationml/2006/ole">
              <mc:AlternateContent xmlns:mc="http://schemas.openxmlformats.org/markup-compatibility/2006">
                <mc:Choice xmlns:v="urn:schemas-microsoft-com:vml" Requires="v">
                  <p:oleObj name="公式" r:id="rId4" imgW="22529800" imgH="5270500" progId="Equation.3">
                    <p:embed/>
                  </p:oleObj>
                </mc:Choice>
                <mc:Fallback>
                  <p:oleObj name="公式" r:id="rId4" imgW="22529800" imgH="5270500" progId="Equation.3">
                    <p:embed/>
                    <p:pic>
                      <p:nvPicPr>
                        <p:cNvPr id="463881" name="Object 9">
                          <a:extLst>
                            <a:ext uri="{FF2B5EF4-FFF2-40B4-BE49-F238E27FC236}">
                              <a16:creationId xmlns:a16="http://schemas.microsoft.com/office/drawing/2014/main" id="{D11E5EA1-4A3E-1183-F60B-74524E4607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5" y="164"/>
                          <a:ext cx="1453"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3882" name="Text Box 10">
              <a:extLst>
                <a:ext uri="{FF2B5EF4-FFF2-40B4-BE49-F238E27FC236}">
                  <a16:creationId xmlns:a16="http://schemas.microsoft.com/office/drawing/2014/main" id="{017B4E63-BAF5-8CAE-564A-E10CEC1968BB}"/>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63883" name="Group 11">
            <a:extLst>
              <a:ext uri="{FF2B5EF4-FFF2-40B4-BE49-F238E27FC236}">
                <a16:creationId xmlns:a16="http://schemas.microsoft.com/office/drawing/2014/main" id="{763BC011-FE07-A52F-F749-82023B0EC6F0}"/>
              </a:ext>
            </a:extLst>
          </p:cNvPr>
          <p:cNvGrpSpPr>
            <a:grpSpLocks/>
          </p:cNvGrpSpPr>
          <p:nvPr/>
        </p:nvGrpSpPr>
        <p:grpSpPr bwMode="auto">
          <a:xfrm>
            <a:off x="5880100" y="4365625"/>
            <a:ext cx="3816350" cy="579438"/>
            <a:chOff x="2154" y="119"/>
            <a:chExt cx="2253" cy="365"/>
          </a:xfrm>
        </p:grpSpPr>
        <p:sp>
          <p:nvSpPr>
            <p:cNvPr id="463884" name="Text Box 12">
              <a:extLst>
                <a:ext uri="{FF2B5EF4-FFF2-40B4-BE49-F238E27FC236}">
                  <a16:creationId xmlns:a16="http://schemas.microsoft.com/office/drawing/2014/main" id="{28DDE630-3818-C12E-0A54-BC5389B658DA}"/>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63885" name="Object 13">
              <a:extLst>
                <a:ext uri="{FF2B5EF4-FFF2-40B4-BE49-F238E27FC236}">
                  <a16:creationId xmlns:a16="http://schemas.microsoft.com/office/drawing/2014/main" id="{9A2B811B-FAC5-C2F6-E157-642938A31A70}"/>
                </a:ext>
              </a:extLst>
            </p:cNvPr>
            <p:cNvGraphicFramePr>
              <a:graphicFrameLocks noChangeAspect="1"/>
            </p:cNvGraphicFramePr>
            <p:nvPr/>
          </p:nvGraphicFramePr>
          <p:xfrm>
            <a:off x="3048" y="164"/>
            <a:ext cx="1359" cy="320"/>
          </p:xfrm>
          <a:graphic>
            <a:graphicData uri="http://schemas.openxmlformats.org/presentationml/2006/ole">
              <mc:AlternateContent xmlns:mc="http://schemas.openxmlformats.org/markup-compatibility/2006">
                <mc:Choice xmlns:v="urn:schemas-microsoft-com:vml" Requires="v">
                  <p:oleObj name="公式" r:id="rId6" imgW="21069300" imgH="4978400" progId="Equation.3">
                    <p:embed/>
                  </p:oleObj>
                </mc:Choice>
                <mc:Fallback>
                  <p:oleObj name="公式" r:id="rId6" imgW="21069300" imgH="4978400" progId="Equation.3">
                    <p:embed/>
                    <p:pic>
                      <p:nvPicPr>
                        <p:cNvPr id="463885" name="Object 13">
                          <a:extLst>
                            <a:ext uri="{FF2B5EF4-FFF2-40B4-BE49-F238E27FC236}">
                              <a16:creationId xmlns:a16="http://schemas.microsoft.com/office/drawing/2014/main" id="{9A2B811B-FAC5-C2F6-E157-642938A31A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 y="164"/>
                          <a:ext cx="1359"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63886" name="Rectangle 14">
            <a:extLst>
              <a:ext uri="{FF2B5EF4-FFF2-40B4-BE49-F238E27FC236}">
                <a16:creationId xmlns:a16="http://schemas.microsoft.com/office/drawing/2014/main" id="{7B86FBE6-F8F3-F634-5C59-D6A58E3D613B}"/>
              </a:ext>
            </a:extLst>
          </p:cNvPr>
          <p:cNvSpPr>
            <a:spLocks noChangeArrowheads="1"/>
          </p:cNvSpPr>
          <p:nvPr/>
        </p:nvSpPr>
        <p:spPr bwMode="auto">
          <a:xfrm>
            <a:off x="2208214" y="5084763"/>
            <a:ext cx="53292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由</a:t>
            </a:r>
            <a:r>
              <a:rPr kumimoji="1" lang="el-GR"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σ</a:t>
            </a:r>
            <a:r>
              <a:rPr kumimoji="1" lang="en-US" altLang="zh-CN" sz="2800" b="1" baseline="30000">
                <a:solidFill>
                  <a:srgbClr val="007A77"/>
                </a:solidFill>
                <a:latin typeface="Times New Roman" panose="02020603050405020304" pitchFamily="18" charset="0"/>
                <a:ea typeface="楷体_GB2312" pitchFamily="49" charset="-122"/>
              </a:rPr>
              <a:t>2 </a:t>
            </a:r>
            <a:r>
              <a:rPr kumimoji="1" lang="en-US" altLang="zh-CN" sz="2800" b="1">
                <a:solidFill>
                  <a:srgbClr val="007A77"/>
                </a:solidFill>
                <a:latin typeface="Times New Roman" panose="02020603050405020304" pitchFamily="18" charset="0"/>
                <a:ea typeface="楷体_GB2312" pitchFamily="49" charset="-122"/>
              </a:rPr>
              <a:t>=100</a:t>
            </a:r>
            <a:r>
              <a:rPr kumimoji="1" lang="en-US" altLang="zh-CN" sz="2800" b="1" baseline="30000">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知，检验统计量为</a:t>
            </a:r>
          </a:p>
        </p:txBody>
      </p:sp>
      <p:graphicFrame>
        <p:nvGraphicFramePr>
          <p:cNvPr id="463887" name="Object 15">
            <a:extLst>
              <a:ext uri="{FF2B5EF4-FFF2-40B4-BE49-F238E27FC236}">
                <a16:creationId xmlns:a16="http://schemas.microsoft.com/office/drawing/2014/main" id="{3CC3DF4B-50D7-FA04-87AC-0317B4FC8A53}"/>
              </a:ext>
            </a:extLst>
          </p:cNvPr>
          <p:cNvGraphicFramePr>
            <a:graphicFrameLocks noChangeAspect="1"/>
          </p:cNvGraphicFramePr>
          <p:nvPr/>
        </p:nvGraphicFramePr>
        <p:xfrm>
          <a:off x="7319964" y="4868864"/>
          <a:ext cx="1741487" cy="1076325"/>
        </p:xfrm>
        <a:graphic>
          <a:graphicData uri="http://schemas.openxmlformats.org/presentationml/2006/ole">
            <mc:AlternateContent xmlns:mc="http://schemas.openxmlformats.org/markup-compatibility/2006">
              <mc:Choice xmlns:v="urn:schemas-microsoft-com:vml" Requires="v">
                <p:oleObj name="公式" r:id="rId8" imgW="18719800" imgH="10820400" progId="Equation.3">
                  <p:embed/>
                </p:oleObj>
              </mc:Choice>
              <mc:Fallback>
                <p:oleObj name="公式" r:id="rId8" imgW="18719800" imgH="10820400" progId="Equation.3">
                  <p:embed/>
                  <p:pic>
                    <p:nvPicPr>
                      <p:cNvPr id="463887" name="Object 15">
                        <a:extLst>
                          <a:ext uri="{FF2B5EF4-FFF2-40B4-BE49-F238E27FC236}">
                            <a16:creationId xmlns:a16="http://schemas.microsoft.com/office/drawing/2014/main" id="{3CC3DF4B-50D7-FA04-87AC-0317B4FC8A5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19964" y="4868864"/>
                        <a:ext cx="1741487" cy="107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3888" name="Text Box 16">
            <a:extLst>
              <a:ext uri="{FF2B5EF4-FFF2-40B4-BE49-F238E27FC236}">
                <a16:creationId xmlns:a16="http://schemas.microsoft.com/office/drawing/2014/main" id="{070A7E6D-7BD2-8ADA-620E-DCAC096FE478}"/>
              </a:ext>
            </a:extLst>
          </p:cNvPr>
          <p:cNvSpPr txBox="1">
            <a:spLocks noChangeArrowheads="1"/>
          </p:cNvSpPr>
          <p:nvPr/>
        </p:nvSpPr>
        <p:spPr bwMode="auto">
          <a:xfrm>
            <a:off x="2640013" y="5661026"/>
            <a:ext cx="1943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aphicFrame>
        <p:nvGraphicFramePr>
          <p:cNvPr id="463889" name="Object 17">
            <a:extLst>
              <a:ext uri="{FF2B5EF4-FFF2-40B4-BE49-F238E27FC236}">
                <a16:creationId xmlns:a16="http://schemas.microsoft.com/office/drawing/2014/main" id="{3C830CAF-1006-186F-0BD4-CFC7EDA056FA}"/>
              </a:ext>
            </a:extLst>
          </p:cNvPr>
          <p:cNvGraphicFramePr>
            <a:graphicFrameLocks noChangeAspect="1"/>
          </p:cNvGraphicFramePr>
          <p:nvPr/>
        </p:nvGraphicFramePr>
        <p:xfrm>
          <a:off x="4727575" y="5734051"/>
          <a:ext cx="2376488" cy="511175"/>
        </p:xfrm>
        <a:graphic>
          <a:graphicData uri="http://schemas.openxmlformats.org/presentationml/2006/ole">
            <mc:AlternateContent xmlns:mc="http://schemas.openxmlformats.org/markup-compatibility/2006">
              <mc:Choice xmlns:v="urn:schemas-microsoft-com:vml" Requires="v">
                <p:oleObj name="公式" r:id="rId10" imgW="23114000" imgH="5270500" progId="Equation.3">
                  <p:embed/>
                </p:oleObj>
              </mc:Choice>
              <mc:Fallback>
                <p:oleObj name="公式" r:id="rId10" imgW="23114000" imgH="5270500" progId="Equation.3">
                  <p:embed/>
                  <p:pic>
                    <p:nvPicPr>
                      <p:cNvPr id="463889" name="Object 17">
                        <a:extLst>
                          <a:ext uri="{FF2B5EF4-FFF2-40B4-BE49-F238E27FC236}">
                            <a16:creationId xmlns:a16="http://schemas.microsoft.com/office/drawing/2014/main" id="{3C830CAF-1006-186F-0BD4-CFC7EDA056F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27575" y="5734051"/>
                        <a:ext cx="2376488"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463874"/>
                                        </p:tgtEl>
                                        <p:attrNameLst>
                                          <p:attrName>style.visibility</p:attrName>
                                        </p:attrNameLst>
                                      </p:cBhvr>
                                      <p:to>
                                        <p:strVal val="visible"/>
                                      </p:to>
                                    </p:set>
                                    <p:anim calcmode="lin" valueType="num">
                                      <p:cBhvr>
                                        <p:cTn id="7" dur="1000" fill="hold"/>
                                        <p:tgtEl>
                                          <p:spTgt spid="463874"/>
                                        </p:tgtEl>
                                        <p:attrNameLst>
                                          <p:attrName>ppt_w</p:attrName>
                                        </p:attrNameLst>
                                      </p:cBhvr>
                                      <p:tavLst>
                                        <p:tav tm="0">
                                          <p:val>
                                            <p:strVal val="2/3*#ppt_w"/>
                                          </p:val>
                                        </p:tav>
                                        <p:tav tm="100000">
                                          <p:val>
                                            <p:strVal val="#ppt_w"/>
                                          </p:val>
                                        </p:tav>
                                      </p:tavLst>
                                    </p:anim>
                                    <p:anim calcmode="lin" valueType="num">
                                      <p:cBhvr>
                                        <p:cTn id="8" dur="1000" fill="hold"/>
                                        <p:tgtEl>
                                          <p:spTgt spid="463874"/>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46387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63879"/>
                                        </p:tgtEl>
                                        <p:attrNameLst>
                                          <p:attrName>style.visibility</p:attrName>
                                        </p:attrNameLst>
                                      </p:cBhvr>
                                      <p:to>
                                        <p:strVal val="visible"/>
                                      </p:to>
                                    </p:set>
                                    <p:animEffect transition="in" filter="wipe(left)">
                                      <p:cBhvr>
                                        <p:cTn id="17" dur="1000"/>
                                        <p:tgtEl>
                                          <p:spTgt spid="4638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63883"/>
                                        </p:tgtEl>
                                        <p:attrNameLst>
                                          <p:attrName>style.visibility</p:attrName>
                                        </p:attrNameLst>
                                      </p:cBhvr>
                                      <p:to>
                                        <p:strVal val="visible"/>
                                      </p:to>
                                    </p:set>
                                    <p:animEffect transition="in" filter="wipe(left)">
                                      <p:cBhvr>
                                        <p:cTn id="22" dur="1000"/>
                                        <p:tgtEl>
                                          <p:spTgt spid="46388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63880"/>
                                        </p:tgtEl>
                                        <p:attrNameLst>
                                          <p:attrName>style.visibility</p:attrName>
                                        </p:attrNameLst>
                                      </p:cBhvr>
                                      <p:to>
                                        <p:strVal val="visible"/>
                                      </p:to>
                                    </p:set>
                                    <p:animEffect transition="in" filter="wipe(left)">
                                      <p:cBhvr>
                                        <p:cTn id="27" dur="1000"/>
                                        <p:tgtEl>
                                          <p:spTgt spid="46388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63886"/>
                                        </p:tgtEl>
                                        <p:attrNameLst>
                                          <p:attrName>style.visibility</p:attrName>
                                        </p:attrNameLst>
                                      </p:cBhvr>
                                      <p:to>
                                        <p:strVal val="visible"/>
                                      </p:to>
                                    </p:set>
                                    <p:animEffect transition="in" filter="wipe(left)">
                                      <p:cBhvr>
                                        <p:cTn id="32" dur="1000"/>
                                        <p:tgtEl>
                                          <p:spTgt spid="463886"/>
                                        </p:tgtEl>
                                      </p:cBhvr>
                                    </p:animEffect>
                                  </p:childTnLst>
                                </p:cTn>
                              </p:par>
                            </p:childTnLst>
                          </p:cTn>
                        </p:par>
                        <p:par>
                          <p:cTn id="33" fill="hold" nodeType="afterGroup">
                            <p:stCondLst>
                              <p:cond delay="1000"/>
                            </p:stCondLst>
                            <p:childTnLst>
                              <p:par>
                                <p:cTn id="34" presetID="22" presetClass="entr" presetSubtype="8" fill="hold" nodeType="afterEffect">
                                  <p:stCondLst>
                                    <p:cond delay="0"/>
                                  </p:stCondLst>
                                  <p:childTnLst>
                                    <p:set>
                                      <p:cBhvr>
                                        <p:cTn id="35" dur="1" fill="hold">
                                          <p:stCondLst>
                                            <p:cond delay="0"/>
                                          </p:stCondLst>
                                        </p:cTn>
                                        <p:tgtEl>
                                          <p:spTgt spid="463887"/>
                                        </p:tgtEl>
                                        <p:attrNameLst>
                                          <p:attrName>style.visibility</p:attrName>
                                        </p:attrNameLst>
                                      </p:cBhvr>
                                      <p:to>
                                        <p:strVal val="visible"/>
                                      </p:to>
                                    </p:set>
                                    <p:animEffect transition="in" filter="wipe(left)">
                                      <p:cBhvr>
                                        <p:cTn id="36" dur="1000"/>
                                        <p:tgtEl>
                                          <p:spTgt spid="46388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463888"/>
                                        </p:tgtEl>
                                        <p:attrNameLst>
                                          <p:attrName>style.visibility</p:attrName>
                                        </p:attrNameLst>
                                      </p:cBhvr>
                                      <p:to>
                                        <p:strVal val="visible"/>
                                      </p:to>
                                    </p:set>
                                    <p:animEffect transition="in" filter="wipe(left)">
                                      <p:cBhvr>
                                        <p:cTn id="41" dur="1000"/>
                                        <p:tgtEl>
                                          <p:spTgt spid="463888"/>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463889"/>
                                        </p:tgtEl>
                                        <p:attrNameLst>
                                          <p:attrName>style.visibility</p:attrName>
                                        </p:attrNameLst>
                                      </p:cBhvr>
                                      <p:to>
                                        <p:strVal val="visible"/>
                                      </p:to>
                                    </p:set>
                                    <p:animEffect transition="in" filter="wipe(left)">
                                      <p:cBhvr>
                                        <p:cTn id="45" dur="1000"/>
                                        <p:tgtEl>
                                          <p:spTgt spid="4638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4" grpId="0"/>
      <p:bldP spid="463875" grpId="0" autoUpdateAnimBg="0"/>
      <p:bldP spid="463886" grpId="0"/>
      <p:bldP spid="46388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2">
            <a:extLst>
              <a:ext uri="{FF2B5EF4-FFF2-40B4-BE49-F238E27FC236}">
                <a16:creationId xmlns:a16="http://schemas.microsoft.com/office/drawing/2014/main" id="{C7BB9A03-242D-5F28-C377-197F14870CA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4899" name="Rectangle 3">
            <a:extLst>
              <a:ext uri="{FF2B5EF4-FFF2-40B4-BE49-F238E27FC236}">
                <a16:creationId xmlns:a16="http://schemas.microsoft.com/office/drawing/2014/main" id="{783BA718-1B53-57DC-A83C-3ECF9580621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4900" name="Rectangle 4">
            <a:extLst>
              <a:ext uri="{FF2B5EF4-FFF2-40B4-BE49-F238E27FC236}">
                <a16:creationId xmlns:a16="http://schemas.microsoft.com/office/drawing/2014/main" id="{85056C87-E4F5-ED98-2F32-274DBFB50684}"/>
              </a:ext>
            </a:extLst>
          </p:cNvPr>
          <p:cNvSpPr>
            <a:spLocks noChangeArrowheads="1"/>
          </p:cNvSpPr>
          <p:nvPr/>
        </p:nvSpPr>
        <p:spPr bwMode="auto">
          <a:xfrm>
            <a:off x="1524001" y="2964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64901" name="Object 5">
            <a:extLst>
              <a:ext uri="{FF2B5EF4-FFF2-40B4-BE49-F238E27FC236}">
                <a16:creationId xmlns:a16="http://schemas.microsoft.com/office/drawing/2014/main" id="{59EB28B9-86E0-1FCC-E590-271541A5330E}"/>
              </a:ext>
            </a:extLst>
          </p:cNvPr>
          <p:cNvGraphicFramePr>
            <a:graphicFrameLocks noChangeAspect="1"/>
          </p:cNvGraphicFramePr>
          <p:nvPr/>
        </p:nvGraphicFramePr>
        <p:xfrm>
          <a:off x="4983163" y="333375"/>
          <a:ext cx="2946400" cy="604838"/>
        </p:xfrm>
        <a:graphic>
          <a:graphicData uri="http://schemas.openxmlformats.org/presentationml/2006/ole">
            <mc:AlternateContent xmlns:mc="http://schemas.openxmlformats.org/markup-compatibility/2006">
              <mc:Choice xmlns:v="urn:schemas-microsoft-com:vml" Requires="v">
                <p:oleObj name="公式" r:id="rId2" imgW="25742900" imgH="5270500" progId="Equation.3">
                  <p:embed/>
                </p:oleObj>
              </mc:Choice>
              <mc:Fallback>
                <p:oleObj name="公式" r:id="rId2" imgW="25742900" imgH="5270500" progId="Equation.3">
                  <p:embed/>
                  <p:pic>
                    <p:nvPicPr>
                      <p:cNvPr id="464901" name="Object 5">
                        <a:extLst>
                          <a:ext uri="{FF2B5EF4-FFF2-40B4-BE49-F238E27FC236}">
                            <a16:creationId xmlns:a16="http://schemas.microsoft.com/office/drawing/2014/main" id="{59EB28B9-86E0-1FCC-E590-271541A533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3163" y="333375"/>
                        <a:ext cx="2946400"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4902" name="Rectangle 6">
            <a:extLst>
              <a:ext uri="{FF2B5EF4-FFF2-40B4-BE49-F238E27FC236}">
                <a16:creationId xmlns:a16="http://schemas.microsoft.com/office/drawing/2014/main" id="{59E4E6EC-AE92-F22F-FD07-62CB92A4CD0E}"/>
              </a:ext>
            </a:extLst>
          </p:cNvPr>
          <p:cNvSpPr>
            <a:spLocks noChangeArrowheads="1"/>
          </p:cNvSpPr>
          <p:nvPr/>
        </p:nvSpPr>
        <p:spPr bwMode="auto">
          <a:xfrm>
            <a:off x="1992313" y="404813"/>
            <a:ext cx="35988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n=</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25 </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 </a:t>
            </a: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0.05</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p>
        </p:txBody>
      </p:sp>
      <p:graphicFrame>
        <p:nvGraphicFramePr>
          <p:cNvPr id="464903" name="Object 7">
            <a:extLst>
              <a:ext uri="{FF2B5EF4-FFF2-40B4-BE49-F238E27FC236}">
                <a16:creationId xmlns:a16="http://schemas.microsoft.com/office/drawing/2014/main" id="{169A8FD1-1CAE-9611-5AF6-016D48D4F09C}"/>
              </a:ext>
            </a:extLst>
          </p:cNvPr>
          <p:cNvGraphicFramePr>
            <a:graphicFrameLocks noChangeAspect="1"/>
          </p:cNvGraphicFramePr>
          <p:nvPr/>
        </p:nvGraphicFramePr>
        <p:xfrm>
          <a:off x="4008439" y="2155826"/>
          <a:ext cx="2841625" cy="930275"/>
        </p:xfrm>
        <a:graphic>
          <a:graphicData uri="http://schemas.openxmlformats.org/presentationml/2006/ole">
            <mc:AlternateContent xmlns:mc="http://schemas.openxmlformats.org/markup-compatibility/2006">
              <mc:Choice xmlns:v="urn:schemas-microsoft-com:vml" Requires="v">
                <p:oleObj name="公式" r:id="rId4" imgW="30137100" imgH="9944100" progId="Equation.3">
                  <p:embed/>
                </p:oleObj>
              </mc:Choice>
              <mc:Fallback>
                <p:oleObj name="公式" r:id="rId4" imgW="30137100" imgH="9944100" progId="Equation.3">
                  <p:embed/>
                  <p:pic>
                    <p:nvPicPr>
                      <p:cNvPr id="464903" name="Object 7">
                        <a:extLst>
                          <a:ext uri="{FF2B5EF4-FFF2-40B4-BE49-F238E27FC236}">
                            <a16:creationId xmlns:a16="http://schemas.microsoft.com/office/drawing/2014/main" id="{169A8FD1-1CAE-9611-5AF6-016D48D4F0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8439" y="2155826"/>
                        <a:ext cx="2841625" cy="93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4904" name="Object 8">
            <a:extLst>
              <a:ext uri="{FF2B5EF4-FFF2-40B4-BE49-F238E27FC236}">
                <a16:creationId xmlns:a16="http://schemas.microsoft.com/office/drawing/2014/main" id="{0BAD86EF-D029-0B14-62E4-4674326763B2}"/>
              </a:ext>
            </a:extLst>
          </p:cNvPr>
          <p:cNvGraphicFramePr>
            <a:graphicFrameLocks noChangeAspect="1"/>
          </p:cNvGraphicFramePr>
          <p:nvPr/>
        </p:nvGraphicFramePr>
        <p:xfrm>
          <a:off x="2711451" y="3716339"/>
          <a:ext cx="1141413" cy="460375"/>
        </p:xfrm>
        <a:graphic>
          <a:graphicData uri="http://schemas.openxmlformats.org/presentationml/2006/ole">
            <mc:AlternateContent xmlns:mc="http://schemas.openxmlformats.org/markup-compatibility/2006">
              <mc:Choice xmlns:v="urn:schemas-microsoft-com:vml" Requires="v">
                <p:oleObj name="公式" r:id="rId6" imgW="10236200" imgH="4102100" progId="Equation.3">
                  <p:embed/>
                </p:oleObj>
              </mc:Choice>
              <mc:Fallback>
                <p:oleObj name="公式" r:id="rId6" imgW="10236200" imgH="4102100" progId="Equation.3">
                  <p:embed/>
                  <p:pic>
                    <p:nvPicPr>
                      <p:cNvPr id="464904" name="Object 8">
                        <a:extLst>
                          <a:ext uri="{FF2B5EF4-FFF2-40B4-BE49-F238E27FC236}">
                            <a16:creationId xmlns:a16="http://schemas.microsoft.com/office/drawing/2014/main" id="{0BAD86EF-D029-0B14-62E4-4674326763B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11451" y="3716339"/>
                        <a:ext cx="1141413"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4905" name="Rectangle 9">
            <a:extLst>
              <a:ext uri="{FF2B5EF4-FFF2-40B4-BE49-F238E27FC236}">
                <a16:creationId xmlns:a16="http://schemas.microsoft.com/office/drawing/2014/main" id="{2E2D638F-908F-628A-B1B7-6EA5D9990D5A}"/>
              </a:ext>
            </a:extLst>
          </p:cNvPr>
          <p:cNvSpPr>
            <a:spLocks noChangeArrowheads="1"/>
          </p:cNvSpPr>
          <p:nvPr/>
        </p:nvSpPr>
        <p:spPr bwMode="auto">
          <a:xfrm>
            <a:off x="4151313" y="3644901"/>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所以拒绝</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64906" name="Rectangle 10">
            <a:extLst>
              <a:ext uri="{FF2B5EF4-FFF2-40B4-BE49-F238E27FC236}">
                <a16:creationId xmlns:a16="http://schemas.microsoft.com/office/drawing/2014/main" id="{A4D3F143-42D0-8B84-E910-2FE80995441C}"/>
              </a:ext>
            </a:extLst>
          </p:cNvPr>
          <p:cNvSpPr>
            <a:spLocks noChangeArrowheads="1"/>
          </p:cNvSpPr>
          <p:nvPr/>
        </p:nvSpPr>
        <p:spPr bwMode="auto">
          <a:xfrm>
            <a:off x="2135189" y="4581526"/>
            <a:ext cx="8066087"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在显著性水平</a:t>
            </a:r>
            <a:r>
              <a:rPr kumimoji="1" lang="en-US" altLang="zh-CN" sz="2800" b="1">
                <a:solidFill>
                  <a:srgbClr val="007A77"/>
                </a:solidFill>
                <a:latin typeface="Times New Roman" panose="02020603050405020304" pitchFamily="18" charset="0"/>
                <a:ea typeface="楷体_GB2312" pitchFamily="49" charset="-122"/>
              </a:rPr>
              <a:t>0.05</a:t>
            </a:r>
            <a:r>
              <a:rPr kumimoji="1" lang="zh-CN" altLang="en-US" sz="2800" b="1">
                <a:solidFill>
                  <a:srgbClr val="007A77"/>
                </a:solidFill>
                <a:latin typeface="Times New Roman" panose="02020603050405020304" pitchFamily="18" charset="0"/>
                <a:ea typeface="楷体_GB2312" pitchFamily="49" charset="-122"/>
              </a:rPr>
              <a:t>下，认为这批元件不合格</a:t>
            </a:r>
            <a:r>
              <a:rPr kumimoji="1" lang="en-US" altLang="zh-CN" sz="2800" b="1">
                <a:solidFill>
                  <a:srgbClr val="007A77"/>
                </a:solidFill>
                <a:latin typeface="Times New Roman" panose="02020603050405020304" pitchFamily="18" charset="0"/>
                <a:ea typeface="楷体_GB2312" pitchFamily="49" charset="-122"/>
              </a:rPr>
              <a:t>.</a:t>
            </a:r>
          </a:p>
        </p:txBody>
      </p:sp>
      <p:graphicFrame>
        <p:nvGraphicFramePr>
          <p:cNvPr id="464907" name="Object 11">
            <a:extLst>
              <a:ext uri="{FF2B5EF4-FFF2-40B4-BE49-F238E27FC236}">
                <a16:creationId xmlns:a16="http://schemas.microsoft.com/office/drawing/2014/main" id="{EE0E98AF-84AC-B869-1720-D59550DBC04D}"/>
              </a:ext>
            </a:extLst>
          </p:cNvPr>
          <p:cNvGraphicFramePr>
            <a:graphicFrameLocks noChangeAspect="1"/>
          </p:cNvGraphicFramePr>
          <p:nvPr/>
        </p:nvGraphicFramePr>
        <p:xfrm>
          <a:off x="2063750" y="1268414"/>
          <a:ext cx="2376488" cy="511175"/>
        </p:xfrm>
        <a:graphic>
          <a:graphicData uri="http://schemas.openxmlformats.org/presentationml/2006/ole">
            <mc:AlternateContent xmlns:mc="http://schemas.openxmlformats.org/markup-compatibility/2006">
              <mc:Choice xmlns:v="urn:schemas-microsoft-com:vml" Requires="v">
                <p:oleObj name="公式" r:id="rId8" imgW="23114000" imgH="5270500" progId="Equation.3">
                  <p:embed/>
                </p:oleObj>
              </mc:Choice>
              <mc:Fallback>
                <p:oleObj name="公式" r:id="rId8" imgW="23114000" imgH="5270500" progId="Equation.3">
                  <p:embed/>
                  <p:pic>
                    <p:nvPicPr>
                      <p:cNvPr id="464907" name="Object 11">
                        <a:extLst>
                          <a:ext uri="{FF2B5EF4-FFF2-40B4-BE49-F238E27FC236}">
                            <a16:creationId xmlns:a16="http://schemas.microsoft.com/office/drawing/2014/main" id="{EE0E98AF-84AC-B869-1720-D59550DBC04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63750" y="1268414"/>
                        <a:ext cx="2376488"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4908" name="Object 12">
            <a:extLst>
              <a:ext uri="{FF2B5EF4-FFF2-40B4-BE49-F238E27FC236}">
                <a16:creationId xmlns:a16="http://schemas.microsoft.com/office/drawing/2014/main" id="{83C67C33-F761-F9FB-6578-57E01A49E0B2}"/>
              </a:ext>
            </a:extLst>
          </p:cNvPr>
          <p:cNvGraphicFramePr>
            <a:graphicFrameLocks noChangeAspect="1"/>
          </p:cNvGraphicFramePr>
          <p:nvPr/>
        </p:nvGraphicFramePr>
        <p:xfrm>
          <a:off x="4583114" y="1268414"/>
          <a:ext cx="2376487" cy="454025"/>
        </p:xfrm>
        <a:graphic>
          <a:graphicData uri="http://schemas.openxmlformats.org/presentationml/2006/ole">
            <mc:AlternateContent xmlns:mc="http://schemas.openxmlformats.org/markup-compatibility/2006">
              <mc:Choice xmlns:v="urn:schemas-microsoft-com:vml" Requires="v">
                <p:oleObj name="公式" r:id="rId10" imgW="23114000" imgH="4686300" progId="Equation.3">
                  <p:embed/>
                </p:oleObj>
              </mc:Choice>
              <mc:Fallback>
                <p:oleObj name="公式" r:id="rId10" imgW="23114000" imgH="4686300" progId="Equation.3">
                  <p:embed/>
                  <p:pic>
                    <p:nvPicPr>
                      <p:cNvPr id="464908" name="Object 12">
                        <a:extLst>
                          <a:ext uri="{FF2B5EF4-FFF2-40B4-BE49-F238E27FC236}">
                            <a16:creationId xmlns:a16="http://schemas.microsoft.com/office/drawing/2014/main" id="{83C67C33-F761-F9FB-6578-57E01A49E0B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83114" y="1268414"/>
                        <a:ext cx="2376487"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4909" name="Object 13">
            <a:extLst>
              <a:ext uri="{FF2B5EF4-FFF2-40B4-BE49-F238E27FC236}">
                <a16:creationId xmlns:a16="http://schemas.microsoft.com/office/drawing/2014/main" id="{B8E84AB2-7A23-93E8-B834-FE87F141E0A1}"/>
              </a:ext>
            </a:extLst>
          </p:cNvPr>
          <p:cNvGraphicFramePr>
            <a:graphicFrameLocks noChangeAspect="1"/>
          </p:cNvGraphicFramePr>
          <p:nvPr/>
        </p:nvGraphicFramePr>
        <p:xfrm>
          <a:off x="2063751" y="2071688"/>
          <a:ext cx="1871663" cy="1181100"/>
        </p:xfrm>
        <a:graphic>
          <a:graphicData uri="http://schemas.openxmlformats.org/presentationml/2006/ole">
            <mc:AlternateContent xmlns:mc="http://schemas.openxmlformats.org/markup-compatibility/2006">
              <mc:Choice xmlns:v="urn:schemas-microsoft-com:vml" Requires="v">
                <p:oleObj name="公式" r:id="rId12" imgW="17843500" imgH="10528300" progId="Equation.3">
                  <p:embed/>
                </p:oleObj>
              </mc:Choice>
              <mc:Fallback>
                <p:oleObj name="公式" r:id="rId12" imgW="17843500" imgH="10528300" progId="Equation.3">
                  <p:embed/>
                  <p:pic>
                    <p:nvPicPr>
                      <p:cNvPr id="464909" name="Object 13">
                        <a:extLst>
                          <a:ext uri="{FF2B5EF4-FFF2-40B4-BE49-F238E27FC236}">
                            <a16:creationId xmlns:a16="http://schemas.microsoft.com/office/drawing/2014/main" id="{B8E84AB2-7A23-93E8-B834-FE87F141E0A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63751" y="2071688"/>
                        <a:ext cx="1871663" cy="1181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4910" name="Object 14">
            <a:extLst>
              <a:ext uri="{FF2B5EF4-FFF2-40B4-BE49-F238E27FC236}">
                <a16:creationId xmlns:a16="http://schemas.microsoft.com/office/drawing/2014/main" id="{CBB850FA-A3FA-44A7-53D4-1D2A94AB1139}"/>
              </a:ext>
            </a:extLst>
          </p:cNvPr>
          <p:cNvGraphicFramePr>
            <a:graphicFrameLocks noChangeAspect="1"/>
          </p:cNvGraphicFramePr>
          <p:nvPr/>
        </p:nvGraphicFramePr>
        <p:xfrm>
          <a:off x="6888163" y="2420939"/>
          <a:ext cx="1414462" cy="396875"/>
        </p:xfrm>
        <a:graphic>
          <a:graphicData uri="http://schemas.openxmlformats.org/presentationml/2006/ole">
            <mc:AlternateContent xmlns:mc="http://schemas.openxmlformats.org/markup-compatibility/2006">
              <mc:Choice xmlns:v="urn:schemas-microsoft-com:vml" Requires="v">
                <p:oleObj name="公式" r:id="rId14" imgW="13754100" imgH="4102100" progId="Equation.3">
                  <p:embed/>
                </p:oleObj>
              </mc:Choice>
              <mc:Fallback>
                <p:oleObj name="公式" r:id="rId14" imgW="13754100" imgH="4102100" progId="Equation.3">
                  <p:embed/>
                  <p:pic>
                    <p:nvPicPr>
                      <p:cNvPr id="464910" name="Object 14">
                        <a:extLst>
                          <a:ext uri="{FF2B5EF4-FFF2-40B4-BE49-F238E27FC236}">
                            <a16:creationId xmlns:a16="http://schemas.microsoft.com/office/drawing/2014/main" id="{CBB850FA-A3FA-44A7-53D4-1D2A94AB113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88163" y="2420939"/>
                        <a:ext cx="1414462"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4911" name="Rectangle 15">
            <a:extLst>
              <a:ext uri="{FF2B5EF4-FFF2-40B4-BE49-F238E27FC236}">
                <a16:creationId xmlns:a16="http://schemas.microsoft.com/office/drawing/2014/main" id="{508D0A84-8C78-09F7-6B5D-08308DAF0441}"/>
              </a:ext>
            </a:extLst>
          </p:cNvPr>
          <p:cNvSpPr>
            <a:spLocks noChangeArrowheads="1"/>
          </p:cNvSpPr>
          <p:nvPr/>
        </p:nvSpPr>
        <p:spPr bwMode="auto">
          <a:xfrm>
            <a:off x="1703389" y="3644901"/>
            <a:ext cx="1728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64902"/>
                                        </p:tgtEl>
                                        <p:attrNameLst>
                                          <p:attrName>style.visibility</p:attrName>
                                        </p:attrNameLst>
                                      </p:cBhvr>
                                      <p:to>
                                        <p:strVal val="visible"/>
                                      </p:to>
                                    </p:set>
                                    <p:animEffect transition="in" filter="wipe(left)">
                                      <p:cBhvr>
                                        <p:cTn id="7" dur="500"/>
                                        <p:tgtEl>
                                          <p:spTgt spid="4649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64901"/>
                                        </p:tgtEl>
                                        <p:attrNameLst>
                                          <p:attrName>style.visibility</p:attrName>
                                        </p:attrNameLst>
                                      </p:cBhvr>
                                      <p:to>
                                        <p:strVal val="visible"/>
                                      </p:to>
                                    </p:set>
                                    <p:animEffect transition="in" filter="wipe(left)">
                                      <p:cBhvr>
                                        <p:cTn id="12" dur="1000"/>
                                        <p:tgtEl>
                                          <p:spTgt spid="4649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64907"/>
                                        </p:tgtEl>
                                        <p:attrNameLst>
                                          <p:attrName>style.visibility</p:attrName>
                                        </p:attrNameLst>
                                      </p:cBhvr>
                                      <p:to>
                                        <p:strVal val="visible"/>
                                      </p:to>
                                    </p:set>
                                    <p:animEffect transition="in" filter="wipe(left)">
                                      <p:cBhvr>
                                        <p:cTn id="17" dur="1000"/>
                                        <p:tgtEl>
                                          <p:spTgt spid="464907"/>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64908"/>
                                        </p:tgtEl>
                                        <p:attrNameLst>
                                          <p:attrName>style.visibility</p:attrName>
                                        </p:attrNameLst>
                                      </p:cBhvr>
                                      <p:to>
                                        <p:strVal val="visible"/>
                                      </p:to>
                                    </p:set>
                                    <p:animEffect transition="in" filter="wipe(left)">
                                      <p:cBhvr>
                                        <p:cTn id="21" dur="1000"/>
                                        <p:tgtEl>
                                          <p:spTgt spid="46490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64909"/>
                                        </p:tgtEl>
                                        <p:attrNameLst>
                                          <p:attrName>style.visibility</p:attrName>
                                        </p:attrNameLst>
                                      </p:cBhvr>
                                      <p:to>
                                        <p:strVal val="visible"/>
                                      </p:to>
                                    </p:set>
                                    <p:animEffect transition="in" filter="wipe(left)">
                                      <p:cBhvr>
                                        <p:cTn id="26" dur="1000"/>
                                        <p:tgtEl>
                                          <p:spTgt spid="46490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64903"/>
                                        </p:tgtEl>
                                        <p:attrNameLst>
                                          <p:attrName>style.visibility</p:attrName>
                                        </p:attrNameLst>
                                      </p:cBhvr>
                                      <p:to>
                                        <p:strVal val="visible"/>
                                      </p:to>
                                    </p:set>
                                    <p:animEffect transition="in" filter="wipe(left)">
                                      <p:cBhvr>
                                        <p:cTn id="31" dur="1000"/>
                                        <p:tgtEl>
                                          <p:spTgt spid="46490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64910"/>
                                        </p:tgtEl>
                                        <p:attrNameLst>
                                          <p:attrName>style.visibility</p:attrName>
                                        </p:attrNameLst>
                                      </p:cBhvr>
                                      <p:to>
                                        <p:strVal val="visible"/>
                                      </p:to>
                                    </p:set>
                                    <p:animEffect transition="in" filter="wipe(left)">
                                      <p:cBhvr>
                                        <p:cTn id="36" dur="1000"/>
                                        <p:tgtEl>
                                          <p:spTgt spid="46491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464911"/>
                                        </p:tgtEl>
                                        <p:attrNameLst>
                                          <p:attrName>style.visibility</p:attrName>
                                        </p:attrNameLst>
                                      </p:cBhvr>
                                      <p:to>
                                        <p:strVal val="visible"/>
                                      </p:to>
                                    </p:set>
                                    <p:animEffect transition="in" filter="wipe(left)">
                                      <p:cBhvr>
                                        <p:cTn id="41" dur="1000"/>
                                        <p:tgtEl>
                                          <p:spTgt spid="464911"/>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464904"/>
                                        </p:tgtEl>
                                        <p:attrNameLst>
                                          <p:attrName>style.visibility</p:attrName>
                                        </p:attrNameLst>
                                      </p:cBhvr>
                                      <p:to>
                                        <p:strVal val="visible"/>
                                      </p:to>
                                    </p:set>
                                    <p:animEffect transition="in" filter="wipe(left)">
                                      <p:cBhvr>
                                        <p:cTn id="45" dur="1000"/>
                                        <p:tgtEl>
                                          <p:spTgt spid="464904"/>
                                        </p:tgtEl>
                                      </p:cBhvr>
                                    </p:animEffect>
                                  </p:childTnLst>
                                </p:cTn>
                              </p:par>
                            </p:childTnLst>
                          </p:cTn>
                        </p:par>
                        <p:par>
                          <p:cTn id="46" fill="hold" nodeType="afterGroup">
                            <p:stCondLst>
                              <p:cond delay="2000"/>
                            </p:stCondLst>
                            <p:childTnLst>
                              <p:par>
                                <p:cTn id="47" presetID="22" presetClass="entr" presetSubtype="8" fill="hold" nodeType="afterEffect">
                                  <p:stCondLst>
                                    <p:cond delay="0"/>
                                  </p:stCondLst>
                                  <p:childTnLst>
                                    <p:set>
                                      <p:cBhvr>
                                        <p:cTn id="48" dur="1" fill="hold">
                                          <p:stCondLst>
                                            <p:cond delay="0"/>
                                          </p:stCondLst>
                                        </p:cTn>
                                        <p:tgtEl>
                                          <p:spTgt spid="464905"/>
                                        </p:tgtEl>
                                        <p:attrNameLst>
                                          <p:attrName>style.visibility</p:attrName>
                                        </p:attrNameLst>
                                      </p:cBhvr>
                                      <p:to>
                                        <p:strVal val="visible"/>
                                      </p:to>
                                    </p:set>
                                    <p:animEffect transition="in" filter="wipe(left)">
                                      <p:cBhvr>
                                        <p:cTn id="49" dur="1000"/>
                                        <p:tgtEl>
                                          <p:spTgt spid="46490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464906"/>
                                        </p:tgtEl>
                                        <p:attrNameLst>
                                          <p:attrName>style.visibility</p:attrName>
                                        </p:attrNameLst>
                                      </p:cBhvr>
                                      <p:to>
                                        <p:strVal val="visible"/>
                                      </p:to>
                                    </p:set>
                                    <p:animEffect transition="in" filter="wipe(left)">
                                      <p:cBhvr>
                                        <p:cTn id="54" dur="1000"/>
                                        <p:tgtEl>
                                          <p:spTgt spid="4649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2" grpId="0"/>
      <p:bldP spid="464905" grpId="0"/>
      <p:bldP spid="464906" grpId="0"/>
      <p:bldP spid="46491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Text Box 2">
            <a:extLst>
              <a:ext uri="{FF2B5EF4-FFF2-40B4-BE49-F238E27FC236}">
                <a16:creationId xmlns:a16="http://schemas.microsoft.com/office/drawing/2014/main" id="{CB9245D5-BCE4-394F-3C7C-88AD78B4943B}"/>
              </a:ext>
            </a:extLst>
          </p:cNvPr>
          <p:cNvSpPr txBox="1">
            <a:spLocks noChangeArrowheads="1"/>
          </p:cNvSpPr>
          <p:nvPr/>
        </p:nvSpPr>
        <p:spPr bwMode="auto">
          <a:xfrm>
            <a:off x="4656139" y="1773239"/>
            <a:ext cx="2879725" cy="579437"/>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l-GR" altLang="zh-CN" sz="3200" b="1" i="1">
                <a:solidFill>
                  <a:srgbClr val="0000FF"/>
                </a:solidFill>
                <a:latin typeface="Times New Roman" panose="02020603050405020304" pitchFamily="18" charset="0"/>
                <a:ea typeface="华文宋体" panose="02010600040101010101" pitchFamily="2" charset="-122"/>
              </a:rPr>
              <a:t>χ</a:t>
            </a:r>
            <a:r>
              <a:rPr kumimoji="1" lang="en-US" altLang="zh-CN" sz="3200" b="1" baseline="30000">
                <a:solidFill>
                  <a:srgbClr val="0000FF"/>
                </a:solidFill>
                <a:latin typeface="Times New Roman" panose="02020603050405020304" pitchFamily="18" charset="0"/>
                <a:ea typeface="华文宋体" panose="02010600040101010101" pitchFamily="2" charset="-122"/>
              </a:rPr>
              <a:t>2</a:t>
            </a:r>
            <a:r>
              <a:rPr kumimoji="1" lang="en-US" altLang="zh-CN" sz="3200" b="1">
                <a:solidFill>
                  <a:srgbClr val="0000FF"/>
                </a:solidFill>
                <a:latin typeface="Times New Roman" panose="02020603050405020304" pitchFamily="18" charset="0"/>
                <a:ea typeface="楷体_GB2312" pitchFamily="49" charset="-122"/>
              </a:rPr>
              <a:t> </a:t>
            </a:r>
            <a:r>
              <a:rPr kumimoji="1" lang="zh-CN" altLang="en-US" sz="3200" b="1">
                <a:solidFill>
                  <a:srgbClr val="0000FF"/>
                </a:solidFill>
                <a:latin typeface="Times New Roman" panose="02020603050405020304" pitchFamily="18" charset="0"/>
                <a:ea typeface="楷体_GB2312" pitchFamily="49" charset="-122"/>
              </a:rPr>
              <a:t>检验法</a:t>
            </a:r>
            <a:endParaRPr kumimoji="1" lang="zh-CN" altLang="en-US" sz="3200" b="1">
              <a:solidFill>
                <a:srgbClr val="0000FF"/>
              </a:solidFill>
              <a:latin typeface="Times New Roman" panose="02020603050405020304" pitchFamily="18" charset="0"/>
              <a:ea typeface="楷体_GB2312" pitchFamily="49" charset="-122"/>
              <a:sym typeface="Symbol" pitchFamily="2" charset="2"/>
            </a:endParaRPr>
          </a:p>
        </p:txBody>
      </p:sp>
      <p:grpSp>
        <p:nvGrpSpPr>
          <p:cNvPr id="465923" name="Group 3">
            <a:extLst>
              <a:ext uri="{FF2B5EF4-FFF2-40B4-BE49-F238E27FC236}">
                <a16:creationId xmlns:a16="http://schemas.microsoft.com/office/drawing/2014/main" id="{4CD4721B-2DA7-81F6-8AD2-02EC5DC90046}"/>
              </a:ext>
            </a:extLst>
          </p:cNvPr>
          <p:cNvGrpSpPr>
            <a:grpSpLocks/>
          </p:cNvGrpSpPr>
          <p:nvPr/>
        </p:nvGrpSpPr>
        <p:grpSpPr bwMode="auto">
          <a:xfrm>
            <a:off x="1524000" y="4724400"/>
            <a:ext cx="9144000" cy="0"/>
            <a:chOff x="0" y="2976"/>
            <a:chExt cx="5760" cy="0"/>
          </a:xfrm>
        </p:grpSpPr>
        <p:sp>
          <p:nvSpPr>
            <p:cNvPr id="465924" name="Line 4">
              <a:extLst>
                <a:ext uri="{FF2B5EF4-FFF2-40B4-BE49-F238E27FC236}">
                  <a16:creationId xmlns:a16="http://schemas.microsoft.com/office/drawing/2014/main" id="{430E73DF-50DE-6B7B-2CDE-85921FED45A1}"/>
                </a:ext>
              </a:extLst>
            </p:cNvPr>
            <p:cNvSpPr>
              <a:spLocks noChangeShapeType="1"/>
            </p:cNvSpPr>
            <p:nvPr/>
          </p:nvSpPr>
          <p:spPr bwMode="auto">
            <a:xfrm flipV="1">
              <a:off x="0" y="2976"/>
              <a:ext cx="24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5925" name="Line 5">
              <a:extLst>
                <a:ext uri="{FF2B5EF4-FFF2-40B4-BE49-F238E27FC236}">
                  <a16:creationId xmlns:a16="http://schemas.microsoft.com/office/drawing/2014/main" id="{E082FD6F-5EBB-3D1F-4102-88A36EBAE20E}"/>
                </a:ext>
              </a:extLst>
            </p:cNvPr>
            <p:cNvSpPr>
              <a:spLocks noChangeShapeType="1"/>
            </p:cNvSpPr>
            <p:nvPr/>
          </p:nvSpPr>
          <p:spPr bwMode="auto">
            <a:xfrm>
              <a:off x="4150" y="2976"/>
              <a:ext cx="161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nvGrpSpPr>
          <p:cNvPr id="465926" name="Group 6">
            <a:extLst>
              <a:ext uri="{FF2B5EF4-FFF2-40B4-BE49-F238E27FC236}">
                <a16:creationId xmlns:a16="http://schemas.microsoft.com/office/drawing/2014/main" id="{FD654AAE-B4D0-213F-5EFB-BABB6451CFD7}"/>
              </a:ext>
            </a:extLst>
          </p:cNvPr>
          <p:cNvGrpSpPr>
            <a:grpSpLocks/>
          </p:cNvGrpSpPr>
          <p:nvPr/>
        </p:nvGrpSpPr>
        <p:grpSpPr bwMode="auto">
          <a:xfrm>
            <a:off x="2495550" y="5589589"/>
            <a:ext cx="8172450" cy="1587"/>
            <a:chOff x="612" y="3521"/>
            <a:chExt cx="5148" cy="1"/>
          </a:xfrm>
        </p:grpSpPr>
        <p:sp>
          <p:nvSpPr>
            <p:cNvPr id="465927" name="Line 7">
              <a:extLst>
                <a:ext uri="{FF2B5EF4-FFF2-40B4-BE49-F238E27FC236}">
                  <a16:creationId xmlns:a16="http://schemas.microsoft.com/office/drawing/2014/main" id="{29F3D381-D19B-399B-2B26-6FE1E80C87D1}"/>
                </a:ext>
              </a:extLst>
            </p:cNvPr>
            <p:cNvSpPr>
              <a:spLocks noChangeShapeType="1"/>
            </p:cNvSpPr>
            <p:nvPr/>
          </p:nvSpPr>
          <p:spPr bwMode="auto">
            <a:xfrm>
              <a:off x="612" y="3521"/>
              <a:ext cx="18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5928" name="Line 8">
              <a:extLst>
                <a:ext uri="{FF2B5EF4-FFF2-40B4-BE49-F238E27FC236}">
                  <a16:creationId xmlns:a16="http://schemas.microsoft.com/office/drawing/2014/main" id="{6FC686D5-9F9F-FBE9-C983-F127FF479706}"/>
                </a:ext>
              </a:extLst>
            </p:cNvPr>
            <p:cNvSpPr>
              <a:spLocks noChangeShapeType="1"/>
            </p:cNvSpPr>
            <p:nvPr/>
          </p:nvSpPr>
          <p:spPr bwMode="auto">
            <a:xfrm flipV="1">
              <a:off x="4150" y="3521"/>
              <a:ext cx="161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65929" name="Line 9">
            <a:extLst>
              <a:ext uri="{FF2B5EF4-FFF2-40B4-BE49-F238E27FC236}">
                <a16:creationId xmlns:a16="http://schemas.microsoft.com/office/drawing/2014/main" id="{F6A006AB-6D5B-11B6-AC8F-86ED9FC72527}"/>
              </a:ext>
            </a:extLst>
          </p:cNvPr>
          <p:cNvSpPr>
            <a:spLocks noChangeShapeType="1"/>
          </p:cNvSpPr>
          <p:nvPr/>
        </p:nvSpPr>
        <p:spPr bwMode="auto">
          <a:xfrm>
            <a:off x="1524000" y="631031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65930" name="Group 10">
            <a:extLst>
              <a:ext uri="{FF2B5EF4-FFF2-40B4-BE49-F238E27FC236}">
                <a16:creationId xmlns:a16="http://schemas.microsoft.com/office/drawing/2014/main" id="{C1D682ED-F2D3-FC66-7D58-F009A8BAA989}"/>
              </a:ext>
            </a:extLst>
          </p:cNvPr>
          <p:cNvGrpSpPr>
            <a:grpSpLocks/>
          </p:cNvGrpSpPr>
          <p:nvPr/>
        </p:nvGrpSpPr>
        <p:grpSpPr bwMode="auto">
          <a:xfrm>
            <a:off x="1524000" y="2420939"/>
            <a:ext cx="9144000" cy="3887787"/>
            <a:chOff x="0" y="1525"/>
            <a:chExt cx="5760" cy="2449"/>
          </a:xfrm>
        </p:grpSpPr>
        <p:sp>
          <p:nvSpPr>
            <p:cNvPr id="465931" name="Line 11">
              <a:extLst>
                <a:ext uri="{FF2B5EF4-FFF2-40B4-BE49-F238E27FC236}">
                  <a16:creationId xmlns:a16="http://schemas.microsoft.com/office/drawing/2014/main" id="{9321C4A2-303F-9DF4-3E62-926CCD44C13B}"/>
                </a:ext>
              </a:extLst>
            </p:cNvPr>
            <p:cNvSpPr>
              <a:spLocks noChangeShapeType="1"/>
            </p:cNvSpPr>
            <p:nvPr/>
          </p:nvSpPr>
          <p:spPr bwMode="auto">
            <a:xfrm flipH="1">
              <a:off x="1474" y="1525"/>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5932" name="Line 12">
              <a:extLst>
                <a:ext uri="{FF2B5EF4-FFF2-40B4-BE49-F238E27FC236}">
                  <a16:creationId xmlns:a16="http://schemas.microsoft.com/office/drawing/2014/main" id="{37BAC889-B428-BE05-2AB8-F739D7EAD7B1}"/>
                </a:ext>
              </a:extLst>
            </p:cNvPr>
            <p:cNvSpPr>
              <a:spLocks noChangeShapeType="1"/>
            </p:cNvSpPr>
            <p:nvPr/>
          </p:nvSpPr>
          <p:spPr bwMode="auto">
            <a:xfrm>
              <a:off x="2472" y="1525"/>
              <a:ext cx="8" cy="24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5933" name="Line 13">
              <a:extLst>
                <a:ext uri="{FF2B5EF4-FFF2-40B4-BE49-F238E27FC236}">
                  <a16:creationId xmlns:a16="http://schemas.microsoft.com/office/drawing/2014/main" id="{60CB5E39-0323-EB58-4431-90B344231CBB}"/>
                </a:ext>
              </a:extLst>
            </p:cNvPr>
            <p:cNvSpPr>
              <a:spLocks noChangeShapeType="1"/>
            </p:cNvSpPr>
            <p:nvPr/>
          </p:nvSpPr>
          <p:spPr bwMode="auto">
            <a:xfrm>
              <a:off x="4150" y="1525"/>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5934" name="Text Box 14">
              <a:extLst>
                <a:ext uri="{FF2B5EF4-FFF2-40B4-BE49-F238E27FC236}">
                  <a16:creationId xmlns:a16="http://schemas.microsoft.com/office/drawing/2014/main" id="{EBD9FF41-1879-604A-2EF2-BA2163F26381}"/>
                </a:ext>
              </a:extLst>
            </p:cNvPr>
            <p:cNvSpPr txBox="1">
              <a:spLocks noChangeArrowheads="1"/>
            </p:cNvSpPr>
            <p:nvPr/>
          </p:nvSpPr>
          <p:spPr bwMode="auto">
            <a:xfrm>
              <a:off x="657" y="1570"/>
              <a:ext cx="791"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a:p>
              <a:pPr fontAlgn="base">
                <a:spcBef>
                  <a:spcPct val="0"/>
                </a:spcBef>
                <a:spcAft>
                  <a:spcPct val="0"/>
                </a:spcAft>
              </a:pP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65935" name="Text Box 15">
              <a:extLst>
                <a:ext uri="{FF2B5EF4-FFF2-40B4-BE49-F238E27FC236}">
                  <a16:creationId xmlns:a16="http://schemas.microsoft.com/office/drawing/2014/main" id="{66EE3A22-B1C9-9276-A86B-A6FB47549505}"/>
                </a:ext>
              </a:extLst>
            </p:cNvPr>
            <p:cNvSpPr txBox="1">
              <a:spLocks noChangeArrowheads="1"/>
            </p:cNvSpPr>
            <p:nvPr/>
          </p:nvSpPr>
          <p:spPr bwMode="auto">
            <a:xfrm>
              <a:off x="1474" y="1570"/>
              <a:ext cx="101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65936" name="Text Box 16">
              <a:extLst>
                <a:ext uri="{FF2B5EF4-FFF2-40B4-BE49-F238E27FC236}">
                  <a16:creationId xmlns:a16="http://schemas.microsoft.com/office/drawing/2014/main" id="{3B07144A-62C3-E3A6-4A4A-47B6CF66D342}"/>
                </a:ext>
              </a:extLst>
            </p:cNvPr>
            <p:cNvSpPr txBox="1">
              <a:spLocks noChangeArrowheads="1"/>
            </p:cNvSpPr>
            <p:nvPr/>
          </p:nvSpPr>
          <p:spPr bwMode="auto">
            <a:xfrm>
              <a:off x="2699" y="1706"/>
              <a:ext cx="1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65937" name="Text Box 17">
              <a:extLst>
                <a:ext uri="{FF2B5EF4-FFF2-40B4-BE49-F238E27FC236}">
                  <a16:creationId xmlns:a16="http://schemas.microsoft.com/office/drawing/2014/main" id="{37742D6D-470B-48C8-88A5-382D5B193FBC}"/>
                </a:ext>
              </a:extLst>
            </p:cNvPr>
            <p:cNvSpPr txBox="1">
              <a:spLocks noChangeArrowheads="1"/>
            </p:cNvSpPr>
            <p:nvPr/>
          </p:nvSpPr>
          <p:spPr bwMode="auto">
            <a:xfrm>
              <a:off x="4422" y="1661"/>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65938" name="Line 18">
              <a:extLst>
                <a:ext uri="{FF2B5EF4-FFF2-40B4-BE49-F238E27FC236}">
                  <a16:creationId xmlns:a16="http://schemas.microsoft.com/office/drawing/2014/main" id="{E63D5853-2C7C-13F6-76AC-9270EFA2DCAE}"/>
                </a:ext>
              </a:extLst>
            </p:cNvPr>
            <p:cNvSpPr>
              <a:spLocks noChangeShapeType="1"/>
            </p:cNvSpPr>
            <p:nvPr/>
          </p:nvSpPr>
          <p:spPr bwMode="auto">
            <a:xfrm>
              <a:off x="0" y="2160"/>
              <a:ext cx="57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5939" name="Line 19">
              <a:extLst>
                <a:ext uri="{FF2B5EF4-FFF2-40B4-BE49-F238E27FC236}">
                  <a16:creationId xmlns:a16="http://schemas.microsoft.com/office/drawing/2014/main" id="{9E44680A-4E70-2C92-6D9F-99B4625BEABB}"/>
                </a:ext>
              </a:extLst>
            </p:cNvPr>
            <p:cNvSpPr>
              <a:spLocks noChangeShapeType="1"/>
            </p:cNvSpPr>
            <p:nvPr/>
          </p:nvSpPr>
          <p:spPr bwMode="auto">
            <a:xfrm flipV="1">
              <a:off x="0" y="1525"/>
              <a:ext cx="57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5940" name="Line 20">
              <a:extLst>
                <a:ext uri="{FF2B5EF4-FFF2-40B4-BE49-F238E27FC236}">
                  <a16:creationId xmlns:a16="http://schemas.microsoft.com/office/drawing/2014/main" id="{1AC051ED-880B-3DF0-BE93-82F47E8C96EF}"/>
                </a:ext>
              </a:extLst>
            </p:cNvPr>
            <p:cNvSpPr>
              <a:spLocks noChangeShapeType="1"/>
            </p:cNvSpPr>
            <p:nvPr/>
          </p:nvSpPr>
          <p:spPr bwMode="auto">
            <a:xfrm flipH="1">
              <a:off x="612" y="1525"/>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5941" name="Text Box 21">
              <a:extLst>
                <a:ext uri="{FF2B5EF4-FFF2-40B4-BE49-F238E27FC236}">
                  <a16:creationId xmlns:a16="http://schemas.microsoft.com/office/drawing/2014/main" id="{31644AA6-48AA-E8A3-4603-DCC8EE7150A4}"/>
                </a:ext>
              </a:extLst>
            </p:cNvPr>
            <p:cNvSpPr txBox="1">
              <a:spLocks noChangeArrowheads="1"/>
            </p:cNvSpPr>
            <p:nvPr/>
          </p:nvSpPr>
          <p:spPr bwMode="auto">
            <a:xfrm>
              <a:off x="0" y="1616"/>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类型</a:t>
              </a:r>
            </a:p>
          </p:txBody>
        </p:sp>
      </p:grpSp>
      <p:sp>
        <p:nvSpPr>
          <p:cNvPr id="465942" name="Text Box 22">
            <a:extLst>
              <a:ext uri="{FF2B5EF4-FFF2-40B4-BE49-F238E27FC236}">
                <a16:creationId xmlns:a16="http://schemas.microsoft.com/office/drawing/2014/main" id="{EED0285B-0342-C4DF-FBAB-8D17372D00E4}"/>
              </a:ext>
            </a:extLst>
          </p:cNvPr>
          <p:cNvSpPr txBox="1">
            <a:spLocks noChangeArrowheads="1"/>
          </p:cNvSpPr>
          <p:nvPr/>
        </p:nvSpPr>
        <p:spPr bwMode="auto">
          <a:xfrm>
            <a:off x="1524001" y="3644900"/>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双边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sp>
        <p:nvSpPr>
          <p:cNvPr id="465943" name="Text Box 23">
            <a:extLst>
              <a:ext uri="{FF2B5EF4-FFF2-40B4-BE49-F238E27FC236}">
                <a16:creationId xmlns:a16="http://schemas.microsoft.com/office/drawing/2014/main" id="{00075C2E-2157-8CF9-B8E8-51FFB145F110}"/>
              </a:ext>
            </a:extLst>
          </p:cNvPr>
          <p:cNvSpPr txBox="1">
            <a:spLocks noChangeArrowheads="1"/>
          </p:cNvSpPr>
          <p:nvPr/>
        </p:nvSpPr>
        <p:spPr bwMode="auto">
          <a:xfrm>
            <a:off x="1524001" y="4868863"/>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单边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graphicFrame>
        <p:nvGraphicFramePr>
          <p:cNvPr id="465944" name="Object 24">
            <a:extLst>
              <a:ext uri="{FF2B5EF4-FFF2-40B4-BE49-F238E27FC236}">
                <a16:creationId xmlns:a16="http://schemas.microsoft.com/office/drawing/2014/main" id="{7B4A70C0-9707-DFD6-599C-621DDE0CDEA6}"/>
              </a:ext>
            </a:extLst>
          </p:cNvPr>
          <p:cNvGraphicFramePr>
            <a:graphicFrameLocks noChangeAspect="1"/>
          </p:cNvGraphicFramePr>
          <p:nvPr/>
        </p:nvGraphicFramePr>
        <p:xfrm>
          <a:off x="5591176" y="3687764"/>
          <a:ext cx="2460625" cy="1793875"/>
        </p:xfrm>
        <a:graphic>
          <a:graphicData uri="http://schemas.openxmlformats.org/presentationml/2006/ole">
            <mc:AlternateContent xmlns:mc="http://schemas.openxmlformats.org/markup-compatibility/2006">
              <mc:Choice xmlns:v="urn:schemas-microsoft-com:vml" Requires="v">
                <p:oleObj name="公式" r:id="rId2" imgW="22821900" imgH="17551400" progId="Equation.3">
                  <p:embed/>
                </p:oleObj>
              </mc:Choice>
              <mc:Fallback>
                <p:oleObj name="公式" r:id="rId2" imgW="22821900" imgH="17551400" progId="Equation.3">
                  <p:embed/>
                  <p:pic>
                    <p:nvPicPr>
                      <p:cNvPr id="465944" name="Object 24">
                        <a:extLst>
                          <a:ext uri="{FF2B5EF4-FFF2-40B4-BE49-F238E27FC236}">
                            <a16:creationId xmlns:a16="http://schemas.microsoft.com/office/drawing/2014/main" id="{7B4A70C0-9707-DFD6-599C-621DDE0CDE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1176" y="3687764"/>
                        <a:ext cx="2460625" cy="179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45" name="Object 25">
            <a:extLst>
              <a:ext uri="{FF2B5EF4-FFF2-40B4-BE49-F238E27FC236}">
                <a16:creationId xmlns:a16="http://schemas.microsoft.com/office/drawing/2014/main" id="{4A099180-F5A7-EFA5-C633-D91066F650D6}"/>
              </a:ext>
            </a:extLst>
          </p:cNvPr>
          <p:cNvGraphicFramePr>
            <a:graphicFrameLocks noChangeAspect="1"/>
          </p:cNvGraphicFramePr>
          <p:nvPr/>
        </p:nvGraphicFramePr>
        <p:xfrm>
          <a:off x="8591550" y="3429001"/>
          <a:ext cx="1676400" cy="1209675"/>
        </p:xfrm>
        <a:graphic>
          <a:graphicData uri="http://schemas.openxmlformats.org/presentationml/2006/ole">
            <mc:AlternateContent xmlns:mc="http://schemas.openxmlformats.org/markup-compatibility/2006">
              <mc:Choice xmlns:v="urn:schemas-microsoft-com:vml" Requires="v">
                <p:oleObj name="公式" r:id="rId4" imgW="19596100" imgH="14046200" progId="Equation.3">
                  <p:embed/>
                </p:oleObj>
              </mc:Choice>
              <mc:Fallback>
                <p:oleObj name="公式" r:id="rId4" imgW="19596100" imgH="14046200" progId="Equation.3">
                  <p:embed/>
                  <p:pic>
                    <p:nvPicPr>
                      <p:cNvPr id="465945" name="Object 25">
                        <a:extLst>
                          <a:ext uri="{FF2B5EF4-FFF2-40B4-BE49-F238E27FC236}">
                            <a16:creationId xmlns:a16="http://schemas.microsoft.com/office/drawing/2014/main" id="{4A099180-F5A7-EFA5-C633-D91066F650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91550" y="3429001"/>
                        <a:ext cx="1676400" cy="1209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46" name="Object 26">
            <a:extLst>
              <a:ext uri="{FF2B5EF4-FFF2-40B4-BE49-F238E27FC236}">
                <a16:creationId xmlns:a16="http://schemas.microsoft.com/office/drawing/2014/main" id="{17061A73-AA49-4836-CE90-E1A3134F651A}"/>
              </a:ext>
            </a:extLst>
          </p:cNvPr>
          <p:cNvGraphicFramePr>
            <a:graphicFrameLocks noChangeAspect="1"/>
          </p:cNvGraphicFramePr>
          <p:nvPr/>
        </p:nvGraphicFramePr>
        <p:xfrm>
          <a:off x="2495550" y="3932239"/>
          <a:ext cx="1346200" cy="568325"/>
        </p:xfrm>
        <a:graphic>
          <a:graphicData uri="http://schemas.openxmlformats.org/presentationml/2006/ole">
            <mc:AlternateContent xmlns:mc="http://schemas.openxmlformats.org/markup-compatibility/2006">
              <mc:Choice xmlns:v="urn:schemas-microsoft-com:vml" Requires="v">
                <p:oleObj name="公式" r:id="rId6" imgW="13169900" imgH="5562600" progId="Equation.3">
                  <p:embed/>
                </p:oleObj>
              </mc:Choice>
              <mc:Fallback>
                <p:oleObj name="公式" r:id="rId6" imgW="13169900" imgH="5562600" progId="Equation.3">
                  <p:embed/>
                  <p:pic>
                    <p:nvPicPr>
                      <p:cNvPr id="465946" name="Object 26">
                        <a:extLst>
                          <a:ext uri="{FF2B5EF4-FFF2-40B4-BE49-F238E27FC236}">
                            <a16:creationId xmlns:a16="http://schemas.microsoft.com/office/drawing/2014/main" id="{17061A73-AA49-4836-CE90-E1A3134F651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5550" y="3932239"/>
                        <a:ext cx="1346200"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47" name="Object 27">
            <a:extLst>
              <a:ext uri="{FF2B5EF4-FFF2-40B4-BE49-F238E27FC236}">
                <a16:creationId xmlns:a16="http://schemas.microsoft.com/office/drawing/2014/main" id="{D68358B5-4CE9-959C-C4E0-22F27A948AEA}"/>
              </a:ext>
            </a:extLst>
          </p:cNvPr>
          <p:cNvGraphicFramePr>
            <a:graphicFrameLocks noChangeAspect="1"/>
          </p:cNvGraphicFramePr>
          <p:nvPr/>
        </p:nvGraphicFramePr>
        <p:xfrm>
          <a:off x="3935414" y="3932239"/>
          <a:ext cx="1349375" cy="568325"/>
        </p:xfrm>
        <a:graphic>
          <a:graphicData uri="http://schemas.openxmlformats.org/presentationml/2006/ole">
            <mc:AlternateContent xmlns:mc="http://schemas.openxmlformats.org/markup-compatibility/2006">
              <mc:Choice xmlns:v="urn:schemas-microsoft-com:vml" Requires="v">
                <p:oleObj name="公式" r:id="rId8" imgW="13169900" imgH="5562600" progId="Equation.3">
                  <p:embed/>
                </p:oleObj>
              </mc:Choice>
              <mc:Fallback>
                <p:oleObj name="公式" r:id="rId8" imgW="13169900" imgH="5562600" progId="Equation.3">
                  <p:embed/>
                  <p:pic>
                    <p:nvPicPr>
                      <p:cNvPr id="465947" name="Object 27">
                        <a:extLst>
                          <a:ext uri="{FF2B5EF4-FFF2-40B4-BE49-F238E27FC236}">
                            <a16:creationId xmlns:a16="http://schemas.microsoft.com/office/drawing/2014/main" id="{D68358B5-4CE9-959C-C4E0-22F27A948AE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35414" y="3932239"/>
                        <a:ext cx="1349375"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48" name="Object 28">
            <a:extLst>
              <a:ext uri="{FF2B5EF4-FFF2-40B4-BE49-F238E27FC236}">
                <a16:creationId xmlns:a16="http://schemas.microsoft.com/office/drawing/2014/main" id="{4EE98CB5-5422-E86E-3B90-C388BADA06AB}"/>
              </a:ext>
            </a:extLst>
          </p:cNvPr>
          <p:cNvGraphicFramePr>
            <a:graphicFrameLocks noChangeAspect="1"/>
          </p:cNvGraphicFramePr>
          <p:nvPr/>
        </p:nvGraphicFramePr>
        <p:xfrm>
          <a:off x="2566988" y="4868864"/>
          <a:ext cx="1346200" cy="568325"/>
        </p:xfrm>
        <a:graphic>
          <a:graphicData uri="http://schemas.openxmlformats.org/presentationml/2006/ole">
            <mc:AlternateContent xmlns:mc="http://schemas.openxmlformats.org/markup-compatibility/2006">
              <mc:Choice xmlns:v="urn:schemas-microsoft-com:vml" Requires="v">
                <p:oleObj name="公式" r:id="rId10" imgW="13169900" imgH="5562600" progId="Equation.3">
                  <p:embed/>
                </p:oleObj>
              </mc:Choice>
              <mc:Fallback>
                <p:oleObj name="公式" r:id="rId10" imgW="13169900" imgH="5562600" progId="Equation.3">
                  <p:embed/>
                  <p:pic>
                    <p:nvPicPr>
                      <p:cNvPr id="465948" name="Object 28">
                        <a:extLst>
                          <a:ext uri="{FF2B5EF4-FFF2-40B4-BE49-F238E27FC236}">
                            <a16:creationId xmlns:a16="http://schemas.microsoft.com/office/drawing/2014/main" id="{4EE98CB5-5422-E86E-3B90-C388BADA06A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66988" y="4868864"/>
                        <a:ext cx="1346200"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49" name="Object 29">
            <a:extLst>
              <a:ext uri="{FF2B5EF4-FFF2-40B4-BE49-F238E27FC236}">
                <a16:creationId xmlns:a16="http://schemas.microsoft.com/office/drawing/2014/main" id="{70BCB370-36A6-70B3-10E8-FF72982ACF44}"/>
              </a:ext>
            </a:extLst>
          </p:cNvPr>
          <p:cNvGraphicFramePr>
            <a:graphicFrameLocks noChangeAspect="1"/>
          </p:cNvGraphicFramePr>
          <p:nvPr/>
        </p:nvGraphicFramePr>
        <p:xfrm>
          <a:off x="4008439" y="4868864"/>
          <a:ext cx="1349375" cy="568325"/>
        </p:xfrm>
        <a:graphic>
          <a:graphicData uri="http://schemas.openxmlformats.org/presentationml/2006/ole">
            <mc:AlternateContent xmlns:mc="http://schemas.openxmlformats.org/markup-compatibility/2006">
              <mc:Choice xmlns:v="urn:schemas-microsoft-com:vml" Requires="v">
                <p:oleObj name="公式" r:id="rId12" imgW="13169900" imgH="5562600" progId="Equation.3">
                  <p:embed/>
                </p:oleObj>
              </mc:Choice>
              <mc:Fallback>
                <p:oleObj name="公式" r:id="rId12" imgW="13169900" imgH="5562600" progId="Equation.3">
                  <p:embed/>
                  <p:pic>
                    <p:nvPicPr>
                      <p:cNvPr id="465949" name="Object 29">
                        <a:extLst>
                          <a:ext uri="{FF2B5EF4-FFF2-40B4-BE49-F238E27FC236}">
                            <a16:creationId xmlns:a16="http://schemas.microsoft.com/office/drawing/2014/main" id="{70BCB370-36A6-70B3-10E8-FF72982ACF4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08439" y="4868864"/>
                        <a:ext cx="1349375"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50" name="Object 30">
            <a:extLst>
              <a:ext uri="{FF2B5EF4-FFF2-40B4-BE49-F238E27FC236}">
                <a16:creationId xmlns:a16="http://schemas.microsoft.com/office/drawing/2014/main" id="{6A5B5283-FFA6-FD2B-2B40-5952D04B6745}"/>
              </a:ext>
            </a:extLst>
          </p:cNvPr>
          <p:cNvGraphicFramePr>
            <a:graphicFrameLocks noChangeAspect="1"/>
          </p:cNvGraphicFramePr>
          <p:nvPr/>
        </p:nvGraphicFramePr>
        <p:xfrm>
          <a:off x="8696325" y="4868863"/>
          <a:ext cx="1531938" cy="506412"/>
        </p:xfrm>
        <a:graphic>
          <a:graphicData uri="http://schemas.openxmlformats.org/presentationml/2006/ole">
            <mc:AlternateContent xmlns:mc="http://schemas.openxmlformats.org/markup-compatibility/2006">
              <mc:Choice xmlns:v="urn:schemas-microsoft-com:vml" Requires="v">
                <p:oleObj name="公式" r:id="rId14" imgW="17843500" imgH="5854700" progId="Equation.3">
                  <p:embed/>
                </p:oleObj>
              </mc:Choice>
              <mc:Fallback>
                <p:oleObj name="公式" r:id="rId14" imgW="17843500" imgH="5854700" progId="Equation.3">
                  <p:embed/>
                  <p:pic>
                    <p:nvPicPr>
                      <p:cNvPr id="465950" name="Object 30">
                        <a:extLst>
                          <a:ext uri="{FF2B5EF4-FFF2-40B4-BE49-F238E27FC236}">
                            <a16:creationId xmlns:a16="http://schemas.microsoft.com/office/drawing/2014/main" id="{6A5B5283-FFA6-FD2B-2B40-5952D04B674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696325" y="4868863"/>
                        <a:ext cx="1531938"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51" name="Object 31">
            <a:extLst>
              <a:ext uri="{FF2B5EF4-FFF2-40B4-BE49-F238E27FC236}">
                <a16:creationId xmlns:a16="http://schemas.microsoft.com/office/drawing/2014/main" id="{20E3325F-0CD1-C203-50E1-9FBD01462FAF}"/>
              </a:ext>
            </a:extLst>
          </p:cNvPr>
          <p:cNvGraphicFramePr>
            <a:graphicFrameLocks noChangeAspect="1"/>
          </p:cNvGraphicFramePr>
          <p:nvPr/>
        </p:nvGraphicFramePr>
        <p:xfrm>
          <a:off x="2566988" y="5661026"/>
          <a:ext cx="1346200" cy="568325"/>
        </p:xfrm>
        <a:graphic>
          <a:graphicData uri="http://schemas.openxmlformats.org/presentationml/2006/ole">
            <mc:AlternateContent xmlns:mc="http://schemas.openxmlformats.org/markup-compatibility/2006">
              <mc:Choice xmlns:v="urn:schemas-microsoft-com:vml" Requires="v">
                <p:oleObj name="公式" r:id="rId16" imgW="13169900" imgH="5562600" progId="Equation.3">
                  <p:embed/>
                </p:oleObj>
              </mc:Choice>
              <mc:Fallback>
                <p:oleObj name="公式" r:id="rId16" imgW="13169900" imgH="5562600" progId="Equation.3">
                  <p:embed/>
                  <p:pic>
                    <p:nvPicPr>
                      <p:cNvPr id="465951" name="Object 31">
                        <a:extLst>
                          <a:ext uri="{FF2B5EF4-FFF2-40B4-BE49-F238E27FC236}">
                            <a16:creationId xmlns:a16="http://schemas.microsoft.com/office/drawing/2014/main" id="{20E3325F-0CD1-C203-50E1-9FBD01462FA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66988" y="5661026"/>
                        <a:ext cx="1346200"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52" name="Object 32">
            <a:extLst>
              <a:ext uri="{FF2B5EF4-FFF2-40B4-BE49-F238E27FC236}">
                <a16:creationId xmlns:a16="http://schemas.microsoft.com/office/drawing/2014/main" id="{83A86CDB-6126-B555-2454-E66EEB766241}"/>
              </a:ext>
            </a:extLst>
          </p:cNvPr>
          <p:cNvGraphicFramePr>
            <a:graphicFrameLocks noChangeAspect="1"/>
          </p:cNvGraphicFramePr>
          <p:nvPr/>
        </p:nvGraphicFramePr>
        <p:xfrm>
          <a:off x="3935414" y="5661026"/>
          <a:ext cx="1347787" cy="568325"/>
        </p:xfrm>
        <a:graphic>
          <a:graphicData uri="http://schemas.openxmlformats.org/presentationml/2006/ole">
            <mc:AlternateContent xmlns:mc="http://schemas.openxmlformats.org/markup-compatibility/2006">
              <mc:Choice xmlns:v="urn:schemas-microsoft-com:vml" Requires="v">
                <p:oleObj name="公式" r:id="rId18" imgW="13169900" imgH="5562600" progId="Equation.3">
                  <p:embed/>
                </p:oleObj>
              </mc:Choice>
              <mc:Fallback>
                <p:oleObj name="公式" r:id="rId18" imgW="13169900" imgH="5562600" progId="Equation.3">
                  <p:embed/>
                  <p:pic>
                    <p:nvPicPr>
                      <p:cNvPr id="465952" name="Object 32">
                        <a:extLst>
                          <a:ext uri="{FF2B5EF4-FFF2-40B4-BE49-F238E27FC236}">
                            <a16:creationId xmlns:a16="http://schemas.microsoft.com/office/drawing/2014/main" id="{83A86CDB-6126-B555-2454-E66EEB76624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35414" y="5661026"/>
                        <a:ext cx="1347787"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53" name="Object 33">
            <a:extLst>
              <a:ext uri="{FF2B5EF4-FFF2-40B4-BE49-F238E27FC236}">
                <a16:creationId xmlns:a16="http://schemas.microsoft.com/office/drawing/2014/main" id="{BE420B6D-D8C8-3E85-A1E5-068B9DE53AF9}"/>
              </a:ext>
            </a:extLst>
          </p:cNvPr>
          <p:cNvGraphicFramePr>
            <a:graphicFrameLocks noChangeAspect="1"/>
          </p:cNvGraphicFramePr>
          <p:nvPr/>
        </p:nvGraphicFramePr>
        <p:xfrm>
          <a:off x="8613776" y="5734050"/>
          <a:ext cx="1624013" cy="482600"/>
        </p:xfrm>
        <a:graphic>
          <a:graphicData uri="http://schemas.openxmlformats.org/presentationml/2006/ole">
            <mc:AlternateContent xmlns:mc="http://schemas.openxmlformats.org/markup-compatibility/2006">
              <mc:Choice xmlns:v="urn:schemas-microsoft-com:vml" Requires="v">
                <p:oleObj name="公式" r:id="rId20" imgW="19900900" imgH="5854700" progId="Equation.3">
                  <p:embed/>
                </p:oleObj>
              </mc:Choice>
              <mc:Fallback>
                <p:oleObj name="公式" r:id="rId20" imgW="19900900" imgH="5854700" progId="Equation.3">
                  <p:embed/>
                  <p:pic>
                    <p:nvPicPr>
                      <p:cNvPr id="465953" name="Object 33">
                        <a:extLst>
                          <a:ext uri="{FF2B5EF4-FFF2-40B4-BE49-F238E27FC236}">
                            <a16:creationId xmlns:a16="http://schemas.microsoft.com/office/drawing/2014/main" id="{BE420B6D-D8C8-3E85-A1E5-068B9DE53AF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613776" y="5734050"/>
                        <a:ext cx="1624013"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65954" name="Group 34">
            <a:extLst>
              <a:ext uri="{FF2B5EF4-FFF2-40B4-BE49-F238E27FC236}">
                <a16:creationId xmlns:a16="http://schemas.microsoft.com/office/drawing/2014/main" id="{6DFE3C57-A222-7DF3-A971-23B28E0C4E87}"/>
              </a:ext>
            </a:extLst>
          </p:cNvPr>
          <p:cNvGrpSpPr>
            <a:grpSpLocks/>
          </p:cNvGrpSpPr>
          <p:nvPr/>
        </p:nvGrpSpPr>
        <p:grpSpPr bwMode="auto">
          <a:xfrm>
            <a:off x="1524001" y="1052514"/>
            <a:ext cx="8964613" cy="650875"/>
            <a:chOff x="0" y="1616"/>
            <a:chExt cx="5647" cy="410"/>
          </a:xfrm>
        </p:grpSpPr>
        <p:sp>
          <p:nvSpPr>
            <p:cNvPr id="465955" name="Rectangle 35">
              <a:extLst>
                <a:ext uri="{FF2B5EF4-FFF2-40B4-BE49-F238E27FC236}">
                  <a16:creationId xmlns:a16="http://schemas.microsoft.com/office/drawing/2014/main" id="{6D83A5E2-0048-69D4-DD62-FF444A3AAC34}"/>
                </a:ext>
              </a:extLst>
            </p:cNvPr>
            <p:cNvSpPr>
              <a:spLocks noChangeArrowheads="1"/>
            </p:cNvSpPr>
            <p:nvPr/>
          </p:nvSpPr>
          <p:spPr bwMode="auto">
            <a:xfrm>
              <a:off x="0" y="1661"/>
              <a:ext cx="564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1</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．已知           时，总体方差</a:t>
              </a:r>
              <a:r>
                <a:rPr kumimoji="1" lang="el-GR" altLang="zh-CN" sz="3200" b="1" i="1">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sym typeface="Symbol" pitchFamily="2" charset="2"/>
                </a:rPr>
                <a:t>σ</a:t>
              </a:r>
              <a:r>
                <a:rPr kumimoji="1" lang="en-US" altLang="zh-CN" sz="3200" b="1" baseline="30000">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sym typeface="Symbol" pitchFamily="2" charset="2"/>
                </a:rPr>
                <a:t>2</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的假设检验</a:t>
              </a:r>
            </a:p>
          </p:txBody>
        </p:sp>
        <p:graphicFrame>
          <p:nvGraphicFramePr>
            <p:cNvPr id="465956" name="Object 36">
              <a:extLst>
                <a:ext uri="{FF2B5EF4-FFF2-40B4-BE49-F238E27FC236}">
                  <a16:creationId xmlns:a16="http://schemas.microsoft.com/office/drawing/2014/main" id="{868BED02-160F-3ECD-F1FB-FFEC43E23A77}"/>
                </a:ext>
              </a:extLst>
            </p:cNvPr>
            <p:cNvGraphicFramePr>
              <a:graphicFrameLocks noChangeAspect="1"/>
            </p:cNvGraphicFramePr>
            <p:nvPr/>
          </p:nvGraphicFramePr>
          <p:xfrm>
            <a:off x="1066" y="1616"/>
            <a:ext cx="679" cy="403"/>
          </p:xfrm>
          <a:graphic>
            <a:graphicData uri="http://schemas.openxmlformats.org/presentationml/2006/ole">
              <mc:AlternateContent xmlns:mc="http://schemas.openxmlformats.org/markup-compatibility/2006">
                <mc:Choice xmlns:v="urn:schemas-microsoft-com:vml" Requires="v">
                  <p:oleObj name="公式" r:id="rId22" imgW="10820400" imgH="5562600" progId="Equation.3">
                    <p:embed/>
                  </p:oleObj>
                </mc:Choice>
                <mc:Fallback>
                  <p:oleObj name="公式" r:id="rId22" imgW="10820400" imgH="5562600" progId="Equation.3">
                    <p:embed/>
                    <p:pic>
                      <p:nvPicPr>
                        <p:cNvPr id="465956" name="Object 36">
                          <a:extLst>
                            <a:ext uri="{FF2B5EF4-FFF2-40B4-BE49-F238E27FC236}">
                              <a16:creationId xmlns:a16="http://schemas.microsoft.com/office/drawing/2014/main" id="{868BED02-160F-3ECD-F1FB-FFEC43E23A77}"/>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66" y="1616"/>
                          <a:ext cx="679" cy="4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65957" name="Rectangle 37">
            <a:extLst>
              <a:ext uri="{FF2B5EF4-FFF2-40B4-BE49-F238E27FC236}">
                <a16:creationId xmlns:a16="http://schemas.microsoft.com/office/drawing/2014/main" id="{C4AAF520-2D75-C4F2-971D-1CAB7FE6515A}"/>
              </a:ext>
            </a:extLst>
          </p:cNvPr>
          <p:cNvSpPr>
            <a:spLocks noChangeArrowheads="1"/>
          </p:cNvSpPr>
          <p:nvPr/>
        </p:nvSpPr>
        <p:spPr bwMode="auto">
          <a:xfrm>
            <a:off x="1524000" y="476251"/>
            <a:ext cx="7678738"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80000"/>
              </a:lnSpc>
              <a:spcBef>
                <a:spcPct val="2000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二、单一正态总体方差</a:t>
            </a:r>
            <a:r>
              <a:rPr lang="el-GR" altLang="zh-CN" sz="3600" b="1" i="1">
                <a:solidFill>
                  <a:srgbClr val="FF33CC"/>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sym typeface="Symbol" pitchFamily="2" charset="2"/>
              </a:rPr>
              <a:t>σ</a:t>
            </a:r>
            <a:r>
              <a:rPr lang="en-US" altLang="zh-CN" sz="3600" b="1" baseline="30000">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sym typeface="Symbol" pitchFamily="2" charset="2"/>
              </a:rPr>
              <a:t>2</a:t>
            </a: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的假设检验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65957"/>
                                        </p:tgtEl>
                                        <p:attrNameLst>
                                          <p:attrName>style.visibility</p:attrName>
                                        </p:attrNameLst>
                                      </p:cBhvr>
                                      <p:to>
                                        <p:strVal val="visible"/>
                                      </p:to>
                                    </p:set>
                                    <p:animEffect transition="in" filter="slide(fromRight)">
                                      <p:cBhvr>
                                        <p:cTn id="7" dur="1000"/>
                                        <p:tgtEl>
                                          <p:spTgt spid="4659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65954"/>
                                        </p:tgtEl>
                                        <p:attrNameLst>
                                          <p:attrName>style.visibility</p:attrName>
                                        </p:attrNameLst>
                                      </p:cBhvr>
                                      <p:to>
                                        <p:strVal val="visible"/>
                                      </p:to>
                                    </p:set>
                                    <p:animEffect transition="in" filter="wipe(left)">
                                      <p:cBhvr>
                                        <p:cTn id="12" dur="1000"/>
                                        <p:tgtEl>
                                          <p:spTgt spid="4659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65930"/>
                                        </p:tgtEl>
                                        <p:attrNameLst>
                                          <p:attrName>style.visibility</p:attrName>
                                        </p:attrNameLst>
                                      </p:cBhvr>
                                      <p:to>
                                        <p:strVal val="visible"/>
                                      </p:to>
                                    </p:set>
                                    <p:animEffect transition="in" filter="wipe(up)">
                                      <p:cBhvr>
                                        <p:cTn id="17" dur="1000"/>
                                        <p:tgtEl>
                                          <p:spTgt spid="4659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65942"/>
                                        </p:tgtEl>
                                        <p:attrNameLst>
                                          <p:attrName>style.visibility</p:attrName>
                                        </p:attrNameLst>
                                      </p:cBhvr>
                                      <p:to>
                                        <p:strVal val="visible"/>
                                      </p:to>
                                    </p:set>
                                    <p:animEffect transition="in" filter="wipe(up)">
                                      <p:cBhvr>
                                        <p:cTn id="22" dur="1000"/>
                                        <p:tgtEl>
                                          <p:spTgt spid="4659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65946"/>
                                        </p:tgtEl>
                                        <p:attrNameLst>
                                          <p:attrName>style.visibility</p:attrName>
                                        </p:attrNameLst>
                                      </p:cBhvr>
                                      <p:to>
                                        <p:strVal val="visible"/>
                                      </p:to>
                                    </p:set>
                                    <p:animEffect transition="in" filter="wipe(up)">
                                      <p:cBhvr>
                                        <p:cTn id="27" dur="1000"/>
                                        <p:tgtEl>
                                          <p:spTgt spid="46594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65947"/>
                                        </p:tgtEl>
                                        <p:attrNameLst>
                                          <p:attrName>style.visibility</p:attrName>
                                        </p:attrNameLst>
                                      </p:cBhvr>
                                      <p:to>
                                        <p:strVal val="visible"/>
                                      </p:to>
                                    </p:set>
                                    <p:animEffect transition="in" filter="wipe(up)">
                                      <p:cBhvr>
                                        <p:cTn id="32" dur="1000"/>
                                        <p:tgtEl>
                                          <p:spTgt spid="46594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465944"/>
                                        </p:tgtEl>
                                        <p:attrNameLst>
                                          <p:attrName>style.visibility</p:attrName>
                                        </p:attrNameLst>
                                      </p:cBhvr>
                                      <p:to>
                                        <p:strVal val="visible"/>
                                      </p:to>
                                    </p:set>
                                    <p:animEffect transition="in" filter="slide(fromBottom)">
                                      <p:cBhvr>
                                        <p:cTn id="37" dur="1000"/>
                                        <p:tgtEl>
                                          <p:spTgt spid="46594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465945"/>
                                        </p:tgtEl>
                                        <p:attrNameLst>
                                          <p:attrName>style.visibility</p:attrName>
                                        </p:attrNameLst>
                                      </p:cBhvr>
                                      <p:to>
                                        <p:strVal val="visible"/>
                                      </p:to>
                                    </p:set>
                                    <p:animEffect transition="in" filter="slide(fromBottom)">
                                      <p:cBhvr>
                                        <p:cTn id="42" dur="1000"/>
                                        <p:tgtEl>
                                          <p:spTgt spid="465945"/>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465923"/>
                                        </p:tgtEl>
                                        <p:attrNameLst>
                                          <p:attrName>style.visibility</p:attrName>
                                        </p:attrNameLst>
                                      </p:cBhvr>
                                      <p:to>
                                        <p:strVal val="visible"/>
                                      </p:to>
                                    </p:set>
                                    <p:animEffect transition="in" filter="wipe(left)">
                                      <p:cBhvr>
                                        <p:cTn id="46" dur="500"/>
                                        <p:tgtEl>
                                          <p:spTgt spid="46592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65943"/>
                                        </p:tgtEl>
                                        <p:attrNameLst>
                                          <p:attrName>style.visibility</p:attrName>
                                        </p:attrNameLst>
                                      </p:cBhvr>
                                      <p:to>
                                        <p:strVal val="visible"/>
                                      </p:to>
                                    </p:set>
                                    <p:animEffect transition="in" filter="wipe(up)">
                                      <p:cBhvr>
                                        <p:cTn id="51" dur="1000"/>
                                        <p:tgtEl>
                                          <p:spTgt spid="46594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465948"/>
                                        </p:tgtEl>
                                        <p:attrNameLst>
                                          <p:attrName>style.visibility</p:attrName>
                                        </p:attrNameLst>
                                      </p:cBhvr>
                                      <p:to>
                                        <p:strVal val="visible"/>
                                      </p:to>
                                    </p:set>
                                    <p:animEffect transition="in" filter="wipe(up)">
                                      <p:cBhvr>
                                        <p:cTn id="56" dur="1000"/>
                                        <p:tgtEl>
                                          <p:spTgt spid="465948"/>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465949"/>
                                        </p:tgtEl>
                                        <p:attrNameLst>
                                          <p:attrName>style.visibility</p:attrName>
                                        </p:attrNameLst>
                                      </p:cBhvr>
                                      <p:to>
                                        <p:strVal val="visible"/>
                                      </p:to>
                                    </p:set>
                                    <p:animEffect transition="in" filter="wipe(up)">
                                      <p:cBhvr>
                                        <p:cTn id="61" dur="1000"/>
                                        <p:tgtEl>
                                          <p:spTgt spid="465949"/>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2" presetClass="entr" presetSubtype="4" fill="hold" nodeType="clickEffect">
                                  <p:stCondLst>
                                    <p:cond delay="0"/>
                                  </p:stCondLst>
                                  <p:childTnLst>
                                    <p:set>
                                      <p:cBhvr>
                                        <p:cTn id="65" dur="1" fill="hold">
                                          <p:stCondLst>
                                            <p:cond delay="0"/>
                                          </p:stCondLst>
                                        </p:cTn>
                                        <p:tgtEl>
                                          <p:spTgt spid="465950"/>
                                        </p:tgtEl>
                                        <p:attrNameLst>
                                          <p:attrName>style.visibility</p:attrName>
                                        </p:attrNameLst>
                                      </p:cBhvr>
                                      <p:to>
                                        <p:strVal val="visible"/>
                                      </p:to>
                                    </p:set>
                                    <p:animEffect transition="in" filter="slide(fromBottom)">
                                      <p:cBhvr>
                                        <p:cTn id="66" dur="1000"/>
                                        <p:tgtEl>
                                          <p:spTgt spid="465950"/>
                                        </p:tgtEl>
                                      </p:cBhvr>
                                    </p:animEffect>
                                  </p:childTnLst>
                                </p:cTn>
                              </p:par>
                            </p:childTnLst>
                          </p:cTn>
                        </p:par>
                        <p:par>
                          <p:cTn id="67" fill="hold" nodeType="afterGroup">
                            <p:stCondLst>
                              <p:cond delay="1000"/>
                            </p:stCondLst>
                            <p:childTnLst>
                              <p:par>
                                <p:cTn id="68" presetID="22" presetClass="entr" presetSubtype="8" fill="hold" nodeType="afterEffect">
                                  <p:stCondLst>
                                    <p:cond delay="0"/>
                                  </p:stCondLst>
                                  <p:childTnLst>
                                    <p:set>
                                      <p:cBhvr>
                                        <p:cTn id="69" dur="1" fill="hold">
                                          <p:stCondLst>
                                            <p:cond delay="0"/>
                                          </p:stCondLst>
                                        </p:cTn>
                                        <p:tgtEl>
                                          <p:spTgt spid="465926"/>
                                        </p:tgtEl>
                                        <p:attrNameLst>
                                          <p:attrName>style.visibility</p:attrName>
                                        </p:attrNameLst>
                                      </p:cBhvr>
                                      <p:to>
                                        <p:strVal val="visible"/>
                                      </p:to>
                                    </p:set>
                                    <p:animEffect transition="in" filter="wipe(left)">
                                      <p:cBhvr>
                                        <p:cTn id="70" dur="500"/>
                                        <p:tgtEl>
                                          <p:spTgt spid="465926"/>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465951"/>
                                        </p:tgtEl>
                                        <p:attrNameLst>
                                          <p:attrName>style.visibility</p:attrName>
                                        </p:attrNameLst>
                                      </p:cBhvr>
                                      <p:to>
                                        <p:strVal val="visible"/>
                                      </p:to>
                                    </p:set>
                                    <p:animEffect transition="in" filter="wipe(up)">
                                      <p:cBhvr>
                                        <p:cTn id="75" dur="1000"/>
                                        <p:tgtEl>
                                          <p:spTgt spid="465951"/>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465952"/>
                                        </p:tgtEl>
                                        <p:attrNameLst>
                                          <p:attrName>style.visibility</p:attrName>
                                        </p:attrNameLst>
                                      </p:cBhvr>
                                      <p:to>
                                        <p:strVal val="visible"/>
                                      </p:to>
                                    </p:set>
                                    <p:animEffect transition="in" filter="wipe(up)">
                                      <p:cBhvr>
                                        <p:cTn id="80" dur="1000"/>
                                        <p:tgtEl>
                                          <p:spTgt spid="465952"/>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12" presetClass="entr" presetSubtype="4" fill="hold" nodeType="clickEffect">
                                  <p:stCondLst>
                                    <p:cond delay="0"/>
                                  </p:stCondLst>
                                  <p:childTnLst>
                                    <p:set>
                                      <p:cBhvr>
                                        <p:cTn id="84" dur="1" fill="hold">
                                          <p:stCondLst>
                                            <p:cond delay="0"/>
                                          </p:stCondLst>
                                        </p:cTn>
                                        <p:tgtEl>
                                          <p:spTgt spid="465953"/>
                                        </p:tgtEl>
                                        <p:attrNameLst>
                                          <p:attrName>style.visibility</p:attrName>
                                        </p:attrNameLst>
                                      </p:cBhvr>
                                      <p:to>
                                        <p:strVal val="visible"/>
                                      </p:to>
                                    </p:set>
                                    <p:animEffect transition="in" filter="slide(fromBottom)">
                                      <p:cBhvr>
                                        <p:cTn id="85" dur="1000"/>
                                        <p:tgtEl>
                                          <p:spTgt spid="465953"/>
                                        </p:tgtEl>
                                      </p:cBhvr>
                                    </p:animEffect>
                                  </p:childTnLst>
                                </p:cTn>
                              </p:par>
                            </p:childTnLst>
                          </p:cTn>
                        </p:par>
                        <p:par>
                          <p:cTn id="86" fill="hold" nodeType="afterGroup">
                            <p:stCondLst>
                              <p:cond delay="1000"/>
                            </p:stCondLst>
                            <p:childTnLst>
                              <p:par>
                                <p:cTn id="87" presetID="3" presetClass="entr" presetSubtype="10" fill="hold" nodeType="afterEffect">
                                  <p:stCondLst>
                                    <p:cond delay="0"/>
                                  </p:stCondLst>
                                  <p:childTnLst>
                                    <p:set>
                                      <p:cBhvr>
                                        <p:cTn id="88" dur="1" fill="hold">
                                          <p:stCondLst>
                                            <p:cond delay="0"/>
                                          </p:stCondLst>
                                        </p:cTn>
                                        <p:tgtEl>
                                          <p:spTgt spid="465929"/>
                                        </p:tgtEl>
                                        <p:attrNameLst>
                                          <p:attrName>style.visibility</p:attrName>
                                        </p:attrNameLst>
                                      </p:cBhvr>
                                      <p:to>
                                        <p:strVal val="visible"/>
                                      </p:to>
                                    </p:set>
                                    <p:animEffect transition="in" filter="blinds(horizontal)">
                                      <p:cBhvr>
                                        <p:cTn id="89" dur="500"/>
                                        <p:tgtEl>
                                          <p:spTgt spid="465929"/>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1" fill="hold" nodeType="clickEffect">
                                  <p:stCondLst>
                                    <p:cond delay="0"/>
                                  </p:stCondLst>
                                  <p:childTnLst>
                                    <p:set>
                                      <p:cBhvr>
                                        <p:cTn id="93" dur="1" fill="hold">
                                          <p:stCondLst>
                                            <p:cond delay="0"/>
                                          </p:stCondLst>
                                        </p:cTn>
                                        <p:tgtEl>
                                          <p:spTgt spid="465922"/>
                                        </p:tgtEl>
                                        <p:attrNameLst>
                                          <p:attrName>style.visibility</p:attrName>
                                        </p:attrNameLst>
                                      </p:cBhvr>
                                      <p:to>
                                        <p:strVal val="visible"/>
                                      </p:to>
                                    </p:set>
                                    <p:animEffect transition="in" filter="wipe(up)">
                                      <p:cBhvr>
                                        <p:cTn id="94" dur="500"/>
                                        <p:tgtEl>
                                          <p:spTgt spid="465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22" grpId="0"/>
      <p:bldP spid="465942" grpId="0"/>
      <p:bldP spid="465943" grpId="0"/>
      <p:bldP spid="46595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a:extLst>
              <a:ext uri="{FF2B5EF4-FFF2-40B4-BE49-F238E27FC236}">
                <a16:creationId xmlns:a16="http://schemas.microsoft.com/office/drawing/2014/main" id="{AD5B6DA4-90BF-47ED-84B4-643544622260}"/>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47" name="Rectangle 3">
            <a:extLst>
              <a:ext uri="{FF2B5EF4-FFF2-40B4-BE49-F238E27FC236}">
                <a16:creationId xmlns:a16="http://schemas.microsoft.com/office/drawing/2014/main" id="{461FC549-83D0-9952-B91A-FCA4011A065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48" name="Rectangle 4">
            <a:extLst>
              <a:ext uri="{FF2B5EF4-FFF2-40B4-BE49-F238E27FC236}">
                <a16:creationId xmlns:a16="http://schemas.microsoft.com/office/drawing/2014/main" id="{0A40A355-3AEC-7F66-9174-95B026AB85D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49" name="Rectangle 5">
            <a:extLst>
              <a:ext uri="{FF2B5EF4-FFF2-40B4-BE49-F238E27FC236}">
                <a16:creationId xmlns:a16="http://schemas.microsoft.com/office/drawing/2014/main" id="{0838D494-FF10-F884-2E38-F6BA6236CED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0" name="Rectangle 6">
            <a:extLst>
              <a:ext uri="{FF2B5EF4-FFF2-40B4-BE49-F238E27FC236}">
                <a16:creationId xmlns:a16="http://schemas.microsoft.com/office/drawing/2014/main" id="{78C07FC1-607F-633C-A9E9-1836242A2D3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1" name="Rectangle 7">
            <a:extLst>
              <a:ext uri="{FF2B5EF4-FFF2-40B4-BE49-F238E27FC236}">
                <a16:creationId xmlns:a16="http://schemas.microsoft.com/office/drawing/2014/main" id="{4DB36490-0432-2199-0977-39DDB930DAE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2" name="Rectangle 8">
            <a:extLst>
              <a:ext uri="{FF2B5EF4-FFF2-40B4-BE49-F238E27FC236}">
                <a16:creationId xmlns:a16="http://schemas.microsoft.com/office/drawing/2014/main" id="{4CE2C899-8C1E-91CA-15D2-B5BF83828B5B}"/>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3" name="Rectangle 9">
            <a:extLst>
              <a:ext uri="{FF2B5EF4-FFF2-40B4-BE49-F238E27FC236}">
                <a16:creationId xmlns:a16="http://schemas.microsoft.com/office/drawing/2014/main" id="{B7F26014-232E-90F8-FC18-8F4AEC7BDCF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4" name="Rectangle 10">
            <a:extLst>
              <a:ext uri="{FF2B5EF4-FFF2-40B4-BE49-F238E27FC236}">
                <a16:creationId xmlns:a16="http://schemas.microsoft.com/office/drawing/2014/main" id="{BF6BAA86-FCD6-D5E4-785E-8BBCFB0F0BF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5" name="Rectangle 11">
            <a:extLst>
              <a:ext uri="{FF2B5EF4-FFF2-40B4-BE49-F238E27FC236}">
                <a16:creationId xmlns:a16="http://schemas.microsoft.com/office/drawing/2014/main" id="{474AE760-C7B7-6704-4F8E-DC940A9FC36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6" name="Rectangle 12">
            <a:extLst>
              <a:ext uri="{FF2B5EF4-FFF2-40B4-BE49-F238E27FC236}">
                <a16:creationId xmlns:a16="http://schemas.microsoft.com/office/drawing/2014/main" id="{ACE75FA8-BCA1-6E8B-EACF-588C8659E6EE}"/>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7" name="Rectangle 13">
            <a:extLst>
              <a:ext uri="{FF2B5EF4-FFF2-40B4-BE49-F238E27FC236}">
                <a16:creationId xmlns:a16="http://schemas.microsoft.com/office/drawing/2014/main" id="{D2D6B13E-4E7B-6B05-729E-87DD52674042}"/>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8" name="Rectangle 14">
            <a:extLst>
              <a:ext uri="{FF2B5EF4-FFF2-40B4-BE49-F238E27FC236}">
                <a16:creationId xmlns:a16="http://schemas.microsoft.com/office/drawing/2014/main" id="{7A02DC6D-60D6-3AF2-D00A-BE1C88B2527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9" name="Rectangle 15">
            <a:extLst>
              <a:ext uri="{FF2B5EF4-FFF2-40B4-BE49-F238E27FC236}">
                <a16:creationId xmlns:a16="http://schemas.microsoft.com/office/drawing/2014/main" id="{864F1A39-1A9E-8AB9-53B7-C40DF6CB9EB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60" name="Rectangle 16">
            <a:extLst>
              <a:ext uri="{FF2B5EF4-FFF2-40B4-BE49-F238E27FC236}">
                <a16:creationId xmlns:a16="http://schemas.microsoft.com/office/drawing/2014/main" id="{A1CB9AF8-3827-4F45-6AF2-6F8BD014AF48}"/>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61" name="Rectangle 17">
            <a:extLst>
              <a:ext uri="{FF2B5EF4-FFF2-40B4-BE49-F238E27FC236}">
                <a16:creationId xmlns:a16="http://schemas.microsoft.com/office/drawing/2014/main" id="{34D752E1-2483-447F-AC96-BE4EF8896789}"/>
              </a:ext>
            </a:extLst>
          </p:cNvPr>
          <p:cNvSpPr>
            <a:spLocks noChangeArrowheads="1"/>
          </p:cNvSpPr>
          <p:nvPr/>
        </p:nvSpPr>
        <p:spPr bwMode="auto">
          <a:xfrm>
            <a:off x="2279650" y="908051"/>
            <a:ext cx="36718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当</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为真时，</a:t>
            </a:r>
          </a:p>
        </p:txBody>
      </p:sp>
      <p:sp>
        <p:nvSpPr>
          <p:cNvPr id="466962" name="Rectangle 18">
            <a:extLst>
              <a:ext uri="{FF2B5EF4-FFF2-40B4-BE49-F238E27FC236}">
                <a16:creationId xmlns:a16="http://schemas.microsoft.com/office/drawing/2014/main" id="{1EC01EA6-BBE1-6441-7A81-B3A9576A49B1}"/>
              </a:ext>
            </a:extLst>
          </p:cNvPr>
          <p:cNvSpPr>
            <a:spLocks noChangeArrowheads="1"/>
          </p:cNvSpPr>
          <p:nvPr/>
        </p:nvSpPr>
        <p:spPr bwMode="auto">
          <a:xfrm>
            <a:off x="1774825" y="3789363"/>
            <a:ext cx="4495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P</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拒绝</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为真</a:t>
            </a:r>
            <a:r>
              <a:rPr kumimoji="1" lang="en-US" altLang="zh-CN" sz="2800" b="1">
                <a:solidFill>
                  <a:srgbClr val="007A77"/>
                </a:solidFill>
                <a:latin typeface="Times New Roman" panose="02020603050405020304" pitchFamily="18" charset="0"/>
                <a:ea typeface="楷体_GB2312" pitchFamily="49" charset="-122"/>
              </a:rPr>
              <a:t>}</a:t>
            </a:r>
          </a:p>
        </p:txBody>
      </p:sp>
      <p:sp>
        <p:nvSpPr>
          <p:cNvPr id="466963" name="Rectangle 19">
            <a:extLst>
              <a:ext uri="{FF2B5EF4-FFF2-40B4-BE49-F238E27FC236}">
                <a16:creationId xmlns:a16="http://schemas.microsoft.com/office/drawing/2014/main" id="{98A3A6B0-18D8-4D0B-EC4C-04B0DAAAEA17}"/>
              </a:ext>
            </a:extLst>
          </p:cNvPr>
          <p:cNvSpPr>
            <a:spLocks noChangeArrowheads="1"/>
          </p:cNvSpPr>
          <p:nvPr/>
        </p:nvSpPr>
        <p:spPr bwMode="auto">
          <a:xfrm>
            <a:off x="2208214" y="5661026"/>
            <a:ext cx="3457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所以</a:t>
            </a:r>
            <a:r>
              <a:rPr kumimoji="1" lang="zh-CN" altLang="en-US" sz="2800" b="1">
                <a:solidFill>
                  <a:srgbClr val="007A77"/>
                </a:solidFill>
                <a:latin typeface="Times New Roman" panose="02020603050405020304" pitchFamily="18" charset="0"/>
                <a:ea typeface="楷体_GB2312" pitchFamily="49" charset="-122"/>
              </a:rPr>
              <a:t>拒绝域为：</a:t>
            </a:r>
          </a:p>
        </p:txBody>
      </p:sp>
      <p:sp>
        <p:nvSpPr>
          <p:cNvPr id="466964" name="Text Box 20">
            <a:extLst>
              <a:ext uri="{FF2B5EF4-FFF2-40B4-BE49-F238E27FC236}">
                <a16:creationId xmlns:a16="http://schemas.microsoft.com/office/drawing/2014/main" id="{8F328752-332C-EF44-93C7-5185ED7DA92E}"/>
              </a:ext>
            </a:extLst>
          </p:cNvPr>
          <p:cNvSpPr txBox="1">
            <a:spLocks noChangeArrowheads="1"/>
          </p:cNvSpPr>
          <p:nvPr/>
        </p:nvSpPr>
        <p:spPr bwMode="auto">
          <a:xfrm>
            <a:off x="1919288" y="260351"/>
            <a:ext cx="46085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00FF"/>
                </a:solidFill>
                <a:latin typeface="Times New Roman" panose="02020603050405020304" pitchFamily="18" charset="0"/>
                <a:ea typeface="楷体_GB2312" pitchFamily="49" charset="-122"/>
                <a:sym typeface="Symbol" pitchFamily="2" charset="2"/>
              </a:rPr>
              <a:t>推导（</a:t>
            </a:r>
            <a:r>
              <a:rPr kumimoji="1" lang="zh-CN" altLang="en-US" sz="2800" b="1">
                <a:solidFill>
                  <a:srgbClr val="0000FF"/>
                </a:solidFill>
                <a:latin typeface="Times New Roman" panose="02020603050405020304" pitchFamily="18" charset="0"/>
                <a:ea typeface="楷体_GB2312" pitchFamily="49" charset="-122"/>
                <a:sym typeface="Wingdings" pitchFamily="2" charset="2"/>
              </a:rPr>
              <a:t>双边检验情形） ：</a:t>
            </a:r>
          </a:p>
        </p:txBody>
      </p:sp>
      <p:graphicFrame>
        <p:nvGraphicFramePr>
          <p:cNvPr id="466965" name="Object 21">
            <a:extLst>
              <a:ext uri="{FF2B5EF4-FFF2-40B4-BE49-F238E27FC236}">
                <a16:creationId xmlns:a16="http://schemas.microsoft.com/office/drawing/2014/main" id="{2BEC714D-3840-3DFA-64B9-DFAD4829AD20}"/>
              </a:ext>
            </a:extLst>
          </p:cNvPr>
          <p:cNvGraphicFramePr>
            <a:graphicFrameLocks noChangeAspect="1"/>
          </p:cNvGraphicFramePr>
          <p:nvPr/>
        </p:nvGraphicFramePr>
        <p:xfrm>
          <a:off x="4727575" y="652464"/>
          <a:ext cx="2901950" cy="1076325"/>
        </p:xfrm>
        <a:graphic>
          <a:graphicData uri="http://schemas.openxmlformats.org/presentationml/2006/ole">
            <mc:AlternateContent xmlns:mc="http://schemas.openxmlformats.org/markup-compatibility/2006">
              <mc:Choice xmlns:v="urn:schemas-microsoft-com:vml" Requires="v">
                <p:oleObj name="公式" r:id="rId2" imgW="30721300" imgH="12001500" progId="Equation.3">
                  <p:embed/>
                </p:oleObj>
              </mc:Choice>
              <mc:Fallback>
                <p:oleObj name="公式" r:id="rId2" imgW="30721300" imgH="12001500" progId="Equation.3">
                  <p:embed/>
                  <p:pic>
                    <p:nvPicPr>
                      <p:cNvPr id="466965" name="Object 21">
                        <a:extLst>
                          <a:ext uri="{FF2B5EF4-FFF2-40B4-BE49-F238E27FC236}">
                            <a16:creationId xmlns:a16="http://schemas.microsoft.com/office/drawing/2014/main" id="{2BEC714D-3840-3DFA-64B9-DFAD4829AD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7575" y="652464"/>
                        <a:ext cx="2901950" cy="107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6966" name="Object 22">
            <a:extLst>
              <a:ext uri="{FF2B5EF4-FFF2-40B4-BE49-F238E27FC236}">
                <a16:creationId xmlns:a16="http://schemas.microsoft.com/office/drawing/2014/main" id="{5C5F74FF-0BAA-2DB2-3CDB-84553CD8A409}"/>
              </a:ext>
            </a:extLst>
          </p:cNvPr>
          <p:cNvGraphicFramePr>
            <a:graphicFrameLocks noChangeAspect="1"/>
          </p:cNvGraphicFramePr>
          <p:nvPr/>
        </p:nvGraphicFramePr>
        <p:xfrm>
          <a:off x="7464425" y="908051"/>
          <a:ext cx="1187450" cy="473075"/>
        </p:xfrm>
        <a:graphic>
          <a:graphicData uri="http://schemas.openxmlformats.org/presentationml/2006/ole">
            <mc:AlternateContent xmlns:mc="http://schemas.openxmlformats.org/markup-compatibility/2006">
              <mc:Choice xmlns:v="urn:schemas-microsoft-com:vml" Requires="v">
                <p:oleObj name="公式" r:id="rId4" imgW="12585700" imgH="5270500" progId="Equation.3">
                  <p:embed/>
                </p:oleObj>
              </mc:Choice>
              <mc:Fallback>
                <p:oleObj name="公式" r:id="rId4" imgW="12585700" imgH="5270500" progId="Equation.3">
                  <p:embed/>
                  <p:pic>
                    <p:nvPicPr>
                      <p:cNvPr id="466966" name="Object 22">
                        <a:extLst>
                          <a:ext uri="{FF2B5EF4-FFF2-40B4-BE49-F238E27FC236}">
                            <a16:creationId xmlns:a16="http://schemas.microsoft.com/office/drawing/2014/main" id="{5C5F74FF-0BAA-2DB2-3CDB-84553CD8A4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4425" y="908051"/>
                        <a:ext cx="1187450"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6967" name="Object 23">
            <a:extLst>
              <a:ext uri="{FF2B5EF4-FFF2-40B4-BE49-F238E27FC236}">
                <a16:creationId xmlns:a16="http://schemas.microsoft.com/office/drawing/2014/main" id="{18018A3D-1100-4078-845A-02179B783E95}"/>
              </a:ext>
            </a:extLst>
          </p:cNvPr>
          <p:cNvGraphicFramePr>
            <a:graphicFrameLocks noChangeAspect="1"/>
          </p:cNvGraphicFramePr>
          <p:nvPr/>
        </p:nvGraphicFramePr>
        <p:xfrm>
          <a:off x="1524000" y="4149725"/>
          <a:ext cx="8851900" cy="1498600"/>
        </p:xfrm>
        <a:graphic>
          <a:graphicData uri="http://schemas.openxmlformats.org/presentationml/2006/ole">
            <mc:AlternateContent xmlns:mc="http://schemas.openxmlformats.org/markup-compatibility/2006">
              <mc:Choice xmlns:v="urn:schemas-microsoft-com:vml" Requires="v">
                <p:oleObj name="公式" r:id="rId6" imgW="90703400" imgH="15214600" progId="Equation.3">
                  <p:embed/>
                </p:oleObj>
              </mc:Choice>
              <mc:Fallback>
                <p:oleObj name="公式" r:id="rId6" imgW="90703400" imgH="15214600" progId="Equation.3">
                  <p:embed/>
                  <p:pic>
                    <p:nvPicPr>
                      <p:cNvPr id="466967" name="Object 23">
                        <a:extLst>
                          <a:ext uri="{FF2B5EF4-FFF2-40B4-BE49-F238E27FC236}">
                            <a16:creationId xmlns:a16="http://schemas.microsoft.com/office/drawing/2014/main" id="{18018A3D-1100-4078-845A-02179B783E9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0" y="4149725"/>
                        <a:ext cx="8851900" cy="149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6968" name="Object 24">
            <a:extLst>
              <a:ext uri="{FF2B5EF4-FFF2-40B4-BE49-F238E27FC236}">
                <a16:creationId xmlns:a16="http://schemas.microsoft.com/office/drawing/2014/main" id="{AFEB860C-068C-D773-73AE-2B97A8E12D13}"/>
              </a:ext>
            </a:extLst>
          </p:cNvPr>
          <p:cNvGraphicFramePr>
            <a:graphicFrameLocks noChangeAspect="1"/>
          </p:cNvGraphicFramePr>
          <p:nvPr/>
        </p:nvGraphicFramePr>
        <p:xfrm>
          <a:off x="4800601" y="5734051"/>
          <a:ext cx="4824413" cy="690563"/>
        </p:xfrm>
        <a:graphic>
          <a:graphicData uri="http://schemas.openxmlformats.org/presentationml/2006/ole">
            <mc:AlternateContent xmlns:mc="http://schemas.openxmlformats.org/markup-compatibility/2006">
              <mc:Choice xmlns:v="urn:schemas-microsoft-com:vml" Requires="v">
                <p:oleObj name="公式" r:id="rId8" imgW="47396400" imgH="6731000" progId="Equation.3">
                  <p:embed/>
                </p:oleObj>
              </mc:Choice>
              <mc:Fallback>
                <p:oleObj name="公式" r:id="rId8" imgW="47396400" imgH="6731000" progId="Equation.3">
                  <p:embed/>
                  <p:pic>
                    <p:nvPicPr>
                      <p:cNvPr id="466968" name="Object 24">
                        <a:extLst>
                          <a:ext uri="{FF2B5EF4-FFF2-40B4-BE49-F238E27FC236}">
                            <a16:creationId xmlns:a16="http://schemas.microsoft.com/office/drawing/2014/main" id="{AFEB860C-068C-D773-73AE-2B97A8E12D1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0601" y="5734051"/>
                        <a:ext cx="4824413" cy="69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66969" name="Group 25">
            <a:extLst>
              <a:ext uri="{FF2B5EF4-FFF2-40B4-BE49-F238E27FC236}">
                <a16:creationId xmlns:a16="http://schemas.microsoft.com/office/drawing/2014/main" id="{83A8378E-D1C7-0E73-3F05-F52DEECECDE4}"/>
              </a:ext>
            </a:extLst>
          </p:cNvPr>
          <p:cNvGrpSpPr>
            <a:grpSpLocks/>
          </p:cNvGrpSpPr>
          <p:nvPr/>
        </p:nvGrpSpPr>
        <p:grpSpPr bwMode="auto">
          <a:xfrm>
            <a:off x="2279651" y="1844676"/>
            <a:ext cx="8893175" cy="919163"/>
            <a:chOff x="158" y="1162"/>
            <a:chExt cx="5602" cy="579"/>
          </a:xfrm>
        </p:grpSpPr>
        <p:sp>
          <p:nvSpPr>
            <p:cNvPr id="466970" name="Rectangle 26">
              <a:extLst>
                <a:ext uri="{FF2B5EF4-FFF2-40B4-BE49-F238E27FC236}">
                  <a16:creationId xmlns:a16="http://schemas.microsoft.com/office/drawing/2014/main" id="{0151D8D5-9DB1-5F09-1670-EF15DCECCD22}"/>
                </a:ext>
              </a:extLst>
            </p:cNvPr>
            <p:cNvSpPr>
              <a:spLocks noChangeArrowheads="1"/>
            </p:cNvSpPr>
            <p:nvPr/>
          </p:nvSpPr>
          <p:spPr bwMode="auto">
            <a:xfrm>
              <a:off x="158" y="1262"/>
              <a:ext cx="56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此时，因为                            是</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σ</a:t>
              </a:r>
              <a:r>
                <a:rPr kumimoji="1" lang="en-US" altLang="zh-CN" sz="2800" b="1" baseline="30000">
                  <a:solidFill>
                    <a:srgbClr val="007A77"/>
                  </a:solidFill>
                  <a:latin typeface="Times New Roman" panose="02020603050405020304" pitchFamily="18" charset="0"/>
                  <a:ea typeface="楷体_GB2312" pitchFamily="49" charset="-122"/>
                  <a:cs typeface="Times New Roman" panose="02020603050405020304" pitchFamily="18" charset="0"/>
                </a:rPr>
                <a:t>2</a:t>
              </a:r>
              <a:r>
                <a:rPr lang="zh-CN" altLang="en-US" sz="2800" b="1">
                  <a:solidFill>
                    <a:srgbClr val="007A77"/>
                  </a:solidFill>
                  <a:latin typeface="Times New Roman" panose="02020603050405020304" pitchFamily="18" charset="0"/>
                  <a:ea typeface="楷体_GB2312" pitchFamily="49" charset="-122"/>
                </a:rPr>
                <a:t>的无偏估计量</a:t>
              </a:r>
              <a:r>
                <a:rPr lang="en-US" altLang="zh-CN" sz="2800" b="1">
                  <a:solidFill>
                    <a:srgbClr val="007A77"/>
                  </a:solidFill>
                  <a:latin typeface="Times New Roman" panose="02020603050405020304" pitchFamily="18" charset="0"/>
                  <a:ea typeface="楷体_GB2312" pitchFamily="49" charset="-122"/>
                </a:rPr>
                <a:t>,                </a:t>
              </a:r>
            </a:p>
          </p:txBody>
        </p:sp>
        <p:graphicFrame>
          <p:nvGraphicFramePr>
            <p:cNvPr id="466971" name="Object 27">
              <a:extLst>
                <a:ext uri="{FF2B5EF4-FFF2-40B4-BE49-F238E27FC236}">
                  <a16:creationId xmlns:a16="http://schemas.microsoft.com/office/drawing/2014/main" id="{516D2CC0-53F5-06BF-47DB-3DAB44F0D737}"/>
                </a:ext>
              </a:extLst>
            </p:cNvPr>
            <p:cNvGraphicFramePr>
              <a:graphicFrameLocks noChangeAspect="1"/>
            </p:cNvGraphicFramePr>
            <p:nvPr/>
          </p:nvGraphicFramePr>
          <p:xfrm>
            <a:off x="1429" y="1162"/>
            <a:ext cx="1462" cy="579"/>
          </p:xfrm>
          <a:graphic>
            <a:graphicData uri="http://schemas.openxmlformats.org/presentationml/2006/ole">
              <mc:AlternateContent xmlns:mc="http://schemas.openxmlformats.org/markup-compatibility/2006">
                <mc:Choice xmlns:v="urn:schemas-microsoft-com:vml" Requires="v">
                  <p:oleObj name="公式" r:id="rId10" imgW="24574500" imgH="10236200" progId="Equation.3">
                    <p:embed/>
                  </p:oleObj>
                </mc:Choice>
                <mc:Fallback>
                  <p:oleObj name="公式" r:id="rId10" imgW="24574500" imgH="10236200" progId="Equation.3">
                    <p:embed/>
                    <p:pic>
                      <p:nvPicPr>
                        <p:cNvPr id="466971" name="Object 27">
                          <a:extLst>
                            <a:ext uri="{FF2B5EF4-FFF2-40B4-BE49-F238E27FC236}">
                              <a16:creationId xmlns:a16="http://schemas.microsoft.com/office/drawing/2014/main" id="{516D2CC0-53F5-06BF-47DB-3DAB44F0D73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29" y="1162"/>
                          <a:ext cx="1462" cy="5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66972" name="Group 28">
            <a:extLst>
              <a:ext uri="{FF2B5EF4-FFF2-40B4-BE49-F238E27FC236}">
                <a16:creationId xmlns:a16="http://schemas.microsoft.com/office/drawing/2014/main" id="{3888B247-B927-1D7A-DDB3-5FD589B30773}"/>
              </a:ext>
            </a:extLst>
          </p:cNvPr>
          <p:cNvGrpSpPr>
            <a:grpSpLocks/>
          </p:cNvGrpSpPr>
          <p:nvPr/>
        </p:nvGrpSpPr>
        <p:grpSpPr bwMode="auto">
          <a:xfrm>
            <a:off x="1703389" y="2781301"/>
            <a:ext cx="8569325" cy="919163"/>
            <a:chOff x="204" y="1706"/>
            <a:chExt cx="5398" cy="579"/>
          </a:xfrm>
        </p:grpSpPr>
        <p:sp>
          <p:nvSpPr>
            <p:cNvPr id="466973" name="Rectangle 29">
              <a:extLst>
                <a:ext uri="{FF2B5EF4-FFF2-40B4-BE49-F238E27FC236}">
                  <a16:creationId xmlns:a16="http://schemas.microsoft.com/office/drawing/2014/main" id="{8D552C56-B4A7-3ACF-3CAE-7255EBB2EB9A}"/>
                </a:ext>
              </a:extLst>
            </p:cNvPr>
            <p:cNvSpPr>
              <a:spLocks noChangeArrowheads="1"/>
            </p:cNvSpPr>
            <p:nvPr/>
          </p:nvSpPr>
          <p:spPr bwMode="auto">
            <a:xfrm>
              <a:off x="204" y="1797"/>
              <a:ext cx="539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拒绝域应表现为                               偏小或偏大，</a:t>
              </a:r>
            </a:p>
          </p:txBody>
        </p:sp>
        <p:graphicFrame>
          <p:nvGraphicFramePr>
            <p:cNvPr id="466974" name="Object 30">
              <a:extLst>
                <a:ext uri="{FF2B5EF4-FFF2-40B4-BE49-F238E27FC236}">
                  <a16:creationId xmlns:a16="http://schemas.microsoft.com/office/drawing/2014/main" id="{E5A167CB-3B5B-FBE0-6F36-C03B969F146B}"/>
                </a:ext>
              </a:extLst>
            </p:cNvPr>
            <p:cNvGraphicFramePr>
              <a:graphicFrameLocks noChangeAspect="1"/>
            </p:cNvGraphicFramePr>
            <p:nvPr/>
          </p:nvGraphicFramePr>
          <p:xfrm>
            <a:off x="1882" y="1706"/>
            <a:ext cx="1759" cy="579"/>
          </p:xfrm>
          <a:graphic>
            <a:graphicData uri="http://schemas.openxmlformats.org/presentationml/2006/ole">
              <mc:AlternateContent xmlns:mc="http://schemas.openxmlformats.org/markup-compatibility/2006">
                <mc:Choice xmlns:v="urn:schemas-microsoft-com:vml" Requires="v">
                  <p:oleObj name="公式" r:id="rId12" imgW="29552900" imgH="10236200" progId="Equation.3">
                    <p:embed/>
                  </p:oleObj>
                </mc:Choice>
                <mc:Fallback>
                  <p:oleObj name="公式" r:id="rId12" imgW="29552900" imgH="10236200" progId="Equation.3">
                    <p:embed/>
                    <p:pic>
                      <p:nvPicPr>
                        <p:cNvPr id="466974" name="Object 30">
                          <a:extLst>
                            <a:ext uri="{FF2B5EF4-FFF2-40B4-BE49-F238E27FC236}">
                              <a16:creationId xmlns:a16="http://schemas.microsoft.com/office/drawing/2014/main" id="{E5A167CB-3B5B-FBE0-6F36-C03B969F146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82" y="1706"/>
                          <a:ext cx="1759" cy="5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66964"/>
                                        </p:tgtEl>
                                        <p:attrNameLst>
                                          <p:attrName>style.visibility</p:attrName>
                                        </p:attrNameLst>
                                      </p:cBhvr>
                                      <p:to>
                                        <p:strVal val="visible"/>
                                      </p:to>
                                    </p:set>
                                    <p:animEffect transition="in" filter="wipe(left)">
                                      <p:cBhvr>
                                        <p:cTn id="7" dur="1000"/>
                                        <p:tgtEl>
                                          <p:spTgt spid="4669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66961"/>
                                        </p:tgtEl>
                                        <p:attrNameLst>
                                          <p:attrName>style.visibility</p:attrName>
                                        </p:attrNameLst>
                                      </p:cBhvr>
                                      <p:to>
                                        <p:strVal val="visible"/>
                                      </p:to>
                                    </p:set>
                                    <p:animEffect transition="in" filter="wipe(left)">
                                      <p:cBhvr>
                                        <p:cTn id="12" dur="1000"/>
                                        <p:tgtEl>
                                          <p:spTgt spid="4669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66965"/>
                                        </p:tgtEl>
                                        <p:attrNameLst>
                                          <p:attrName>style.visibility</p:attrName>
                                        </p:attrNameLst>
                                      </p:cBhvr>
                                      <p:to>
                                        <p:strVal val="visible"/>
                                      </p:to>
                                    </p:set>
                                    <p:animEffect transition="in" filter="wipe(left)">
                                      <p:cBhvr>
                                        <p:cTn id="17" dur="1000"/>
                                        <p:tgtEl>
                                          <p:spTgt spid="466965"/>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66966"/>
                                        </p:tgtEl>
                                        <p:attrNameLst>
                                          <p:attrName>style.visibility</p:attrName>
                                        </p:attrNameLst>
                                      </p:cBhvr>
                                      <p:to>
                                        <p:strVal val="visible"/>
                                      </p:to>
                                    </p:set>
                                    <p:animEffect transition="in" filter="wipe(left)">
                                      <p:cBhvr>
                                        <p:cTn id="21" dur="1000"/>
                                        <p:tgtEl>
                                          <p:spTgt spid="46696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66969"/>
                                        </p:tgtEl>
                                        <p:attrNameLst>
                                          <p:attrName>style.visibility</p:attrName>
                                        </p:attrNameLst>
                                      </p:cBhvr>
                                      <p:to>
                                        <p:strVal val="visible"/>
                                      </p:to>
                                    </p:set>
                                    <p:animEffect transition="in" filter="wipe(left)">
                                      <p:cBhvr>
                                        <p:cTn id="26" dur="1000"/>
                                        <p:tgtEl>
                                          <p:spTgt spid="466969"/>
                                        </p:tgtEl>
                                      </p:cBhvr>
                                    </p:animEffect>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466972"/>
                                        </p:tgtEl>
                                        <p:attrNameLst>
                                          <p:attrName>style.visibility</p:attrName>
                                        </p:attrNameLst>
                                      </p:cBhvr>
                                      <p:to>
                                        <p:strVal val="visible"/>
                                      </p:to>
                                    </p:set>
                                    <p:animEffect transition="in" filter="wipe(left)">
                                      <p:cBhvr>
                                        <p:cTn id="30" dur="1000"/>
                                        <p:tgtEl>
                                          <p:spTgt spid="46697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4" fill="hold" nodeType="clickEffect">
                                  <p:stCondLst>
                                    <p:cond delay="0"/>
                                  </p:stCondLst>
                                  <p:childTnLst>
                                    <p:set>
                                      <p:cBhvr>
                                        <p:cTn id="34" dur="1" fill="hold">
                                          <p:stCondLst>
                                            <p:cond delay="0"/>
                                          </p:stCondLst>
                                        </p:cTn>
                                        <p:tgtEl>
                                          <p:spTgt spid="466962"/>
                                        </p:tgtEl>
                                        <p:attrNameLst>
                                          <p:attrName>style.visibility</p:attrName>
                                        </p:attrNameLst>
                                      </p:cBhvr>
                                      <p:to>
                                        <p:strVal val="visible"/>
                                      </p:to>
                                    </p:set>
                                    <p:animEffect transition="in" filter="slide(fromBottom)">
                                      <p:cBhvr>
                                        <p:cTn id="35" dur="500"/>
                                        <p:tgtEl>
                                          <p:spTgt spid="46696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2" presetClass="entr" presetSubtype="4" fill="hold" nodeType="clickEffect">
                                  <p:stCondLst>
                                    <p:cond delay="0"/>
                                  </p:stCondLst>
                                  <p:childTnLst>
                                    <p:set>
                                      <p:cBhvr>
                                        <p:cTn id="39" dur="1" fill="hold">
                                          <p:stCondLst>
                                            <p:cond delay="0"/>
                                          </p:stCondLst>
                                        </p:cTn>
                                        <p:tgtEl>
                                          <p:spTgt spid="466967"/>
                                        </p:tgtEl>
                                        <p:attrNameLst>
                                          <p:attrName>style.visibility</p:attrName>
                                        </p:attrNameLst>
                                      </p:cBhvr>
                                      <p:to>
                                        <p:strVal val="visible"/>
                                      </p:to>
                                    </p:set>
                                    <p:animEffect transition="in" filter="slide(fromBottom)">
                                      <p:cBhvr>
                                        <p:cTn id="40" dur="1000"/>
                                        <p:tgtEl>
                                          <p:spTgt spid="46696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466963"/>
                                        </p:tgtEl>
                                        <p:attrNameLst>
                                          <p:attrName>style.visibility</p:attrName>
                                        </p:attrNameLst>
                                      </p:cBhvr>
                                      <p:to>
                                        <p:strVal val="visible"/>
                                      </p:to>
                                    </p:set>
                                    <p:animEffect transition="in" filter="wipe(left)">
                                      <p:cBhvr>
                                        <p:cTn id="45" dur="500"/>
                                        <p:tgtEl>
                                          <p:spTgt spid="466963"/>
                                        </p:tgtEl>
                                      </p:cBhvr>
                                    </p:animEffect>
                                  </p:childTnLst>
                                </p:cTn>
                              </p:par>
                            </p:childTnLst>
                          </p:cTn>
                        </p:par>
                        <p:par>
                          <p:cTn id="46" fill="hold" nodeType="afterGroup">
                            <p:stCondLst>
                              <p:cond delay="500"/>
                            </p:stCondLst>
                            <p:childTnLst>
                              <p:par>
                                <p:cTn id="47" presetID="12" presetClass="entr" presetSubtype="4" fill="hold" nodeType="afterEffect">
                                  <p:stCondLst>
                                    <p:cond delay="0"/>
                                  </p:stCondLst>
                                  <p:childTnLst>
                                    <p:set>
                                      <p:cBhvr>
                                        <p:cTn id="48" dur="1" fill="hold">
                                          <p:stCondLst>
                                            <p:cond delay="0"/>
                                          </p:stCondLst>
                                        </p:cTn>
                                        <p:tgtEl>
                                          <p:spTgt spid="466968"/>
                                        </p:tgtEl>
                                        <p:attrNameLst>
                                          <p:attrName>style.visibility</p:attrName>
                                        </p:attrNameLst>
                                      </p:cBhvr>
                                      <p:to>
                                        <p:strVal val="visible"/>
                                      </p:to>
                                    </p:set>
                                    <p:animEffect transition="in" filter="slide(fromBottom)">
                                      <p:cBhvr>
                                        <p:cTn id="49" dur="1000"/>
                                        <p:tgtEl>
                                          <p:spTgt spid="466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61" grpId="0"/>
      <p:bldP spid="466962" grpId="0"/>
      <p:bldP spid="466963" grpId="0"/>
      <p:bldP spid="466964"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Text Box 2">
            <a:extLst>
              <a:ext uri="{FF2B5EF4-FFF2-40B4-BE49-F238E27FC236}">
                <a16:creationId xmlns:a16="http://schemas.microsoft.com/office/drawing/2014/main" id="{A7E73569-0701-C974-1929-5D32159887AB}"/>
              </a:ext>
            </a:extLst>
          </p:cNvPr>
          <p:cNvSpPr txBox="1">
            <a:spLocks noChangeArrowheads="1"/>
          </p:cNvSpPr>
          <p:nvPr/>
        </p:nvSpPr>
        <p:spPr bwMode="auto">
          <a:xfrm>
            <a:off x="4583114" y="1125539"/>
            <a:ext cx="3240087" cy="579437"/>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l-GR" altLang="zh-CN" sz="3200" b="1" i="1">
                <a:solidFill>
                  <a:srgbClr val="0000FF"/>
                </a:solidFill>
                <a:latin typeface="Times New Roman" panose="02020603050405020304" pitchFamily="18" charset="0"/>
                <a:ea typeface="华文宋体" panose="02010600040101010101" pitchFamily="2" charset="-122"/>
              </a:rPr>
              <a:t>χ</a:t>
            </a:r>
            <a:r>
              <a:rPr kumimoji="1" lang="en-US" altLang="zh-CN" sz="3200" b="1" baseline="30000">
                <a:solidFill>
                  <a:srgbClr val="0000FF"/>
                </a:solidFill>
                <a:latin typeface="Times New Roman" panose="02020603050405020304" pitchFamily="18" charset="0"/>
                <a:ea typeface="华文宋体" panose="02010600040101010101" pitchFamily="2" charset="-122"/>
              </a:rPr>
              <a:t>2</a:t>
            </a:r>
            <a:r>
              <a:rPr kumimoji="1" lang="en-US" altLang="zh-CN" sz="3200" b="1">
                <a:solidFill>
                  <a:srgbClr val="0000FF"/>
                </a:solidFill>
                <a:latin typeface="Times New Roman" panose="02020603050405020304" pitchFamily="18" charset="0"/>
                <a:ea typeface="楷体_GB2312" pitchFamily="49" charset="-122"/>
              </a:rPr>
              <a:t> </a:t>
            </a:r>
            <a:r>
              <a:rPr kumimoji="1" lang="zh-CN" altLang="en-US" sz="3200" b="1">
                <a:solidFill>
                  <a:srgbClr val="0000FF"/>
                </a:solidFill>
                <a:latin typeface="Times New Roman" panose="02020603050405020304" pitchFamily="18" charset="0"/>
                <a:ea typeface="楷体_GB2312" pitchFamily="49" charset="-122"/>
              </a:rPr>
              <a:t>检验法</a:t>
            </a:r>
            <a:endParaRPr kumimoji="1" lang="zh-CN" altLang="en-US" sz="3200" b="1">
              <a:solidFill>
                <a:srgbClr val="0000FF"/>
              </a:solidFill>
              <a:latin typeface="Times New Roman" panose="02020603050405020304" pitchFamily="18" charset="0"/>
              <a:ea typeface="楷体_GB2312" pitchFamily="49" charset="-122"/>
              <a:sym typeface="Symbol" pitchFamily="2" charset="2"/>
            </a:endParaRPr>
          </a:p>
        </p:txBody>
      </p:sp>
      <p:grpSp>
        <p:nvGrpSpPr>
          <p:cNvPr id="467971" name="Group 3">
            <a:extLst>
              <a:ext uri="{FF2B5EF4-FFF2-40B4-BE49-F238E27FC236}">
                <a16:creationId xmlns:a16="http://schemas.microsoft.com/office/drawing/2014/main" id="{70FF3C9A-E260-E8DC-6278-99DF153AE979}"/>
              </a:ext>
            </a:extLst>
          </p:cNvPr>
          <p:cNvGrpSpPr>
            <a:grpSpLocks/>
          </p:cNvGrpSpPr>
          <p:nvPr/>
        </p:nvGrpSpPr>
        <p:grpSpPr bwMode="auto">
          <a:xfrm>
            <a:off x="1524000" y="4292600"/>
            <a:ext cx="9144000" cy="0"/>
            <a:chOff x="0" y="2704"/>
            <a:chExt cx="5760" cy="0"/>
          </a:xfrm>
        </p:grpSpPr>
        <p:sp>
          <p:nvSpPr>
            <p:cNvPr id="467972" name="Line 4">
              <a:extLst>
                <a:ext uri="{FF2B5EF4-FFF2-40B4-BE49-F238E27FC236}">
                  <a16:creationId xmlns:a16="http://schemas.microsoft.com/office/drawing/2014/main" id="{32393350-395B-96D3-48B6-10B64621D442}"/>
                </a:ext>
              </a:extLst>
            </p:cNvPr>
            <p:cNvSpPr>
              <a:spLocks noChangeShapeType="1"/>
            </p:cNvSpPr>
            <p:nvPr/>
          </p:nvSpPr>
          <p:spPr bwMode="auto">
            <a:xfrm flipV="1">
              <a:off x="0" y="2704"/>
              <a:ext cx="24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7973" name="Line 5">
              <a:extLst>
                <a:ext uri="{FF2B5EF4-FFF2-40B4-BE49-F238E27FC236}">
                  <a16:creationId xmlns:a16="http://schemas.microsoft.com/office/drawing/2014/main" id="{FE03C75B-A3C8-7ED4-CC77-42BDE7D5EBE1}"/>
                </a:ext>
              </a:extLst>
            </p:cNvPr>
            <p:cNvSpPr>
              <a:spLocks noChangeShapeType="1"/>
            </p:cNvSpPr>
            <p:nvPr/>
          </p:nvSpPr>
          <p:spPr bwMode="auto">
            <a:xfrm>
              <a:off x="3923" y="2704"/>
              <a:ext cx="18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nvGrpSpPr>
          <p:cNvPr id="467974" name="Group 6">
            <a:extLst>
              <a:ext uri="{FF2B5EF4-FFF2-40B4-BE49-F238E27FC236}">
                <a16:creationId xmlns:a16="http://schemas.microsoft.com/office/drawing/2014/main" id="{BF968D5A-1344-4525-3518-5DD111976355}"/>
              </a:ext>
            </a:extLst>
          </p:cNvPr>
          <p:cNvGrpSpPr>
            <a:grpSpLocks/>
          </p:cNvGrpSpPr>
          <p:nvPr/>
        </p:nvGrpSpPr>
        <p:grpSpPr bwMode="auto">
          <a:xfrm>
            <a:off x="2495550" y="5084764"/>
            <a:ext cx="8172450" cy="73025"/>
            <a:chOff x="612" y="3203"/>
            <a:chExt cx="5148" cy="46"/>
          </a:xfrm>
        </p:grpSpPr>
        <p:sp>
          <p:nvSpPr>
            <p:cNvPr id="467975" name="Line 7">
              <a:extLst>
                <a:ext uri="{FF2B5EF4-FFF2-40B4-BE49-F238E27FC236}">
                  <a16:creationId xmlns:a16="http://schemas.microsoft.com/office/drawing/2014/main" id="{22BC915E-8F01-20CE-E82B-B0E27BC711D2}"/>
                </a:ext>
              </a:extLst>
            </p:cNvPr>
            <p:cNvSpPr>
              <a:spLocks noChangeShapeType="1"/>
            </p:cNvSpPr>
            <p:nvPr/>
          </p:nvSpPr>
          <p:spPr bwMode="auto">
            <a:xfrm>
              <a:off x="612" y="3203"/>
              <a:ext cx="18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7976" name="Line 8">
              <a:extLst>
                <a:ext uri="{FF2B5EF4-FFF2-40B4-BE49-F238E27FC236}">
                  <a16:creationId xmlns:a16="http://schemas.microsoft.com/office/drawing/2014/main" id="{199A267C-92AE-9E05-B528-C88B5798D5C7}"/>
                </a:ext>
              </a:extLst>
            </p:cNvPr>
            <p:cNvSpPr>
              <a:spLocks noChangeShapeType="1"/>
            </p:cNvSpPr>
            <p:nvPr/>
          </p:nvSpPr>
          <p:spPr bwMode="auto">
            <a:xfrm flipV="1">
              <a:off x="3923" y="3249"/>
              <a:ext cx="18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67977" name="Line 9">
            <a:extLst>
              <a:ext uri="{FF2B5EF4-FFF2-40B4-BE49-F238E27FC236}">
                <a16:creationId xmlns:a16="http://schemas.microsoft.com/office/drawing/2014/main" id="{F147B158-7917-1F71-4453-CBBE370347B6}"/>
              </a:ext>
            </a:extLst>
          </p:cNvPr>
          <p:cNvSpPr>
            <a:spLocks noChangeShapeType="1"/>
          </p:cNvSpPr>
          <p:nvPr/>
        </p:nvSpPr>
        <p:spPr bwMode="auto">
          <a:xfrm>
            <a:off x="1524000" y="587851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67978" name="Group 10">
            <a:extLst>
              <a:ext uri="{FF2B5EF4-FFF2-40B4-BE49-F238E27FC236}">
                <a16:creationId xmlns:a16="http://schemas.microsoft.com/office/drawing/2014/main" id="{69FB9560-A068-9D89-D01B-D848EEDD7511}"/>
              </a:ext>
            </a:extLst>
          </p:cNvPr>
          <p:cNvGrpSpPr>
            <a:grpSpLocks/>
          </p:cNvGrpSpPr>
          <p:nvPr/>
        </p:nvGrpSpPr>
        <p:grpSpPr bwMode="auto">
          <a:xfrm>
            <a:off x="1524000" y="1989139"/>
            <a:ext cx="9144000" cy="3887787"/>
            <a:chOff x="0" y="1253"/>
            <a:chExt cx="5760" cy="2449"/>
          </a:xfrm>
        </p:grpSpPr>
        <p:sp>
          <p:nvSpPr>
            <p:cNvPr id="467979" name="Line 11">
              <a:extLst>
                <a:ext uri="{FF2B5EF4-FFF2-40B4-BE49-F238E27FC236}">
                  <a16:creationId xmlns:a16="http://schemas.microsoft.com/office/drawing/2014/main" id="{3BAE315C-9111-514E-DAFB-D3F993889683}"/>
                </a:ext>
              </a:extLst>
            </p:cNvPr>
            <p:cNvSpPr>
              <a:spLocks noChangeShapeType="1"/>
            </p:cNvSpPr>
            <p:nvPr/>
          </p:nvSpPr>
          <p:spPr bwMode="auto">
            <a:xfrm flipH="1">
              <a:off x="1474" y="1253"/>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7980" name="Line 12">
              <a:extLst>
                <a:ext uri="{FF2B5EF4-FFF2-40B4-BE49-F238E27FC236}">
                  <a16:creationId xmlns:a16="http://schemas.microsoft.com/office/drawing/2014/main" id="{799C24FA-A935-7712-2F52-B42968A8C81C}"/>
                </a:ext>
              </a:extLst>
            </p:cNvPr>
            <p:cNvSpPr>
              <a:spLocks noChangeShapeType="1"/>
            </p:cNvSpPr>
            <p:nvPr/>
          </p:nvSpPr>
          <p:spPr bwMode="auto">
            <a:xfrm>
              <a:off x="2472" y="1253"/>
              <a:ext cx="8" cy="24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7981" name="Line 13">
              <a:extLst>
                <a:ext uri="{FF2B5EF4-FFF2-40B4-BE49-F238E27FC236}">
                  <a16:creationId xmlns:a16="http://schemas.microsoft.com/office/drawing/2014/main" id="{B579812E-264C-DA7A-7AEB-EE8060EFA8F0}"/>
                </a:ext>
              </a:extLst>
            </p:cNvPr>
            <p:cNvSpPr>
              <a:spLocks noChangeShapeType="1"/>
            </p:cNvSpPr>
            <p:nvPr/>
          </p:nvSpPr>
          <p:spPr bwMode="auto">
            <a:xfrm>
              <a:off x="3923" y="1253"/>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7982" name="Text Box 14">
              <a:extLst>
                <a:ext uri="{FF2B5EF4-FFF2-40B4-BE49-F238E27FC236}">
                  <a16:creationId xmlns:a16="http://schemas.microsoft.com/office/drawing/2014/main" id="{9FF37F1A-B779-D70C-729E-1B573AACFD21}"/>
                </a:ext>
              </a:extLst>
            </p:cNvPr>
            <p:cNvSpPr txBox="1">
              <a:spLocks noChangeArrowheads="1"/>
            </p:cNvSpPr>
            <p:nvPr/>
          </p:nvSpPr>
          <p:spPr bwMode="auto">
            <a:xfrm>
              <a:off x="657" y="1298"/>
              <a:ext cx="791"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a:p>
              <a:pPr fontAlgn="base">
                <a:spcBef>
                  <a:spcPct val="0"/>
                </a:spcBef>
                <a:spcAft>
                  <a:spcPct val="0"/>
                </a:spcAft>
              </a:pP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67983" name="Text Box 15">
              <a:extLst>
                <a:ext uri="{FF2B5EF4-FFF2-40B4-BE49-F238E27FC236}">
                  <a16:creationId xmlns:a16="http://schemas.microsoft.com/office/drawing/2014/main" id="{03D788AF-9247-46F6-1ADD-D72064DE203E}"/>
                </a:ext>
              </a:extLst>
            </p:cNvPr>
            <p:cNvSpPr txBox="1">
              <a:spLocks noChangeArrowheads="1"/>
            </p:cNvSpPr>
            <p:nvPr/>
          </p:nvSpPr>
          <p:spPr bwMode="auto">
            <a:xfrm>
              <a:off x="1474" y="1298"/>
              <a:ext cx="101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67984" name="Text Box 16">
              <a:extLst>
                <a:ext uri="{FF2B5EF4-FFF2-40B4-BE49-F238E27FC236}">
                  <a16:creationId xmlns:a16="http://schemas.microsoft.com/office/drawing/2014/main" id="{C005AC50-A077-630F-FCEC-FA2820B35967}"/>
                </a:ext>
              </a:extLst>
            </p:cNvPr>
            <p:cNvSpPr txBox="1">
              <a:spLocks noChangeArrowheads="1"/>
            </p:cNvSpPr>
            <p:nvPr/>
          </p:nvSpPr>
          <p:spPr bwMode="auto">
            <a:xfrm>
              <a:off x="2699" y="1434"/>
              <a:ext cx="1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67985" name="Text Box 17">
              <a:extLst>
                <a:ext uri="{FF2B5EF4-FFF2-40B4-BE49-F238E27FC236}">
                  <a16:creationId xmlns:a16="http://schemas.microsoft.com/office/drawing/2014/main" id="{31448183-E2E4-A5A7-E74D-58176DFFDD74}"/>
                </a:ext>
              </a:extLst>
            </p:cNvPr>
            <p:cNvSpPr txBox="1">
              <a:spLocks noChangeArrowheads="1"/>
            </p:cNvSpPr>
            <p:nvPr/>
          </p:nvSpPr>
          <p:spPr bwMode="auto">
            <a:xfrm>
              <a:off x="4422" y="1389"/>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67986" name="Line 18">
              <a:extLst>
                <a:ext uri="{FF2B5EF4-FFF2-40B4-BE49-F238E27FC236}">
                  <a16:creationId xmlns:a16="http://schemas.microsoft.com/office/drawing/2014/main" id="{CDC93CA0-0DB9-00F8-FF6D-32B8D2F94547}"/>
                </a:ext>
              </a:extLst>
            </p:cNvPr>
            <p:cNvSpPr>
              <a:spLocks noChangeShapeType="1"/>
            </p:cNvSpPr>
            <p:nvPr/>
          </p:nvSpPr>
          <p:spPr bwMode="auto">
            <a:xfrm>
              <a:off x="0" y="1888"/>
              <a:ext cx="57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7987" name="Line 19">
              <a:extLst>
                <a:ext uri="{FF2B5EF4-FFF2-40B4-BE49-F238E27FC236}">
                  <a16:creationId xmlns:a16="http://schemas.microsoft.com/office/drawing/2014/main" id="{00751B22-CBB5-B35D-4FD8-51D397664709}"/>
                </a:ext>
              </a:extLst>
            </p:cNvPr>
            <p:cNvSpPr>
              <a:spLocks noChangeShapeType="1"/>
            </p:cNvSpPr>
            <p:nvPr/>
          </p:nvSpPr>
          <p:spPr bwMode="auto">
            <a:xfrm flipV="1">
              <a:off x="0" y="1253"/>
              <a:ext cx="57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7988" name="Line 20">
              <a:extLst>
                <a:ext uri="{FF2B5EF4-FFF2-40B4-BE49-F238E27FC236}">
                  <a16:creationId xmlns:a16="http://schemas.microsoft.com/office/drawing/2014/main" id="{6EBB7C2E-3859-3261-D912-D9FB3AEF925D}"/>
                </a:ext>
              </a:extLst>
            </p:cNvPr>
            <p:cNvSpPr>
              <a:spLocks noChangeShapeType="1"/>
            </p:cNvSpPr>
            <p:nvPr/>
          </p:nvSpPr>
          <p:spPr bwMode="auto">
            <a:xfrm flipH="1">
              <a:off x="612" y="1253"/>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7989" name="Text Box 21">
              <a:extLst>
                <a:ext uri="{FF2B5EF4-FFF2-40B4-BE49-F238E27FC236}">
                  <a16:creationId xmlns:a16="http://schemas.microsoft.com/office/drawing/2014/main" id="{27C19F3E-F643-8B2F-68D5-27DCFAB66410}"/>
                </a:ext>
              </a:extLst>
            </p:cNvPr>
            <p:cNvSpPr txBox="1">
              <a:spLocks noChangeArrowheads="1"/>
            </p:cNvSpPr>
            <p:nvPr/>
          </p:nvSpPr>
          <p:spPr bwMode="auto">
            <a:xfrm>
              <a:off x="0" y="1344"/>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类型</a:t>
              </a:r>
            </a:p>
          </p:txBody>
        </p:sp>
      </p:grpSp>
      <p:sp>
        <p:nvSpPr>
          <p:cNvPr id="467990" name="Text Box 22">
            <a:extLst>
              <a:ext uri="{FF2B5EF4-FFF2-40B4-BE49-F238E27FC236}">
                <a16:creationId xmlns:a16="http://schemas.microsoft.com/office/drawing/2014/main" id="{0E5C7A34-6B91-F85B-4E08-3166D299357E}"/>
              </a:ext>
            </a:extLst>
          </p:cNvPr>
          <p:cNvSpPr txBox="1">
            <a:spLocks noChangeArrowheads="1"/>
          </p:cNvSpPr>
          <p:nvPr/>
        </p:nvSpPr>
        <p:spPr bwMode="auto">
          <a:xfrm>
            <a:off x="1524001" y="3213100"/>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双边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sp>
        <p:nvSpPr>
          <p:cNvPr id="467991" name="Text Box 23">
            <a:extLst>
              <a:ext uri="{FF2B5EF4-FFF2-40B4-BE49-F238E27FC236}">
                <a16:creationId xmlns:a16="http://schemas.microsoft.com/office/drawing/2014/main" id="{907ADD7A-CD31-E320-07C2-C99ED4FCEAFC}"/>
              </a:ext>
            </a:extLst>
          </p:cNvPr>
          <p:cNvSpPr txBox="1">
            <a:spLocks noChangeArrowheads="1"/>
          </p:cNvSpPr>
          <p:nvPr/>
        </p:nvSpPr>
        <p:spPr bwMode="auto">
          <a:xfrm>
            <a:off x="1524001" y="4437063"/>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单边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graphicFrame>
        <p:nvGraphicFramePr>
          <p:cNvPr id="467992" name="Object 24">
            <a:extLst>
              <a:ext uri="{FF2B5EF4-FFF2-40B4-BE49-F238E27FC236}">
                <a16:creationId xmlns:a16="http://schemas.microsoft.com/office/drawing/2014/main" id="{18787475-4438-2AB0-C218-F46FE36A6095}"/>
              </a:ext>
            </a:extLst>
          </p:cNvPr>
          <p:cNvGraphicFramePr>
            <a:graphicFrameLocks noChangeAspect="1"/>
          </p:cNvGraphicFramePr>
          <p:nvPr/>
        </p:nvGraphicFramePr>
        <p:xfrm>
          <a:off x="8178801" y="2997201"/>
          <a:ext cx="2100263" cy="1209675"/>
        </p:xfrm>
        <a:graphic>
          <a:graphicData uri="http://schemas.openxmlformats.org/presentationml/2006/ole">
            <mc:AlternateContent xmlns:mc="http://schemas.openxmlformats.org/markup-compatibility/2006">
              <mc:Choice xmlns:v="urn:schemas-microsoft-com:vml" Requires="v">
                <p:oleObj name="公式" r:id="rId2" imgW="24574500" imgH="14046200" progId="Equation.3">
                  <p:embed/>
                </p:oleObj>
              </mc:Choice>
              <mc:Fallback>
                <p:oleObj name="公式" r:id="rId2" imgW="24574500" imgH="14046200" progId="Equation.3">
                  <p:embed/>
                  <p:pic>
                    <p:nvPicPr>
                      <p:cNvPr id="467992" name="Object 24">
                        <a:extLst>
                          <a:ext uri="{FF2B5EF4-FFF2-40B4-BE49-F238E27FC236}">
                            <a16:creationId xmlns:a16="http://schemas.microsoft.com/office/drawing/2014/main" id="{18787475-4438-2AB0-C218-F46FE36A60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8801" y="2997201"/>
                        <a:ext cx="2100263" cy="1209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7993" name="Object 25">
            <a:extLst>
              <a:ext uri="{FF2B5EF4-FFF2-40B4-BE49-F238E27FC236}">
                <a16:creationId xmlns:a16="http://schemas.microsoft.com/office/drawing/2014/main" id="{0D0C5973-430A-A26D-7E7B-86E2520716F5}"/>
              </a:ext>
            </a:extLst>
          </p:cNvPr>
          <p:cNvGraphicFramePr>
            <a:graphicFrameLocks noChangeAspect="1"/>
          </p:cNvGraphicFramePr>
          <p:nvPr/>
        </p:nvGraphicFramePr>
        <p:xfrm>
          <a:off x="2495550" y="3357564"/>
          <a:ext cx="1346200" cy="568325"/>
        </p:xfrm>
        <a:graphic>
          <a:graphicData uri="http://schemas.openxmlformats.org/presentationml/2006/ole">
            <mc:AlternateContent xmlns:mc="http://schemas.openxmlformats.org/markup-compatibility/2006">
              <mc:Choice xmlns:v="urn:schemas-microsoft-com:vml" Requires="v">
                <p:oleObj name="公式" r:id="rId4" imgW="13169900" imgH="5562600" progId="Equation.3">
                  <p:embed/>
                </p:oleObj>
              </mc:Choice>
              <mc:Fallback>
                <p:oleObj name="公式" r:id="rId4" imgW="13169900" imgH="5562600" progId="Equation.3">
                  <p:embed/>
                  <p:pic>
                    <p:nvPicPr>
                      <p:cNvPr id="467993" name="Object 25">
                        <a:extLst>
                          <a:ext uri="{FF2B5EF4-FFF2-40B4-BE49-F238E27FC236}">
                            <a16:creationId xmlns:a16="http://schemas.microsoft.com/office/drawing/2014/main" id="{0D0C5973-430A-A26D-7E7B-86E2520716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5550" y="3357564"/>
                        <a:ext cx="1346200"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7994" name="Object 26">
            <a:extLst>
              <a:ext uri="{FF2B5EF4-FFF2-40B4-BE49-F238E27FC236}">
                <a16:creationId xmlns:a16="http://schemas.microsoft.com/office/drawing/2014/main" id="{D9F80D48-0DF4-810D-69DF-CB7ABADE3AF9}"/>
              </a:ext>
            </a:extLst>
          </p:cNvPr>
          <p:cNvGraphicFramePr>
            <a:graphicFrameLocks noChangeAspect="1"/>
          </p:cNvGraphicFramePr>
          <p:nvPr/>
        </p:nvGraphicFramePr>
        <p:xfrm>
          <a:off x="3935414" y="3429001"/>
          <a:ext cx="1349375" cy="568325"/>
        </p:xfrm>
        <a:graphic>
          <a:graphicData uri="http://schemas.openxmlformats.org/presentationml/2006/ole">
            <mc:AlternateContent xmlns:mc="http://schemas.openxmlformats.org/markup-compatibility/2006">
              <mc:Choice xmlns:v="urn:schemas-microsoft-com:vml" Requires="v">
                <p:oleObj name="公式" r:id="rId6" imgW="13169900" imgH="5562600" progId="Equation.3">
                  <p:embed/>
                </p:oleObj>
              </mc:Choice>
              <mc:Fallback>
                <p:oleObj name="公式" r:id="rId6" imgW="13169900" imgH="5562600" progId="Equation.3">
                  <p:embed/>
                  <p:pic>
                    <p:nvPicPr>
                      <p:cNvPr id="467994" name="Object 26">
                        <a:extLst>
                          <a:ext uri="{FF2B5EF4-FFF2-40B4-BE49-F238E27FC236}">
                            <a16:creationId xmlns:a16="http://schemas.microsoft.com/office/drawing/2014/main" id="{D9F80D48-0DF4-810D-69DF-CB7ABADE3A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35414" y="3429001"/>
                        <a:ext cx="1349375"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7995" name="Object 27">
            <a:extLst>
              <a:ext uri="{FF2B5EF4-FFF2-40B4-BE49-F238E27FC236}">
                <a16:creationId xmlns:a16="http://schemas.microsoft.com/office/drawing/2014/main" id="{6EEB324B-35A2-5AF8-3439-5974DDE634A6}"/>
              </a:ext>
            </a:extLst>
          </p:cNvPr>
          <p:cNvGraphicFramePr>
            <a:graphicFrameLocks noChangeAspect="1"/>
          </p:cNvGraphicFramePr>
          <p:nvPr/>
        </p:nvGraphicFramePr>
        <p:xfrm>
          <a:off x="2566988" y="4437064"/>
          <a:ext cx="1346200" cy="568325"/>
        </p:xfrm>
        <a:graphic>
          <a:graphicData uri="http://schemas.openxmlformats.org/presentationml/2006/ole">
            <mc:AlternateContent xmlns:mc="http://schemas.openxmlformats.org/markup-compatibility/2006">
              <mc:Choice xmlns:v="urn:schemas-microsoft-com:vml" Requires="v">
                <p:oleObj name="公式" r:id="rId8" imgW="13169900" imgH="5562600" progId="Equation.3">
                  <p:embed/>
                </p:oleObj>
              </mc:Choice>
              <mc:Fallback>
                <p:oleObj name="公式" r:id="rId8" imgW="13169900" imgH="5562600" progId="Equation.3">
                  <p:embed/>
                  <p:pic>
                    <p:nvPicPr>
                      <p:cNvPr id="467995" name="Object 27">
                        <a:extLst>
                          <a:ext uri="{FF2B5EF4-FFF2-40B4-BE49-F238E27FC236}">
                            <a16:creationId xmlns:a16="http://schemas.microsoft.com/office/drawing/2014/main" id="{6EEB324B-35A2-5AF8-3439-5974DDE634A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66988" y="4437064"/>
                        <a:ext cx="1346200"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7996" name="Object 28">
            <a:extLst>
              <a:ext uri="{FF2B5EF4-FFF2-40B4-BE49-F238E27FC236}">
                <a16:creationId xmlns:a16="http://schemas.microsoft.com/office/drawing/2014/main" id="{FF8679E3-CC9F-2EEE-B409-5B27A42B3470}"/>
              </a:ext>
            </a:extLst>
          </p:cNvPr>
          <p:cNvGraphicFramePr>
            <a:graphicFrameLocks noChangeAspect="1"/>
          </p:cNvGraphicFramePr>
          <p:nvPr/>
        </p:nvGraphicFramePr>
        <p:xfrm>
          <a:off x="4008439" y="4437064"/>
          <a:ext cx="1349375" cy="568325"/>
        </p:xfrm>
        <a:graphic>
          <a:graphicData uri="http://schemas.openxmlformats.org/presentationml/2006/ole">
            <mc:AlternateContent xmlns:mc="http://schemas.openxmlformats.org/markup-compatibility/2006">
              <mc:Choice xmlns:v="urn:schemas-microsoft-com:vml" Requires="v">
                <p:oleObj name="公式" r:id="rId10" imgW="13169900" imgH="5562600" progId="Equation.3">
                  <p:embed/>
                </p:oleObj>
              </mc:Choice>
              <mc:Fallback>
                <p:oleObj name="公式" r:id="rId10" imgW="13169900" imgH="5562600" progId="Equation.3">
                  <p:embed/>
                  <p:pic>
                    <p:nvPicPr>
                      <p:cNvPr id="467996" name="Object 28">
                        <a:extLst>
                          <a:ext uri="{FF2B5EF4-FFF2-40B4-BE49-F238E27FC236}">
                            <a16:creationId xmlns:a16="http://schemas.microsoft.com/office/drawing/2014/main" id="{FF8679E3-CC9F-2EEE-B409-5B27A42B347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08439" y="4437064"/>
                        <a:ext cx="1349375"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7997" name="Object 29">
            <a:extLst>
              <a:ext uri="{FF2B5EF4-FFF2-40B4-BE49-F238E27FC236}">
                <a16:creationId xmlns:a16="http://schemas.microsoft.com/office/drawing/2014/main" id="{23BAFA26-F3B8-D267-0168-5B1F9A145027}"/>
              </a:ext>
            </a:extLst>
          </p:cNvPr>
          <p:cNvGraphicFramePr>
            <a:graphicFrameLocks noChangeAspect="1"/>
          </p:cNvGraphicFramePr>
          <p:nvPr/>
        </p:nvGraphicFramePr>
        <p:xfrm>
          <a:off x="8399464" y="4508501"/>
          <a:ext cx="1838325" cy="481013"/>
        </p:xfrm>
        <a:graphic>
          <a:graphicData uri="http://schemas.openxmlformats.org/presentationml/2006/ole">
            <mc:AlternateContent xmlns:mc="http://schemas.openxmlformats.org/markup-compatibility/2006">
              <mc:Choice xmlns:v="urn:schemas-microsoft-com:vml" Requires="v">
                <p:oleObj name="公式" r:id="rId12" imgW="22529800" imgH="5854700" progId="Equation.3">
                  <p:embed/>
                </p:oleObj>
              </mc:Choice>
              <mc:Fallback>
                <p:oleObj name="公式" r:id="rId12" imgW="22529800" imgH="5854700" progId="Equation.3">
                  <p:embed/>
                  <p:pic>
                    <p:nvPicPr>
                      <p:cNvPr id="467997" name="Object 29">
                        <a:extLst>
                          <a:ext uri="{FF2B5EF4-FFF2-40B4-BE49-F238E27FC236}">
                            <a16:creationId xmlns:a16="http://schemas.microsoft.com/office/drawing/2014/main" id="{23BAFA26-F3B8-D267-0168-5B1F9A14502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399464" y="4508501"/>
                        <a:ext cx="1838325"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7998" name="Object 30">
            <a:extLst>
              <a:ext uri="{FF2B5EF4-FFF2-40B4-BE49-F238E27FC236}">
                <a16:creationId xmlns:a16="http://schemas.microsoft.com/office/drawing/2014/main" id="{4E8115C8-5CD8-BFFA-1BB6-A5FA71CD1863}"/>
              </a:ext>
            </a:extLst>
          </p:cNvPr>
          <p:cNvGraphicFramePr>
            <a:graphicFrameLocks noChangeAspect="1"/>
          </p:cNvGraphicFramePr>
          <p:nvPr/>
        </p:nvGraphicFramePr>
        <p:xfrm>
          <a:off x="2566988" y="5229226"/>
          <a:ext cx="1346200" cy="568325"/>
        </p:xfrm>
        <a:graphic>
          <a:graphicData uri="http://schemas.openxmlformats.org/presentationml/2006/ole">
            <mc:AlternateContent xmlns:mc="http://schemas.openxmlformats.org/markup-compatibility/2006">
              <mc:Choice xmlns:v="urn:schemas-microsoft-com:vml" Requires="v">
                <p:oleObj name="公式" r:id="rId14" imgW="13169900" imgH="5562600" progId="Equation.3">
                  <p:embed/>
                </p:oleObj>
              </mc:Choice>
              <mc:Fallback>
                <p:oleObj name="公式" r:id="rId14" imgW="13169900" imgH="5562600" progId="Equation.3">
                  <p:embed/>
                  <p:pic>
                    <p:nvPicPr>
                      <p:cNvPr id="467998" name="Object 30">
                        <a:extLst>
                          <a:ext uri="{FF2B5EF4-FFF2-40B4-BE49-F238E27FC236}">
                            <a16:creationId xmlns:a16="http://schemas.microsoft.com/office/drawing/2014/main" id="{4E8115C8-5CD8-BFFA-1BB6-A5FA71CD186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66988" y="5229226"/>
                        <a:ext cx="1346200"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7999" name="Object 31">
            <a:extLst>
              <a:ext uri="{FF2B5EF4-FFF2-40B4-BE49-F238E27FC236}">
                <a16:creationId xmlns:a16="http://schemas.microsoft.com/office/drawing/2014/main" id="{A94147D4-4729-57A6-5F55-2344C971463A}"/>
              </a:ext>
            </a:extLst>
          </p:cNvPr>
          <p:cNvGraphicFramePr>
            <a:graphicFrameLocks noChangeAspect="1"/>
          </p:cNvGraphicFramePr>
          <p:nvPr/>
        </p:nvGraphicFramePr>
        <p:xfrm>
          <a:off x="3935414" y="5229226"/>
          <a:ext cx="1347787" cy="568325"/>
        </p:xfrm>
        <a:graphic>
          <a:graphicData uri="http://schemas.openxmlformats.org/presentationml/2006/ole">
            <mc:AlternateContent xmlns:mc="http://schemas.openxmlformats.org/markup-compatibility/2006">
              <mc:Choice xmlns:v="urn:schemas-microsoft-com:vml" Requires="v">
                <p:oleObj name="公式" r:id="rId16" imgW="13169900" imgH="5562600" progId="Equation.3">
                  <p:embed/>
                </p:oleObj>
              </mc:Choice>
              <mc:Fallback>
                <p:oleObj name="公式" r:id="rId16" imgW="13169900" imgH="5562600" progId="Equation.3">
                  <p:embed/>
                  <p:pic>
                    <p:nvPicPr>
                      <p:cNvPr id="467999" name="Object 31">
                        <a:extLst>
                          <a:ext uri="{FF2B5EF4-FFF2-40B4-BE49-F238E27FC236}">
                            <a16:creationId xmlns:a16="http://schemas.microsoft.com/office/drawing/2014/main" id="{A94147D4-4729-57A6-5F55-2344C971463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35414" y="5229226"/>
                        <a:ext cx="1347787"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8000" name="Object 32">
            <a:extLst>
              <a:ext uri="{FF2B5EF4-FFF2-40B4-BE49-F238E27FC236}">
                <a16:creationId xmlns:a16="http://schemas.microsoft.com/office/drawing/2014/main" id="{1DE5C5FC-3F73-3F83-94A5-EE7DB4A78A9B}"/>
              </a:ext>
            </a:extLst>
          </p:cNvPr>
          <p:cNvGraphicFramePr>
            <a:graphicFrameLocks noChangeAspect="1"/>
          </p:cNvGraphicFramePr>
          <p:nvPr/>
        </p:nvGraphicFramePr>
        <p:xfrm>
          <a:off x="8231188" y="5300663"/>
          <a:ext cx="2006600" cy="482600"/>
        </p:xfrm>
        <a:graphic>
          <a:graphicData uri="http://schemas.openxmlformats.org/presentationml/2006/ole">
            <mc:AlternateContent xmlns:mc="http://schemas.openxmlformats.org/markup-compatibility/2006">
              <mc:Choice xmlns:v="urn:schemas-microsoft-com:vml" Requires="v">
                <p:oleObj name="公式" r:id="rId18" imgW="24574500" imgH="5854700" progId="Equation.3">
                  <p:embed/>
                </p:oleObj>
              </mc:Choice>
              <mc:Fallback>
                <p:oleObj name="公式" r:id="rId18" imgW="24574500" imgH="5854700" progId="Equation.3">
                  <p:embed/>
                  <p:pic>
                    <p:nvPicPr>
                      <p:cNvPr id="468000" name="Object 32">
                        <a:extLst>
                          <a:ext uri="{FF2B5EF4-FFF2-40B4-BE49-F238E27FC236}">
                            <a16:creationId xmlns:a16="http://schemas.microsoft.com/office/drawing/2014/main" id="{1DE5C5FC-3F73-3F83-94A5-EE7DB4A78A9B}"/>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231188" y="5300663"/>
                        <a:ext cx="20066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8001" name="Rectangle 33">
            <a:extLst>
              <a:ext uri="{FF2B5EF4-FFF2-40B4-BE49-F238E27FC236}">
                <a16:creationId xmlns:a16="http://schemas.microsoft.com/office/drawing/2014/main" id="{84D32B3F-F8A5-C3C0-1EDA-35105783A80A}"/>
              </a:ext>
            </a:extLst>
          </p:cNvPr>
          <p:cNvSpPr>
            <a:spLocks noChangeArrowheads="1"/>
          </p:cNvSpPr>
          <p:nvPr/>
        </p:nvSpPr>
        <p:spPr bwMode="auto">
          <a:xfrm>
            <a:off x="1703389" y="333375"/>
            <a:ext cx="81375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rPr>
              <a:t>2</a:t>
            </a:r>
            <a:r>
              <a:rPr kumimoji="1" lang="en-US" altLang="zh-CN"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 </a:t>
            </a:r>
            <a:r>
              <a:rPr kumimoji="1" lang="el-GR" altLang="zh-CN" sz="3200" b="1" i="1">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μ</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未知时，总体方差</a:t>
            </a:r>
            <a:r>
              <a:rPr kumimoji="1" lang="el-GR" altLang="zh-CN" sz="3200" b="1" i="1">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sym typeface="Symbol" pitchFamily="2" charset="2"/>
              </a:rPr>
              <a:t>σ</a:t>
            </a:r>
            <a:r>
              <a:rPr kumimoji="1" lang="en-US" altLang="zh-CN" sz="3200" b="1" baseline="30000">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sym typeface="Symbol" pitchFamily="2" charset="2"/>
              </a:rPr>
              <a:t>2</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的假设检验</a:t>
            </a:r>
          </a:p>
        </p:txBody>
      </p:sp>
      <p:graphicFrame>
        <p:nvGraphicFramePr>
          <p:cNvPr id="468002" name="Object 34">
            <a:extLst>
              <a:ext uri="{FF2B5EF4-FFF2-40B4-BE49-F238E27FC236}">
                <a16:creationId xmlns:a16="http://schemas.microsoft.com/office/drawing/2014/main" id="{C58741AD-64C1-EB1A-6179-FD7FF7ECD08E}"/>
              </a:ext>
            </a:extLst>
          </p:cNvPr>
          <p:cNvGraphicFramePr>
            <a:graphicFrameLocks noChangeAspect="1"/>
          </p:cNvGraphicFramePr>
          <p:nvPr/>
        </p:nvGraphicFramePr>
        <p:xfrm>
          <a:off x="5591176" y="3716338"/>
          <a:ext cx="2074863" cy="946150"/>
        </p:xfrm>
        <a:graphic>
          <a:graphicData uri="http://schemas.openxmlformats.org/presentationml/2006/ole">
            <mc:AlternateContent xmlns:mc="http://schemas.openxmlformats.org/markup-compatibility/2006">
              <mc:Choice xmlns:v="urn:schemas-microsoft-com:vml" Requires="v">
                <p:oleObj name="公式" r:id="rId20" imgW="23114000" imgH="10528300" progId="Equation.3">
                  <p:embed/>
                </p:oleObj>
              </mc:Choice>
              <mc:Fallback>
                <p:oleObj name="公式" r:id="rId20" imgW="23114000" imgH="10528300" progId="Equation.3">
                  <p:embed/>
                  <p:pic>
                    <p:nvPicPr>
                      <p:cNvPr id="468002" name="Object 34">
                        <a:extLst>
                          <a:ext uri="{FF2B5EF4-FFF2-40B4-BE49-F238E27FC236}">
                            <a16:creationId xmlns:a16="http://schemas.microsoft.com/office/drawing/2014/main" id="{C58741AD-64C1-EB1A-6179-FD7FF7ECD08E}"/>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591176" y="3716338"/>
                        <a:ext cx="2074863"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68001"/>
                                        </p:tgtEl>
                                        <p:attrNameLst>
                                          <p:attrName>style.visibility</p:attrName>
                                        </p:attrNameLst>
                                      </p:cBhvr>
                                      <p:to>
                                        <p:strVal val="visible"/>
                                      </p:to>
                                    </p:set>
                                    <p:animEffect transition="in" filter="wipe(left)">
                                      <p:cBhvr>
                                        <p:cTn id="7" dur="1000"/>
                                        <p:tgtEl>
                                          <p:spTgt spid="4680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67970"/>
                                        </p:tgtEl>
                                        <p:attrNameLst>
                                          <p:attrName>style.visibility</p:attrName>
                                        </p:attrNameLst>
                                      </p:cBhvr>
                                      <p:to>
                                        <p:strVal val="visible"/>
                                      </p:to>
                                    </p:set>
                                    <p:animEffect transition="in" filter="wipe(up)">
                                      <p:cBhvr>
                                        <p:cTn id="12" dur="500"/>
                                        <p:tgtEl>
                                          <p:spTgt spid="4679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67978"/>
                                        </p:tgtEl>
                                        <p:attrNameLst>
                                          <p:attrName>style.visibility</p:attrName>
                                        </p:attrNameLst>
                                      </p:cBhvr>
                                      <p:to>
                                        <p:strVal val="visible"/>
                                      </p:to>
                                    </p:set>
                                    <p:animEffect transition="in" filter="wipe(up)">
                                      <p:cBhvr>
                                        <p:cTn id="17" dur="1000"/>
                                        <p:tgtEl>
                                          <p:spTgt spid="4679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67990"/>
                                        </p:tgtEl>
                                        <p:attrNameLst>
                                          <p:attrName>style.visibility</p:attrName>
                                        </p:attrNameLst>
                                      </p:cBhvr>
                                      <p:to>
                                        <p:strVal val="visible"/>
                                      </p:to>
                                    </p:set>
                                    <p:animEffect transition="in" filter="wipe(up)">
                                      <p:cBhvr>
                                        <p:cTn id="22" dur="1000"/>
                                        <p:tgtEl>
                                          <p:spTgt spid="46799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67993"/>
                                        </p:tgtEl>
                                        <p:attrNameLst>
                                          <p:attrName>style.visibility</p:attrName>
                                        </p:attrNameLst>
                                      </p:cBhvr>
                                      <p:to>
                                        <p:strVal val="visible"/>
                                      </p:to>
                                    </p:set>
                                    <p:animEffect transition="in" filter="wipe(up)">
                                      <p:cBhvr>
                                        <p:cTn id="27" dur="1000"/>
                                        <p:tgtEl>
                                          <p:spTgt spid="46799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67994"/>
                                        </p:tgtEl>
                                        <p:attrNameLst>
                                          <p:attrName>style.visibility</p:attrName>
                                        </p:attrNameLst>
                                      </p:cBhvr>
                                      <p:to>
                                        <p:strVal val="visible"/>
                                      </p:to>
                                    </p:set>
                                    <p:animEffect transition="in" filter="wipe(up)">
                                      <p:cBhvr>
                                        <p:cTn id="32" dur="1000"/>
                                        <p:tgtEl>
                                          <p:spTgt spid="46799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468002"/>
                                        </p:tgtEl>
                                        <p:attrNameLst>
                                          <p:attrName>style.visibility</p:attrName>
                                        </p:attrNameLst>
                                      </p:cBhvr>
                                      <p:to>
                                        <p:strVal val="visible"/>
                                      </p:to>
                                    </p:set>
                                    <p:animEffect transition="in" filter="wipe(up)">
                                      <p:cBhvr>
                                        <p:cTn id="37" dur="1000"/>
                                        <p:tgtEl>
                                          <p:spTgt spid="46800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467992"/>
                                        </p:tgtEl>
                                        <p:attrNameLst>
                                          <p:attrName>style.visibility</p:attrName>
                                        </p:attrNameLst>
                                      </p:cBhvr>
                                      <p:to>
                                        <p:strVal val="visible"/>
                                      </p:to>
                                    </p:set>
                                    <p:animEffect transition="in" filter="wipe(up)">
                                      <p:cBhvr>
                                        <p:cTn id="42" dur="1000"/>
                                        <p:tgtEl>
                                          <p:spTgt spid="467992"/>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467971"/>
                                        </p:tgtEl>
                                        <p:attrNameLst>
                                          <p:attrName>style.visibility</p:attrName>
                                        </p:attrNameLst>
                                      </p:cBhvr>
                                      <p:to>
                                        <p:strVal val="visible"/>
                                      </p:to>
                                    </p:set>
                                    <p:animEffect transition="in" filter="wipe(left)">
                                      <p:cBhvr>
                                        <p:cTn id="46" dur="500"/>
                                        <p:tgtEl>
                                          <p:spTgt spid="46797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67991"/>
                                        </p:tgtEl>
                                        <p:attrNameLst>
                                          <p:attrName>style.visibility</p:attrName>
                                        </p:attrNameLst>
                                      </p:cBhvr>
                                      <p:to>
                                        <p:strVal val="visible"/>
                                      </p:to>
                                    </p:set>
                                    <p:animEffect transition="in" filter="wipe(up)">
                                      <p:cBhvr>
                                        <p:cTn id="51" dur="1000"/>
                                        <p:tgtEl>
                                          <p:spTgt spid="46799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467995"/>
                                        </p:tgtEl>
                                        <p:attrNameLst>
                                          <p:attrName>style.visibility</p:attrName>
                                        </p:attrNameLst>
                                      </p:cBhvr>
                                      <p:to>
                                        <p:strVal val="visible"/>
                                      </p:to>
                                    </p:set>
                                    <p:animEffect transition="in" filter="wipe(up)">
                                      <p:cBhvr>
                                        <p:cTn id="56" dur="1000"/>
                                        <p:tgtEl>
                                          <p:spTgt spid="46799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467996"/>
                                        </p:tgtEl>
                                        <p:attrNameLst>
                                          <p:attrName>style.visibility</p:attrName>
                                        </p:attrNameLst>
                                      </p:cBhvr>
                                      <p:to>
                                        <p:strVal val="visible"/>
                                      </p:to>
                                    </p:set>
                                    <p:animEffect transition="in" filter="wipe(up)">
                                      <p:cBhvr>
                                        <p:cTn id="61" dur="1000"/>
                                        <p:tgtEl>
                                          <p:spTgt spid="46799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1" fill="hold" nodeType="clickEffect">
                                  <p:stCondLst>
                                    <p:cond delay="0"/>
                                  </p:stCondLst>
                                  <p:childTnLst>
                                    <p:set>
                                      <p:cBhvr>
                                        <p:cTn id="65" dur="1" fill="hold">
                                          <p:stCondLst>
                                            <p:cond delay="0"/>
                                          </p:stCondLst>
                                        </p:cTn>
                                        <p:tgtEl>
                                          <p:spTgt spid="467997"/>
                                        </p:tgtEl>
                                        <p:attrNameLst>
                                          <p:attrName>style.visibility</p:attrName>
                                        </p:attrNameLst>
                                      </p:cBhvr>
                                      <p:to>
                                        <p:strVal val="visible"/>
                                      </p:to>
                                    </p:set>
                                    <p:animEffect transition="in" filter="wipe(up)">
                                      <p:cBhvr>
                                        <p:cTn id="66" dur="1000"/>
                                        <p:tgtEl>
                                          <p:spTgt spid="467997"/>
                                        </p:tgtEl>
                                      </p:cBhvr>
                                    </p:animEffect>
                                  </p:childTnLst>
                                </p:cTn>
                              </p:par>
                            </p:childTnLst>
                          </p:cTn>
                        </p:par>
                        <p:par>
                          <p:cTn id="67" fill="hold" nodeType="afterGroup">
                            <p:stCondLst>
                              <p:cond delay="1000"/>
                            </p:stCondLst>
                            <p:childTnLst>
                              <p:par>
                                <p:cTn id="68" presetID="22" presetClass="entr" presetSubtype="8" fill="hold" nodeType="afterEffect">
                                  <p:stCondLst>
                                    <p:cond delay="0"/>
                                  </p:stCondLst>
                                  <p:childTnLst>
                                    <p:set>
                                      <p:cBhvr>
                                        <p:cTn id="69" dur="1" fill="hold">
                                          <p:stCondLst>
                                            <p:cond delay="0"/>
                                          </p:stCondLst>
                                        </p:cTn>
                                        <p:tgtEl>
                                          <p:spTgt spid="467974"/>
                                        </p:tgtEl>
                                        <p:attrNameLst>
                                          <p:attrName>style.visibility</p:attrName>
                                        </p:attrNameLst>
                                      </p:cBhvr>
                                      <p:to>
                                        <p:strVal val="visible"/>
                                      </p:to>
                                    </p:set>
                                    <p:animEffect transition="in" filter="wipe(left)">
                                      <p:cBhvr>
                                        <p:cTn id="70" dur="500"/>
                                        <p:tgtEl>
                                          <p:spTgt spid="467974"/>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467998"/>
                                        </p:tgtEl>
                                        <p:attrNameLst>
                                          <p:attrName>style.visibility</p:attrName>
                                        </p:attrNameLst>
                                      </p:cBhvr>
                                      <p:to>
                                        <p:strVal val="visible"/>
                                      </p:to>
                                    </p:set>
                                    <p:animEffect transition="in" filter="wipe(up)">
                                      <p:cBhvr>
                                        <p:cTn id="75" dur="1000"/>
                                        <p:tgtEl>
                                          <p:spTgt spid="467998"/>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467999"/>
                                        </p:tgtEl>
                                        <p:attrNameLst>
                                          <p:attrName>style.visibility</p:attrName>
                                        </p:attrNameLst>
                                      </p:cBhvr>
                                      <p:to>
                                        <p:strVal val="visible"/>
                                      </p:to>
                                    </p:set>
                                    <p:animEffect transition="in" filter="wipe(up)">
                                      <p:cBhvr>
                                        <p:cTn id="80" dur="1000"/>
                                        <p:tgtEl>
                                          <p:spTgt spid="467999"/>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1" fill="hold" nodeType="clickEffect">
                                  <p:stCondLst>
                                    <p:cond delay="0"/>
                                  </p:stCondLst>
                                  <p:childTnLst>
                                    <p:set>
                                      <p:cBhvr>
                                        <p:cTn id="84" dur="1" fill="hold">
                                          <p:stCondLst>
                                            <p:cond delay="0"/>
                                          </p:stCondLst>
                                        </p:cTn>
                                        <p:tgtEl>
                                          <p:spTgt spid="468000"/>
                                        </p:tgtEl>
                                        <p:attrNameLst>
                                          <p:attrName>style.visibility</p:attrName>
                                        </p:attrNameLst>
                                      </p:cBhvr>
                                      <p:to>
                                        <p:strVal val="visible"/>
                                      </p:to>
                                    </p:set>
                                    <p:animEffect transition="in" filter="wipe(up)">
                                      <p:cBhvr>
                                        <p:cTn id="85" dur="1000"/>
                                        <p:tgtEl>
                                          <p:spTgt spid="468000"/>
                                        </p:tgtEl>
                                      </p:cBhvr>
                                    </p:animEffect>
                                  </p:childTnLst>
                                </p:cTn>
                              </p:par>
                            </p:childTnLst>
                          </p:cTn>
                        </p:par>
                        <p:par>
                          <p:cTn id="86" fill="hold" nodeType="afterGroup">
                            <p:stCondLst>
                              <p:cond delay="1000"/>
                            </p:stCondLst>
                            <p:childTnLst>
                              <p:par>
                                <p:cTn id="87" presetID="22" presetClass="entr" presetSubtype="8" fill="hold" nodeType="afterEffect">
                                  <p:stCondLst>
                                    <p:cond delay="0"/>
                                  </p:stCondLst>
                                  <p:childTnLst>
                                    <p:set>
                                      <p:cBhvr>
                                        <p:cTn id="88" dur="1" fill="hold">
                                          <p:stCondLst>
                                            <p:cond delay="0"/>
                                          </p:stCondLst>
                                        </p:cTn>
                                        <p:tgtEl>
                                          <p:spTgt spid="467977"/>
                                        </p:tgtEl>
                                        <p:attrNameLst>
                                          <p:attrName>style.visibility</p:attrName>
                                        </p:attrNameLst>
                                      </p:cBhvr>
                                      <p:to>
                                        <p:strVal val="visible"/>
                                      </p:to>
                                    </p:set>
                                    <p:animEffect transition="in" filter="wipe(left)">
                                      <p:cBhvr>
                                        <p:cTn id="89" dur="500"/>
                                        <p:tgtEl>
                                          <p:spTgt spid="4679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70" grpId="0"/>
      <p:bldP spid="467990" grpId="0"/>
      <p:bldP spid="467991" grpId="0"/>
      <p:bldP spid="46800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2">
            <a:extLst>
              <a:ext uri="{FF2B5EF4-FFF2-40B4-BE49-F238E27FC236}">
                <a16:creationId xmlns:a16="http://schemas.microsoft.com/office/drawing/2014/main" id="{F4CC9840-8CAF-9A3F-7CBF-07F96E352D9A}"/>
              </a:ext>
            </a:extLst>
          </p:cNvPr>
          <p:cNvSpPr>
            <a:spLocks noChangeArrowheads="1"/>
          </p:cNvSpPr>
          <p:nvPr/>
        </p:nvSpPr>
        <p:spPr bwMode="auto">
          <a:xfrm>
            <a:off x="1774826" y="260351"/>
            <a:ext cx="7921625" cy="338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zh-CN"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4.</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在生产线上随机地取</a:t>
            </a:r>
            <a:r>
              <a:rPr kumimoji="1" lang="en-US" altLang="zh-CN" sz="2800" b="1">
                <a:solidFill>
                  <a:srgbClr val="007A77"/>
                </a:solidFill>
                <a:latin typeface="Times New Roman" panose="02020603050405020304" pitchFamily="18" charset="0"/>
                <a:ea typeface="楷体_GB2312" pitchFamily="49" charset="-122"/>
              </a:rPr>
              <a:t>10</a:t>
            </a:r>
            <a:r>
              <a:rPr kumimoji="1" lang="zh-CN" altLang="en-US" sz="2800" b="1">
                <a:solidFill>
                  <a:srgbClr val="007A77"/>
                </a:solidFill>
                <a:latin typeface="Times New Roman" panose="02020603050405020304" pitchFamily="18" charset="0"/>
                <a:ea typeface="楷体_GB2312" pitchFamily="49" charset="-122"/>
              </a:rPr>
              <a:t>只电阻测得电阻值（单位：欧姆）如下：</a:t>
            </a:r>
            <a:r>
              <a:rPr kumimoji="1" lang="en-US" altLang="zh-CN" sz="2800" b="1">
                <a:solidFill>
                  <a:srgbClr val="007A77"/>
                </a:solidFill>
                <a:latin typeface="Times New Roman" panose="02020603050405020304" pitchFamily="18" charset="0"/>
                <a:ea typeface="楷体_GB2312" pitchFamily="49" charset="-122"/>
              </a:rPr>
              <a:t>114.2</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91.9</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107.5</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89.1</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87.2</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87.6</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95.8 </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98.4</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94.6</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85.4</a:t>
            </a:r>
          </a:p>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设电阻的电阻值总体服从正态分布，问在显著性水平</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=0.1</a:t>
            </a:r>
            <a:r>
              <a:rPr kumimoji="1" lang="zh-CN" altLang="en-US" sz="2800" b="1">
                <a:solidFill>
                  <a:srgbClr val="007A77"/>
                </a:solidFill>
                <a:latin typeface="Times New Roman" panose="02020603050405020304" pitchFamily="18" charset="0"/>
                <a:ea typeface="楷体_GB2312" pitchFamily="49" charset="-122"/>
              </a:rPr>
              <a:t>下方差与</a:t>
            </a:r>
            <a:r>
              <a:rPr kumimoji="1" lang="en-US" altLang="zh-CN" sz="2800" b="1">
                <a:solidFill>
                  <a:srgbClr val="007A77"/>
                </a:solidFill>
                <a:latin typeface="Times New Roman" panose="02020603050405020304" pitchFamily="18" charset="0"/>
                <a:ea typeface="楷体_GB2312" pitchFamily="49" charset="-122"/>
              </a:rPr>
              <a:t>60</a:t>
            </a:r>
            <a:r>
              <a:rPr kumimoji="1" lang="zh-CN" altLang="en-US" sz="2800" b="1">
                <a:solidFill>
                  <a:srgbClr val="007A77"/>
                </a:solidFill>
                <a:latin typeface="Times New Roman" panose="02020603050405020304" pitchFamily="18" charset="0"/>
                <a:ea typeface="楷体_GB2312" pitchFamily="49" charset="-122"/>
              </a:rPr>
              <a:t>是否有显著差异？</a:t>
            </a:r>
          </a:p>
        </p:txBody>
      </p:sp>
      <p:sp>
        <p:nvSpPr>
          <p:cNvPr id="468995" name="Rectangle 3">
            <a:extLst>
              <a:ext uri="{FF2B5EF4-FFF2-40B4-BE49-F238E27FC236}">
                <a16:creationId xmlns:a16="http://schemas.microsoft.com/office/drawing/2014/main" id="{215030EB-A6B8-4729-9A8E-4A978621300A}"/>
              </a:ext>
            </a:extLst>
          </p:cNvPr>
          <p:cNvSpPr>
            <a:spLocks noChangeArrowheads="1"/>
          </p:cNvSpPr>
          <p:nvPr/>
        </p:nvSpPr>
        <p:spPr bwMode="auto">
          <a:xfrm>
            <a:off x="1774826" y="3789364"/>
            <a:ext cx="18002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r>
              <a:rPr kumimoji="1" lang="en-US" altLang="zh-CN" sz="3200" b="1">
                <a:solidFill>
                  <a:srgbClr val="0000FF"/>
                </a:solidFill>
                <a:latin typeface="Times New Roman" panose="02020603050405020304" pitchFamily="18" charset="0"/>
                <a:ea typeface="楷体_GB2312" pitchFamily="49" charset="-122"/>
              </a:rPr>
              <a:t>:</a:t>
            </a:r>
          </a:p>
        </p:txBody>
      </p:sp>
      <p:grpSp>
        <p:nvGrpSpPr>
          <p:cNvPr id="468996" name="Group 4">
            <a:extLst>
              <a:ext uri="{FF2B5EF4-FFF2-40B4-BE49-F238E27FC236}">
                <a16:creationId xmlns:a16="http://schemas.microsoft.com/office/drawing/2014/main" id="{4860C400-7A01-744D-1ABA-46C064DBF482}"/>
              </a:ext>
            </a:extLst>
          </p:cNvPr>
          <p:cNvGrpSpPr>
            <a:grpSpLocks/>
          </p:cNvGrpSpPr>
          <p:nvPr/>
        </p:nvGrpSpPr>
        <p:grpSpPr bwMode="auto">
          <a:xfrm>
            <a:off x="2566988" y="3860800"/>
            <a:ext cx="3363912" cy="623888"/>
            <a:chOff x="113" y="119"/>
            <a:chExt cx="2119" cy="393"/>
          </a:xfrm>
        </p:grpSpPr>
        <p:graphicFrame>
          <p:nvGraphicFramePr>
            <p:cNvPr id="468997" name="Object 5">
              <a:extLst>
                <a:ext uri="{FF2B5EF4-FFF2-40B4-BE49-F238E27FC236}">
                  <a16:creationId xmlns:a16="http://schemas.microsoft.com/office/drawing/2014/main" id="{33E01A4E-A470-839A-E5A9-6E049AAE32D1}"/>
                </a:ext>
              </a:extLst>
            </p:cNvPr>
            <p:cNvGraphicFramePr>
              <a:graphicFrameLocks noChangeAspect="1"/>
            </p:cNvGraphicFramePr>
            <p:nvPr/>
          </p:nvGraphicFramePr>
          <p:xfrm>
            <a:off x="892" y="155"/>
            <a:ext cx="1340" cy="357"/>
          </p:xfrm>
          <a:graphic>
            <a:graphicData uri="http://schemas.openxmlformats.org/presentationml/2006/ole">
              <mc:AlternateContent xmlns:mc="http://schemas.openxmlformats.org/markup-compatibility/2006">
                <mc:Choice xmlns:v="urn:schemas-microsoft-com:vml" Requires="v">
                  <p:oleObj name="公式" r:id="rId2" imgW="20777200" imgH="5562600" progId="Equation.3">
                    <p:embed/>
                  </p:oleObj>
                </mc:Choice>
                <mc:Fallback>
                  <p:oleObj name="公式" r:id="rId2" imgW="20777200" imgH="5562600" progId="Equation.3">
                    <p:embed/>
                    <p:pic>
                      <p:nvPicPr>
                        <p:cNvPr id="468997" name="Object 5">
                          <a:extLst>
                            <a:ext uri="{FF2B5EF4-FFF2-40B4-BE49-F238E27FC236}">
                              <a16:creationId xmlns:a16="http://schemas.microsoft.com/office/drawing/2014/main" id="{33E01A4E-A470-839A-E5A9-6E049AAE32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 y="155"/>
                          <a:ext cx="1340" cy="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8998" name="Text Box 6">
              <a:extLst>
                <a:ext uri="{FF2B5EF4-FFF2-40B4-BE49-F238E27FC236}">
                  <a16:creationId xmlns:a16="http://schemas.microsoft.com/office/drawing/2014/main" id="{A6ED9F10-CA61-3E30-D944-96D63A12EB68}"/>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68999" name="Group 7">
            <a:extLst>
              <a:ext uri="{FF2B5EF4-FFF2-40B4-BE49-F238E27FC236}">
                <a16:creationId xmlns:a16="http://schemas.microsoft.com/office/drawing/2014/main" id="{330D1236-DFF8-203A-9071-72BB50D8831A}"/>
              </a:ext>
            </a:extLst>
          </p:cNvPr>
          <p:cNvGrpSpPr>
            <a:grpSpLocks/>
          </p:cNvGrpSpPr>
          <p:nvPr/>
        </p:nvGrpSpPr>
        <p:grpSpPr bwMode="auto">
          <a:xfrm>
            <a:off x="6527800" y="3860801"/>
            <a:ext cx="3487738" cy="595313"/>
            <a:chOff x="2154" y="119"/>
            <a:chExt cx="2197" cy="375"/>
          </a:xfrm>
        </p:grpSpPr>
        <p:sp>
          <p:nvSpPr>
            <p:cNvPr id="469000" name="Text Box 8">
              <a:extLst>
                <a:ext uri="{FF2B5EF4-FFF2-40B4-BE49-F238E27FC236}">
                  <a16:creationId xmlns:a16="http://schemas.microsoft.com/office/drawing/2014/main" id="{788E2564-158F-9D95-02EC-DE7E43790B9D}"/>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69001" name="Object 9">
              <a:extLst>
                <a:ext uri="{FF2B5EF4-FFF2-40B4-BE49-F238E27FC236}">
                  <a16:creationId xmlns:a16="http://schemas.microsoft.com/office/drawing/2014/main" id="{4DD153C2-BC2C-553C-B67B-C8E3710D71EF}"/>
                </a:ext>
              </a:extLst>
            </p:cNvPr>
            <p:cNvGraphicFramePr>
              <a:graphicFrameLocks noChangeAspect="1"/>
            </p:cNvGraphicFramePr>
            <p:nvPr/>
          </p:nvGraphicFramePr>
          <p:xfrm>
            <a:off x="3105" y="155"/>
            <a:ext cx="1246" cy="339"/>
          </p:xfrm>
          <a:graphic>
            <a:graphicData uri="http://schemas.openxmlformats.org/presentationml/2006/ole">
              <mc:AlternateContent xmlns:mc="http://schemas.openxmlformats.org/markup-compatibility/2006">
                <mc:Choice xmlns:v="urn:schemas-microsoft-com:vml" Requires="v">
                  <p:oleObj name="公式" r:id="rId4" imgW="19304000" imgH="5270500" progId="Equation.3">
                    <p:embed/>
                  </p:oleObj>
                </mc:Choice>
                <mc:Fallback>
                  <p:oleObj name="公式" r:id="rId4" imgW="19304000" imgH="5270500" progId="Equation.3">
                    <p:embed/>
                    <p:pic>
                      <p:nvPicPr>
                        <p:cNvPr id="469001" name="Object 9">
                          <a:extLst>
                            <a:ext uri="{FF2B5EF4-FFF2-40B4-BE49-F238E27FC236}">
                              <a16:creationId xmlns:a16="http://schemas.microsoft.com/office/drawing/2014/main" id="{4DD153C2-BC2C-553C-B67B-C8E3710D71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05" y="155"/>
                          <a:ext cx="1246"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69002" name="Rectangle 10">
            <a:extLst>
              <a:ext uri="{FF2B5EF4-FFF2-40B4-BE49-F238E27FC236}">
                <a16:creationId xmlns:a16="http://schemas.microsoft.com/office/drawing/2014/main" id="{F4555B22-4BD0-A86E-B5E4-AD975AB5D447}"/>
              </a:ext>
            </a:extLst>
          </p:cNvPr>
          <p:cNvSpPr>
            <a:spLocks noChangeArrowheads="1"/>
          </p:cNvSpPr>
          <p:nvPr/>
        </p:nvSpPr>
        <p:spPr bwMode="auto">
          <a:xfrm>
            <a:off x="2351089" y="4797426"/>
            <a:ext cx="3024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69003" name="Text Box 11">
            <a:extLst>
              <a:ext uri="{FF2B5EF4-FFF2-40B4-BE49-F238E27FC236}">
                <a16:creationId xmlns:a16="http://schemas.microsoft.com/office/drawing/2014/main" id="{B44A9D07-B067-1D01-BCEF-7CABB9E6895B}"/>
              </a:ext>
            </a:extLst>
          </p:cNvPr>
          <p:cNvSpPr txBox="1">
            <a:spLocks noChangeArrowheads="1"/>
          </p:cNvSpPr>
          <p:nvPr/>
        </p:nvSpPr>
        <p:spPr bwMode="auto">
          <a:xfrm>
            <a:off x="2640013" y="5589588"/>
            <a:ext cx="1943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aphicFrame>
        <p:nvGraphicFramePr>
          <p:cNvPr id="469004" name="Object 12">
            <a:extLst>
              <a:ext uri="{FF2B5EF4-FFF2-40B4-BE49-F238E27FC236}">
                <a16:creationId xmlns:a16="http://schemas.microsoft.com/office/drawing/2014/main" id="{13FAC3B5-FE4E-C897-7D79-31F12618AC5C}"/>
              </a:ext>
            </a:extLst>
          </p:cNvPr>
          <p:cNvGraphicFramePr>
            <a:graphicFrameLocks noChangeAspect="1"/>
          </p:cNvGraphicFramePr>
          <p:nvPr/>
        </p:nvGraphicFramePr>
        <p:xfrm>
          <a:off x="4872038" y="4652964"/>
          <a:ext cx="2074862" cy="866775"/>
        </p:xfrm>
        <a:graphic>
          <a:graphicData uri="http://schemas.openxmlformats.org/presentationml/2006/ole">
            <mc:AlternateContent xmlns:mc="http://schemas.openxmlformats.org/markup-compatibility/2006">
              <mc:Choice xmlns:v="urn:schemas-microsoft-com:vml" Requires="v">
                <p:oleObj name="公式" r:id="rId6" imgW="23114000" imgH="9652000" progId="Equation.3">
                  <p:embed/>
                </p:oleObj>
              </mc:Choice>
              <mc:Fallback>
                <p:oleObj name="公式" r:id="rId6" imgW="23114000" imgH="9652000" progId="Equation.3">
                  <p:embed/>
                  <p:pic>
                    <p:nvPicPr>
                      <p:cNvPr id="469004" name="Object 12">
                        <a:extLst>
                          <a:ext uri="{FF2B5EF4-FFF2-40B4-BE49-F238E27FC236}">
                            <a16:creationId xmlns:a16="http://schemas.microsoft.com/office/drawing/2014/main" id="{13FAC3B5-FE4E-C897-7D79-31F12618AC5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2038" y="4652964"/>
                        <a:ext cx="2074862"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9005" name="Object 13">
            <a:extLst>
              <a:ext uri="{FF2B5EF4-FFF2-40B4-BE49-F238E27FC236}">
                <a16:creationId xmlns:a16="http://schemas.microsoft.com/office/drawing/2014/main" id="{586D5A0D-B3CC-5B7B-7746-8D770CE1C964}"/>
              </a:ext>
            </a:extLst>
          </p:cNvPr>
          <p:cNvGraphicFramePr>
            <a:graphicFrameLocks noChangeAspect="1"/>
          </p:cNvGraphicFramePr>
          <p:nvPr/>
        </p:nvGraphicFramePr>
        <p:xfrm>
          <a:off x="4440238" y="5545139"/>
          <a:ext cx="5327650" cy="623887"/>
        </p:xfrm>
        <a:graphic>
          <a:graphicData uri="http://schemas.openxmlformats.org/presentationml/2006/ole">
            <mc:AlternateContent xmlns:mc="http://schemas.openxmlformats.org/markup-compatibility/2006">
              <mc:Choice xmlns:v="urn:schemas-microsoft-com:vml" Requires="v">
                <p:oleObj name="公式" r:id="rId8" imgW="57924700" imgH="6731000" progId="Equation.3">
                  <p:embed/>
                </p:oleObj>
              </mc:Choice>
              <mc:Fallback>
                <p:oleObj name="公式" r:id="rId8" imgW="57924700" imgH="6731000" progId="Equation.3">
                  <p:embed/>
                  <p:pic>
                    <p:nvPicPr>
                      <p:cNvPr id="469005" name="Object 13">
                        <a:extLst>
                          <a:ext uri="{FF2B5EF4-FFF2-40B4-BE49-F238E27FC236}">
                            <a16:creationId xmlns:a16="http://schemas.microsoft.com/office/drawing/2014/main" id="{586D5A0D-B3CC-5B7B-7746-8D770CE1C96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40238" y="5545139"/>
                        <a:ext cx="5327650" cy="623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468994"/>
                                        </p:tgtEl>
                                        <p:attrNameLst>
                                          <p:attrName>style.visibility</p:attrName>
                                        </p:attrNameLst>
                                      </p:cBhvr>
                                      <p:to>
                                        <p:strVal val="visible"/>
                                      </p:to>
                                    </p:set>
                                    <p:anim calcmode="lin" valueType="num">
                                      <p:cBhvr>
                                        <p:cTn id="7" dur="1000" fill="hold"/>
                                        <p:tgtEl>
                                          <p:spTgt spid="468994"/>
                                        </p:tgtEl>
                                        <p:attrNameLst>
                                          <p:attrName>ppt_w</p:attrName>
                                        </p:attrNameLst>
                                      </p:cBhvr>
                                      <p:tavLst>
                                        <p:tav tm="0">
                                          <p:val>
                                            <p:strVal val="2/3*#ppt_w"/>
                                          </p:val>
                                        </p:tav>
                                        <p:tav tm="100000">
                                          <p:val>
                                            <p:strVal val="#ppt_w"/>
                                          </p:val>
                                        </p:tav>
                                      </p:tavLst>
                                    </p:anim>
                                    <p:anim calcmode="lin" valueType="num">
                                      <p:cBhvr>
                                        <p:cTn id="8" dur="1000" fill="hold"/>
                                        <p:tgtEl>
                                          <p:spTgt spid="468994"/>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468995"/>
                                        </p:tgtEl>
                                        <p:attrNameLst>
                                          <p:attrName>style.visibility</p:attrName>
                                        </p:attrNameLst>
                                      </p:cBhvr>
                                      <p:to>
                                        <p:strVal val="visible"/>
                                      </p:to>
                                    </p:se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468996"/>
                                        </p:tgtEl>
                                        <p:attrNameLst>
                                          <p:attrName>style.visibility</p:attrName>
                                        </p:attrNameLst>
                                      </p:cBhvr>
                                      <p:to>
                                        <p:strVal val="visible"/>
                                      </p:to>
                                    </p:set>
                                    <p:animEffect transition="in" filter="wipe(left)">
                                      <p:cBhvr>
                                        <p:cTn id="16" dur="1000"/>
                                        <p:tgtEl>
                                          <p:spTgt spid="46899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68999"/>
                                        </p:tgtEl>
                                        <p:attrNameLst>
                                          <p:attrName>style.visibility</p:attrName>
                                        </p:attrNameLst>
                                      </p:cBhvr>
                                      <p:to>
                                        <p:strVal val="visible"/>
                                      </p:to>
                                    </p:set>
                                    <p:animEffect transition="in" filter="wipe(left)">
                                      <p:cBhvr>
                                        <p:cTn id="21" dur="1000"/>
                                        <p:tgtEl>
                                          <p:spTgt spid="46899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69002"/>
                                        </p:tgtEl>
                                        <p:attrNameLst>
                                          <p:attrName>style.visibility</p:attrName>
                                        </p:attrNameLst>
                                      </p:cBhvr>
                                      <p:to>
                                        <p:strVal val="visible"/>
                                      </p:to>
                                    </p:set>
                                    <p:animEffect transition="in" filter="wipe(left)">
                                      <p:cBhvr>
                                        <p:cTn id="26" dur="1000"/>
                                        <p:tgtEl>
                                          <p:spTgt spid="469002"/>
                                        </p:tgtEl>
                                      </p:cBhvr>
                                    </p:animEffect>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469004"/>
                                        </p:tgtEl>
                                        <p:attrNameLst>
                                          <p:attrName>style.visibility</p:attrName>
                                        </p:attrNameLst>
                                      </p:cBhvr>
                                      <p:to>
                                        <p:strVal val="visible"/>
                                      </p:to>
                                    </p:set>
                                    <p:animEffect transition="in" filter="wipe(left)">
                                      <p:cBhvr>
                                        <p:cTn id="30" dur="1000"/>
                                        <p:tgtEl>
                                          <p:spTgt spid="46900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469003"/>
                                        </p:tgtEl>
                                        <p:attrNameLst>
                                          <p:attrName>style.visibility</p:attrName>
                                        </p:attrNameLst>
                                      </p:cBhvr>
                                      <p:to>
                                        <p:strVal val="visible"/>
                                      </p:to>
                                    </p:set>
                                    <p:animEffect transition="in" filter="wipe(left)">
                                      <p:cBhvr>
                                        <p:cTn id="35" dur="1000"/>
                                        <p:tgtEl>
                                          <p:spTgt spid="469003"/>
                                        </p:tgtEl>
                                      </p:cBhvr>
                                    </p:animEffect>
                                  </p:childTnLst>
                                </p:cTn>
                              </p:par>
                            </p:childTnLst>
                          </p:cTn>
                        </p:par>
                        <p:par>
                          <p:cTn id="36" fill="hold" nodeType="afterGroup">
                            <p:stCondLst>
                              <p:cond delay="1000"/>
                            </p:stCondLst>
                            <p:childTnLst>
                              <p:par>
                                <p:cTn id="37" presetID="22" presetClass="entr" presetSubtype="8" fill="hold" nodeType="afterEffect">
                                  <p:stCondLst>
                                    <p:cond delay="0"/>
                                  </p:stCondLst>
                                  <p:childTnLst>
                                    <p:set>
                                      <p:cBhvr>
                                        <p:cTn id="38" dur="1" fill="hold">
                                          <p:stCondLst>
                                            <p:cond delay="0"/>
                                          </p:stCondLst>
                                        </p:cTn>
                                        <p:tgtEl>
                                          <p:spTgt spid="469005"/>
                                        </p:tgtEl>
                                        <p:attrNameLst>
                                          <p:attrName>style.visibility</p:attrName>
                                        </p:attrNameLst>
                                      </p:cBhvr>
                                      <p:to>
                                        <p:strVal val="visible"/>
                                      </p:to>
                                    </p:set>
                                    <p:animEffect transition="in" filter="wipe(left)">
                                      <p:cBhvr>
                                        <p:cTn id="39" dur="1000"/>
                                        <p:tgtEl>
                                          <p:spTgt spid="469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4" grpId="0"/>
      <p:bldP spid="468995" grpId="0" autoUpdateAnimBg="0"/>
      <p:bldP spid="469002" grpId="0"/>
      <p:bldP spid="46900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0018" name="Object 2">
            <a:extLst>
              <a:ext uri="{FF2B5EF4-FFF2-40B4-BE49-F238E27FC236}">
                <a16:creationId xmlns:a16="http://schemas.microsoft.com/office/drawing/2014/main" id="{4664E41C-4A9C-9D00-97E3-1308F9694EAE}"/>
              </a:ext>
            </a:extLst>
          </p:cNvPr>
          <p:cNvGraphicFramePr>
            <a:graphicFrameLocks noChangeAspect="1"/>
          </p:cNvGraphicFramePr>
          <p:nvPr/>
        </p:nvGraphicFramePr>
        <p:xfrm>
          <a:off x="1774826" y="2852739"/>
          <a:ext cx="2003425" cy="477837"/>
        </p:xfrm>
        <a:graphic>
          <a:graphicData uri="http://schemas.openxmlformats.org/presentationml/2006/ole">
            <mc:AlternateContent xmlns:mc="http://schemas.openxmlformats.org/markup-compatibility/2006">
              <mc:Choice xmlns:v="urn:schemas-microsoft-com:vml" Requires="v">
                <p:oleObj name="公式" r:id="rId2" imgW="19596100" imgH="4686300" progId="Equation.3">
                  <p:embed/>
                </p:oleObj>
              </mc:Choice>
              <mc:Fallback>
                <p:oleObj name="公式" r:id="rId2" imgW="19596100" imgH="4686300" progId="Equation.3">
                  <p:embed/>
                  <p:pic>
                    <p:nvPicPr>
                      <p:cNvPr id="470018" name="Object 2">
                        <a:extLst>
                          <a:ext uri="{FF2B5EF4-FFF2-40B4-BE49-F238E27FC236}">
                            <a16:creationId xmlns:a16="http://schemas.microsoft.com/office/drawing/2014/main" id="{4664E41C-4A9C-9D00-97E3-1308F9694E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826" y="2852739"/>
                        <a:ext cx="2003425"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0019" name="Object 3">
            <a:extLst>
              <a:ext uri="{FF2B5EF4-FFF2-40B4-BE49-F238E27FC236}">
                <a16:creationId xmlns:a16="http://schemas.microsoft.com/office/drawing/2014/main" id="{556D6B6C-C3DA-365B-0FC6-602F4FE974D9}"/>
              </a:ext>
            </a:extLst>
          </p:cNvPr>
          <p:cNvGraphicFramePr>
            <a:graphicFrameLocks noChangeAspect="1"/>
          </p:cNvGraphicFramePr>
          <p:nvPr/>
        </p:nvGraphicFramePr>
        <p:xfrm>
          <a:off x="6167439" y="1484314"/>
          <a:ext cx="4224337" cy="542925"/>
        </p:xfrm>
        <a:graphic>
          <a:graphicData uri="http://schemas.openxmlformats.org/presentationml/2006/ole">
            <mc:AlternateContent xmlns:mc="http://schemas.openxmlformats.org/markup-compatibility/2006">
              <mc:Choice xmlns:v="urn:schemas-microsoft-com:vml" Requires="v">
                <p:oleObj name="公式" r:id="rId4" imgW="45935900" imgH="5854700" progId="Equation.3">
                  <p:embed/>
                </p:oleObj>
              </mc:Choice>
              <mc:Fallback>
                <p:oleObj name="公式" r:id="rId4" imgW="45935900" imgH="5854700" progId="Equation.3">
                  <p:embed/>
                  <p:pic>
                    <p:nvPicPr>
                      <p:cNvPr id="470019" name="Object 3">
                        <a:extLst>
                          <a:ext uri="{FF2B5EF4-FFF2-40B4-BE49-F238E27FC236}">
                            <a16:creationId xmlns:a16="http://schemas.microsoft.com/office/drawing/2014/main" id="{556D6B6C-C3DA-365B-0FC6-602F4FE974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67439" y="1484314"/>
                        <a:ext cx="4224337"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0020" name="Rectangle 4">
            <a:extLst>
              <a:ext uri="{FF2B5EF4-FFF2-40B4-BE49-F238E27FC236}">
                <a16:creationId xmlns:a16="http://schemas.microsoft.com/office/drawing/2014/main" id="{3FCCA196-F974-61E5-3CD6-6ADA5EB30DB0}"/>
              </a:ext>
            </a:extLst>
          </p:cNvPr>
          <p:cNvSpPr>
            <a:spLocks noChangeArrowheads="1"/>
          </p:cNvSpPr>
          <p:nvPr/>
        </p:nvSpPr>
        <p:spPr bwMode="auto">
          <a:xfrm>
            <a:off x="1703388" y="404813"/>
            <a:ext cx="35988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n=</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10 </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0.1</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p>
        </p:txBody>
      </p:sp>
      <p:graphicFrame>
        <p:nvGraphicFramePr>
          <p:cNvPr id="470021" name="Object 5">
            <a:extLst>
              <a:ext uri="{FF2B5EF4-FFF2-40B4-BE49-F238E27FC236}">
                <a16:creationId xmlns:a16="http://schemas.microsoft.com/office/drawing/2014/main" id="{904F31E9-5AF3-B52A-AC9D-4A1F85F35592}"/>
              </a:ext>
            </a:extLst>
          </p:cNvPr>
          <p:cNvGraphicFramePr>
            <a:graphicFrameLocks noChangeAspect="1"/>
          </p:cNvGraphicFramePr>
          <p:nvPr/>
        </p:nvGraphicFramePr>
        <p:xfrm>
          <a:off x="4511676" y="404814"/>
          <a:ext cx="3846513" cy="623887"/>
        </p:xfrm>
        <a:graphic>
          <a:graphicData uri="http://schemas.openxmlformats.org/presentationml/2006/ole">
            <mc:AlternateContent xmlns:mc="http://schemas.openxmlformats.org/markup-compatibility/2006">
              <mc:Choice xmlns:v="urn:schemas-microsoft-com:vml" Requires="v">
                <p:oleObj name="公式" r:id="rId6" imgW="41833800" imgH="6731000" progId="Equation.3">
                  <p:embed/>
                </p:oleObj>
              </mc:Choice>
              <mc:Fallback>
                <p:oleObj name="公式" r:id="rId6" imgW="41833800" imgH="6731000" progId="Equation.3">
                  <p:embed/>
                  <p:pic>
                    <p:nvPicPr>
                      <p:cNvPr id="470021" name="Object 5">
                        <a:extLst>
                          <a:ext uri="{FF2B5EF4-FFF2-40B4-BE49-F238E27FC236}">
                            <a16:creationId xmlns:a16="http://schemas.microsoft.com/office/drawing/2014/main" id="{904F31E9-5AF3-B52A-AC9D-4A1F85F3559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11676" y="404814"/>
                        <a:ext cx="3846513" cy="623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0022" name="Object 6">
            <a:extLst>
              <a:ext uri="{FF2B5EF4-FFF2-40B4-BE49-F238E27FC236}">
                <a16:creationId xmlns:a16="http://schemas.microsoft.com/office/drawing/2014/main" id="{2452F139-9FAF-474C-3CCF-8DC29D2CABD3}"/>
              </a:ext>
            </a:extLst>
          </p:cNvPr>
          <p:cNvGraphicFramePr>
            <a:graphicFrameLocks noChangeAspect="1"/>
          </p:cNvGraphicFramePr>
          <p:nvPr/>
        </p:nvGraphicFramePr>
        <p:xfrm>
          <a:off x="1847850" y="1484314"/>
          <a:ext cx="3792538" cy="623887"/>
        </p:xfrm>
        <a:graphic>
          <a:graphicData uri="http://schemas.openxmlformats.org/presentationml/2006/ole">
            <mc:AlternateContent xmlns:mc="http://schemas.openxmlformats.org/markup-compatibility/2006">
              <mc:Choice xmlns:v="urn:schemas-microsoft-com:vml" Requires="v">
                <p:oleObj name="公式" r:id="rId8" imgW="41249600" imgH="6731000" progId="Equation.3">
                  <p:embed/>
                </p:oleObj>
              </mc:Choice>
              <mc:Fallback>
                <p:oleObj name="公式" r:id="rId8" imgW="41249600" imgH="6731000" progId="Equation.3">
                  <p:embed/>
                  <p:pic>
                    <p:nvPicPr>
                      <p:cNvPr id="470022" name="Object 6">
                        <a:extLst>
                          <a:ext uri="{FF2B5EF4-FFF2-40B4-BE49-F238E27FC236}">
                            <a16:creationId xmlns:a16="http://schemas.microsoft.com/office/drawing/2014/main" id="{2452F139-9FAF-474C-3CCF-8DC29D2CABD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47850" y="1484314"/>
                        <a:ext cx="3792538" cy="623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0023" name="Object 7">
            <a:extLst>
              <a:ext uri="{FF2B5EF4-FFF2-40B4-BE49-F238E27FC236}">
                <a16:creationId xmlns:a16="http://schemas.microsoft.com/office/drawing/2014/main" id="{E39E04FA-6CB5-6977-184C-F182C876C437}"/>
              </a:ext>
            </a:extLst>
          </p:cNvPr>
          <p:cNvGraphicFramePr>
            <a:graphicFrameLocks noChangeAspect="1"/>
          </p:cNvGraphicFramePr>
          <p:nvPr/>
        </p:nvGraphicFramePr>
        <p:xfrm>
          <a:off x="4295776" y="2708276"/>
          <a:ext cx="2074863" cy="866775"/>
        </p:xfrm>
        <a:graphic>
          <a:graphicData uri="http://schemas.openxmlformats.org/presentationml/2006/ole">
            <mc:AlternateContent xmlns:mc="http://schemas.openxmlformats.org/markup-compatibility/2006">
              <mc:Choice xmlns:v="urn:schemas-microsoft-com:vml" Requires="v">
                <p:oleObj name="公式" r:id="rId10" imgW="23114000" imgH="9652000" progId="Equation.3">
                  <p:embed/>
                </p:oleObj>
              </mc:Choice>
              <mc:Fallback>
                <p:oleObj name="公式" r:id="rId10" imgW="23114000" imgH="9652000" progId="Equation.3">
                  <p:embed/>
                  <p:pic>
                    <p:nvPicPr>
                      <p:cNvPr id="470023" name="Object 7">
                        <a:extLst>
                          <a:ext uri="{FF2B5EF4-FFF2-40B4-BE49-F238E27FC236}">
                            <a16:creationId xmlns:a16="http://schemas.microsoft.com/office/drawing/2014/main" id="{E39E04FA-6CB5-6977-184C-F182C876C43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95776" y="2708276"/>
                        <a:ext cx="2074863"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0024" name="Object 8">
            <a:extLst>
              <a:ext uri="{FF2B5EF4-FFF2-40B4-BE49-F238E27FC236}">
                <a16:creationId xmlns:a16="http://schemas.microsoft.com/office/drawing/2014/main" id="{764DA1A9-8271-7B26-0BED-069DF08FD1BD}"/>
              </a:ext>
            </a:extLst>
          </p:cNvPr>
          <p:cNvGraphicFramePr>
            <a:graphicFrameLocks noChangeAspect="1"/>
          </p:cNvGraphicFramePr>
          <p:nvPr/>
        </p:nvGraphicFramePr>
        <p:xfrm>
          <a:off x="6383338" y="2781300"/>
          <a:ext cx="3363912" cy="839788"/>
        </p:xfrm>
        <a:graphic>
          <a:graphicData uri="http://schemas.openxmlformats.org/presentationml/2006/ole">
            <mc:AlternateContent xmlns:mc="http://schemas.openxmlformats.org/markup-compatibility/2006">
              <mc:Choice xmlns:v="urn:schemas-microsoft-com:vml" Requires="v">
                <p:oleObj name="公式" r:id="rId12" imgW="37452300" imgH="9359900" progId="Equation.3">
                  <p:embed/>
                </p:oleObj>
              </mc:Choice>
              <mc:Fallback>
                <p:oleObj name="公式" r:id="rId12" imgW="37452300" imgH="9359900" progId="Equation.3">
                  <p:embed/>
                  <p:pic>
                    <p:nvPicPr>
                      <p:cNvPr id="470024" name="Object 8">
                        <a:extLst>
                          <a:ext uri="{FF2B5EF4-FFF2-40B4-BE49-F238E27FC236}">
                            <a16:creationId xmlns:a16="http://schemas.microsoft.com/office/drawing/2014/main" id="{764DA1A9-8271-7B26-0BED-069DF08FD1B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83338" y="2781300"/>
                        <a:ext cx="3363912" cy="839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0025" name="Object 9">
            <a:extLst>
              <a:ext uri="{FF2B5EF4-FFF2-40B4-BE49-F238E27FC236}">
                <a16:creationId xmlns:a16="http://schemas.microsoft.com/office/drawing/2014/main" id="{5E1BDF37-F274-1FCE-7074-409D6423617C}"/>
              </a:ext>
            </a:extLst>
          </p:cNvPr>
          <p:cNvGraphicFramePr>
            <a:graphicFrameLocks noChangeAspect="1"/>
          </p:cNvGraphicFramePr>
          <p:nvPr/>
        </p:nvGraphicFramePr>
        <p:xfrm>
          <a:off x="2914651" y="4149725"/>
          <a:ext cx="1101725" cy="471488"/>
        </p:xfrm>
        <a:graphic>
          <a:graphicData uri="http://schemas.openxmlformats.org/presentationml/2006/ole">
            <mc:AlternateContent xmlns:mc="http://schemas.openxmlformats.org/markup-compatibility/2006">
              <mc:Choice xmlns:v="urn:schemas-microsoft-com:vml" Requires="v">
                <p:oleObj name="公式" r:id="rId14" imgW="12293600" imgH="5270500" progId="Equation.3">
                  <p:embed/>
                </p:oleObj>
              </mc:Choice>
              <mc:Fallback>
                <p:oleObj name="公式" r:id="rId14" imgW="12293600" imgH="5270500" progId="Equation.3">
                  <p:embed/>
                  <p:pic>
                    <p:nvPicPr>
                      <p:cNvPr id="470025" name="Object 9">
                        <a:extLst>
                          <a:ext uri="{FF2B5EF4-FFF2-40B4-BE49-F238E27FC236}">
                            <a16:creationId xmlns:a16="http://schemas.microsoft.com/office/drawing/2014/main" id="{5E1BDF37-F274-1FCE-7074-409D642361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14651" y="4149725"/>
                        <a:ext cx="1101725"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0026" name="Rectangle 10">
            <a:extLst>
              <a:ext uri="{FF2B5EF4-FFF2-40B4-BE49-F238E27FC236}">
                <a16:creationId xmlns:a16="http://schemas.microsoft.com/office/drawing/2014/main" id="{57DFA832-8086-94D8-5AAA-3D45970D66F2}"/>
              </a:ext>
            </a:extLst>
          </p:cNvPr>
          <p:cNvSpPr>
            <a:spLocks noChangeArrowheads="1"/>
          </p:cNvSpPr>
          <p:nvPr/>
        </p:nvSpPr>
        <p:spPr bwMode="auto">
          <a:xfrm>
            <a:off x="4872038" y="4149726"/>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所以接受</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70027" name="Rectangle 11">
            <a:extLst>
              <a:ext uri="{FF2B5EF4-FFF2-40B4-BE49-F238E27FC236}">
                <a16:creationId xmlns:a16="http://schemas.microsoft.com/office/drawing/2014/main" id="{E1376F77-8622-EEAF-584D-D96F0A148084}"/>
              </a:ext>
            </a:extLst>
          </p:cNvPr>
          <p:cNvSpPr>
            <a:spLocks noChangeArrowheads="1"/>
          </p:cNvSpPr>
          <p:nvPr/>
        </p:nvSpPr>
        <p:spPr bwMode="auto">
          <a:xfrm>
            <a:off x="1847851" y="4149726"/>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470028" name="Rectangle 12">
            <a:extLst>
              <a:ext uri="{FF2B5EF4-FFF2-40B4-BE49-F238E27FC236}">
                <a16:creationId xmlns:a16="http://schemas.microsoft.com/office/drawing/2014/main" id="{6025D877-4071-5D4D-5F8B-2A7CC94B8C46}"/>
              </a:ext>
            </a:extLst>
          </p:cNvPr>
          <p:cNvSpPr>
            <a:spLocks noChangeArrowheads="1"/>
          </p:cNvSpPr>
          <p:nvPr/>
        </p:nvSpPr>
        <p:spPr bwMode="auto">
          <a:xfrm>
            <a:off x="1847851" y="4941888"/>
            <a:ext cx="8569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即在显著性水平</a:t>
            </a:r>
            <a:r>
              <a:rPr kumimoji="1" lang="el-GR" altLang="zh-CN" sz="2800" b="1" i="1">
                <a:solidFill>
                  <a:srgbClr val="007A77"/>
                </a:solidFill>
                <a:latin typeface="Times New Roman" panose="02020603050405020304" pitchFamily="18" charset="0"/>
                <a:ea typeface="楷体_GB2312" pitchFamily="49" charset="-122"/>
              </a:rPr>
              <a:t>α</a:t>
            </a:r>
            <a:r>
              <a:rPr kumimoji="1" lang="en-US" altLang="zh-CN" sz="2800" b="1">
                <a:solidFill>
                  <a:srgbClr val="007A77"/>
                </a:solidFill>
                <a:latin typeface="Times New Roman" panose="02020603050405020304" pitchFamily="18" charset="0"/>
                <a:ea typeface="楷体_GB2312" pitchFamily="49" charset="-122"/>
              </a:rPr>
              <a:t>=0.1</a:t>
            </a:r>
            <a:r>
              <a:rPr kumimoji="1" lang="zh-CN" altLang="en-US" sz="2800" b="1">
                <a:solidFill>
                  <a:srgbClr val="007A77"/>
                </a:solidFill>
                <a:latin typeface="Times New Roman" panose="02020603050405020304" pitchFamily="18" charset="0"/>
                <a:ea typeface="楷体_GB2312" pitchFamily="49" charset="-122"/>
              </a:rPr>
              <a:t>下，认为方差与</a:t>
            </a:r>
            <a:r>
              <a:rPr kumimoji="1" lang="en-US" altLang="zh-CN" sz="2800" b="1">
                <a:solidFill>
                  <a:srgbClr val="007A77"/>
                </a:solidFill>
                <a:latin typeface="Times New Roman" panose="02020603050405020304" pitchFamily="18" charset="0"/>
                <a:ea typeface="楷体_GB2312" pitchFamily="49" charset="-122"/>
              </a:rPr>
              <a:t>60</a:t>
            </a:r>
            <a:r>
              <a:rPr kumimoji="1" lang="zh-CN" altLang="en-US" sz="2800" b="1">
                <a:solidFill>
                  <a:srgbClr val="007A77"/>
                </a:solidFill>
                <a:latin typeface="Times New Roman" panose="02020603050405020304" pitchFamily="18" charset="0"/>
                <a:ea typeface="楷体_GB2312" pitchFamily="49" charset="-122"/>
              </a:rPr>
              <a:t>无显著差异</a:t>
            </a:r>
            <a:r>
              <a:rPr kumimoji="1" lang="en-US" altLang="zh-CN"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70020"/>
                                        </p:tgtEl>
                                        <p:attrNameLst>
                                          <p:attrName>style.visibility</p:attrName>
                                        </p:attrNameLst>
                                      </p:cBhvr>
                                      <p:to>
                                        <p:strVal val="visible"/>
                                      </p:to>
                                    </p:set>
                                    <p:animEffect transition="in" filter="wipe(left)">
                                      <p:cBhvr>
                                        <p:cTn id="7" dur="500"/>
                                        <p:tgtEl>
                                          <p:spTgt spid="4700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70021"/>
                                        </p:tgtEl>
                                        <p:attrNameLst>
                                          <p:attrName>style.visibility</p:attrName>
                                        </p:attrNameLst>
                                      </p:cBhvr>
                                      <p:to>
                                        <p:strVal val="visible"/>
                                      </p:to>
                                    </p:set>
                                    <p:animEffect transition="in" filter="wipe(left)">
                                      <p:cBhvr>
                                        <p:cTn id="12" dur="1000"/>
                                        <p:tgtEl>
                                          <p:spTgt spid="4700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70022"/>
                                        </p:tgtEl>
                                        <p:attrNameLst>
                                          <p:attrName>style.visibility</p:attrName>
                                        </p:attrNameLst>
                                      </p:cBhvr>
                                      <p:to>
                                        <p:strVal val="visible"/>
                                      </p:to>
                                    </p:set>
                                    <p:animEffect transition="in" filter="wipe(left)">
                                      <p:cBhvr>
                                        <p:cTn id="17" dur="1000"/>
                                        <p:tgtEl>
                                          <p:spTgt spid="4700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70019"/>
                                        </p:tgtEl>
                                        <p:attrNameLst>
                                          <p:attrName>style.visibility</p:attrName>
                                        </p:attrNameLst>
                                      </p:cBhvr>
                                      <p:to>
                                        <p:strVal val="visible"/>
                                      </p:to>
                                    </p:set>
                                    <p:animEffect transition="in" filter="wipe(left)">
                                      <p:cBhvr>
                                        <p:cTn id="22" dur="1000"/>
                                        <p:tgtEl>
                                          <p:spTgt spid="4700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70018"/>
                                        </p:tgtEl>
                                        <p:attrNameLst>
                                          <p:attrName>style.visibility</p:attrName>
                                        </p:attrNameLst>
                                      </p:cBhvr>
                                      <p:to>
                                        <p:strVal val="visible"/>
                                      </p:to>
                                    </p:set>
                                    <p:animEffect transition="in" filter="wipe(left)">
                                      <p:cBhvr>
                                        <p:cTn id="27" dur="1000"/>
                                        <p:tgtEl>
                                          <p:spTgt spid="4700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70023"/>
                                        </p:tgtEl>
                                        <p:attrNameLst>
                                          <p:attrName>style.visibility</p:attrName>
                                        </p:attrNameLst>
                                      </p:cBhvr>
                                      <p:to>
                                        <p:strVal val="visible"/>
                                      </p:to>
                                    </p:set>
                                    <p:animEffect transition="in" filter="wipe(left)">
                                      <p:cBhvr>
                                        <p:cTn id="32" dur="1000"/>
                                        <p:tgtEl>
                                          <p:spTgt spid="47002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70024"/>
                                        </p:tgtEl>
                                        <p:attrNameLst>
                                          <p:attrName>style.visibility</p:attrName>
                                        </p:attrNameLst>
                                      </p:cBhvr>
                                      <p:to>
                                        <p:strVal val="visible"/>
                                      </p:to>
                                    </p:set>
                                    <p:animEffect transition="in" filter="wipe(left)">
                                      <p:cBhvr>
                                        <p:cTn id="37" dur="1000"/>
                                        <p:tgtEl>
                                          <p:spTgt spid="47002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70027"/>
                                        </p:tgtEl>
                                        <p:attrNameLst>
                                          <p:attrName>style.visibility</p:attrName>
                                        </p:attrNameLst>
                                      </p:cBhvr>
                                      <p:to>
                                        <p:strVal val="visible"/>
                                      </p:to>
                                    </p:set>
                                    <p:animEffect transition="in" filter="wipe(left)">
                                      <p:cBhvr>
                                        <p:cTn id="42" dur="1000"/>
                                        <p:tgtEl>
                                          <p:spTgt spid="470027"/>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470025"/>
                                        </p:tgtEl>
                                        <p:attrNameLst>
                                          <p:attrName>style.visibility</p:attrName>
                                        </p:attrNameLst>
                                      </p:cBhvr>
                                      <p:to>
                                        <p:strVal val="visible"/>
                                      </p:to>
                                    </p:set>
                                    <p:animEffect transition="in" filter="wipe(left)">
                                      <p:cBhvr>
                                        <p:cTn id="46" dur="1000"/>
                                        <p:tgtEl>
                                          <p:spTgt spid="470025"/>
                                        </p:tgtEl>
                                      </p:cBhvr>
                                    </p:animEffect>
                                  </p:childTnLst>
                                </p:cTn>
                              </p:par>
                            </p:childTnLst>
                          </p:cTn>
                        </p:par>
                        <p:par>
                          <p:cTn id="47" fill="hold" nodeType="afterGroup">
                            <p:stCondLst>
                              <p:cond delay="2000"/>
                            </p:stCondLst>
                            <p:childTnLst>
                              <p:par>
                                <p:cTn id="48" presetID="22" presetClass="entr" presetSubtype="8" fill="hold" nodeType="afterEffect">
                                  <p:stCondLst>
                                    <p:cond delay="0"/>
                                  </p:stCondLst>
                                  <p:childTnLst>
                                    <p:set>
                                      <p:cBhvr>
                                        <p:cTn id="49" dur="1" fill="hold">
                                          <p:stCondLst>
                                            <p:cond delay="0"/>
                                          </p:stCondLst>
                                        </p:cTn>
                                        <p:tgtEl>
                                          <p:spTgt spid="470026"/>
                                        </p:tgtEl>
                                        <p:attrNameLst>
                                          <p:attrName>style.visibility</p:attrName>
                                        </p:attrNameLst>
                                      </p:cBhvr>
                                      <p:to>
                                        <p:strVal val="visible"/>
                                      </p:to>
                                    </p:set>
                                    <p:animEffect transition="in" filter="wipe(left)">
                                      <p:cBhvr>
                                        <p:cTn id="50" dur="1000"/>
                                        <p:tgtEl>
                                          <p:spTgt spid="47002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470028"/>
                                        </p:tgtEl>
                                        <p:attrNameLst>
                                          <p:attrName>style.visibility</p:attrName>
                                        </p:attrNameLst>
                                      </p:cBhvr>
                                      <p:to>
                                        <p:strVal val="visible"/>
                                      </p:to>
                                    </p:set>
                                    <p:animEffect transition="in" filter="wipe(left)">
                                      <p:cBhvr>
                                        <p:cTn id="55" dur="1000"/>
                                        <p:tgtEl>
                                          <p:spTgt spid="470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20" grpId="0"/>
      <p:bldP spid="470026" grpId="0"/>
      <p:bldP spid="470027" grpId="0"/>
      <p:bldP spid="47002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a:extLst>
              <a:ext uri="{FF2B5EF4-FFF2-40B4-BE49-F238E27FC236}">
                <a16:creationId xmlns:a16="http://schemas.microsoft.com/office/drawing/2014/main" id="{557B5BB7-EF99-8493-165A-F11F4BB7092F}"/>
              </a:ext>
            </a:extLst>
          </p:cNvPr>
          <p:cNvSpPr>
            <a:spLocks noChangeArrowheads="1"/>
          </p:cNvSpPr>
          <p:nvPr/>
        </p:nvSpPr>
        <p:spPr bwMode="auto">
          <a:xfrm>
            <a:off x="1774826" y="260351"/>
            <a:ext cx="7921625" cy="338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zh-CN"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5.</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某种导线，要求其电阻的标准差不得超过</a:t>
            </a:r>
            <a:r>
              <a:rPr kumimoji="1" lang="en-US" altLang="zh-CN" sz="2800" b="1">
                <a:solidFill>
                  <a:srgbClr val="007A77"/>
                </a:solidFill>
                <a:latin typeface="Times New Roman" panose="02020603050405020304" pitchFamily="18" charset="0"/>
                <a:ea typeface="楷体_GB2312" pitchFamily="49" charset="-122"/>
              </a:rPr>
              <a:t>0.005</a:t>
            </a:r>
            <a:r>
              <a:rPr kumimoji="1" lang="zh-CN" altLang="en-US" sz="2800" b="1">
                <a:solidFill>
                  <a:srgbClr val="007A77"/>
                </a:solidFill>
                <a:latin typeface="Times New Roman" panose="02020603050405020304" pitchFamily="18" charset="0"/>
                <a:ea typeface="楷体_GB2312" pitchFamily="49" charset="-122"/>
              </a:rPr>
              <a:t>欧姆，今在生产的一批导线中取样本</a:t>
            </a:r>
            <a:r>
              <a:rPr kumimoji="1" lang="en-US" altLang="zh-CN" sz="2800" b="1">
                <a:solidFill>
                  <a:srgbClr val="007A77"/>
                </a:solidFill>
                <a:latin typeface="Times New Roman" panose="02020603050405020304" pitchFamily="18" charset="0"/>
                <a:ea typeface="楷体_GB2312" pitchFamily="49" charset="-122"/>
              </a:rPr>
              <a:t>9</a:t>
            </a:r>
            <a:r>
              <a:rPr kumimoji="1" lang="zh-CN" altLang="en-US" sz="2800" b="1">
                <a:solidFill>
                  <a:srgbClr val="007A77"/>
                </a:solidFill>
                <a:latin typeface="Times New Roman" panose="02020603050405020304" pitchFamily="18" charset="0"/>
                <a:ea typeface="楷体_GB2312" pitchFamily="49" charset="-122"/>
              </a:rPr>
              <a:t>根，测得</a:t>
            </a:r>
            <a:r>
              <a:rPr kumimoji="1" lang="en-US" altLang="zh-CN" sz="2800" b="1" i="1">
                <a:solidFill>
                  <a:srgbClr val="007A77"/>
                </a:solidFill>
                <a:latin typeface="Times New Roman" panose="02020603050405020304" pitchFamily="18" charset="0"/>
                <a:ea typeface="楷体_GB2312" pitchFamily="49" charset="-122"/>
              </a:rPr>
              <a:t>s</a:t>
            </a:r>
            <a:r>
              <a:rPr kumimoji="1" lang="en-US" altLang="zh-CN" sz="2800" b="1">
                <a:solidFill>
                  <a:srgbClr val="007A77"/>
                </a:solidFill>
                <a:latin typeface="Times New Roman" panose="02020603050405020304" pitchFamily="18" charset="0"/>
                <a:ea typeface="楷体_GB2312" pitchFamily="49" charset="-122"/>
              </a:rPr>
              <a:t>=0.007</a:t>
            </a:r>
            <a:r>
              <a:rPr kumimoji="1" lang="zh-CN" altLang="en-US" sz="2800" b="1">
                <a:solidFill>
                  <a:srgbClr val="007A77"/>
                </a:solidFill>
                <a:latin typeface="Times New Roman" panose="02020603050405020304" pitchFamily="18" charset="0"/>
                <a:ea typeface="楷体_GB2312" pitchFamily="49" charset="-122"/>
              </a:rPr>
              <a:t>欧姆</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设总体服从正态分布，参数均未知，问在显著性水平</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=0.05</a:t>
            </a:r>
            <a:r>
              <a:rPr kumimoji="1" lang="zh-CN" altLang="en-US" sz="2800" b="1">
                <a:solidFill>
                  <a:srgbClr val="007A77"/>
                </a:solidFill>
                <a:latin typeface="Times New Roman" panose="02020603050405020304" pitchFamily="18" charset="0"/>
                <a:ea typeface="楷体_GB2312" pitchFamily="49" charset="-122"/>
              </a:rPr>
              <a:t>下，能否认为这批导线的标准差显著地偏大？</a:t>
            </a:r>
          </a:p>
        </p:txBody>
      </p:sp>
      <p:sp>
        <p:nvSpPr>
          <p:cNvPr id="471043" name="Rectangle 3">
            <a:extLst>
              <a:ext uri="{FF2B5EF4-FFF2-40B4-BE49-F238E27FC236}">
                <a16:creationId xmlns:a16="http://schemas.microsoft.com/office/drawing/2014/main" id="{96FE9439-16A9-3FA3-BDF9-53D58352F266}"/>
              </a:ext>
            </a:extLst>
          </p:cNvPr>
          <p:cNvSpPr>
            <a:spLocks noChangeArrowheads="1"/>
          </p:cNvSpPr>
          <p:nvPr/>
        </p:nvSpPr>
        <p:spPr bwMode="auto">
          <a:xfrm>
            <a:off x="1774826" y="3716339"/>
            <a:ext cx="18002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r>
              <a:rPr kumimoji="1" lang="en-US" altLang="zh-CN" sz="3200" b="1">
                <a:solidFill>
                  <a:srgbClr val="0000FF"/>
                </a:solidFill>
                <a:latin typeface="Times New Roman" panose="02020603050405020304" pitchFamily="18" charset="0"/>
                <a:ea typeface="楷体_GB2312" pitchFamily="49" charset="-122"/>
              </a:rPr>
              <a:t>:</a:t>
            </a:r>
          </a:p>
        </p:txBody>
      </p:sp>
      <p:grpSp>
        <p:nvGrpSpPr>
          <p:cNvPr id="471044" name="Group 4">
            <a:extLst>
              <a:ext uri="{FF2B5EF4-FFF2-40B4-BE49-F238E27FC236}">
                <a16:creationId xmlns:a16="http://schemas.microsoft.com/office/drawing/2014/main" id="{876900AB-D1FA-2513-4E52-8A63E44C40DD}"/>
              </a:ext>
            </a:extLst>
          </p:cNvPr>
          <p:cNvGrpSpPr>
            <a:grpSpLocks/>
          </p:cNvGrpSpPr>
          <p:nvPr/>
        </p:nvGrpSpPr>
        <p:grpSpPr bwMode="auto">
          <a:xfrm>
            <a:off x="1992313" y="4365625"/>
            <a:ext cx="4165600" cy="566738"/>
            <a:chOff x="295" y="2840"/>
            <a:chExt cx="2624" cy="357"/>
          </a:xfrm>
        </p:grpSpPr>
        <p:graphicFrame>
          <p:nvGraphicFramePr>
            <p:cNvPr id="471045" name="Object 5">
              <a:extLst>
                <a:ext uri="{FF2B5EF4-FFF2-40B4-BE49-F238E27FC236}">
                  <a16:creationId xmlns:a16="http://schemas.microsoft.com/office/drawing/2014/main" id="{4EA36DE4-921A-545F-4E41-D18311FFBCA1}"/>
                </a:ext>
              </a:extLst>
            </p:cNvPr>
            <p:cNvGraphicFramePr>
              <a:graphicFrameLocks noChangeAspect="1"/>
            </p:cNvGraphicFramePr>
            <p:nvPr/>
          </p:nvGraphicFramePr>
          <p:xfrm>
            <a:off x="1202" y="2840"/>
            <a:ext cx="1717" cy="357"/>
          </p:xfrm>
          <a:graphic>
            <a:graphicData uri="http://schemas.openxmlformats.org/presentationml/2006/ole">
              <mc:AlternateContent xmlns:mc="http://schemas.openxmlformats.org/markup-compatibility/2006">
                <mc:Choice xmlns:v="urn:schemas-microsoft-com:vml" Requires="v">
                  <p:oleObj name="公式" r:id="rId2" imgW="26619200" imgH="5562600" progId="Equation.3">
                    <p:embed/>
                  </p:oleObj>
                </mc:Choice>
                <mc:Fallback>
                  <p:oleObj name="公式" r:id="rId2" imgW="26619200" imgH="5562600" progId="Equation.3">
                    <p:embed/>
                    <p:pic>
                      <p:nvPicPr>
                        <p:cNvPr id="471045" name="Object 5">
                          <a:extLst>
                            <a:ext uri="{FF2B5EF4-FFF2-40B4-BE49-F238E27FC236}">
                              <a16:creationId xmlns:a16="http://schemas.microsoft.com/office/drawing/2014/main" id="{4EA36DE4-921A-545F-4E41-D18311FFBC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2" y="2840"/>
                          <a:ext cx="1717" cy="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046" name="Text Box 6">
              <a:extLst>
                <a:ext uri="{FF2B5EF4-FFF2-40B4-BE49-F238E27FC236}">
                  <a16:creationId xmlns:a16="http://schemas.microsoft.com/office/drawing/2014/main" id="{76B0BA70-36A9-05B6-E1EB-A46B8F01860B}"/>
                </a:ext>
              </a:extLst>
            </p:cNvPr>
            <p:cNvSpPr txBox="1">
              <a:spLocks noChangeArrowheads="1"/>
            </p:cNvSpPr>
            <p:nvPr/>
          </p:nvSpPr>
          <p:spPr bwMode="auto">
            <a:xfrm>
              <a:off x="295" y="2840"/>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71047" name="Group 7">
            <a:extLst>
              <a:ext uri="{FF2B5EF4-FFF2-40B4-BE49-F238E27FC236}">
                <a16:creationId xmlns:a16="http://schemas.microsoft.com/office/drawing/2014/main" id="{37EC6E98-20E0-408D-DFA0-79FE209E0779}"/>
              </a:ext>
            </a:extLst>
          </p:cNvPr>
          <p:cNvGrpSpPr>
            <a:grpSpLocks/>
          </p:cNvGrpSpPr>
          <p:nvPr/>
        </p:nvGrpSpPr>
        <p:grpSpPr bwMode="auto">
          <a:xfrm>
            <a:off x="6240464" y="4365626"/>
            <a:ext cx="4160837" cy="538163"/>
            <a:chOff x="2971" y="2750"/>
            <a:chExt cx="2621" cy="339"/>
          </a:xfrm>
        </p:grpSpPr>
        <p:sp>
          <p:nvSpPr>
            <p:cNvPr id="471048" name="Text Box 8">
              <a:extLst>
                <a:ext uri="{FF2B5EF4-FFF2-40B4-BE49-F238E27FC236}">
                  <a16:creationId xmlns:a16="http://schemas.microsoft.com/office/drawing/2014/main" id="{D99CFB3C-B1E5-2F5D-7A14-FC67239BD8CC}"/>
                </a:ext>
              </a:extLst>
            </p:cNvPr>
            <p:cNvSpPr txBox="1">
              <a:spLocks noChangeArrowheads="1"/>
            </p:cNvSpPr>
            <p:nvPr/>
          </p:nvSpPr>
          <p:spPr bwMode="auto">
            <a:xfrm>
              <a:off x="2971" y="2750"/>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71049" name="Object 9">
              <a:extLst>
                <a:ext uri="{FF2B5EF4-FFF2-40B4-BE49-F238E27FC236}">
                  <a16:creationId xmlns:a16="http://schemas.microsoft.com/office/drawing/2014/main" id="{351A2726-F27A-5AF4-F7F3-84FF14A16AF6}"/>
                </a:ext>
              </a:extLst>
            </p:cNvPr>
            <p:cNvGraphicFramePr>
              <a:graphicFrameLocks noChangeAspect="1"/>
            </p:cNvGraphicFramePr>
            <p:nvPr/>
          </p:nvGraphicFramePr>
          <p:xfrm>
            <a:off x="3969" y="2750"/>
            <a:ext cx="1623" cy="339"/>
          </p:xfrm>
          <a:graphic>
            <a:graphicData uri="http://schemas.openxmlformats.org/presentationml/2006/ole">
              <mc:AlternateContent xmlns:mc="http://schemas.openxmlformats.org/markup-compatibility/2006">
                <mc:Choice xmlns:v="urn:schemas-microsoft-com:vml" Requires="v">
                  <p:oleObj name="公式" r:id="rId4" imgW="25158700" imgH="5270500" progId="Equation.3">
                    <p:embed/>
                  </p:oleObj>
                </mc:Choice>
                <mc:Fallback>
                  <p:oleObj name="公式" r:id="rId4" imgW="25158700" imgH="5270500" progId="Equation.3">
                    <p:embed/>
                    <p:pic>
                      <p:nvPicPr>
                        <p:cNvPr id="471049" name="Object 9">
                          <a:extLst>
                            <a:ext uri="{FF2B5EF4-FFF2-40B4-BE49-F238E27FC236}">
                              <a16:creationId xmlns:a16="http://schemas.microsoft.com/office/drawing/2014/main" id="{351A2726-F27A-5AF4-F7F3-84FF14A16A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9" y="2750"/>
                          <a:ext cx="1623"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71050" name="Rectangle 10">
            <a:extLst>
              <a:ext uri="{FF2B5EF4-FFF2-40B4-BE49-F238E27FC236}">
                <a16:creationId xmlns:a16="http://schemas.microsoft.com/office/drawing/2014/main" id="{AEBC7830-65EE-10F9-A33C-33EEB542528C}"/>
              </a:ext>
            </a:extLst>
          </p:cNvPr>
          <p:cNvSpPr>
            <a:spLocks noChangeArrowheads="1"/>
          </p:cNvSpPr>
          <p:nvPr/>
        </p:nvSpPr>
        <p:spPr bwMode="auto">
          <a:xfrm>
            <a:off x="2279650" y="5084763"/>
            <a:ext cx="30241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71051" name="Text Box 11">
            <a:extLst>
              <a:ext uri="{FF2B5EF4-FFF2-40B4-BE49-F238E27FC236}">
                <a16:creationId xmlns:a16="http://schemas.microsoft.com/office/drawing/2014/main" id="{2C29A4C3-1692-AF47-A6F1-E5A05242E6F4}"/>
              </a:ext>
            </a:extLst>
          </p:cNvPr>
          <p:cNvSpPr txBox="1">
            <a:spLocks noChangeArrowheads="1"/>
          </p:cNvSpPr>
          <p:nvPr/>
        </p:nvSpPr>
        <p:spPr bwMode="auto">
          <a:xfrm>
            <a:off x="2495550" y="5876926"/>
            <a:ext cx="1943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aphicFrame>
        <p:nvGraphicFramePr>
          <p:cNvPr id="471052" name="Object 12">
            <a:extLst>
              <a:ext uri="{FF2B5EF4-FFF2-40B4-BE49-F238E27FC236}">
                <a16:creationId xmlns:a16="http://schemas.microsoft.com/office/drawing/2014/main" id="{5317B8F4-DD62-1718-E61D-BC09B5C67BEA}"/>
              </a:ext>
            </a:extLst>
          </p:cNvPr>
          <p:cNvGraphicFramePr>
            <a:graphicFrameLocks noChangeAspect="1"/>
          </p:cNvGraphicFramePr>
          <p:nvPr/>
        </p:nvGraphicFramePr>
        <p:xfrm>
          <a:off x="4727576" y="4941889"/>
          <a:ext cx="2074863" cy="866775"/>
        </p:xfrm>
        <a:graphic>
          <a:graphicData uri="http://schemas.openxmlformats.org/presentationml/2006/ole">
            <mc:AlternateContent xmlns:mc="http://schemas.openxmlformats.org/markup-compatibility/2006">
              <mc:Choice xmlns:v="urn:schemas-microsoft-com:vml" Requires="v">
                <p:oleObj name="公式" r:id="rId6" imgW="23114000" imgH="9652000" progId="Equation.3">
                  <p:embed/>
                </p:oleObj>
              </mc:Choice>
              <mc:Fallback>
                <p:oleObj name="公式" r:id="rId6" imgW="23114000" imgH="9652000" progId="Equation.3">
                  <p:embed/>
                  <p:pic>
                    <p:nvPicPr>
                      <p:cNvPr id="471052" name="Object 12">
                        <a:extLst>
                          <a:ext uri="{FF2B5EF4-FFF2-40B4-BE49-F238E27FC236}">
                            <a16:creationId xmlns:a16="http://schemas.microsoft.com/office/drawing/2014/main" id="{5317B8F4-DD62-1718-E61D-BC09B5C67BE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7576" y="4941889"/>
                        <a:ext cx="2074863"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053" name="Object 13">
            <a:extLst>
              <a:ext uri="{FF2B5EF4-FFF2-40B4-BE49-F238E27FC236}">
                <a16:creationId xmlns:a16="http://schemas.microsoft.com/office/drawing/2014/main" id="{BDAB42CA-49B2-7D0F-425A-5D145B1B218A}"/>
              </a:ext>
            </a:extLst>
          </p:cNvPr>
          <p:cNvGraphicFramePr>
            <a:graphicFrameLocks noChangeAspect="1"/>
          </p:cNvGraphicFramePr>
          <p:nvPr/>
        </p:nvGraphicFramePr>
        <p:xfrm>
          <a:off x="4583113" y="5876926"/>
          <a:ext cx="2959100" cy="542925"/>
        </p:xfrm>
        <a:graphic>
          <a:graphicData uri="http://schemas.openxmlformats.org/presentationml/2006/ole">
            <mc:AlternateContent xmlns:mc="http://schemas.openxmlformats.org/markup-compatibility/2006">
              <mc:Choice xmlns:v="urn:schemas-microsoft-com:vml" Requires="v">
                <p:oleObj name="公式" r:id="rId8" imgW="32181800" imgH="5854700" progId="Equation.3">
                  <p:embed/>
                </p:oleObj>
              </mc:Choice>
              <mc:Fallback>
                <p:oleObj name="公式" r:id="rId8" imgW="32181800" imgH="5854700" progId="Equation.3">
                  <p:embed/>
                  <p:pic>
                    <p:nvPicPr>
                      <p:cNvPr id="471053" name="Object 13">
                        <a:extLst>
                          <a:ext uri="{FF2B5EF4-FFF2-40B4-BE49-F238E27FC236}">
                            <a16:creationId xmlns:a16="http://schemas.microsoft.com/office/drawing/2014/main" id="{BDAB42CA-49B2-7D0F-425A-5D145B1B218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83113" y="5876926"/>
                        <a:ext cx="2959100"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054" name="Object 14">
            <a:extLst>
              <a:ext uri="{FF2B5EF4-FFF2-40B4-BE49-F238E27FC236}">
                <a16:creationId xmlns:a16="http://schemas.microsoft.com/office/drawing/2014/main" id="{160CFD9D-78C7-B05D-116D-0A34FB5CC2E8}"/>
              </a:ext>
            </a:extLst>
          </p:cNvPr>
          <p:cNvGraphicFramePr>
            <a:graphicFrameLocks noChangeAspect="1"/>
          </p:cNvGraphicFramePr>
          <p:nvPr/>
        </p:nvGraphicFramePr>
        <p:xfrm>
          <a:off x="2711450" y="3716338"/>
          <a:ext cx="3354388" cy="506412"/>
        </p:xfrm>
        <a:graphic>
          <a:graphicData uri="http://schemas.openxmlformats.org/presentationml/2006/ole">
            <mc:AlternateContent xmlns:mc="http://schemas.openxmlformats.org/markup-compatibility/2006">
              <mc:Choice xmlns:v="urn:schemas-microsoft-com:vml" Requires="v">
                <p:oleObj name="公式" r:id="rId10" imgW="31013400" imgH="4686300" progId="Equation.3">
                  <p:embed/>
                </p:oleObj>
              </mc:Choice>
              <mc:Fallback>
                <p:oleObj name="公式" r:id="rId10" imgW="31013400" imgH="4686300" progId="Equation.3">
                  <p:embed/>
                  <p:pic>
                    <p:nvPicPr>
                      <p:cNvPr id="471054" name="Object 14">
                        <a:extLst>
                          <a:ext uri="{FF2B5EF4-FFF2-40B4-BE49-F238E27FC236}">
                            <a16:creationId xmlns:a16="http://schemas.microsoft.com/office/drawing/2014/main" id="{160CFD9D-78C7-B05D-116D-0A34FB5CC2E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11450" y="3716338"/>
                        <a:ext cx="3354388" cy="506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471042"/>
                                        </p:tgtEl>
                                        <p:attrNameLst>
                                          <p:attrName>style.visibility</p:attrName>
                                        </p:attrNameLst>
                                      </p:cBhvr>
                                      <p:to>
                                        <p:strVal val="visible"/>
                                      </p:to>
                                    </p:set>
                                    <p:anim calcmode="lin" valueType="num">
                                      <p:cBhvr>
                                        <p:cTn id="7" dur="1000" fill="hold"/>
                                        <p:tgtEl>
                                          <p:spTgt spid="471042"/>
                                        </p:tgtEl>
                                        <p:attrNameLst>
                                          <p:attrName>ppt_w</p:attrName>
                                        </p:attrNameLst>
                                      </p:cBhvr>
                                      <p:tavLst>
                                        <p:tav tm="0">
                                          <p:val>
                                            <p:strVal val="2/3*#ppt_w"/>
                                          </p:val>
                                        </p:tav>
                                        <p:tav tm="100000">
                                          <p:val>
                                            <p:strVal val="#ppt_w"/>
                                          </p:val>
                                        </p:tav>
                                      </p:tavLst>
                                    </p:anim>
                                    <p:anim calcmode="lin" valueType="num">
                                      <p:cBhvr>
                                        <p:cTn id="8" dur="1000" fill="hold"/>
                                        <p:tgtEl>
                                          <p:spTgt spid="471042"/>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47104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71054"/>
                                        </p:tgtEl>
                                        <p:attrNameLst>
                                          <p:attrName>style.visibility</p:attrName>
                                        </p:attrNameLst>
                                      </p:cBhvr>
                                      <p:to>
                                        <p:strVal val="visible"/>
                                      </p:to>
                                    </p:set>
                                    <p:animEffect transition="in" filter="wipe(left)">
                                      <p:cBhvr>
                                        <p:cTn id="17" dur="1000"/>
                                        <p:tgtEl>
                                          <p:spTgt spid="4710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71047"/>
                                        </p:tgtEl>
                                        <p:attrNameLst>
                                          <p:attrName>style.visibility</p:attrName>
                                        </p:attrNameLst>
                                      </p:cBhvr>
                                      <p:to>
                                        <p:strVal val="visible"/>
                                      </p:to>
                                    </p:set>
                                    <p:animEffect transition="in" filter="wipe(left)">
                                      <p:cBhvr>
                                        <p:cTn id="22" dur="1000"/>
                                        <p:tgtEl>
                                          <p:spTgt spid="471047"/>
                                        </p:tgtEl>
                                      </p:cBhvr>
                                    </p:animEffect>
                                  </p:childTnLst>
                                </p:cTn>
                              </p:par>
                            </p:childTnLst>
                          </p:cTn>
                        </p:par>
                        <p:par>
                          <p:cTn id="23" fill="hold" nodeType="afterGroup">
                            <p:stCondLst>
                              <p:cond delay="1000"/>
                            </p:stCondLst>
                            <p:childTnLst>
                              <p:par>
                                <p:cTn id="24" presetID="22" presetClass="entr" presetSubtype="8" fill="hold" nodeType="afterEffect">
                                  <p:stCondLst>
                                    <p:cond delay="0"/>
                                  </p:stCondLst>
                                  <p:childTnLst>
                                    <p:set>
                                      <p:cBhvr>
                                        <p:cTn id="25" dur="1" fill="hold">
                                          <p:stCondLst>
                                            <p:cond delay="0"/>
                                          </p:stCondLst>
                                        </p:cTn>
                                        <p:tgtEl>
                                          <p:spTgt spid="471044"/>
                                        </p:tgtEl>
                                        <p:attrNameLst>
                                          <p:attrName>style.visibility</p:attrName>
                                        </p:attrNameLst>
                                      </p:cBhvr>
                                      <p:to>
                                        <p:strVal val="visible"/>
                                      </p:to>
                                    </p:set>
                                    <p:animEffect transition="in" filter="wipe(left)">
                                      <p:cBhvr>
                                        <p:cTn id="26" dur="1000"/>
                                        <p:tgtEl>
                                          <p:spTgt spid="47104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71050"/>
                                        </p:tgtEl>
                                        <p:attrNameLst>
                                          <p:attrName>style.visibility</p:attrName>
                                        </p:attrNameLst>
                                      </p:cBhvr>
                                      <p:to>
                                        <p:strVal val="visible"/>
                                      </p:to>
                                    </p:set>
                                    <p:animEffect transition="in" filter="wipe(left)">
                                      <p:cBhvr>
                                        <p:cTn id="31" dur="1000"/>
                                        <p:tgtEl>
                                          <p:spTgt spid="471050"/>
                                        </p:tgtEl>
                                      </p:cBhvr>
                                    </p:animEffect>
                                  </p:childTnLst>
                                </p:cTn>
                              </p:par>
                            </p:childTnLst>
                          </p:cTn>
                        </p:par>
                        <p:par>
                          <p:cTn id="32" fill="hold" nodeType="afterGroup">
                            <p:stCondLst>
                              <p:cond delay="1000"/>
                            </p:stCondLst>
                            <p:childTnLst>
                              <p:par>
                                <p:cTn id="33" presetID="22" presetClass="entr" presetSubtype="8" fill="hold" nodeType="afterEffect">
                                  <p:stCondLst>
                                    <p:cond delay="0"/>
                                  </p:stCondLst>
                                  <p:childTnLst>
                                    <p:set>
                                      <p:cBhvr>
                                        <p:cTn id="34" dur="1" fill="hold">
                                          <p:stCondLst>
                                            <p:cond delay="0"/>
                                          </p:stCondLst>
                                        </p:cTn>
                                        <p:tgtEl>
                                          <p:spTgt spid="471052"/>
                                        </p:tgtEl>
                                        <p:attrNameLst>
                                          <p:attrName>style.visibility</p:attrName>
                                        </p:attrNameLst>
                                      </p:cBhvr>
                                      <p:to>
                                        <p:strVal val="visible"/>
                                      </p:to>
                                    </p:set>
                                    <p:animEffect transition="in" filter="wipe(left)">
                                      <p:cBhvr>
                                        <p:cTn id="35" dur="1000"/>
                                        <p:tgtEl>
                                          <p:spTgt spid="47105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71051"/>
                                        </p:tgtEl>
                                        <p:attrNameLst>
                                          <p:attrName>style.visibility</p:attrName>
                                        </p:attrNameLst>
                                      </p:cBhvr>
                                      <p:to>
                                        <p:strVal val="visible"/>
                                      </p:to>
                                    </p:set>
                                    <p:animEffect transition="in" filter="wipe(left)">
                                      <p:cBhvr>
                                        <p:cTn id="40" dur="1000"/>
                                        <p:tgtEl>
                                          <p:spTgt spid="471051"/>
                                        </p:tgtEl>
                                      </p:cBhvr>
                                    </p:animEffect>
                                  </p:childTnLst>
                                </p:cTn>
                              </p:par>
                            </p:childTnLst>
                          </p:cTn>
                        </p:par>
                        <p:par>
                          <p:cTn id="41" fill="hold" nodeType="afterGroup">
                            <p:stCondLst>
                              <p:cond delay="1000"/>
                            </p:stCondLst>
                            <p:childTnLst>
                              <p:par>
                                <p:cTn id="42" presetID="22" presetClass="entr" presetSubtype="8" fill="hold" nodeType="afterEffect">
                                  <p:stCondLst>
                                    <p:cond delay="0"/>
                                  </p:stCondLst>
                                  <p:childTnLst>
                                    <p:set>
                                      <p:cBhvr>
                                        <p:cTn id="43" dur="1" fill="hold">
                                          <p:stCondLst>
                                            <p:cond delay="0"/>
                                          </p:stCondLst>
                                        </p:cTn>
                                        <p:tgtEl>
                                          <p:spTgt spid="471053"/>
                                        </p:tgtEl>
                                        <p:attrNameLst>
                                          <p:attrName>style.visibility</p:attrName>
                                        </p:attrNameLst>
                                      </p:cBhvr>
                                      <p:to>
                                        <p:strVal val="visible"/>
                                      </p:to>
                                    </p:set>
                                    <p:animEffect transition="in" filter="wipe(left)">
                                      <p:cBhvr>
                                        <p:cTn id="44" dur="1000"/>
                                        <p:tgtEl>
                                          <p:spTgt spid="471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2" grpId="0"/>
      <p:bldP spid="471043" grpId="0" autoUpdateAnimBg="0"/>
      <p:bldP spid="471050" grpId="0"/>
      <p:bldP spid="47105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2066" name="Object 2">
            <a:extLst>
              <a:ext uri="{FF2B5EF4-FFF2-40B4-BE49-F238E27FC236}">
                <a16:creationId xmlns:a16="http://schemas.microsoft.com/office/drawing/2014/main" id="{FE92D086-C2EF-BA6D-DB4C-B955B4934431}"/>
              </a:ext>
            </a:extLst>
          </p:cNvPr>
          <p:cNvGraphicFramePr>
            <a:graphicFrameLocks noChangeAspect="1"/>
          </p:cNvGraphicFramePr>
          <p:nvPr/>
        </p:nvGraphicFramePr>
        <p:xfrm>
          <a:off x="1992313" y="1341439"/>
          <a:ext cx="2582862" cy="542925"/>
        </p:xfrm>
        <a:graphic>
          <a:graphicData uri="http://schemas.openxmlformats.org/presentationml/2006/ole">
            <mc:AlternateContent xmlns:mc="http://schemas.openxmlformats.org/markup-compatibility/2006">
              <mc:Choice xmlns:v="urn:schemas-microsoft-com:vml" Requires="v">
                <p:oleObj name="公式" r:id="rId2" imgW="28092400" imgH="5854700" progId="Equation.3">
                  <p:embed/>
                </p:oleObj>
              </mc:Choice>
              <mc:Fallback>
                <p:oleObj name="公式" r:id="rId2" imgW="28092400" imgH="5854700" progId="Equation.3">
                  <p:embed/>
                  <p:pic>
                    <p:nvPicPr>
                      <p:cNvPr id="472066" name="Object 2">
                        <a:extLst>
                          <a:ext uri="{FF2B5EF4-FFF2-40B4-BE49-F238E27FC236}">
                            <a16:creationId xmlns:a16="http://schemas.microsoft.com/office/drawing/2014/main" id="{FE92D086-C2EF-BA6D-DB4C-B955B49344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313" y="1341439"/>
                        <a:ext cx="2582862"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2067" name="Rectangle 3">
            <a:extLst>
              <a:ext uri="{FF2B5EF4-FFF2-40B4-BE49-F238E27FC236}">
                <a16:creationId xmlns:a16="http://schemas.microsoft.com/office/drawing/2014/main" id="{81FAF0D0-65E3-CC35-A49E-9B4DDC75E99A}"/>
              </a:ext>
            </a:extLst>
          </p:cNvPr>
          <p:cNvSpPr>
            <a:spLocks noChangeArrowheads="1"/>
          </p:cNvSpPr>
          <p:nvPr/>
        </p:nvSpPr>
        <p:spPr bwMode="auto">
          <a:xfrm>
            <a:off x="1703388" y="404813"/>
            <a:ext cx="35988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n=</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9 </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0.05</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p>
        </p:txBody>
      </p:sp>
      <p:graphicFrame>
        <p:nvGraphicFramePr>
          <p:cNvPr id="472068" name="Object 4">
            <a:extLst>
              <a:ext uri="{FF2B5EF4-FFF2-40B4-BE49-F238E27FC236}">
                <a16:creationId xmlns:a16="http://schemas.microsoft.com/office/drawing/2014/main" id="{8EA9389E-2DE1-F19E-DA34-38F6286E72C0}"/>
              </a:ext>
            </a:extLst>
          </p:cNvPr>
          <p:cNvGraphicFramePr>
            <a:graphicFrameLocks noChangeAspect="1"/>
          </p:cNvGraphicFramePr>
          <p:nvPr/>
        </p:nvGraphicFramePr>
        <p:xfrm>
          <a:off x="4367214" y="404814"/>
          <a:ext cx="3792537" cy="515937"/>
        </p:xfrm>
        <a:graphic>
          <a:graphicData uri="http://schemas.openxmlformats.org/presentationml/2006/ole">
            <mc:AlternateContent xmlns:mc="http://schemas.openxmlformats.org/markup-compatibility/2006">
              <mc:Choice xmlns:v="urn:schemas-microsoft-com:vml" Requires="v">
                <p:oleObj name="公式" r:id="rId4" imgW="41249600" imgH="5562600" progId="Equation.3">
                  <p:embed/>
                </p:oleObj>
              </mc:Choice>
              <mc:Fallback>
                <p:oleObj name="公式" r:id="rId4" imgW="41249600" imgH="5562600" progId="Equation.3">
                  <p:embed/>
                  <p:pic>
                    <p:nvPicPr>
                      <p:cNvPr id="472068" name="Object 4">
                        <a:extLst>
                          <a:ext uri="{FF2B5EF4-FFF2-40B4-BE49-F238E27FC236}">
                            <a16:creationId xmlns:a16="http://schemas.microsoft.com/office/drawing/2014/main" id="{8EA9389E-2DE1-F19E-DA34-38F6286E72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7214" y="404814"/>
                        <a:ext cx="3792537" cy="515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2069" name="Object 5">
            <a:extLst>
              <a:ext uri="{FF2B5EF4-FFF2-40B4-BE49-F238E27FC236}">
                <a16:creationId xmlns:a16="http://schemas.microsoft.com/office/drawing/2014/main" id="{3F8B066B-DFDA-B645-8504-E5DE6F0F1F3F}"/>
              </a:ext>
            </a:extLst>
          </p:cNvPr>
          <p:cNvGraphicFramePr>
            <a:graphicFrameLocks noChangeAspect="1"/>
          </p:cNvGraphicFramePr>
          <p:nvPr/>
        </p:nvGraphicFramePr>
        <p:xfrm>
          <a:off x="2063751" y="2276476"/>
          <a:ext cx="2074863" cy="866775"/>
        </p:xfrm>
        <a:graphic>
          <a:graphicData uri="http://schemas.openxmlformats.org/presentationml/2006/ole">
            <mc:AlternateContent xmlns:mc="http://schemas.openxmlformats.org/markup-compatibility/2006">
              <mc:Choice xmlns:v="urn:schemas-microsoft-com:vml" Requires="v">
                <p:oleObj name="公式" r:id="rId6" imgW="23114000" imgH="9652000" progId="Equation.3">
                  <p:embed/>
                </p:oleObj>
              </mc:Choice>
              <mc:Fallback>
                <p:oleObj name="公式" r:id="rId6" imgW="23114000" imgH="9652000" progId="Equation.3">
                  <p:embed/>
                  <p:pic>
                    <p:nvPicPr>
                      <p:cNvPr id="472069" name="Object 5">
                        <a:extLst>
                          <a:ext uri="{FF2B5EF4-FFF2-40B4-BE49-F238E27FC236}">
                            <a16:creationId xmlns:a16="http://schemas.microsoft.com/office/drawing/2014/main" id="{3F8B066B-DFDA-B645-8504-E5DE6F0F1F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63751" y="2276476"/>
                        <a:ext cx="2074863"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2070" name="Object 6">
            <a:extLst>
              <a:ext uri="{FF2B5EF4-FFF2-40B4-BE49-F238E27FC236}">
                <a16:creationId xmlns:a16="http://schemas.microsoft.com/office/drawing/2014/main" id="{36D51111-735E-498A-7D30-E7D3B769E156}"/>
              </a:ext>
            </a:extLst>
          </p:cNvPr>
          <p:cNvGraphicFramePr>
            <a:graphicFrameLocks noChangeAspect="1"/>
          </p:cNvGraphicFramePr>
          <p:nvPr/>
        </p:nvGraphicFramePr>
        <p:xfrm>
          <a:off x="4540250" y="2263775"/>
          <a:ext cx="2732088" cy="865188"/>
        </p:xfrm>
        <a:graphic>
          <a:graphicData uri="http://schemas.openxmlformats.org/presentationml/2006/ole">
            <mc:AlternateContent xmlns:mc="http://schemas.openxmlformats.org/markup-compatibility/2006">
              <mc:Choice xmlns:v="urn:schemas-microsoft-com:vml" Requires="v">
                <p:oleObj name="公式" r:id="rId8" imgW="30429200" imgH="9652000" progId="Equation.3">
                  <p:embed/>
                </p:oleObj>
              </mc:Choice>
              <mc:Fallback>
                <p:oleObj name="公式" r:id="rId8" imgW="30429200" imgH="9652000" progId="Equation.3">
                  <p:embed/>
                  <p:pic>
                    <p:nvPicPr>
                      <p:cNvPr id="472070" name="Object 6">
                        <a:extLst>
                          <a:ext uri="{FF2B5EF4-FFF2-40B4-BE49-F238E27FC236}">
                            <a16:creationId xmlns:a16="http://schemas.microsoft.com/office/drawing/2014/main" id="{36D51111-735E-498A-7D30-E7D3B769E15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40250" y="2263775"/>
                        <a:ext cx="2732088" cy="865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2071" name="Object 7">
            <a:extLst>
              <a:ext uri="{FF2B5EF4-FFF2-40B4-BE49-F238E27FC236}">
                <a16:creationId xmlns:a16="http://schemas.microsoft.com/office/drawing/2014/main" id="{94336598-6103-1EC5-098B-9001EBC58706}"/>
              </a:ext>
            </a:extLst>
          </p:cNvPr>
          <p:cNvGraphicFramePr>
            <a:graphicFrameLocks noChangeAspect="1"/>
          </p:cNvGraphicFramePr>
          <p:nvPr/>
        </p:nvGraphicFramePr>
        <p:xfrm>
          <a:off x="3059114" y="3429000"/>
          <a:ext cx="1101725" cy="471488"/>
        </p:xfrm>
        <a:graphic>
          <a:graphicData uri="http://schemas.openxmlformats.org/presentationml/2006/ole">
            <mc:AlternateContent xmlns:mc="http://schemas.openxmlformats.org/markup-compatibility/2006">
              <mc:Choice xmlns:v="urn:schemas-microsoft-com:vml" Requires="v">
                <p:oleObj name="公式" r:id="rId10" imgW="12293600" imgH="5270500" progId="Equation.3">
                  <p:embed/>
                </p:oleObj>
              </mc:Choice>
              <mc:Fallback>
                <p:oleObj name="公式" r:id="rId10" imgW="12293600" imgH="5270500" progId="Equation.3">
                  <p:embed/>
                  <p:pic>
                    <p:nvPicPr>
                      <p:cNvPr id="472071" name="Object 7">
                        <a:extLst>
                          <a:ext uri="{FF2B5EF4-FFF2-40B4-BE49-F238E27FC236}">
                            <a16:creationId xmlns:a16="http://schemas.microsoft.com/office/drawing/2014/main" id="{94336598-6103-1EC5-098B-9001EBC5870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59114" y="3429000"/>
                        <a:ext cx="1101725"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2072" name="Rectangle 8">
            <a:extLst>
              <a:ext uri="{FF2B5EF4-FFF2-40B4-BE49-F238E27FC236}">
                <a16:creationId xmlns:a16="http://schemas.microsoft.com/office/drawing/2014/main" id="{52E8C81A-B5C0-5ACE-94D0-6E02EC06E271}"/>
              </a:ext>
            </a:extLst>
          </p:cNvPr>
          <p:cNvSpPr>
            <a:spLocks noChangeArrowheads="1"/>
          </p:cNvSpPr>
          <p:nvPr/>
        </p:nvSpPr>
        <p:spPr bwMode="auto">
          <a:xfrm>
            <a:off x="5016500" y="3429001"/>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所以拒绝</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72073" name="Rectangle 9">
            <a:extLst>
              <a:ext uri="{FF2B5EF4-FFF2-40B4-BE49-F238E27FC236}">
                <a16:creationId xmlns:a16="http://schemas.microsoft.com/office/drawing/2014/main" id="{36019AA3-B704-3A73-2B5F-69234D775A5E}"/>
              </a:ext>
            </a:extLst>
          </p:cNvPr>
          <p:cNvSpPr>
            <a:spLocks noChangeArrowheads="1"/>
          </p:cNvSpPr>
          <p:nvPr/>
        </p:nvSpPr>
        <p:spPr bwMode="auto">
          <a:xfrm>
            <a:off x="1992314" y="3429001"/>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472074" name="Rectangle 10">
            <a:extLst>
              <a:ext uri="{FF2B5EF4-FFF2-40B4-BE49-F238E27FC236}">
                <a16:creationId xmlns:a16="http://schemas.microsoft.com/office/drawing/2014/main" id="{EDD0F2A8-BFBD-20D7-5131-C609A8A70640}"/>
              </a:ext>
            </a:extLst>
          </p:cNvPr>
          <p:cNvSpPr>
            <a:spLocks noChangeArrowheads="1"/>
          </p:cNvSpPr>
          <p:nvPr/>
        </p:nvSpPr>
        <p:spPr bwMode="auto">
          <a:xfrm>
            <a:off x="1847851" y="4292600"/>
            <a:ext cx="8569325"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即在显著性水平</a:t>
            </a:r>
            <a:r>
              <a:rPr kumimoji="1" lang="el-GR" altLang="zh-CN" sz="2800" b="1" i="1">
                <a:solidFill>
                  <a:srgbClr val="007A77"/>
                </a:solidFill>
                <a:latin typeface="Times New Roman" panose="02020603050405020304" pitchFamily="18" charset="0"/>
                <a:ea typeface="楷体_GB2312" pitchFamily="49" charset="-122"/>
              </a:rPr>
              <a:t>α</a:t>
            </a:r>
            <a:r>
              <a:rPr kumimoji="1" lang="en-US" altLang="zh-CN" sz="2800" b="1">
                <a:solidFill>
                  <a:srgbClr val="007A77"/>
                </a:solidFill>
                <a:latin typeface="Times New Roman" panose="02020603050405020304" pitchFamily="18" charset="0"/>
                <a:ea typeface="楷体_GB2312" pitchFamily="49" charset="-122"/>
              </a:rPr>
              <a:t>=0.05</a:t>
            </a:r>
            <a:r>
              <a:rPr kumimoji="1" lang="zh-CN" altLang="en-US" sz="2800" b="1">
                <a:solidFill>
                  <a:srgbClr val="007A77"/>
                </a:solidFill>
                <a:latin typeface="Times New Roman" panose="02020603050405020304" pitchFamily="18" charset="0"/>
                <a:ea typeface="楷体_GB2312" pitchFamily="49" charset="-122"/>
              </a:rPr>
              <a:t>下，认为这批导线的标准差显著地偏大</a:t>
            </a:r>
            <a:r>
              <a:rPr kumimoji="1" lang="en-US" altLang="zh-CN" sz="2800" b="1">
                <a:solidFill>
                  <a:srgbClr val="007A77"/>
                </a:solidFill>
                <a:latin typeface="Times New Roman" panose="02020603050405020304" pitchFamily="18" charset="0"/>
                <a:ea typeface="楷体_GB2312" pitchFamily="49" charset="-122"/>
              </a:rPr>
              <a:t>.</a:t>
            </a:r>
          </a:p>
        </p:txBody>
      </p:sp>
      <p:graphicFrame>
        <p:nvGraphicFramePr>
          <p:cNvPr id="472075" name="Object 11">
            <a:extLst>
              <a:ext uri="{FF2B5EF4-FFF2-40B4-BE49-F238E27FC236}">
                <a16:creationId xmlns:a16="http://schemas.microsoft.com/office/drawing/2014/main" id="{D85F3E87-2598-7CCE-AB29-D6BB73A293F3}"/>
              </a:ext>
            </a:extLst>
          </p:cNvPr>
          <p:cNvGraphicFramePr>
            <a:graphicFrameLocks noChangeAspect="1"/>
          </p:cNvGraphicFramePr>
          <p:nvPr/>
        </p:nvGraphicFramePr>
        <p:xfrm>
          <a:off x="7608889" y="2492376"/>
          <a:ext cx="1265237" cy="434975"/>
        </p:xfrm>
        <a:graphic>
          <a:graphicData uri="http://schemas.openxmlformats.org/presentationml/2006/ole">
            <mc:AlternateContent xmlns:mc="http://schemas.openxmlformats.org/markup-compatibility/2006">
              <mc:Choice xmlns:v="urn:schemas-microsoft-com:vml" Requires="v">
                <p:oleObj name="公式" r:id="rId12" imgW="13754100" imgH="4686300" progId="Equation.3">
                  <p:embed/>
                </p:oleObj>
              </mc:Choice>
              <mc:Fallback>
                <p:oleObj name="公式" r:id="rId12" imgW="13754100" imgH="4686300" progId="Equation.3">
                  <p:embed/>
                  <p:pic>
                    <p:nvPicPr>
                      <p:cNvPr id="472075" name="Object 11">
                        <a:extLst>
                          <a:ext uri="{FF2B5EF4-FFF2-40B4-BE49-F238E27FC236}">
                            <a16:creationId xmlns:a16="http://schemas.microsoft.com/office/drawing/2014/main" id="{D85F3E87-2598-7CCE-AB29-D6BB73A293F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08889" y="2492376"/>
                        <a:ext cx="1265237"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72067"/>
                                        </p:tgtEl>
                                        <p:attrNameLst>
                                          <p:attrName>style.visibility</p:attrName>
                                        </p:attrNameLst>
                                      </p:cBhvr>
                                      <p:to>
                                        <p:strVal val="visible"/>
                                      </p:to>
                                    </p:set>
                                    <p:animEffect transition="in" filter="wipe(left)">
                                      <p:cBhvr>
                                        <p:cTn id="7" dur="500"/>
                                        <p:tgtEl>
                                          <p:spTgt spid="4720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72068"/>
                                        </p:tgtEl>
                                        <p:attrNameLst>
                                          <p:attrName>style.visibility</p:attrName>
                                        </p:attrNameLst>
                                      </p:cBhvr>
                                      <p:to>
                                        <p:strVal val="visible"/>
                                      </p:to>
                                    </p:set>
                                    <p:animEffect transition="in" filter="wipe(left)">
                                      <p:cBhvr>
                                        <p:cTn id="12" dur="1000"/>
                                        <p:tgtEl>
                                          <p:spTgt spid="4720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72066"/>
                                        </p:tgtEl>
                                        <p:attrNameLst>
                                          <p:attrName>style.visibility</p:attrName>
                                        </p:attrNameLst>
                                      </p:cBhvr>
                                      <p:to>
                                        <p:strVal val="visible"/>
                                      </p:to>
                                    </p:set>
                                    <p:animEffect transition="in" filter="wipe(left)">
                                      <p:cBhvr>
                                        <p:cTn id="17" dur="1000"/>
                                        <p:tgtEl>
                                          <p:spTgt spid="47206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72069"/>
                                        </p:tgtEl>
                                        <p:attrNameLst>
                                          <p:attrName>style.visibility</p:attrName>
                                        </p:attrNameLst>
                                      </p:cBhvr>
                                      <p:to>
                                        <p:strVal val="visible"/>
                                      </p:to>
                                    </p:set>
                                    <p:animEffect transition="in" filter="wipe(left)">
                                      <p:cBhvr>
                                        <p:cTn id="22" dur="1000"/>
                                        <p:tgtEl>
                                          <p:spTgt spid="47206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72070"/>
                                        </p:tgtEl>
                                        <p:attrNameLst>
                                          <p:attrName>style.visibility</p:attrName>
                                        </p:attrNameLst>
                                      </p:cBhvr>
                                      <p:to>
                                        <p:strVal val="visible"/>
                                      </p:to>
                                    </p:set>
                                    <p:animEffect transition="in" filter="wipe(left)">
                                      <p:cBhvr>
                                        <p:cTn id="27" dur="1000"/>
                                        <p:tgtEl>
                                          <p:spTgt spid="47207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72075"/>
                                        </p:tgtEl>
                                        <p:attrNameLst>
                                          <p:attrName>style.visibility</p:attrName>
                                        </p:attrNameLst>
                                      </p:cBhvr>
                                      <p:to>
                                        <p:strVal val="visible"/>
                                      </p:to>
                                    </p:set>
                                    <p:animEffect transition="in" filter="wipe(left)">
                                      <p:cBhvr>
                                        <p:cTn id="32" dur="1000"/>
                                        <p:tgtEl>
                                          <p:spTgt spid="47207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72073"/>
                                        </p:tgtEl>
                                        <p:attrNameLst>
                                          <p:attrName>style.visibility</p:attrName>
                                        </p:attrNameLst>
                                      </p:cBhvr>
                                      <p:to>
                                        <p:strVal val="visible"/>
                                      </p:to>
                                    </p:set>
                                    <p:animEffect transition="in" filter="wipe(left)">
                                      <p:cBhvr>
                                        <p:cTn id="37" dur="1000"/>
                                        <p:tgtEl>
                                          <p:spTgt spid="472073"/>
                                        </p:tgtEl>
                                      </p:cBhvr>
                                    </p:animEffect>
                                  </p:childTnLst>
                                </p:cTn>
                              </p:par>
                            </p:childTnLst>
                          </p:cTn>
                        </p:par>
                        <p:par>
                          <p:cTn id="38" fill="hold" nodeType="afterGroup">
                            <p:stCondLst>
                              <p:cond delay="1000"/>
                            </p:stCondLst>
                            <p:childTnLst>
                              <p:par>
                                <p:cTn id="39" presetID="22" presetClass="entr" presetSubtype="8" fill="hold" nodeType="afterEffect">
                                  <p:stCondLst>
                                    <p:cond delay="0"/>
                                  </p:stCondLst>
                                  <p:childTnLst>
                                    <p:set>
                                      <p:cBhvr>
                                        <p:cTn id="40" dur="1" fill="hold">
                                          <p:stCondLst>
                                            <p:cond delay="0"/>
                                          </p:stCondLst>
                                        </p:cTn>
                                        <p:tgtEl>
                                          <p:spTgt spid="472071"/>
                                        </p:tgtEl>
                                        <p:attrNameLst>
                                          <p:attrName>style.visibility</p:attrName>
                                        </p:attrNameLst>
                                      </p:cBhvr>
                                      <p:to>
                                        <p:strVal val="visible"/>
                                      </p:to>
                                    </p:set>
                                    <p:animEffect transition="in" filter="wipe(left)">
                                      <p:cBhvr>
                                        <p:cTn id="41" dur="1000"/>
                                        <p:tgtEl>
                                          <p:spTgt spid="472071"/>
                                        </p:tgtEl>
                                      </p:cBhvr>
                                    </p:animEffect>
                                  </p:childTnLst>
                                </p:cTn>
                              </p:par>
                            </p:childTnLst>
                          </p:cTn>
                        </p:par>
                        <p:par>
                          <p:cTn id="42" fill="hold" nodeType="afterGroup">
                            <p:stCondLst>
                              <p:cond delay="2000"/>
                            </p:stCondLst>
                            <p:childTnLst>
                              <p:par>
                                <p:cTn id="43" presetID="22" presetClass="entr" presetSubtype="8" fill="hold" nodeType="afterEffect">
                                  <p:stCondLst>
                                    <p:cond delay="0"/>
                                  </p:stCondLst>
                                  <p:childTnLst>
                                    <p:set>
                                      <p:cBhvr>
                                        <p:cTn id="44" dur="1" fill="hold">
                                          <p:stCondLst>
                                            <p:cond delay="0"/>
                                          </p:stCondLst>
                                        </p:cTn>
                                        <p:tgtEl>
                                          <p:spTgt spid="472072"/>
                                        </p:tgtEl>
                                        <p:attrNameLst>
                                          <p:attrName>style.visibility</p:attrName>
                                        </p:attrNameLst>
                                      </p:cBhvr>
                                      <p:to>
                                        <p:strVal val="visible"/>
                                      </p:to>
                                    </p:set>
                                    <p:animEffect transition="in" filter="wipe(left)">
                                      <p:cBhvr>
                                        <p:cTn id="45" dur="1000"/>
                                        <p:tgtEl>
                                          <p:spTgt spid="47207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472074"/>
                                        </p:tgtEl>
                                        <p:attrNameLst>
                                          <p:attrName>style.visibility</p:attrName>
                                        </p:attrNameLst>
                                      </p:cBhvr>
                                      <p:to>
                                        <p:strVal val="visible"/>
                                      </p:to>
                                    </p:set>
                                    <p:animEffect transition="in" filter="wipe(up)">
                                      <p:cBhvr>
                                        <p:cTn id="50" dur="1000"/>
                                        <p:tgtEl>
                                          <p:spTgt spid="472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67" grpId="0"/>
      <p:bldP spid="472072" grpId="0"/>
      <p:bldP spid="472073" grpId="0"/>
      <p:bldP spid="47207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2">
            <a:extLst>
              <a:ext uri="{FF2B5EF4-FFF2-40B4-BE49-F238E27FC236}">
                <a16:creationId xmlns:a16="http://schemas.microsoft.com/office/drawing/2014/main" id="{E79ABCDC-2C3F-7A8D-6545-A8978B7EA90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091" name="Rectangle 3">
            <a:extLst>
              <a:ext uri="{FF2B5EF4-FFF2-40B4-BE49-F238E27FC236}">
                <a16:creationId xmlns:a16="http://schemas.microsoft.com/office/drawing/2014/main" id="{691C424F-C635-BD2E-B9DC-C16499611E48}"/>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092" name="Rectangle 4">
            <a:extLst>
              <a:ext uri="{FF2B5EF4-FFF2-40B4-BE49-F238E27FC236}">
                <a16:creationId xmlns:a16="http://schemas.microsoft.com/office/drawing/2014/main" id="{11696FEF-4CD8-3839-2035-F96D7FFE1E3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093" name="Rectangle 5">
            <a:extLst>
              <a:ext uri="{FF2B5EF4-FFF2-40B4-BE49-F238E27FC236}">
                <a16:creationId xmlns:a16="http://schemas.microsoft.com/office/drawing/2014/main" id="{0A653E6F-2F3E-6613-7198-A02B3D2569DA}"/>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094" name="Rectangle 6">
            <a:extLst>
              <a:ext uri="{FF2B5EF4-FFF2-40B4-BE49-F238E27FC236}">
                <a16:creationId xmlns:a16="http://schemas.microsoft.com/office/drawing/2014/main" id="{DF5D1538-4704-A1B2-1AE7-6D5095C80096}"/>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095" name="Rectangle 7">
            <a:extLst>
              <a:ext uri="{FF2B5EF4-FFF2-40B4-BE49-F238E27FC236}">
                <a16:creationId xmlns:a16="http://schemas.microsoft.com/office/drawing/2014/main" id="{BE070392-FC0E-CCA1-05E8-5B58DA78A58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096" name="Rectangle 8">
            <a:extLst>
              <a:ext uri="{FF2B5EF4-FFF2-40B4-BE49-F238E27FC236}">
                <a16:creationId xmlns:a16="http://schemas.microsoft.com/office/drawing/2014/main" id="{B4B685AD-A634-5020-3D00-CD1F0A9C4EE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097" name="Rectangle 9">
            <a:extLst>
              <a:ext uri="{FF2B5EF4-FFF2-40B4-BE49-F238E27FC236}">
                <a16:creationId xmlns:a16="http://schemas.microsoft.com/office/drawing/2014/main" id="{4F5BBE32-1A8D-4F7C-8607-12AD15EE9751}"/>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098" name="Rectangle 10">
            <a:extLst>
              <a:ext uri="{FF2B5EF4-FFF2-40B4-BE49-F238E27FC236}">
                <a16:creationId xmlns:a16="http://schemas.microsoft.com/office/drawing/2014/main" id="{C31C4EA2-A1B4-7076-F948-D1CD4106DB1B}"/>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099" name="Rectangle 11">
            <a:extLst>
              <a:ext uri="{FF2B5EF4-FFF2-40B4-BE49-F238E27FC236}">
                <a16:creationId xmlns:a16="http://schemas.microsoft.com/office/drawing/2014/main" id="{17137C7A-50A3-9FBD-3608-DC846C62307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100" name="Rectangle 12">
            <a:extLst>
              <a:ext uri="{FF2B5EF4-FFF2-40B4-BE49-F238E27FC236}">
                <a16:creationId xmlns:a16="http://schemas.microsoft.com/office/drawing/2014/main" id="{1650C3F5-3014-2BA5-F883-8C302645F649}"/>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101" name="Rectangle 13">
            <a:extLst>
              <a:ext uri="{FF2B5EF4-FFF2-40B4-BE49-F238E27FC236}">
                <a16:creationId xmlns:a16="http://schemas.microsoft.com/office/drawing/2014/main" id="{80DD3EE4-53EA-F2E3-EBCE-04CD8E265928}"/>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102" name="Rectangle 14">
            <a:extLst>
              <a:ext uri="{FF2B5EF4-FFF2-40B4-BE49-F238E27FC236}">
                <a16:creationId xmlns:a16="http://schemas.microsoft.com/office/drawing/2014/main" id="{19F0DBB2-DEC6-27B2-4F43-3C937979C1C9}"/>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103" name="Rectangle 15">
            <a:extLst>
              <a:ext uri="{FF2B5EF4-FFF2-40B4-BE49-F238E27FC236}">
                <a16:creationId xmlns:a16="http://schemas.microsoft.com/office/drawing/2014/main" id="{176798E6-46B6-2447-D2AC-217665550ED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104" name="Rectangle 16">
            <a:extLst>
              <a:ext uri="{FF2B5EF4-FFF2-40B4-BE49-F238E27FC236}">
                <a16:creationId xmlns:a16="http://schemas.microsoft.com/office/drawing/2014/main" id="{5122685D-D6BB-D673-4CBE-D78242EC8088}"/>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105" name="Rectangle 17">
            <a:extLst>
              <a:ext uri="{FF2B5EF4-FFF2-40B4-BE49-F238E27FC236}">
                <a16:creationId xmlns:a16="http://schemas.microsoft.com/office/drawing/2014/main" id="{F60DC17B-0096-6E14-2547-6FC99290CE9A}"/>
              </a:ext>
            </a:extLst>
          </p:cNvPr>
          <p:cNvSpPr>
            <a:spLocks noChangeArrowheads="1"/>
          </p:cNvSpPr>
          <p:nvPr/>
        </p:nvSpPr>
        <p:spPr bwMode="auto">
          <a:xfrm>
            <a:off x="1919289" y="549276"/>
            <a:ext cx="7253909"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80000"/>
              </a:lnSpc>
              <a:spcBef>
                <a:spcPct val="2000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三、两个正态总体均值的假设检验</a:t>
            </a:r>
          </a:p>
        </p:txBody>
      </p:sp>
      <p:grpSp>
        <p:nvGrpSpPr>
          <p:cNvPr id="473106" name="Group 18">
            <a:extLst>
              <a:ext uri="{FF2B5EF4-FFF2-40B4-BE49-F238E27FC236}">
                <a16:creationId xmlns:a16="http://schemas.microsoft.com/office/drawing/2014/main" id="{539CDCF4-8BE6-9624-4A43-6FCE94A14DB8}"/>
              </a:ext>
            </a:extLst>
          </p:cNvPr>
          <p:cNvGrpSpPr>
            <a:grpSpLocks/>
          </p:cNvGrpSpPr>
          <p:nvPr/>
        </p:nvGrpSpPr>
        <p:grpSpPr bwMode="auto">
          <a:xfrm>
            <a:off x="2135189" y="1412876"/>
            <a:ext cx="8237537" cy="606425"/>
            <a:chOff x="252" y="890"/>
            <a:chExt cx="5189" cy="382"/>
          </a:xfrm>
        </p:grpSpPr>
        <p:graphicFrame>
          <p:nvGraphicFramePr>
            <p:cNvPr id="473107" name="Object 19">
              <a:extLst>
                <a:ext uri="{FF2B5EF4-FFF2-40B4-BE49-F238E27FC236}">
                  <a16:creationId xmlns:a16="http://schemas.microsoft.com/office/drawing/2014/main" id="{DC6C512C-EF5C-3B04-C42F-E4A309DD484F}"/>
                </a:ext>
              </a:extLst>
            </p:cNvPr>
            <p:cNvGraphicFramePr>
              <a:graphicFrameLocks noChangeAspect="1"/>
            </p:cNvGraphicFramePr>
            <p:nvPr/>
          </p:nvGraphicFramePr>
          <p:xfrm>
            <a:off x="252" y="921"/>
            <a:ext cx="1334" cy="351"/>
          </p:xfrm>
          <a:graphic>
            <a:graphicData uri="http://schemas.openxmlformats.org/presentationml/2006/ole">
              <mc:AlternateContent xmlns:mc="http://schemas.openxmlformats.org/markup-compatibility/2006">
                <mc:Choice xmlns:v="urn:schemas-microsoft-com:vml" Requires="v">
                  <p:oleObj name="公式" r:id="rId2" imgW="22529800" imgH="5562600" progId="Equation.3">
                    <p:embed/>
                  </p:oleObj>
                </mc:Choice>
                <mc:Fallback>
                  <p:oleObj name="公式" r:id="rId2" imgW="22529800" imgH="5562600" progId="Equation.3">
                    <p:embed/>
                    <p:pic>
                      <p:nvPicPr>
                        <p:cNvPr id="473107" name="Object 19">
                          <a:extLst>
                            <a:ext uri="{FF2B5EF4-FFF2-40B4-BE49-F238E27FC236}">
                              <a16:creationId xmlns:a16="http://schemas.microsoft.com/office/drawing/2014/main" id="{DC6C512C-EF5C-3B04-C42F-E4A309DD4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 y="921"/>
                          <a:ext cx="1334" cy="3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3108" name="Text Box 20">
              <a:extLst>
                <a:ext uri="{FF2B5EF4-FFF2-40B4-BE49-F238E27FC236}">
                  <a16:creationId xmlns:a16="http://schemas.microsoft.com/office/drawing/2014/main" id="{C97CB1FB-3D9A-5364-5880-D87FE2CFF972}"/>
                </a:ext>
              </a:extLst>
            </p:cNvPr>
            <p:cNvSpPr txBox="1">
              <a:spLocks noChangeArrowheads="1"/>
            </p:cNvSpPr>
            <p:nvPr/>
          </p:nvSpPr>
          <p:spPr bwMode="auto">
            <a:xfrm>
              <a:off x="1701" y="890"/>
              <a:ext cx="37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为取自总体</a:t>
              </a: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N </a:t>
              </a: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baseline="30000">
                  <a:solidFill>
                    <a:srgbClr val="007A77"/>
                  </a:solidFill>
                  <a:latin typeface="Times New Roman" panose="02020603050405020304" pitchFamily="18" charset="0"/>
                  <a:ea typeface="楷体_GB2312" pitchFamily="49" charset="-122"/>
                  <a:sym typeface="Symbol" pitchFamily="2" charset="2"/>
                </a:rPr>
                <a:t>2 </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的样本</a:t>
              </a:r>
              <a:r>
                <a:rPr kumimoji="1" lang="en-US" altLang="zh-CN" sz="2800">
                  <a:solidFill>
                    <a:srgbClr val="007A77"/>
                  </a:solidFill>
                  <a:latin typeface="Times New Roman" panose="02020603050405020304" pitchFamily="18" charset="0"/>
                  <a:ea typeface="楷体_GB2312" pitchFamily="49" charset="-122"/>
                </a:rPr>
                <a:t>,</a:t>
              </a:r>
            </a:p>
          </p:txBody>
        </p:sp>
      </p:grpSp>
      <p:grpSp>
        <p:nvGrpSpPr>
          <p:cNvPr id="473109" name="Group 21">
            <a:extLst>
              <a:ext uri="{FF2B5EF4-FFF2-40B4-BE49-F238E27FC236}">
                <a16:creationId xmlns:a16="http://schemas.microsoft.com/office/drawing/2014/main" id="{72F4B3DF-C27F-827A-A39F-AD392C49CD67}"/>
              </a:ext>
            </a:extLst>
          </p:cNvPr>
          <p:cNvGrpSpPr>
            <a:grpSpLocks/>
          </p:cNvGrpSpPr>
          <p:nvPr/>
        </p:nvGrpSpPr>
        <p:grpSpPr bwMode="auto">
          <a:xfrm>
            <a:off x="2063750" y="2132013"/>
            <a:ext cx="8026400" cy="728662"/>
            <a:chOff x="272" y="1298"/>
            <a:chExt cx="5056" cy="459"/>
          </a:xfrm>
        </p:grpSpPr>
        <p:graphicFrame>
          <p:nvGraphicFramePr>
            <p:cNvPr id="473110" name="Object 22">
              <a:extLst>
                <a:ext uri="{FF2B5EF4-FFF2-40B4-BE49-F238E27FC236}">
                  <a16:creationId xmlns:a16="http://schemas.microsoft.com/office/drawing/2014/main" id="{E061F93D-F2EA-46FE-3722-BEEA2E0D203A}"/>
                </a:ext>
              </a:extLst>
            </p:cNvPr>
            <p:cNvGraphicFramePr>
              <a:graphicFrameLocks noChangeAspect="1"/>
            </p:cNvGraphicFramePr>
            <p:nvPr/>
          </p:nvGraphicFramePr>
          <p:xfrm>
            <a:off x="272" y="1351"/>
            <a:ext cx="1337" cy="406"/>
          </p:xfrm>
          <a:graphic>
            <a:graphicData uri="http://schemas.openxmlformats.org/presentationml/2006/ole">
              <mc:AlternateContent xmlns:mc="http://schemas.openxmlformats.org/markup-compatibility/2006">
                <mc:Choice xmlns:v="urn:schemas-microsoft-com:vml" Requires="v">
                  <p:oleObj name="公式" r:id="rId4" imgW="20485100" imgH="5562600" progId="Equation.3">
                    <p:embed/>
                  </p:oleObj>
                </mc:Choice>
                <mc:Fallback>
                  <p:oleObj name="公式" r:id="rId4" imgW="20485100" imgH="5562600" progId="Equation.3">
                    <p:embed/>
                    <p:pic>
                      <p:nvPicPr>
                        <p:cNvPr id="473110" name="Object 22">
                          <a:extLst>
                            <a:ext uri="{FF2B5EF4-FFF2-40B4-BE49-F238E27FC236}">
                              <a16:creationId xmlns:a16="http://schemas.microsoft.com/office/drawing/2014/main" id="{E061F93D-F2EA-46FE-3722-BEEA2E0D20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 y="1351"/>
                          <a:ext cx="1337"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3111" name="Text Box 23">
              <a:extLst>
                <a:ext uri="{FF2B5EF4-FFF2-40B4-BE49-F238E27FC236}">
                  <a16:creationId xmlns:a16="http://schemas.microsoft.com/office/drawing/2014/main" id="{F4B96905-B798-1D1A-AE9E-3B4E18FA6618}"/>
                </a:ext>
              </a:extLst>
            </p:cNvPr>
            <p:cNvSpPr txBox="1">
              <a:spLocks noChangeArrowheads="1"/>
            </p:cNvSpPr>
            <p:nvPr/>
          </p:nvSpPr>
          <p:spPr bwMode="auto">
            <a:xfrm>
              <a:off x="1655" y="1298"/>
              <a:ext cx="3673" cy="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为取自总体 </a:t>
              </a:r>
              <a:r>
                <a:rPr kumimoji="1" lang="en-US" altLang="zh-CN" sz="2800" b="1" i="1">
                  <a:solidFill>
                    <a:srgbClr val="007A77"/>
                  </a:solidFill>
                  <a:latin typeface="Times New Roman" panose="02020603050405020304" pitchFamily="18" charset="0"/>
                  <a:ea typeface="楷体_GB2312" pitchFamily="49" charset="-122"/>
                </a:rPr>
                <a:t>N </a:t>
              </a: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baseline="-25000">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r>
                <a:rPr kumimoji="1" lang="en-US" altLang="zh-CN" sz="2800" b="1" baseline="30000">
                  <a:solidFill>
                    <a:srgbClr val="007A77"/>
                  </a:solidFill>
                  <a:latin typeface="Times New Roman" panose="02020603050405020304" pitchFamily="18" charset="0"/>
                  <a:ea typeface="楷体_GB2312" pitchFamily="49" charset="-122"/>
                  <a:sym typeface="Symbol" pitchFamily="2" charset="2"/>
                </a:rPr>
                <a:t>2 </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的样本</a:t>
              </a:r>
              <a:r>
                <a:rPr kumimoji="1" lang="en-US" altLang="zh-CN" sz="3600">
                  <a:solidFill>
                    <a:srgbClr val="007A77"/>
                  </a:solidFill>
                  <a:latin typeface="Times New Roman" panose="02020603050405020304" pitchFamily="18" charset="0"/>
                  <a:ea typeface="楷体_GB2312" pitchFamily="49" charset="-122"/>
                </a:rPr>
                <a:t>,</a:t>
              </a:r>
            </a:p>
          </p:txBody>
        </p:sp>
      </p:grpSp>
      <p:grpSp>
        <p:nvGrpSpPr>
          <p:cNvPr id="473112" name="Group 24">
            <a:extLst>
              <a:ext uri="{FF2B5EF4-FFF2-40B4-BE49-F238E27FC236}">
                <a16:creationId xmlns:a16="http://schemas.microsoft.com/office/drawing/2014/main" id="{1CF218B2-334B-B90B-400C-1370CA9C9C7C}"/>
              </a:ext>
            </a:extLst>
          </p:cNvPr>
          <p:cNvGrpSpPr>
            <a:grpSpLocks/>
          </p:cNvGrpSpPr>
          <p:nvPr/>
        </p:nvGrpSpPr>
        <p:grpSpPr bwMode="auto">
          <a:xfrm>
            <a:off x="1895476" y="3860800"/>
            <a:ext cx="8772525" cy="592138"/>
            <a:chOff x="234" y="1826"/>
            <a:chExt cx="5526" cy="373"/>
          </a:xfrm>
        </p:grpSpPr>
        <p:graphicFrame>
          <p:nvGraphicFramePr>
            <p:cNvPr id="473113" name="Object 25">
              <a:extLst>
                <a:ext uri="{FF2B5EF4-FFF2-40B4-BE49-F238E27FC236}">
                  <a16:creationId xmlns:a16="http://schemas.microsoft.com/office/drawing/2014/main" id="{F8E68CE8-AE45-311F-1AD6-6A86F893ED43}"/>
                </a:ext>
              </a:extLst>
            </p:cNvPr>
            <p:cNvGraphicFramePr>
              <a:graphicFrameLocks noChangeAspect="1"/>
            </p:cNvGraphicFramePr>
            <p:nvPr/>
          </p:nvGraphicFramePr>
          <p:xfrm>
            <a:off x="234" y="1826"/>
            <a:ext cx="1285" cy="373"/>
          </p:xfrm>
          <a:graphic>
            <a:graphicData uri="http://schemas.openxmlformats.org/presentationml/2006/ole">
              <mc:AlternateContent xmlns:mc="http://schemas.openxmlformats.org/markup-compatibility/2006">
                <mc:Choice xmlns:v="urn:schemas-microsoft-com:vml" Requires="v">
                  <p:oleObj name="公式" r:id="rId6" imgW="21069300" imgH="5270500" progId="Equation.3">
                    <p:embed/>
                  </p:oleObj>
                </mc:Choice>
                <mc:Fallback>
                  <p:oleObj name="公式" r:id="rId6" imgW="21069300" imgH="5270500" progId="Equation.3">
                    <p:embed/>
                    <p:pic>
                      <p:nvPicPr>
                        <p:cNvPr id="473113" name="Object 25">
                          <a:extLst>
                            <a:ext uri="{FF2B5EF4-FFF2-40B4-BE49-F238E27FC236}">
                              <a16:creationId xmlns:a16="http://schemas.microsoft.com/office/drawing/2014/main" id="{F8E68CE8-AE45-311F-1AD6-6A86F893ED4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4" y="1826"/>
                          <a:ext cx="1285" cy="3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3114" name="Text Box 26">
              <a:extLst>
                <a:ext uri="{FF2B5EF4-FFF2-40B4-BE49-F238E27FC236}">
                  <a16:creationId xmlns:a16="http://schemas.microsoft.com/office/drawing/2014/main" id="{8DBD10C7-9709-28B3-0E6E-9DD629A0E16C}"/>
                </a:ext>
              </a:extLst>
            </p:cNvPr>
            <p:cNvSpPr txBox="1">
              <a:spLocks noChangeArrowheads="1"/>
            </p:cNvSpPr>
            <p:nvPr/>
          </p:nvSpPr>
          <p:spPr bwMode="auto">
            <a:xfrm>
              <a:off x="1565" y="1842"/>
              <a:ext cx="419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分别表示两样本的样本均值与样本方差</a:t>
              </a:r>
            </a:p>
          </p:txBody>
        </p:sp>
      </p:grpSp>
      <p:sp>
        <p:nvSpPr>
          <p:cNvPr id="473115" name="Rectangle 27">
            <a:extLst>
              <a:ext uri="{FF2B5EF4-FFF2-40B4-BE49-F238E27FC236}">
                <a16:creationId xmlns:a16="http://schemas.microsoft.com/office/drawing/2014/main" id="{87389FB3-5294-884E-BA03-D486FE9EDD40}"/>
              </a:ext>
            </a:extLst>
          </p:cNvPr>
          <p:cNvSpPr>
            <a:spLocks noChangeArrowheads="1"/>
          </p:cNvSpPr>
          <p:nvPr/>
        </p:nvSpPr>
        <p:spPr bwMode="auto">
          <a:xfrm>
            <a:off x="1992313" y="3068638"/>
            <a:ext cx="5689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且两总体相互独立。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73105"/>
                                        </p:tgtEl>
                                        <p:attrNameLst>
                                          <p:attrName>style.visibility</p:attrName>
                                        </p:attrNameLst>
                                      </p:cBhvr>
                                      <p:to>
                                        <p:strVal val="visible"/>
                                      </p:to>
                                    </p:set>
                                    <p:animEffect transition="in" filter="slide(fromRight)">
                                      <p:cBhvr>
                                        <p:cTn id="7" dur="1000"/>
                                        <p:tgtEl>
                                          <p:spTgt spid="4731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73106"/>
                                        </p:tgtEl>
                                        <p:attrNameLst>
                                          <p:attrName>style.visibility</p:attrName>
                                        </p:attrNameLst>
                                      </p:cBhvr>
                                      <p:to>
                                        <p:strVal val="visible"/>
                                      </p:to>
                                    </p:set>
                                    <p:animEffect transition="in" filter="wipe(left)">
                                      <p:cBhvr>
                                        <p:cTn id="12" dur="1000"/>
                                        <p:tgtEl>
                                          <p:spTgt spid="473106"/>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473109"/>
                                        </p:tgtEl>
                                        <p:attrNameLst>
                                          <p:attrName>style.visibility</p:attrName>
                                        </p:attrNameLst>
                                      </p:cBhvr>
                                      <p:to>
                                        <p:strVal val="visible"/>
                                      </p:to>
                                    </p:set>
                                    <p:animEffect transition="in" filter="wipe(left)">
                                      <p:cBhvr>
                                        <p:cTn id="16" dur="1000"/>
                                        <p:tgtEl>
                                          <p:spTgt spid="473109"/>
                                        </p:tgtEl>
                                      </p:cBhvr>
                                    </p:animEffect>
                                  </p:childTnLst>
                                </p:cTn>
                              </p:par>
                            </p:childTnLst>
                          </p:cTn>
                        </p:par>
                        <p:par>
                          <p:cTn id="17" fill="hold" nodeType="afterGroup">
                            <p:stCondLst>
                              <p:cond delay="2000"/>
                            </p:stCondLst>
                            <p:childTnLst>
                              <p:par>
                                <p:cTn id="18" presetID="22" presetClass="entr" presetSubtype="8" fill="hold" nodeType="afterEffect">
                                  <p:stCondLst>
                                    <p:cond delay="0"/>
                                  </p:stCondLst>
                                  <p:childTnLst>
                                    <p:set>
                                      <p:cBhvr>
                                        <p:cTn id="19" dur="1" fill="hold">
                                          <p:stCondLst>
                                            <p:cond delay="0"/>
                                          </p:stCondLst>
                                        </p:cTn>
                                        <p:tgtEl>
                                          <p:spTgt spid="473115">
                                            <p:txEl>
                                              <p:pRg st="0" end="0"/>
                                            </p:txEl>
                                          </p:spTgt>
                                        </p:tgtEl>
                                        <p:attrNameLst>
                                          <p:attrName>style.visibility</p:attrName>
                                        </p:attrNameLst>
                                      </p:cBhvr>
                                      <p:to>
                                        <p:strVal val="visible"/>
                                      </p:to>
                                    </p:set>
                                    <p:animEffect transition="in" filter="wipe(left)">
                                      <p:cBhvr>
                                        <p:cTn id="20" dur="1000"/>
                                        <p:tgtEl>
                                          <p:spTgt spid="473115">
                                            <p:txEl>
                                              <p:pRg st="0" end="0"/>
                                            </p:txEl>
                                          </p:spTgt>
                                        </p:tgtEl>
                                      </p:cBhvr>
                                    </p:animEffect>
                                  </p:childTnLst>
                                </p:cTn>
                              </p:par>
                            </p:childTnLst>
                          </p:cTn>
                        </p:par>
                        <p:par>
                          <p:cTn id="21" fill="hold" nodeType="afterGroup">
                            <p:stCondLst>
                              <p:cond delay="3000"/>
                            </p:stCondLst>
                            <p:childTnLst>
                              <p:par>
                                <p:cTn id="22" presetID="22" presetClass="entr" presetSubtype="8" fill="hold" nodeType="afterEffect">
                                  <p:stCondLst>
                                    <p:cond delay="0"/>
                                  </p:stCondLst>
                                  <p:childTnLst>
                                    <p:set>
                                      <p:cBhvr>
                                        <p:cTn id="23" dur="1" fill="hold">
                                          <p:stCondLst>
                                            <p:cond delay="0"/>
                                          </p:stCondLst>
                                        </p:cTn>
                                        <p:tgtEl>
                                          <p:spTgt spid="473112"/>
                                        </p:tgtEl>
                                        <p:attrNameLst>
                                          <p:attrName>style.visibility</p:attrName>
                                        </p:attrNameLst>
                                      </p:cBhvr>
                                      <p:to>
                                        <p:strVal val="visible"/>
                                      </p:to>
                                    </p:set>
                                    <p:animEffect transition="in" filter="wipe(left)">
                                      <p:cBhvr>
                                        <p:cTn id="24" dur="1000"/>
                                        <p:tgtEl>
                                          <p:spTgt spid="473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310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Text Box 2">
            <a:extLst>
              <a:ext uri="{FF2B5EF4-FFF2-40B4-BE49-F238E27FC236}">
                <a16:creationId xmlns:a16="http://schemas.microsoft.com/office/drawing/2014/main" id="{B70EE391-63C0-B38D-001B-495AAD55E98F}"/>
              </a:ext>
            </a:extLst>
          </p:cNvPr>
          <p:cNvSpPr txBox="1">
            <a:spLocks noChangeArrowheads="1"/>
          </p:cNvSpPr>
          <p:nvPr/>
        </p:nvSpPr>
        <p:spPr bwMode="auto">
          <a:xfrm>
            <a:off x="2927351" y="3284538"/>
            <a:ext cx="12378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4115" name="Text Box 3">
            <a:extLst>
              <a:ext uri="{FF2B5EF4-FFF2-40B4-BE49-F238E27FC236}">
                <a16:creationId xmlns:a16="http://schemas.microsoft.com/office/drawing/2014/main" id="{78F6B4CB-2FCA-7C33-9543-B59FE67EA930}"/>
              </a:ext>
            </a:extLst>
          </p:cNvPr>
          <p:cNvSpPr txBox="1">
            <a:spLocks noChangeArrowheads="1"/>
          </p:cNvSpPr>
          <p:nvPr/>
        </p:nvSpPr>
        <p:spPr bwMode="auto">
          <a:xfrm>
            <a:off x="4800600" y="3284538"/>
            <a:ext cx="1371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4116" name="Text Box 4">
            <a:extLst>
              <a:ext uri="{FF2B5EF4-FFF2-40B4-BE49-F238E27FC236}">
                <a16:creationId xmlns:a16="http://schemas.microsoft.com/office/drawing/2014/main" id="{8698F133-DDBE-BCAE-C586-305307B4C238}"/>
              </a:ext>
            </a:extLst>
          </p:cNvPr>
          <p:cNvSpPr txBox="1">
            <a:spLocks noChangeArrowheads="1"/>
          </p:cNvSpPr>
          <p:nvPr/>
        </p:nvSpPr>
        <p:spPr bwMode="auto">
          <a:xfrm>
            <a:off x="2855914" y="5373688"/>
            <a:ext cx="1584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4117" name="Text Box 5">
            <a:extLst>
              <a:ext uri="{FF2B5EF4-FFF2-40B4-BE49-F238E27FC236}">
                <a16:creationId xmlns:a16="http://schemas.microsoft.com/office/drawing/2014/main" id="{EF99BF35-5E7B-C438-BBD7-A55EFFB749ED}"/>
              </a:ext>
            </a:extLst>
          </p:cNvPr>
          <p:cNvSpPr txBox="1">
            <a:spLocks noChangeArrowheads="1"/>
          </p:cNvSpPr>
          <p:nvPr/>
        </p:nvSpPr>
        <p:spPr bwMode="auto">
          <a:xfrm>
            <a:off x="2782889" y="4365626"/>
            <a:ext cx="1431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4118" name="Text Box 6">
            <a:extLst>
              <a:ext uri="{FF2B5EF4-FFF2-40B4-BE49-F238E27FC236}">
                <a16:creationId xmlns:a16="http://schemas.microsoft.com/office/drawing/2014/main" id="{1323F020-7F89-C6DA-4D6A-333540EAC82C}"/>
              </a:ext>
            </a:extLst>
          </p:cNvPr>
          <p:cNvSpPr txBox="1">
            <a:spLocks noChangeArrowheads="1"/>
          </p:cNvSpPr>
          <p:nvPr/>
        </p:nvSpPr>
        <p:spPr bwMode="auto">
          <a:xfrm>
            <a:off x="4656138" y="5300663"/>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Math1" pitchFamily="2" charset="2"/>
              </a:rPr>
              <a:t>&lt;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4119" name="Text Box 7">
            <a:extLst>
              <a:ext uri="{FF2B5EF4-FFF2-40B4-BE49-F238E27FC236}">
                <a16:creationId xmlns:a16="http://schemas.microsoft.com/office/drawing/2014/main" id="{176F96C4-3E97-D32B-7C4F-7257B91A77AE}"/>
              </a:ext>
            </a:extLst>
          </p:cNvPr>
          <p:cNvSpPr txBox="1">
            <a:spLocks noChangeArrowheads="1"/>
          </p:cNvSpPr>
          <p:nvPr/>
        </p:nvSpPr>
        <p:spPr bwMode="auto">
          <a:xfrm>
            <a:off x="4656138" y="4365626"/>
            <a:ext cx="129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Math1" pitchFamily="2" charset="2"/>
              </a:rPr>
              <a:t>&gt;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graphicFrame>
        <p:nvGraphicFramePr>
          <p:cNvPr id="474120" name="Object 8">
            <a:extLst>
              <a:ext uri="{FF2B5EF4-FFF2-40B4-BE49-F238E27FC236}">
                <a16:creationId xmlns:a16="http://schemas.microsoft.com/office/drawing/2014/main" id="{5BEA8BFF-3A7C-68B5-2506-65EFADD3180B}"/>
              </a:ext>
            </a:extLst>
          </p:cNvPr>
          <p:cNvGraphicFramePr>
            <a:graphicFrameLocks noChangeAspect="1"/>
          </p:cNvGraphicFramePr>
          <p:nvPr/>
        </p:nvGraphicFramePr>
        <p:xfrm>
          <a:off x="9264650" y="3213100"/>
          <a:ext cx="1023938" cy="704850"/>
        </p:xfrm>
        <a:graphic>
          <a:graphicData uri="http://schemas.openxmlformats.org/presentationml/2006/ole">
            <mc:AlternateContent xmlns:mc="http://schemas.openxmlformats.org/markup-compatibility/2006">
              <mc:Choice xmlns:v="urn:schemas-microsoft-com:vml" Requires="v">
                <p:oleObj name="公式" r:id="rId2" imgW="13169900" imgH="8483600" progId="Equation.3">
                  <p:embed/>
                </p:oleObj>
              </mc:Choice>
              <mc:Fallback>
                <p:oleObj name="公式" r:id="rId2" imgW="13169900" imgH="8483600" progId="Equation.3">
                  <p:embed/>
                  <p:pic>
                    <p:nvPicPr>
                      <p:cNvPr id="474120" name="Object 8">
                        <a:extLst>
                          <a:ext uri="{FF2B5EF4-FFF2-40B4-BE49-F238E27FC236}">
                            <a16:creationId xmlns:a16="http://schemas.microsoft.com/office/drawing/2014/main" id="{5BEA8BFF-3A7C-68B5-2506-65EFADD318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4650" y="3213100"/>
                        <a:ext cx="1023938"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4121" name="Object 9">
            <a:extLst>
              <a:ext uri="{FF2B5EF4-FFF2-40B4-BE49-F238E27FC236}">
                <a16:creationId xmlns:a16="http://schemas.microsoft.com/office/drawing/2014/main" id="{1D98B154-F04A-E508-480A-C27AEF481F12}"/>
              </a:ext>
            </a:extLst>
          </p:cNvPr>
          <p:cNvGraphicFramePr>
            <a:graphicFrameLocks noChangeAspect="1"/>
          </p:cNvGraphicFramePr>
          <p:nvPr/>
        </p:nvGraphicFramePr>
        <p:xfrm>
          <a:off x="9048751" y="5445126"/>
          <a:ext cx="1216025" cy="481013"/>
        </p:xfrm>
        <a:graphic>
          <a:graphicData uri="http://schemas.openxmlformats.org/presentationml/2006/ole">
            <mc:AlternateContent xmlns:mc="http://schemas.openxmlformats.org/markup-compatibility/2006">
              <mc:Choice xmlns:v="urn:schemas-microsoft-com:vml" Requires="v">
                <p:oleObj name="公式" r:id="rId4" imgW="12585700" imgH="5270500" progId="Equation.3">
                  <p:embed/>
                </p:oleObj>
              </mc:Choice>
              <mc:Fallback>
                <p:oleObj name="公式" r:id="rId4" imgW="12585700" imgH="5270500" progId="Equation.3">
                  <p:embed/>
                  <p:pic>
                    <p:nvPicPr>
                      <p:cNvPr id="474121" name="Object 9">
                        <a:extLst>
                          <a:ext uri="{FF2B5EF4-FFF2-40B4-BE49-F238E27FC236}">
                            <a16:creationId xmlns:a16="http://schemas.microsoft.com/office/drawing/2014/main" id="{1D98B154-F04A-E508-480A-C27AEF481F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48751" y="5445126"/>
                        <a:ext cx="1216025"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4122" name="Object 10">
            <a:extLst>
              <a:ext uri="{FF2B5EF4-FFF2-40B4-BE49-F238E27FC236}">
                <a16:creationId xmlns:a16="http://schemas.microsoft.com/office/drawing/2014/main" id="{78EFD95C-7D51-411C-F0C1-2C29640AE4C0}"/>
              </a:ext>
            </a:extLst>
          </p:cNvPr>
          <p:cNvGraphicFramePr>
            <a:graphicFrameLocks noChangeAspect="1"/>
          </p:cNvGraphicFramePr>
          <p:nvPr/>
        </p:nvGraphicFramePr>
        <p:xfrm>
          <a:off x="9120188" y="4365625"/>
          <a:ext cx="1200150" cy="490538"/>
        </p:xfrm>
        <a:graphic>
          <a:graphicData uri="http://schemas.openxmlformats.org/presentationml/2006/ole">
            <mc:AlternateContent xmlns:mc="http://schemas.openxmlformats.org/markup-compatibility/2006">
              <mc:Choice xmlns:v="urn:schemas-microsoft-com:vml" Requires="v">
                <p:oleObj name="公式" r:id="rId6" imgW="10528300" imgH="5270500" progId="Equation.3">
                  <p:embed/>
                </p:oleObj>
              </mc:Choice>
              <mc:Fallback>
                <p:oleObj name="公式" r:id="rId6" imgW="10528300" imgH="5270500" progId="Equation.3">
                  <p:embed/>
                  <p:pic>
                    <p:nvPicPr>
                      <p:cNvPr id="474122" name="Object 10">
                        <a:extLst>
                          <a:ext uri="{FF2B5EF4-FFF2-40B4-BE49-F238E27FC236}">
                            <a16:creationId xmlns:a16="http://schemas.microsoft.com/office/drawing/2014/main" id="{78EFD95C-7D51-411C-F0C1-2C29640AE4C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20188" y="4365625"/>
                        <a:ext cx="1200150" cy="490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4123" name="Text Box 11">
            <a:extLst>
              <a:ext uri="{FF2B5EF4-FFF2-40B4-BE49-F238E27FC236}">
                <a16:creationId xmlns:a16="http://schemas.microsoft.com/office/drawing/2014/main" id="{6F3E0414-2AA8-E872-4C78-9DE2FE23E66A}"/>
              </a:ext>
            </a:extLst>
          </p:cNvPr>
          <p:cNvSpPr txBox="1">
            <a:spLocks noChangeArrowheads="1"/>
          </p:cNvSpPr>
          <p:nvPr/>
        </p:nvSpPr>
        <p:spPr bwMode="auto">
          <a:xfrm>
            <a:off x="4440238" y="1133475"/>
            <a:ext cx="2951162" cy="579438"/>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0000FF"/>
                </a:solidFill>
                <a:latin typeface="Times New Roman" panose="02020603050405020304" pitchFamily="18" charset="0"/>
                <a:ea typeface="楷体_GB2312" pitchFamily="49" charset="-122"/>
              </a:rPr>
              <a:t>U </a:t>
            </a:r>
            <a:r>
              <a:rPr kumimoji="1" lang="zh-CN" altLang="en-US" sz="3200" b="1">
                <a:solidFill>
                  <a:srgbClr val="0000FF"/>
                </a:solidFill>
                <a:latin typeface="Times New Roman" panose="02020603050405020304" pitchFamily="18" charset="0"/>
                <a:ea typeface="楷体_GB2312" pitchFamily="49" charset="-122"/>
              </a:rPr>
              <a:t>检验法</a:t>
            </a:r>
            <a:endParaRPr kumimoji="1" lang="zh-CN" altLang="en-US" sz="3200" b="1">
              <a:solidFill>
                <a:srgbClr val="0000FF"/>
              </a:solidFill>
              <a:latin typeface="Times New Roman" panose="02020603050405020304" pitchFamily="18" charset="0"/>
              <a:ea typeface="楷体_GB2312" pitchFamily="49" charset="-122"/>
              <a:sym typeface="Symbol" pitchFamily="2" charset="2"/>
            </a:endParaRPr>
          </a:p>
        </p:txBody>
      </p:sp>
      <p:grpSp>
        <p:nvGrpSpPr>
          <p:cNvPr id="474124" name="Group 12">
            <a:extLst>
              <a:ext uri="{FF2B5EF4-FFF2-40B4-BE49-F238E27FC236}">
                <a16:creationId xmlns:a16="http://schemas.microsoft.com/office/drawing/2014/main" id="{C1A1D8CB-57D3-9806-EE17-413846B8FADA}"/>
              </a:ext>
            </a:extLst>
          </p:cNvPr>
          <p:cNvGrpSpPr>
            <a:grpSpLocks/>
          </p:cNvGrpSpPr>
          <p:nvPr/>
        </p:nvGrpSpPr>
        <p:grpSpPr bwMode="auto">
          <a:xfrm>
            <a:off x="1524000" y="4076700"/>
            <a:ext cx="9144000" cy="0"/>
            <a:chOff x="0" y="2568"/>
            <a:chExt cx="5760" cy="0"/>
          </a:xfrm>
        </p:grpSpPr>
        <p:sp>
          <p:nvSpPr>
            <p:cNvPr id="474125" name="Line 13">
              <a:extLst>
                <a:ext uri="{FF2B5EF4-FFF2-40B4-BE49-F238E27FC236}">
                  <a16:creationId xmlns:a16="http://schemas.microsoft.com/office/drawing/2014/main" id="{BECB1719-59D8-57C0-4E41-69BD6F439D1C}"/>
                </a:ext>
              </a:extLst>
            </p:cNvPr>
            <p:cNvSpPr>
              <a:spLocks noChangeShapeType="1"/>
            </p:cNvSpPr>
            <p:nvPr/>
          </p:nvSpPr>
          <p:spPr bwMode="auto">
            <a:xfrm>
              <a:off x="0" y="2568"/>
              <a:ext cx="306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4126" name="Line 14">
              <a:extLst>
                <a:ext uri="{FF2B5EF4-FFF2-40B4-BE49-F238E27FC236}">
                  <a16:creationId xmlns:a16="http://schemas.microsoft.com/office/drawing/2014/main" id="{F2FFB992-245C-34EF-1B1E-B085A84B7C08}"/>
                </a:ext>
              </a:extLst>
            </p:cNvPr>
            <p:cNvSpPr>
              <a:spLocks noChangeShapeType="1"/>
            </p:cNvSpPr>
            <p:nvPr/>
          </p:nvSpPr>
          <p:spPr bwMode="auto">
            <a:xfrm>
              <a:off x="4604" y="2568"/>
              <a:ext cx="11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nvGrpSpPr>
          <p:cNvPr id="474127" name="Group 15">
            <a:extLst>
              <a:ext uri="{FF2B5EF4-FFF2-40B4-BE49-F238E27FC236}">
                <a16:creationId xmlns:a16="http://schemas.microsoft.com/office/drawing/2014/main" id="{C3732667-26BC-4DCA-3550-0633546B2A23}"/>
              </a:ext>
            </a:extLst>
          </p:cNvPr>
          <p:cNvGrpSpPr>
            <a:grpSpLocks/>
          </p:cNvGrpSpPr>
          <p:nvPr/>
        </p:nvGrpSpPr>
        <p:grpSpPr bwMode="auto">
          <a:xfrm>
            <a:off x="2640014" y="5084763"/>
            <a:ext cx="8027987" cy="0"/>
            <a:chOff x="703" y="3339"/>
            <a:chExt cx="5057" cy="0"/>
          </a:xfrm>
        </p:grpSpPr>
        <p:sp>
          <p:nvSpPr>
            <p:cNvPr id="474128" name="Line 16">
              <a:extLst>
                <a:ext uri="{FF2B5EF4-FFF2-40B4-BE49-F238E27FC236}">
                  <a16:creationId xmlns:a16="http://schemas.microsoft.com/office/drawing/2014/main" id="{502A733E-A757-779D-D58E-9631C5337EDD}"/>
                </a:ext>
              </a:extLst>
            </p:cNvPr>
            <p:cNvSpPr>
              <a:spLocks noChangeShapeType="1"/>
            </p:cNvSpPr>
            <p:nvPr/>
          </p:nvSpPr>
          <p:spPr bwMode="auto">
            <a:xfrm>
              <a:off x="703" y="3339"/>
              <a:ext cx="235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4129" name="Line 17">
              <a:extLst>
                <a:ext uri="{FF2B5EF4-FFF2-40B4-BE49-F238E27FC236}">
                  <a16:creationId xmlns:a16="http://schemas.microsoft.com/office/drawing/2014/main" id="{0A02EABA-707D-267F-6FA4-B694204BF8FF}"/>
                </a:ext>
              </a:extLst>
            </p:cNvPr>
            <p:cNvSpPr>
              <a:spLocks noChangeShapeType="1"/>
            </p:cNvSpPr>
            <p:nvPr/>
          </p:nvSpPr>
          <p:spPr bwMode="auto">
            <a:xfrm>
              <a:off x="4604" y="3339"/>
              <a:ext cx="11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74130" name="Line 18">
            <a:extLst>
              <a:ext uri="{FF2B5EF4-FFF2-40B4-BE49-F238E27FC236}">
                <a16:creationId xmlns:a16="http://schemas.microsoft.com/office/drawing/2014/main" id="{89C18F0A-1280-9DE5-B56F-2EAD7A91B712}"/>
              </a:ext>
            </a:extLst>
          </p:cNvPr>
          <p:cNvSpPr>
            <a:spLocks noChangeShapeType="1"/>
          </p:cNvSpPr>
          <p:nvPr/>
        </p:nvSpPr>
        <p:spPr bwMode="auto">
          <a:xfrm>
            <a:off x="1524000" y="6165850"/>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74131" name="Object 19">
            <a:extLst>
              <a:ext uri="{FF2B5EF4-FFF2-40B4-BE49-F238E27FC236}">
                <a16:creationId xmlns:a16="http://schemas.microsoft.com/office/drawing/2014/main" id="{30136299-EF31-625C-99CB-1684021105F0}"/>
              </a:ext>
            </a:extLst>
          </p:cNvPr>
          <p:cNvGraphicFramePr>
            <a:graphicFrameLocks noChangeAspect="1"/>
          </p:cNvGraphicFramePr>
          <p:nvPr/>
        </p:nvGraphicFramePr>
        <p:xfrm>
          <a:off x="6456363" y="3500439"/>
          <a:ext cx="2176462" cy="1658937"/>
        </p:xfrm>
        <a:graphic>
          <a:graphicData uri="http://schemas.openxmlformats.org/presentationml/2006/ole">
            <mc:AlternateContent xmlns:mc="http://schemas.openxmlformats.org/markup-compatibility/2006">
              <mc:Choice xmlns:v="urn:schemas-microsoft-com:vml" Requires="v">
                <p:oleObj name="公式" r:id="rId8" imgW="23406100" imgH="16675100" progId="Equation.3">
                  <p:embed/>
                </p:oleObj>
              </mc:Choice>
              <mc:Fallback>
                <p:oleObj name="公式" r:id="rId8" imgW="23406100" imgH="16675100" progId="Equation.3">
                  <p:embed/>
                  <p:pic>
                    <p:nvPicPr>
                      <p:cNvPr id="474131" name="Object 19">
                        <a:extLst>
                          <a:ext uri="{FF2B5EF4-FFF2-40B4-BE49-F238E27FC236}">
                            <a16:creationId xmlns:a16="http://schemas.microsoft.com/office/drawing/2014/main" id="{30136299-EF31-625C-99CB-1684021105F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56363" y="3500439"/>
                        <a:ext cx="2176462" cy="1658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74132" name="Group 20">
            <a:extLst>
              <a:ext uri="{FF2B5EF4-FFF2-40B4-BE49-F238E27FC236}">
                <a16:creationId xmlns:a16="http://schemas.microsoft.com/office/drawing/2014/main" id="{F304CC84-0990-1EF9-2272-1234EEA9D924}"/>
              </a:ext>
            </a:extLst>
          </p:cNvPr>
          <p:cNvGrpSpPr>
            <a:grpSpLocks/>
          </p:cNvGrpSpPr>
          <p:nvPr/>
        </p:nvGrpSpPr>
        <p:grpSpPr bwMode="auto">
          <a:xfrm>
            <a:off x="1524000" y="1916114"/>
            <a:ext cx="9144000" cy="4249737"/>
            <a:chOff x="0" y="1207"/>
            <a:chExt cx="5760" cy="2812"/>
          </a:xfrm>
        </p:grpSpPr>
        <p:sp>
          <p:nvSpPr>
            <p:cNvPr id="474133" name="Line 21">
              <a:extLst>
                <a:ext uri="{FF2B5EF4-FFF2-40B4-BE49-F238E27FC236}">
                  <a16:creationId xmlns:a16="http://schemas.microsoft.com/office/drawing/2014/main" id="{E9C220E9-F13C-8B5F-B8F3-13AAFB391C2B}"/>
                </a:ext>
              </a:extLst>
            </p:cNvPr>
            <p:cNvSpPr>
              <a:spLocks noChangeShapeType="1"/>
            </p:cNvSpPr>
            <p:nvPr/>
          </p:nvSpPr>
          <p:spPr bwMode="auto">
            <a:xfrm flipH="1">
              <a:off x="1837" y="1207"/>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4134" name="Line 22">
              <a:extLst>
                <a:ext uri="{FF2B5EF4-FFF2-40B4-BE49-F238E27FC236}">
                  <a16:creationId xmlns:a16="http://schemas.microsoft.com/office/drawing/2014/main" id="{C8835061-103C-E2AF-1148-F60BCF9B01EC}"/>
                </a:ext>
              </a:extLst>
            </p:cNvPr>
            <p:cNvSpPr>
              <a:spLocks noChangeShapeType="1"/>
            </p:cNvSpPr>
            <p:nvPr/>
          </p:nvSpPr>
          <p:spPr bwMode="auto">
            <a:xfrm>
              <a:off x="3061" y="1207"/>
              <a:ext cx="8" cy="280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4135" name="Line 23">
              <a:extLst>
                <a:ext uri="{FF2B5EF4-FFF2-40B4-BE49-F238E27FC236}">
                  <a16:creationId xmlns:a16="http://schemas.microsoft.com/office/drawing/2014/main" id="{5598E720-4A0A-26A3-B23D-A1DF4B112957}"/>
                </a:ext>
              </a:extLst>
            </p:cNvPr>
            <p:cNvSpPr>
              <a:spLocks noChangeShapeType="1"/>
            </p:cNvSpPr>
            <p:nvPr/>
          </p:nvSpPr>
          <p:spPr bwMode="auto">
            <a:xfrm>
              <a:off x="4604" y="1207"/>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4136" name="Text Box 24">
              <a:extLst>
                <a:ext uri="{FF2B5EF4-FFF2-40B4-BE49-F238E27FC236}">
                  <a16:creationId xmlns:a16="http://schemas.microsoft.com/office/drawing/2014/main" id="{ACE0C790-3E5A-3AD1-00B8-E1AEE57B3A09}"/>
                </a:ext>
              </a:extLst>
            </p:cNvPr>
            <p:cNvSpPr txBox="1">
              <a:spLocks noChangeArrowheads="1"/>
            </p:cNvSpPr>
            <p:nvPr/>
          </p:nvSpPr>
          <p:spPr bwMode="auto">
            <a:xfrm>
              <a:off x="839" y="1253"/>
              <a:ext cx="788" cy="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a:p>
              <a:pPr fontAlgn="base">
                <a:spcBef>
                  <a:spcPct val="0"/>
                </a:spcBef>
                <a:spcAft>
                  <a:spcPct val="0"/>
                </a:spcAft>
              </a:pP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4137" name="Text Box 25">
              <a:extLst>
                <a:ext uri="{FF2B5EF4-FFF2-40B4-BE49-F238E27FC236}">
                  <a16:creationId xmlns:a16="http://schemas.microsoft.com/office/drawing/2014/main" id="{CBB89C40-2EF5-5324-A440-EA2AD4BABA41}"/>
                </a:ext>
              </a:extLst>
            </p:cNvPr>
            <p:cNvSpPr txBox="1">
              <a:spLocks noChangeArrowheads="1"/>
            </p:cNvSpPr>
            <p:nvPr/>
          </p:nvSpPr>
          <p:spPr bwMode="auto">
            <a:xfrm>
              <a:off x="1927" y="1253"/>
              <a:ext cx="1012" cy="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4138" name="Text Box 26">
              <a:extLst>
                <a:ext uri="{FF2B5EF4-FFF2-40B4-BE49-F238E27FC236}">
                  <a16:creationId xmlns:a16="http://schemas.microsoft.com/office/drawing/2014/main" id="{980CB7E4-B519-2A90-F3A3-E2522D3D3FEF}"/>
                </a:ext>
              </a:extLst>
            </p:cNvPr>
            <p:cNvSpPr txBox="1">
              <a:spLocks noChangeArrowheads="1"/>
            </p:cNvSpPr>
            <p:nvPr/>
          </p:nvSpPr>
          <p:spPr bwMode="auto">
            <a:xfrm>
              <a:off x="3200" y="1389"/>
              <a:ext cx="1236"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74139" name="Text Box 27">
              <a:extLst>
                <a:ext uri="{FF2B5EF4-FFF2-40B4-BE49-F238E27FC236}">
                  <a16:creationId xmlns:a16="http://schemas.microsoft.com/office/drawing/2014/main" id="{64C951E1-D367-AE39-B29F-FDE0F2D08D59}"/>
                </a:ext>
              </a:extLst>
            </p:cNvPr>
            <p:cNvSpPr txBox="1">
              <a:spLocks noChangeArrowheads="1"/>
            </p:cNvSpPr>
            <p:nvPr/>
          </p:nvSpPr>
          <p:spPr bwMode="auto">
            <a:xfrm>
              <a:off x="4785" y="1389"/>
              <a:ext cx="788"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74140" name="Line 28">
              <a:extLst>
                <a:ext uri="{FF2B5EF4-FFF2-40B4-BE49-F238E27FC236}">
                  <a16:creationId xmlns:a16="http://schemas.microsoft.com/office/drawing/2014/main" id="{43096014-6826-3589-9801-C8D5752A5BCB}"/>
                </a:ext>
              </a:extLst>
            </p:cNvPr>
            <p:cNvSpPr>
              <a:spLocks noChangeShapeType="1"/>
            </p:cNvSpPr>
            <p:nvPr/>
          </p:nvSpPr>
          <p:spPr bwMode="auto">
            <a:xfrm>
              <a:off x="0" y="1888"/>
              <a:ext cx="57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4141" name="Line 29">
              <a:extLst>
                <a:ext uri="{FF2B5EF4-FFF2-40B4-BE49-F238E27FC236}">
                  <a16:creationId xmlns:a16="http://schemas.microsoft.com/office/drawing/2014/main" id="{362C0649-E6D7-518A-2383-023EC4B0C14B}"/>
                </a:ext>
              </a:extLst>
            </p:cNvPr>
            <p:cNvSpPr>
              <a:spLocks noChangeShapeType="1"/>
            </p:cNvSpPr>
            <p:nvPr/>
          </p:nvSpPr>
          <p:spPr bwMode="auto">
            <a:xfrm flipV="1">
              <a:off x="0" y="1207"/>
              <a:ext cx="57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4142" name="Line 30">
              <a:extLst>
                <a:ext uri="{FF2B5EF4-FFF2-40B4-BE49-F238E27FC236}">
                  <a16:creationId xmlns:a16="http://schemas.microsoft.com/office/drawing/2014/main" id="{722D8F8C-9E60-582A-20DA-4DCA0106EEE4}"/>
                </a:ext>
              </a:extLst>
            </p:cNvPr>
            <p:cNvSpPr>
              <a:spLocks noChangeShapeType="1"/>
            </p:cNvSpPr>
            <p:nvPr/>
          </p:nvSpPr>
          <p:spPr bwMode="auto">
            <a:xfrm flipH="1">
              <a:off x="703" y="1207"/>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4143" name="Text Box 31">
              <a:extLst>
                <a:ext uri="{FF2B5EF4-FFF2-40B4-BE49-F238E27FC236}">
                  <a16:creationId xmlns:a16="http://schemas.microsoft.com/office/drawing/2014/main" id="{20C5A014-5706-F74F-4746-083889004C91}"/>
                </a:ext>
              </a:extLst>
            </p:cNvPr>
            <p:cNvSpPr txBox="1">
              <a:spLocks noChangeArrowheads="1"/>
            </p:cNvSpPr>
            <p:nvPr/>
          </p:nvSpPr>
          <p:spPr bwMode="auto">
            <a:xfrm>
              <a:off x="0" y="1343"/>
              <a:ext cx="564"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类型</a:t>
              </a:r>
            </a:p>
          </p:txBody>
        </p:sp>
      </p:grpSp>
      <p:sp>
        <p:nvSpPr>
          <p:cNvPr id="474144" name="Text Box 32">
            <a:extLst>
              <a:ext uri="{FF2B5EF4-FFF2-40B4-BE49-F238E27FC236}">
                <a16:creationId xmlns:a16="http://schemas.microsoft.com/office/drawing/2014/main" id="{656675F4-3CF7-D407-D737-E8E5BAAB373C}"/>
              </a:ext>
            </a:extLst>
          </p:cNvPr>
          <p:cNvSpPr txBox="1">
            <a:spLocks noChangeArrowheads="1"/>
          </p:cNvSpPr>
          <p:nvPr/>
        </p:nvSpPr>
        <p:spPr bwMode="auto">
          <a:xfrm>
            <a:off x="1524001" y="3068638"/>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双边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sp>
        <p:nvSpPr>
          <p:cNvPr id="474145" name="Text Box 33">
            <a:extLst>
              <a:ext uri="{FF2B5EF4-FFF2-40B4-BE49-F238E27FC236}">
                <a16:creationId xmlns:a16="http://schemas.microsoft.com/office/drawing/2014/main" id="{D9D9129F-F63A-0D6B-3FDE-A090D5D96C9C}"/>
              </a:ext>
            </a:extLst>
          </p:cNvPr>
          <p:cNvSpPr txBox="1">
            <a:spLocks noChangeArrowheads="1"/>
          </p:cNvSpPr>
          <p:nvPr/>
        </p:nvSpPr>
        <p:spPr bwMode="auto">
          <a:xfrm>
            <a:off x="1524001" y="4508500"/>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单边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grpSp>
        <p:nvGrpSpPr>
          <p:cNvPr id="474146" name="Group 34">
            <a:extLst>
              <a:ext uri="{FF2B5EF4-FFF2-40B4-BE49-F238E27FC236}">
                <a16:creationId xmlns:a16="http://schemas.microsoft.com/office/drawing/2014/main" id="{554282CD-9093-39DB-5FDB-7870DC291E08}"/>
              </a:ext>
            </a:extLst>
          </p:cNvPr>
          <p:cNvGrpSpPr>
            <a:grpSpLocks/>
          </p:cNvGrpSpPr>
          <p:nvPr/>
        </p:nvGrpSpPr>
        <p:grpSpPr bwMode="auto">
          <a:xfrm>
            <a:off x="1774826" y="404814"/>
            <a:ext cx="8353425" cy="604837"/>
            <a:chOff x="158" y="255"/>
            <a:chExt cx="5262" cy="381"/>
          </a:xfrm>
        </p:grpSpPr>
        <p:sp>
          <p:nvSpPr>
            <p:cNvPr id="474147" name="Rectangle 35">
              <a:extLst>
                <a:ext uri="{FF2B5EF4-FFF2-40B4-BE49-F238E27FC236}">
                  <a16:creationId xmlns:a16="http://schemas.microsoft.com/office/drawing/2014/main" id="{27431283-D87A-68AA-6CDF-F479C43B8E23}"/>
                </a:ext>
              </a:extLst>
            </p:cNvPr>
            <p:cNvSpPr>
              <a:spLocks noChangeArrowheads="1"/>
            </p:cNvSpPr>
            <p:nvPr/>
          </p:nvSpPr>
          <p:spPr bwMode="auto">
            <a:xfrm>
              <a:off x="158" y="255"/>
              <a:ext cx="526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1</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．已知           时，总体均值的假设检验</a:t>
              </a:r>
            </a:p>
          </p:txBody>
        </p:sp>
        <p:graphicFrame>
          <p:nvGraphicFramePr>
            <p:cNvPr id="474148" name="Object 36">
              <a:extLst>
                <a:ext uri="{FF2B5EF4-FFF2-40B4-BE49-F238E27FC236}">
                  <a16:creationId xmlns:a16="http://schemas.microsoft.com/office/drawing/2014/main" id="{1AF28FF4-4B1B-2A2F-E6F6-2D324AA4475D}"/>
                </a:ext>
              </a:extLst>
            </p:cNvPr>
            <p:cNvGraphicFramePr>
              <a:graphicFrameLocks noChangeAspect="1"/>
            </p:cNvGraphicFramePr>
            <p:nvPr/>
          </p:nvGraphicFramePr>
          <p:xfrm>
            <a:off x="1156" y="255"/>
            <a:ext cx="734" cy="381"/>
          </p:xfrm>
          <a:graphic>
            <a:graphicData uri="http://schemas.openxmlformats.org/presentationml/2006/ole">
              <mc:AlternateContent xmlns:mc="http://schemas.openxmlformats.org/markup-compatibility/2006">
                <mc:Choice xmlns:v="urn:schemas-microsoft-com:vml" Requires="v">
                  <p:oleObj name="公式" r:id="rId10" imgW="11696700" imgH="5270500" progId="Equation.3">
                    <p:embed/>
                  </p:oleObj>
                </mc:Choice>
                <mc:Fallback>
                  <p:oleObj name="公式" r:id="rId10" imgW="11696700" imgH="5270500" progId="Equation.3">
                    <p:embed/>
                    <p:pic>
                      <p:nvPicPr>
                        <p:cNvPr id="474148" name="Object 36">
                          <a:extLst>
                            <a:ext uri="{FF2B5EF4-FFF2-40B4-BE49-F238E27FC236}">
                              <a16:creationId xmlns:a16="http://schemas.microsoft.com/office/drawing/2014/main" id="{1AF28FF4-4B1B-2A2F-E6F6-2D324AA4475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56" y="255"/>
                          <a:ext cx="734" cy="3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74146"/>
                                        </p:tgtEl>
                                        <p:attrNameLst>
                                          <p:attrName>style.visibility</p:attrName>
                                        </p:attrNameLst>
                                      </p:cBhvr>
                                      <p:to>
                                        <p:strVal val="visible"/>
                                      </p:to>
                                    </p:set>
                                    <p:animEffect transition="in" filter="wipe(left)">
                                      <p:cBhvr>
                                        <p:cTn id="7" dur="1000"/>
                                        <p:tgtEl>
                                          <p:spTgt spid="4741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74132"/>
                                        </p:tgtEl>
                                        <p:attrNameLst>
                                          <p:attrName>style.visibility</p:attrName>
                                        </p:attrNameLst>
                                      </p:cBhvr>
                                      <p:to>
                                        <p:strVal val="visible"/>
                                      </p:to>
                                    </p:set>
                                    <p:animEffect transition="in" filter="wipe(up)">
                                      <p:cBhvr>
                                        <p:cTn id="12" dur="1000"/>
                                        <p:tgtEl>
                                          <p:spTgt spid="4741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74144"/>
                                        </p:tgtEl>
                                        <p:attrNameLst>
                                          <p:attrName>style.visibility</p:attrName>
                                        </p:attrNameLst>
                                      </p:cBhvr>
                                      <p:to>
                                        <p:strVal val="visible"/>
                                      </p:to>
                                    </p:set>
                                    <p:animEffect transition="in" filter="wipe(up)">
                                      <p:cBhvr>
                                        <p:cTn id="17" dur="1000"/>
                                        <p:tgtEl>
                                          <p:spTgt spid="4741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74114"/>
                                        </p:tgtEl>
                                        <p:attrNameLst>
                                          <p:attrName>style.visibility</p:attrName>
                                        </p:attrNameLst>
                                      </p:cBhvr>
                                      <p:to>
                                        <p:strVal val="visible"/>
                                      </p:to>
                                    </p:set>
                                    <p:animEffect transition="in" filter="wipe(up)">
                                      <p:cBhvr>
                                        <p:cTn id="22" dur="500"/>
                                        <p:tgtEl>
                                          <p:spTgt spid="4741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74115"/>
                                        </p:tgtEl>
                                        <p:attrNameLst>
                                          <p:attrName>style.visibility</p:attrName>
                                        </p:attrNameLst>
                                      </p:cBhvr>
                                      <p:to>
                                        <p:strVal val="visible"/>
                                      </p:to>
                                    </p:set>
                                    <p:animEffect transition="in" filter="wipe(up)">
                                      <p:cBhvr>
                                        <p:cTn id="27" dur="500"/>
                                        <p:tgtEl>
                                          <p:spTgt spid="4741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74131"/>
                                        </p:tgtEl>
                                        <p:attrNameLst>
                                          <p:attrName>style.visibility</p:attrName>
                                        </p:attrNameLst>
                                      </p:cBhvr>
                                      <p:to>
                                        <p:strVal val="visible"/>
                                      </p:to>
                                    </p:set>
                                    <p:animEffect transition="in" filter="wipe(left)">
                                      <p:cBhvr>
                                        <p:cTn id="32" dur="1000"/>
                                        <p:tgtEl>
                                          <p:spTgt spid="47413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474120"/>
                                        </p:tgtEl>
                                        <p:attrNameLst>
                                          <p:attrName>style.visibility</p:attrName>
                                        </p:attrNameLst>
                                      </p:cBhvr>
                                      <p:to>
                                        <p:strVal val="visible"/>
                                      </p:to>
                                    </p:set>
                                    <p:animEffect transition="in" filter="wipe(up)">
                                      <p:cBhvr>
                                        <p:cTn id="37" dur="500"/>
                                        <p:tgtEl>
                                          <p:spTgt spid="474120"/>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474124"/>
                                        </p:tgtEl>
                                        <p:attrNameLst>
                                          <p:attrName>style.visibility</p:attrName>
                                        </p:attrNameLst>
                                      </p:cBhvr>
                                      <p:to>
                                        <p:strVal val="visible"/>
                                      </p:to>
                                    </p:set>
                                    <p:animEffect transition="in" filter="wipe(left)">
                                      <p:cBhvr>
                                        <p:cTn id="41" dur="500"/>
                                        <p:tgtEl>
                                          <p:spTgt spid="47412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474145"/>
                                        </p:tgtEl>
                                        <p:attrNameLst>
                                          <p:attrName>style.visibility</p:attrName>
                                        </p:attrNameLst>
                                      </p:cBhvr>
                                      <p:to>
                                        <p:strVal val="visible"/>
                                      </p:to>
                                    </p:set>
                                    <p:animEffect transition="in" filter="wipe(up)">
                                      <p:cBhvr>
                                        <p:cTn id="46" dur="1000"/>
                                        <p:tgtEl>
                                          <p:spTgt spid="47414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74117"/>
                                        </p:tgtEl>
                                        <p:attrNameLst>
                                          <p:attrName>style.visibility</p:attrName>
                                        </p:attrNameLst>
                                      </p:cBhvr>
                                      <p:to>
                                        <p:strVal val="visible"/>
                                      </p:to>
                                    </p:set>
                                    <p:animEffect transition="in" filter="wipe(up)">
                                      <p:cBhvr>
                                        <p:cTn id="51" dur="500"/>
                                        <p:tgtEl>
                                          <p:spTgt spid="47411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474119"/>
                                        </p:tgtEl>
                                        <p:attrNameLst>
                                          <p:attrName>style.visibility</p:attrName>
                                        </p:attrNameLst>
                                      </p:cBhvr>
                                      <p:to>
                                        <p:strVal val="visible"/>
                                      </p:to>
                                    </p:set>
                                    <p:animEffect transition="in" filter="wipe(up)">
                                      <p:cBhvr>
                                        <p:cTn id="56" dur="500"/>
                                        <p:tgtEl>
                                          <p:spTgt spid="47411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474122"/>
                                        </p:tgtEl>
                                        <p:attrNameLst>
                                          <p:attrName>style.visibility</p:attrName>
                                        </p:attrNameLst>
                                      </p:cBhvr>
                                      <p:to>
                                        <p:strVal val="visible"/>
                                      </p:to>
                                    </p:set>
                                    <p:animEffect transition="in" filter="wipe(up)">
                                      <p:cBhvr>
                                        <p:cTn id="61" dur="500"/>
                                        <p:tgtEl>
                                          <p:spTgt spid="474122"/>
                                        </p:tgtEl>
                                      </p:cBhvr>
                                    </p:animEffect>
                                  </p:childTnLst>
                                </p:cTn>
                              </p:par>
                            </p:childTnLst>
                          </p:cTn>
                        </p:par>
                        <p:par>
                          <p:cTn id="62" fill="hold" nodeType="afterGroup">
                            <p:stCondLst>
                              <p:cond delay="500"/>
                            </p:stCondLst>
                            <p:childTnLst>
                              <p:par>
                                <p:cTn id="63" presetID="22" presetClass="entr" presetSubtype="8" fill="hold" nodeType="afterEffect">
                                  <p:stCondLst>
                                    <p:cond delay="0"/>
                                  </p:stCondLst>
                                  <p:childTnLst>
                                    <p:set>
                                      <p:cBhvr>
                                        <p:cTn id="64" dur="1" fill="hold">
                                          <p:stCondLst>
                                            <p:cond delay="0"/>
                                          </p:stCondLst>
                                        </p:cTn>
                                        <p:tgtEl>
                                          <p:spTgt spid="474127"/>
                                        </p:tgtEl>
                                        <p:attrNameLst>
                                          <p:attrName>style.visibility</p:attrName>
                                        </p:attrNameLst>
                                      </p:cBhvr>
                                      <p:to>
                                        <p:strVal val="visible"/>
                                      </p:to>
                                    </p:set>
                                    <p:animEffect transition="in" filter="wipe(left)">
                                      <p:cBhvr>
                                        <p:cTn id="65" dur="500"/>
                                        <p:tgtEl>
                                          <p:spTgt spid="47412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474116"/>
                                        </p:tgtEl>
                                        <p:attrNameLst>
                                          <p:attrName>style.visibility</p:attrName>
                                        </p:attrNameLst>
                                      </p:cBhvr>
                                      <p:to>
                                        <p:strVal val="visible"/>
                                      </p:to>
                                    </p:set>
                                    <p:animEffect transition="in" filter="wipe(up)">
                                      <p:cBhvr>
                                        <p:cTn id="70" dur="500"/>
                                        <p:tgtEl>
                                          <p:spTgt spid="474116"/>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474118"/>
                                        </p:tgtEl>
                                        <p:attrNameLst>
                                          <p:attrName>style.visibility</p:attrName>
                                        </p:attrNameLst>
                                      </p:cBhvr>
                                      <p:to>
                                        <p:strVal val="visible"/>
                                      </p:to>
                                    </p:set>
                                    <p:animEffect transition="in" filter="wipe(up)">
                                      <p:cBhvr>
                                        <p:cTn id="75" dur="500"/>
                                        <p:tgtEl>
                                          <p:spTgt spid="474118"/>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474121"/>
                                        </p:tgtEl>
                                        <p:attrNameLst>
                                          <p:attrName>style.visibility</p:attrName>
                                        </p:attrNameLst>
                                      </p:cBhvr>
                                      <p:to>
                                        <p:strVal val="visible"/>
                                      </p:to>
                                    </p:set>
                                    <p:animEffect transition="in" filter="wipe(up)">
                                      <p:cBhvr>
                                        <p:cTn id="80" dur="500"/>
                                        <p:tgtEl>
                                          <p:spTgt spid="474121"/>
                                        </p:tgtEl>
                                      </p:cBhvr>
                                    </p:animEffect>
                                  </p:childTnLst>
                                </p:cTn>
                              </p:par>
                            </p:childTnLst>
                          </p:cTn>
                        </p:par>
                        <p:par>
                          <p:cTn id="81" fill="hold" nodeType="afterGroup">
                            <p:stCondLst>
                              <p:cond delay="500"/>
                            </p:stCondLst>
                            <p:childTnLst>
                              <p:par>
                                <p:cTn id="82" presetID="3" presetClass="entr" presetSubtype="10" fill="hold" nodeType="afterEffect">
                                  <p:stCondLst>
                                    <p:cond delay="0"/>
                                  </p:stCondLst>
                                  <p:childTnLst>
                                    <p:set>
                                      <p:cBhvr>
                                        <p:cTn id="83" dur="1" fill="hold">
                                          <p:stCondLst>
                                            <p:cond delay="0"/>
                                          </p:stCondLst>
                                        </p:cTn>
                                        <p:tgtEl>
                                          <p:spTgt spid="474130"/>
                                        </p:tgtEl>
                                        <p:attrNameLst>
                                          <p:attrName>style.visibility</p:attrName>
                                        </p:attrNameLst>
                                      </p:cBhvr>
                                      <p:to>
                                        <p:strVal val="visible"/>
                                      </p:to>
                                    </p:set>
                                    <p:animEffect transition="in" filter="blinds(horizontal)">
                                      <p:cBhvr>
                                        <p:cTn id="84" dur="500"/>
                                        <p:tgtEl>
                                          <p:spTgt spid="474130"/>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1" fill="hold" nodeType="clickEffect">
                                  <p:stCondLst>
                                    <p:cond delay="0"/>
                                  </p:stCondLst>
                                  <p:childTnLst>
                                    <p:set>
                                      <p:cBhvr>
                                        <p:cTn id="88" dur="1" fill="hold">
                                          <p:stCondLst>
                                            <p:cond delay="0"/>
                                          </p:stCondLst>
                                        </p:cTn>
                                        <p:tgtEl>
                                          <p:spTgt spid="474123"/>
                                        </p:tgtEl>
                                        <p:attrNameLst>
                                          <p:attrName>style.visibility</p:attrName>
                                        </p:attrNameLst>
                                      </p:cBhvr>
                                      <p:to>
                                        <p:strVal val="visible"/>
                                      </p:to>
                                    </p:set>
                                    <p:animEffect transition="in" filter="wipe(up)">
                                      <p:cBhvr>
                                        <p:cTn id="89" dur="500"/>
                                        <p:tgtEl>
                                          <p:spTgt spid="474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4" grpId="0" autoUpdateAnimBg="0"/>
      <p:bldP spid="474115" grpId="0" autoUpdateAnimBg="0"/>
      <p:bldP spid="474116" grpId="0" autoUpdateAnimBg="0"/>
      <p:bldP spid="474117" grpId="0" autoUpdateAnimBg="0"/>
      <p:bldP spid="474118" grpId="0" autoUpdateAnimBg="0"/>
      <p:bldP spid="474119" grpId="0" autoUpdateAnimBg="0"/>
      <p:bldP spid="474123" grpId="0"/>
      <p:bldP spid="474144" grpId="0"/>
      <p:bldP spid="47414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Text Box 2">
            <a:extLst>
              <a:ext uri="{FF2B5EF4-FFF2-40B4-BE49-F238E27FC236}">
                <a16:creationId xmlns:a16="http://schemas.microsoft.com/office/drawing/2014/main" id="{3D81BD4C-A4C3-0FDA-23A6-F6B0574B1FDC}"/>
              </a:ext>
            </a:extLst>
          </p:cNvPr>
          <p:cNvSpPr txBox="1">
            <a:spLocks noChangeArrowheads="1"/>
          </p:cNvSpPr>
          <p:nvPr/>
        </p:nvSpPr>
        <p:spPr bwMode="auto">
          <a:xfrm>
            <a:off x="2566989" y="3060700"/>
            <a:ext cx="12378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5139" name="Text Box 3">
            <a:extLst>
              <a:ext uri="{FF2B5EF4-FFF2-40B4-BE49-F238E27FC236}">
                <a16:creationId xmlns:a16="http://schemas.microsoft.com/office/drawing/2014/main" id="{935D2A79-2485-F58E-4D2A-769FA420936B}"/>
              </a:ext>
            </a:extLst>
          </p:cNvPr>
          <p:cNvSpPr txBox="1">
            <a:spLocks noChangeArrowheads="1"/>
          </p:cNvSpPr>
          <p:nvPr/>
        </p:nvSpPr>
        <p:spPr bwMode="auto">
          <a:xfrm>
            <a:off x="4008438" y="3133726"/>
            <a:ext cx="1371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5140" name="Text Box 4">
            <a:extLst>
              <a:ext uri="{FF2B5EF4-FFF2-40B4-BE49-F238E27FC236}">
                <a16:creationId xmlns:a16="http://schemas.microsoft.com/office/drawing/2014/main" id="{C8E0D972-9A41-9410-CBCE-D68CFE44F6B9}"/>
              </a:ext>
            </a:extLst>
          </p:cNvPr>
          <p:cNvSpPr txBox="1">
            <a:spLocks noChangeArrowheads="1"/>
          </p:cNvSpPr>
          <p:nvPr/>
        </p:nvSpPr>
        <p:spPr bwMode="auto">
          <a:xfrm>
            <a:off x="2495551" y="5300663"/>
            <a:ext cx="1584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5141" name="Text Box 5">
            <a:extLst>
              <a:ext uri="{FF2B5EF4-FFF2-40B4-BE49-F238E27FC236}">
                <a16:creationId xmlns:a16="http://schemas.microsoft.com/office/drawing/2014/main" id="{B5BF049B-485D-AB82-CF91-0D35F33CD38E}"/>
              </a:ext>
            </a:extLst>
          </p:cNvPr>
          <p:cNvSpPr txBox="1">
            <a:spLocks noChangeArrowheads="1"/>
          </p:cNvSpPr>
          <p:nvPr/>
        </p:nvSpPr>
        <p:spPr bwMode="auto">
          <a:xfrm>
            <a:off x="2495551" y="4219576"/>
            <a:ext cx="1431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5142" name="Text Box 6">
            <a:extLst>
              <a:ext uri="{FF2B5EF4-FFF2-40B4-BE49-F238E27FC236}">
                <a16:creationId xmlns:a16="http://schemas.microsoft.com/office/drawing/2014/main" id="{ED120E47-4B7D-1605-495F-67473F117476}"/>
              </a:ext>
            </a:extLst>
          </p:cNvPr>
          <p:cNvSpPr txBox="1">
            <a:spLocks noChangeArrowheads="1"/>
          </p:cNvSpPr>
          <p:nvPr/>
        </p:nvSpPr>
        <p:spPr bwMode="auto">
          <a:xfrm>
            <a:off x="4008438" y="5300663"/>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Math1" pitchFamily="2" charset="2"/>
              </a:rPr>
              <a:t>&lt;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5143" name="Text Box 7">
            <a:extLst>
              <a:ext uri="{FF2B5EF4-FFF2-40B4-BE49-F238E27FC236}">
                <a16:creationId xmlns:a16="http://schemas.microsoft.com/office/drawing/2014/main" id="{5BED786B-2713-0BA7-5057-E309771D3E82}"/>
              </a:ext>
            </a:extLst>
          </p:cNvPr>
          <p:cNvSpPr txBox="1">
            <a:spLocks noChangeArrowheads="1"/>
          </p:cNvSpPr>
          <p:nvPr/>
        </p:nvSpPr>
        <p:spPr bwMode="auto">
          <a:xfrm>
            <a:off x="4008438" y="4221163"/>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Math1" pitchFamily="2" charset="2"/>
              </a:rPr>
              <a:t>&gt;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graphicFrame>
        <p:nvGraphicFramePr>
          <p:cNvPr id="475144" name="Object 8">
            <a:extLst>
              <a:ext uri="{FF2B5EF4-FFF2-40B4-BE49-F238E27FC236}">
                <a16:creationId xmlns:a16="http://schemas.microsoft.com/office/drawing/2014/main" id="{2A2B9631-2946-7503-9E2D-3AFC79527774}"/>
              </a:ext>
            </a:extLst>
          </p:cNvPr>
          <p:cNvGraphicFramePr>
            <a:graphicFrameLocks noChangeAspect="1"/>
          </p:cNvGraphicFramePr>
          <p:nvPr/>
        </p:nvGraphicFramePr>
        <p:xfrm>
          <a:off x="8472488" y="3213101"/>
          <a:ext cx="2195512" cy="784225"/>
        </p:xfrm>
        <a:graphic>
          <a:graphicData uri="http://schemas.openxmlformats.org/presentationml/2006/ole">
            <mc:AlternateContent xmlns:mc="http://schemas.openxmlformats.org/markup-compatibility/2006">
              <mc:Choice xmlns:v="urn:schemas-microsoft-com:vml" Requires="v">
                <p:oleObj name="公式" r:id="rId2" imgW="30721300" imgH="8483600" progId="Equation.3">
                  <p:embed/>
                </p:oleObj>
              </mc:Choice>
              <mc:Fallback>
                <p:oleObj name="公式" r:id="rId2" imgW="30721300" imgH="8483600" progId="Equation.3">
                  <p:embed/>
                  <p:pic>
                    <p:nvPicPr>
                      <p:cNvPr id="475144" name="Object 8">
                        <a:extLst>
                          <a:ext uri="{FF2B5EF4-FFF2-40B4-BE49-F238E27FC236}">
                            <a16:creationId xmlns:a16="http://schemas.microsoft.com/office/drawing/2014/main" id="{2A2B9631-2946-7503-9E2D-3AFC795277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2488" y="3213101"/>
                        <a:ext cx="2195512" cy="78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75145" name="Group 9">
            <a:extLst>
              <a:ext uri="{FF2B5EF4-FFF2-40B4-BE49-F238E27FC236}">
                <a16:creationId xmlns:a16="http://schemas.microsoft.com/office/drawing/2014/main" id="{B8FC9785-43F9-CEB9-8C07-8C54A7FE0D2E}"/>
              </a:ext>
            </a:extLst>
          </p:cNvPr>
          <p:cNvGrpSpPr>
            <a:grpSpLocks/>
          </p:cNvGrpSpPr>
          <p:nvPr/>
        </p:nvGrpSpPr>
        <p:grpSpPr bwMode="auto">
          <a:xfrm>
            <a:off x="1524000" y="4076700"/>
            <a:ext cx="9144000" cy="0"/>
            <a:chOff x="0" y="2659"/>
            <a:chExt cx="5760" cy="0"/>
          </a:xfrm>
        </p:grpSpPr>
        <p:sp>
          <p:nvSpPr>
            <p:cNvPr id="475146" name="Line 10">
              <a:extLst>
                <a:ext uri="{FF2B5EF4-FFF2-40B4-BE49-F238E27FC236}">
                  <a16:creationId xmlns:a16="http://schemas.microsoft.com/office/drawing/2014/main" id="{C880CA8D-22EE-AEB3-DF03-8D4776DBE867}"/>
                </a:ext>
              </a:extLst>
            </p:cNvPr>
            <p:cNvSpPr>
              <a:spLocks noChangeShapeType="1"/>
            </p:cNvSpPr>
            <p:nvPr/>
          </p:nvSpPr>
          <p:spPr bwMode="auto">
            <a:xfrm>
              <a:off x="0" y="2659"/>
              <a:ext cx="24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5147" name="Line 11">
              <a:extLst>
                <a:ext uri="{FF2B5EF4-FFF2-40B4-BE49-F238E27FC236}">
                  <a16:creationId xmlns:a16="http://schemas.microsoft.com/office/drawing/2014/main" id="{66B66B52-33F9-7348-D791-9FED6FBC838C}"/>
                </a:ext>
              </a:extLst>
            </p:cNvPr>
            <p:cNvSpPr>
              <a:spLocks noChangeShapeType="1"/>
            </p:cNvSpPr>
            <p:nvPr/>
          </p:nvSpPr>
          <p:spPr bwMode="auto">
            <a:xfrm>
              <a:off x="4377" y="2659"/>
              <a:ext cx="138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nvGrpSpPr>
          <p:cNvPr id="475148" name="Group 12">
            <a:extLst>
              <a:ext uri="{FF2B5EF4-FFF2-40B4-BE49-F238E27FC236}">
                <a16:creationId xmlns:a16="http://schemas.microsoft.com/office/drawing/2014/main" id="{2159FEB1-16AC-4CFB-4D5F-5A38A60591E8}"/>
              </a:ext>
            </a:extLst>
          </p:cNvPr>
          <p:cNvGrpSpPr>
            <a:grpSpLocks/>
          </p:cNvGrpSpPr>
          <p:nvPr/>
        </p:nvGrpSpPr>
        <p:grpSpPr bwMode="auto">
          <a:xfrm>
            <a:off x="2495550" y="5084764"/>
            <a:ext cx="8172450" cy="1587"/>
            <a:chOff x="612" y="3339"/>
            <a:chExt cx="5148" cy="1"/>
          </a:xfrm>
        </p:grpSpPr>
        <p:sp>
          <p:nvSpPr>
            <p:cNvPr id="475149" name="Line 13">
              <a:extLst>
                <a:ext uri="{FF2B5EF4-FFF2-40B4-BE49-F238E27FC236}">
                  <a16:creationId xmlns:a16="http://schemas.microsoft.com/office/drawing/2014/main" id="{B3EA745C-6994-3E63-F5AF-8343D836DAB4}"/>
                </a:ext>
              </a:extLst>
            </p:cNvPr>
            <p:cNvSpPr>
              <a:spLocks noChangeShapeType="1"/>
            </p:cNvSpPr>
            <p:nvPr/>
          </p:nvSpPr>
          <p:spPr bwMode="auto">
            <a:xfrm>
              <a:off x="612" y="3339"/>
              <a:ext cx="18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5150" name="Line 14">
              <a:extLst>
                <a:ext uri="{FF2B5EF4-FFF2-40B4-BE49-F238E27FC236}">
                  <a16:creationId xmlns:a16="http://schemas.microsoft.com/office/drawing/2014/main" id="{89FD3C69-C883-06A6-219D-663B7CE25F39}"/>
                </a:ext>
              </a:extLst>
            </p:cNvPr>
            <p:cNvSpPr>
              <a:spLocks noChangeShapeType="1"/>
            </p:cNvSpPr>
            <p:nvPr/>
          </p:nvSpPr>
          <p:spPr bwMode="auto">
            <a:xfrm flipV="1">
              <a:off x="4377" y="3339"/>
              <a:ext cx="1383"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75151" name="Line 15">
            <a:extLst>
              <a:ext uri="{FF2B5EF4-FFF2-40B4-BE49-F238E27FC236}">
                <a16:creationId xmlns:a16="http://schemas.microsoft.com/office/drawing/2014/main" id="{4E33DC74-5109-4C91-BBBB-A5B34DED5F0A}"/>
              </a:ext>
            </a:extLst>
          </p:cNvPr>
          <p:cNvSpPr>
            <a:spLocks noChangeShapeType="1"/>
          </p:cNvSpPr>
          <p:nvPr/>
        </p:nvSpPr>
        <p:spPr bwMode="auto">
          <a:xfrm>
            <a:off x="1524000" y="6165850"/>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75152" name="Group 16">
            <a:extLst>
              <a:ext uri="{FF2B5EF4-FFF2-40B4-BE49-F238E27FC236}">
                <a16:creationId xmlns:a16="http://schemas.microsoft.com/office/drawing/2014/main" id="{960CC397-28DA-A819-A78B-2F4D5306E6A5}"/>
              </a:ext>
            </a:extLst>
          </p:cNvPr>
          <p:cNvGrpSpPr>
            <a:grpSpLocks/>
          </p:cNvGrpSpPr>
          <p:nvPr/>
        </p:nvGrpSpPr>
        <p:grpSpPr bwMode="auto">
          <a:xfrm>
            <a:off x="1524000" y="1844676"/>
            <a:ext cx="9144000" cy="4321175"/>
            <a:chOff x="0" y="1207"/>
            <a:chExt cx="5760" cy="2812"/>
          </a:xfrm>
        </p:grpSpPr>
        <p:sp>
          <p:nvSpPr>
            <p:cNvPr id="475153" name="Line 17">
              <a:extLst>
                <a:ext uri="{FF2B5EF4-FFF2-40B4-BE49-F238E27FC236}">
                  <a16:creationId xmlns:a16="http://schemas.microsoft.com/office/drawing/2014/main" id="{42590E15-D141-61B8-0F96-8DFCE14A8E02}"/>
                </a:ext>
              </a:extLst>
            </p:cNvPr>
            <p:cNvSpPr>
              <a:spLocks noChangeShapeType="1"/>
            </p:cNvSpPr>
            <p:nvPr/>
          </p:nvSpPr>
          <p:spPr bwMode="auto">
            <a:xfrm flipH="1">
              <a:off x="1519" y="1207"/>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5154" name="Line 18">
              <a:extLst>
                <a:ext uri="{FF2B5EF4-FFF2-40B4-BE49-F238E27FC236}">
                  <a16:creationId xmlns:a16="http://schemas.microsoft.com/office/drawing/2014/main" id="{187E20C3-3C99-D2EC-A372-BB10A013AA4A}"/>
                </a:ext>
              </a:extLst>
            </p:cNvPr>
            <p:cNvSpPr>
              <a:spLocks noChangeShapeType="1"/>
            </p:cNvSpPr>
            <p:nvPr/>
          </p:nvSpPr>
          <p:spPr bwMode="auto">
            <a:xfrm>
              <a:off x="2472" y="1207"/>
              <a:ext cx="8" cy="280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5155" name="Line 19">
              <a:extLst>
                <a:ext uri="{FF2B5EF4-FFF2-40B4-BE49-F238E27FC236}">
                  <a16:creationId xmlns:a16="http://schemas.microsoft.com/office/drawing/2014/main" id="{A2A6A5DE-AAE3-D960-7941-93B5D43E0125}"/>
                </a:ext>
              </a:extLst>
            </p:cNvPr>
            <p:cNvSpPr>
              <a:spLocks noChangeShapeType="1"/>
            </p:cNvSpPr>
            <p:nvPr/>
          </p:nvSpPr>
          <p:spPr bwMode="auto">
            <a:xfrm>
              <a:off x="4377" y="1207"/>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5156" name="Text Box 20">
              <a:extLst>
                <a:ext uri="{FF2B5EF4-FFF2-40B4-BE49-F238E27FC236}">
                  <a16:creationId xmlns:a16="http://schemas.microsoft.com/office/drawing/2014/main" id="{A047ADD5-67A6-85FE-1889-8A6F0AF4046C}"/>
                </a:ext>
              </a:extLst>
            </p:cNvPr>
            <p:cNvSpPr txBox="1">
              <a:spLocks noChangeArrowheads="1"/>
            </p:cNvSpPr>
            <p:nvPr/>
          </p:nvSpPr>
          <p:spPr bwMode="auto">
            <a:xfrm>
              <a:off x="657" y="1253"/>
              <a:ext cx="788" cy="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a:p>
              <a:pPr fontAlgn="base">
                <a:spcBef>
                  <a:spcPct val="0"/>
                </a:spcBef>
                <a:spcAft>
                  <a:spcPct val="0"/>
                </a:spcAft>
              </a:pP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5157" name="Text Box 21">
              <a:extLst>
                <a:ext uri="{FF2B5EF4-FFF2-40B4-BE49-F238E27FC236}">
                  <a16:creationId xmlns:a16="http://schemas.microsoft.com/office/drawing/2014/main" id="{B5842672-050F-F6F5-755D-BC9C943BE17E}"/>
                </a:ext>
              </a:extLst>
            </p:cNvPr>
            <p:cNvSpPr txBox="1">
              <a:spLocks noChangeArrowheads="1"/>
            </p:cNvSpPr>
            <p:nvPr/>
          </p:nvSpPr>
          <p:spPr bwMode="auto">
            <a:xfrm>
              <a:off x="1474" y="1253"/>
              <a:ext cx="1012" cy="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5158" name="Text Box 22">
              <a:extLst>
                <a:ext uri="{FF2B5EF4-FFF2-40B4-BE49-F238E27FC236}">
                  <a16:creationId xmlns:a16="http://schemas.microsoft.com/office/drawing/2014/main" id="{664C8646-F92E-6BBD-0EA9-339797B1B27B}"/>
                </a:ext>
              </a:extLst>
            </p:cNvPr>
            <p:cNvSpPr txBox="1">
              <a:spLocks noChangeArrowheads="1"/>
            </p:cNvSpPr>
            <p:nvPr/>
          </p:nvSpPr>
          <p:spPr bwMode="auto">
            <a:xfrm>
              <a:off x="2744" y="1389"/>
              <a:ext cx="1236" cy="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75159" name="Text Box 23">
              <a:extLst>
                <a:ext uri="{FF2B5EF4-FFF2-40B4-BE49-F238E27FC236}">
                  <a16:creationId xmlns:a16="http://schemas.microsoft.com/office/drawing/2014/main" id="{DE29EF2B-9318-BA0F-E859-50CD96B4727B}"/>
                </a:ext>
              </a:extLst>
            </p:cNvPr>
            <p:cNvSpPr txBox="1">
              <a:spLocks noChangeArrowheads="1"/>
            </p:cNvSpPr>
            <p:nvPr/>
          </p:nvSpPr>
          <p:spPr bwMode="auto">
            <a:xfrm>
              <a:off x="4785" y="1389"/>
              <a:ext cx="788" cy="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75160" name="Line 24">
              <a:extLst>
                <a:ext uri="{FF2B5EF4-FFF2-40B4-BE49-F238E27FC236}">
                  <a16:creationId xmlns:a16="http://schemas.microsoft.com/office/drawing/2014/main" id="{11B616C2-3296-146D-C40F-B79F095C98FD}"/>
                </a:ext>
              </a:extLst>
            </p:cNvPr>
            <p:cNvSpPr>
              <a:spLocks noChangeShapeType="1"/>
            </p:cNvSpPr>
            <p:nvPr/>
          </p:nvSpPr>
          <p:spPr bwMode="auto">
            <a:xfrm>
              <a:off x="0" y="1888"/>
              <a:ext cx="57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5161" name="Line 25">
              <a:extLst>
                <a:ext uri="{FF2B5EF4-FFF2-40B4-BE49-F238E27FC236}">
                  <a16:creationId xmlns:a16="http://schemas.microsoft.com/office/drawing/2014/main" id="{D64892F4-1679-B274-960E-AFA68AA2E583}"/>
                </a:ext>
              </a:extLst>
            </p:cNvPr>
            <p:cNvSpPr>
              <a:spLocks noChangeShapeType="1"/>
            </p:cNvSpPr>
            <p:nvPr/>
          </p:nvSpPr>
          <p:spPr bwMode="auto">
            <a:xfrm flipV="1">
              <a:off x="0" y="1207"/>
              <a:ext cx="57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5162" name="Line 26">
              <a:extLst>
                <a:ext uri="{FF2B5EF4-FFF2-40B4-BE49-F238E27FC236}">
                  <a16:creationId xmlns:a16="http://schemas.microsoft.com/office/drawing/2014/main" id="{68263A7E-719B-8328-127D-8DDEFCA2D72F}"/>
                </a:ext>
              </a:extLst>
            </p:cNvPr>
            <p:cNvSpPr>
              <a:spLocks noChangeShapeType="1"/>
            </p:cNvSpPr>
            <p:nvPr/>
          </p:nvSpPr>
          <p:spPr bwMode="auto">
            <a:xfrm flipH="1">
              <a:off x="612" y="1207"/>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5163" name="Text Box 27">
              <a:extLst>
                <a:ext uri="{FF2B5EF4-FFF2-40B4-BE49-F238E27FC236}">
                  <a16:creationId xmlns:a16="http://schemas.microsoft.com/office/drawing/2014/main" id="{BCB0337E-6EEF-3BA9-BBBB-3AD2D55828A5}"/>
                </a:ext>
              </a:extLst>
            </p:cNvPr>
            <p:cNvSpPr txBox="1">
              <a:spLocks noChangeArrowheads="1"/>
            </p:cNvSpPr>
            <p:nvPr/>
          </p:nvSpPr>
          <p:spPr bwMode="auto">
            <a:xfrm>
              <a:off x="0" y="1343"/>
              <a:ext cx="564" cy="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类型</a:t>
              </a:r>
            </a:p>
          </p:txBody>
        </p:sp>
      </p:grpSp>
      <p:sp>
        <p:nvSpPr>
          <p:cNvPr id="475164" name="Text Box 28">
            <a:extLst>
              <a:ext uri="{FF2B5EF4-FFF2-40B4-BE49-F238E27FC236}">
                <a16:creationId xmlns:a16="http://schemas.microsoft.com/office/drawing/2014/main" id="{DED0F5E0-A995-8E93-E265-987C86192203}"/>
              </a:ext>
            </a:extLst>
          </p:cNvPr>
          <p:cNvSpPr txBox="1">
            <a:spLocks noChangeArrowheads="1"/>
          </p:cNvSpPr>
          <p:nvPr/>
        </p:nvSpPr>
        <p:spPr bwMode="auto">
          <a:xfrm>
            <a:off x="1524001" y="3068638"/>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双边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sp>
        <p:nvSpPr>
          <p:cNvPr id="475165" name="Text Box 29">
            <a:extLst>
              <a:ext uri="{FF2B5EF4-FFF2-40B4-BE49-F238E27FC236}">
                <a16:creationId xmlns:a16="http://schemas.microsoft.com/office/drawing/2014/main" id="{F86CEACA-2151-2B81-E837-15FC840D3937}"/>
              </a:ext>
            </a:extLst>
          </p:cNvPr>
          <p:cNvSpPr txBox="1">
            <a:spLocks noChangeArrowheads="1"/>
          </p:cNvSpPr>
          <p:nvPr/>
        </p:nvSpPr>
        <p:spPr bwMode="auto">
          <a:xfrm>
            <a:off x="1524001" y="4435475"/>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单边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grpSp>
        <p:nvGrpSpPr>
          <p:cNvPr id="475166" name="Group 30">
            <a:extLst>
              <a:ext uri="{FF2B5EF4-FFF2-40B4-BE49-F238E27FC236}">
                <a16:creationId xmlns:a16="http://schemas.microsoft.com/office/drawing/2014/main" id="{D64AA06C-7530-8275-96B4-E7866486B286}"/>
              </a:ext>
            </a:extLst>
          </p:cNvPr>
          <p:cNvGrpSpPr>
            <a:grpSpLocks/>
          </p:cNvGrpSpPr>
          <p:nvPr/>
        </p:nvGrpSpPr>
        <p:grpSpPr bwMode="auto">
          <a:xfrm>
            <a:off x="1524000" y="260350"/>
            <a:ext cx="8713788" cy="1473200"/>
            <a:chOff x="0" y="210"/>
            <a:chExt cx="5489" cy="928"/>
          </a:xfrm>
        </p:grpSpPr>
        <p:sp>
          <p:nvSpPr>
            <p:cNvPr id="475167" name="Rectangle 31">
              <a:extLst>
                <a:ext uri="{FF2B5EF4-FFF2-40B4-BE49-F238E27FC236}">
                  <a16:creationId xmlns:a16="http://schemas.microsoft.com/office/drawing/2014/main" id="{BC566E8B-2B0F-A912-1C9A-5EC00B6C4775}"/>
                </a:ext>
              </a:extLst>
            </p:cNvPr>
            <p:cNvSpPr>
              <a:spLocks noChangeArrowheads="1"/>
            </p:cNvSpPr>
            <p:nvPr/>
          </p:nvSpPr>
          <p:spPr bwMode="auto">
            <a:xfrm>
              <a:off x="0" y="210"/>
              <a:ext cx="5489" cy="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2</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         未知，但           时，总体均值的假设检验</a:t>
              </a:r>
            </a:p>
          </p:txBody>
        </p:sp>
        <p:graphicFrame>
          <p:nvGraphicFramePr>
            <p:cNvPr id="475168" name="Object 32">
              <a:extLst>
                <a:ext uri="{FF2B5EF4-FFF2-40B4-BE49-F238E27FC236}">
                  <a16:creationId xmlns:a16="http://schemas.microsoft.com/office/drawing/2014/main" id="{C9456C34-B975-DA55-979B-B6BD3B45FA15}"/>
                </a:ext>
              </a:extLst>
            </p:cNvPr>
            <p:cNvGraphicFramePr>
              <a:graphicFrameLocks noChangeAspect="1"/>
            </p:cNvGraphicFramePr>
            <p:nvPr/>
          </p:nvGraphicFramePr>
          <p:xfrm>
            <a:off x="409" y="329"/>
            <a:ext cx="734" cy="381"/>
          </p:xfrm>
          <a:graphic>
            <a:graphicData uri="http://schemas.openxmlformats.org/presentationml/2006/ole">
              <mc:AlternateContent xmlns:mc="http://schemas.openxmlformats.org/markup-compatibility/2006">
                <mc:Choice xmlns:v="urn:schemas-microsoft-com:vml" Requires="v">
                  <p:oleObj name="公式" r:id="rId4" imgW="11696700" imgH="5270500" progId="Equation.3">
                    <p:embed/>
                  </p:oleObj>
                </mc:Choice>
                <mc:Fallback>
                  <p:oleObj name="公式" r:id="rId4" imgW="11696700" imgH="5270500" progId="Equation.3">
                    <p:embed/>
                    <p:pic>
                      <p:nvPicPr>
                        <p:cNvPr id="475168" name="Object 32">
                          <a:extLst>
                            <a:ext uri="{FF2B5EF4-FFF2-40B4-BE49-F238E27FC236}">
                              <a16:creationId xmlns:a16="http://schemas.microsoft.com/office/drawing/2014/main" id="{C9456C34-B975-DA55-979B-B6BD3B45FA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9" y="329"/>
                          <a:ext cx="734" cy="3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5169" name="Object 33">
              <a:extLst>
                <a:ext uri="{FF2B5EF4-FFF2-40B4-BE49-F238E27FC236}">
                  <a16:creationId xmlns:a16="http://schemas.microsoft.com/office/drawing/2014/main" id="{B2769FB5-F8FA-4724-E10A-4D20A50C33CE}"/>
                </a:ext>
              </a:extLst>
            </p:cNvPr>
            <p:cNvGraphicFramePr>
              <a:graphicFrameLocks noChangeAspect="1"/>
            </p:cNvGraphicFramePr>
            <p:nvPr/>
          </p:nvGraphicFramePr>
          <p:xfrm>
            <a:off x="2132" y="329"/>
            <a:ext cx="734" cy="381"/>
          </p:xfrm>
          <a:graphic>
            <a:graphicData uri="http://schemas.openxmlformats.org/presentationml/2006/ole">
              <mc:AlternateContent xmlns:mc="http://schemas.openxmlformats.org/markup-compatibility/2006">
                <mc:Choice xmlns:v="urn:schemas-microsoft-com:vml" Requires="v">
                  <p:oleObj name="公式" r:id="rId6" imgW="11696700" imgH="5270500" progId="Equation.3">
                    <p:embed/>
                  </p:oleObj>
                </mc:Choice>
                <mc:Fallback>
                  <p:oleObj name="公式" r:id="rId6" imgW="11696700" imgH="5270500" progId="Equation.3">
                    <p:embed/>
                    <p:pic>
                      <p:nvPicPr>
                        <p:cNvPr id="475169" name="Object 33">
                          <a:extLst>
                            <a:ext uri="{FF2B5EF4-FFF2-40B4-BE49-F238E27FC236}">
                              <a16:creationId xmlns:a16="http://schemas.microsoft.com/office/drawing/2014/main" id="{B2769FB5-F8FA-4724-E10A-4D20A50C33C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2" y="329"/>
                          <a:ext cx="734" cy="3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75170" name="Text Box 34">
            <a:extLst>
              <a:ext uri="{FF2B5EF4-FFF2-40B4-BE49-F238E27FC236}">
                <a16:creationId xmlns:a16="http://schemas.microsoft.com/office/drawing/2014/main" id="{D8BF175F-A8E9-C81A-1B8C-8B6F946FDC43}"/>
              </a:ext>
            </a:extLst>
          </p:cNvPr>
          <p:cNvSpPr txBox="1">
            <a:spLocks noChangeArrowheads="1"/>
          </p:cNvSpPr>
          <p:nvPr/>
        </p:nvSpPr>
        <p:spPr bwMode="auto">
          <a:xfrm>
            <a:off x="4440238" y="1133475"/>
            <a:ext cx="2951162" cy="579438"/>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0000FF"/>
                </a:solidFill>
                <a:latin typeface="Times New Roman" panose="02020603050405020304" pitchFamily="18" charset="0"/>
                <a:ea typeface="楷体_GB2312" pitchFamily="49" charset="-122"/>
              </a:rPr>
              <a:t>T </a:t>
            </a:r>
            <a:r>
              <a:rPr kumimoji="1" lang="zh-CN" altLang="en-US" sz="3200" b="1">
                <a:solidFill>
                  <a:srgbClr val="0000FF"/>
                </a:solidFill>
                <a:latin typeface="Times New Roman" panose="02020603050405020304" pitchFamily="18" charset="0"/>
                <a:ea typeface="楷体_GB2312" pitchFamily="49" charset="-122"/>
              </a:rPr>
              <a:t>检验法</a:t>
            </a:r>
            <a:endParaRPr kumimoji="1" lang="zh-CN" altLang="en-US" sz="3200" b="1">
              <a:solidFill>
                <a:srgbClr val="0000FF"/>
              </a:solidFill>
              <a:latin typeface="Times New Roman" panose="02020603050405020304" pitchFamily="18" charset="0"/>
              <a:ea typeface="楷体_GB2312" pitchFamily="49" charset="-122"/>
              <a:sym typeface="Symbol" pitchFamily="2" charset="2"/>
            </a:endParaRPr>
          </a:p>
        </p:txBody>
      </p:sp>
      <p:graphicFrame>
        <p:nvGraphicFramePr>
          <p:cNvPr id="475171" name="Object 35">
            <a:extLst>
              <a:ext uri="{FF2B5EF4-FFF2-40B4-BE49-F238E27FC236}">
                <a16:creationId xmlns:a16="http://schemas.microsoft.com/office/drawing/2014/main" id="{9A155401-2992-B071-621D-161BD783177B}"/>
              </a:ext>
            </a:extLst>
          </p:cNvPr>
          <p:cNvGraphicFramePr>
            <a:graphicFrameLocks noChangeAspect="1"/>
          </p:cNvGraphicFramePr>
          <p:nvPr/>
        </p:nvGraphicFramePr>
        <p:xfrm>
          <a:off x="5580064" y="3068638"/>
          <a:ext cx="2090737" cy="1289050"/>
        </p:xfrm>
        <a:graphic>
          <a:graphicData uri="http://schemas.openxmlformats.org/presentationml/2006/ole">
            <mc:AlternateContent xmlns:mc="http://schemas.openxmlformats.org/markup-compatibility/2006">
              <mc:Choice xmlns:v="urn:schemas-microsoft-com:vml" Requires="v">
                <p:oleObj name="公式" r:id="rId8" imgW="28676600" imgH="16090900" progId="Equation.3">
                  <p:embed/>
                </p:oleObj>
              </mc:Choice>
              <mc:Fallback>
                <p:oleObj name="公式" r:id="rId8" imgW="28676600" imgH="16090900" progId="Equation.3">
                  <p:embed/>
                  <p:pic>
                    <p:nvPicPr>
                      <p:cNvPr id="475171" name="Object 35">
                        <a:extLst>
                          <a:ext uri="{FF2B5EF4-FFF2-40B4-BE49-F238E27FC236}">
                            <a16:creationId xmlns:a16="http://schemas.microsoft.com/office/drawing/2014/main" id="{9A155401-2992-B071-621D-161BD783177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80064" y="3068638"/>
                        <a:ext cx="2090737" cy="1289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5172" name="Object 36">
            <a:extLst>
              <a:ext uri="{FF2B5EF4-FFF2-40B4-BE49-F238E27FC236}">
                <a16:creationId xmlns:a16="http://schemas.microsoft.com/office/drawing/2014/main" id="{6BD17999-A8D7-4670-E17C-6C7634B5E487}"/>
              </a:ext>
            </a:extLst>
          </p:cNvPr>
          <p:cNvGraphicFramePr>
            <a:graphicFrameLocks noChangeAspect="1"/>
          </p:cNvGraphicFramePr>
          <p:nvPr/>
        </p:nvGraphicFramePr>
        <p:xfrm>
          <a:off x="8566150" y="4292601"/>
          <a:ext cx="2101850" cy="525463"/>
        </p:xfrm>
        <a:graphic>
          <a:graphicData uri="http://schemas.openxmlformats.org/presentationml/2006/ole">
            <mc:AlternateContent xmlns:mc="http://schemas.openxmlformats.org/markup-compatibility/2006">
              <mc:Choice xmlns:v="urn:schemas-microsoft-com:vml" Requires="v">
                <p:oleObj name="公式" r:id="rId10" imgW="28092400" imgH="5270500" progId="Equation.3">
                  <p:embed/>
                </p:oleObj>
              </mc:Choice>
              <mc:Fallback>
                <p:oleObj name="公式" r:id="rId10" imgW="28092400" imgH="5270500" progId="Equation.3">
                  <p:embed/>
                  <p:pic>
                    <p:nvPicPr>
                      <p:cNvPr id="475172" name="Object 36">
                        <a:extLst>
                          <a:ext uri="{FF2B5EF4-FFF2-40B4-BE49-F238E27FC236}">
                            <a16:creationId xmlns:a16="http://schemas.microsoft.com/office/drawing/2014/main" id="{6BD17999-A8D7-4670-E17C-6C7634B5E48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566150" y="4292601"/>
                        <a:ext cx="2101850"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5173" name="Object 37">
            <a:extLst>
              <a:ext uri="{FF2B5EF4-FFF2-40B4-BE49-F238E27FC236}">
                <a16:creationId xmlns:a16="http://schemas.microsoft.com/office/drawing/2014/main" id="{4B1283D7-47A0-DB7D-483A-901195B6F1B6}"/>
              </a:ext>
            </a:extLst>
          </p:cNvPr>
          <p:cNvGraphicFramePr>
            <a:graphicFrameLocks noChangeAspect="1"/>
          </p:cNvGraphicFramePr>
          <p:nvPr/>
        </p:nvGraphicFramePr>
        <p:xfrm>
          <a:off x="8494714" y="5300664"/>
          <a:ext cx="2173287" cy="503237"/>
        </p:xfrm>
        <a:graphic>
          <a:graphicData uri="http://schemas.openxmlformats.org/presentationml/2006/ole">
            <mc:AlternateContent xmlns:mc="http://schemas.openxmlformats.org/markup-compatibility/2006">
              <mc:Choice xmlns:v="urn:schemas-microsoft-com:vml" Requires="v">
                <p:oleObj name="公式" r:id="rId12" imgW="30429200" imgH="5270500" progId="Equation.3">
                  <p:embed/>
                </p:oleObj>
              </mc:Choice>
              <mc:Fallback>
                <p:oleObj name="公式" r:id="rId12" imgW="30429200" imgH="5270500" progId="Equation.3">
                  <p:embed/>
                  <p:pic>
                    <p:nvPicPr>
                      <p:cNvPr id="475173" name="Object 37">
                        <a:extLst>
                          <a:ext uri="{FF2B5EF4-FFF2-40B4-BE49-F238E27FC236}">
                            <a16:creationId xmlns:a16="http://schemas.microsoft.com/office/drawing/2014/main" id="{4B1283D7-47A0-DB7D-483A-901195B6F1B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494714" y="5300664"/>
                        <a:ext cx="2173287"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5174" name="Object 38">
            <a:extLst>
              <a:ext uri="{FF2B5EF4-FFF2-40B4-BE49-F238E27FC236}">
                <a16:creationId xmlns:a16="http://schemas.microsoft.com/office/drawing/2014/main" id="{2C36CE1B-D7A4-CFA8-8546-EA5E39C8B58C}"/>
              </a:ext>
            </a:extLst>
          </p:cNvPr>
          <p:cNvGraphicFramePr>
            <a:graphicFrameLocks noChangeAspect="1"/>
          </p:cNvGraphicFramePr>
          <p:nvPr/>
        </p:nvGraphicFramePr>
        <p:xfrm>
          <a:off x="5591175" y="4437064"/>
          <a:ext cx="2655888" cy="1360487"/>
        </p:xfrm>
        <a:graphic>
          <a:graphicData uri="http://schemas.openxmlformats.org/presentationml/2006/ole">
            <mc:AlternateContent xmlns:mc="http://schemas.openxmlformats.org/markup-compatibility/2006">
              <mc:Choice xmlns:v="urn:schemas-microsoft-com:vml" Requires="v">
                <p:oleObj name="公式" r:id="rId14" imgW="35102800" imgH="16383000" progId="Equation.3">
                  <p:embed/>
                </p:oleObj>
              </mc:Choice>
              <mc:Fallback>
                <p:oleObj name="公式" r:id="rId14" imgW="35102800" imgH="16383000" progId="Equation.3">
                  <p:embed/>
                  <p:pic>
                    <p:nvPicPr>
                      <p:cNvPr id="475174" name="Object 38">
                        <a:extLst>
                          <a:ext uri="{FF2B5EF4-FFF2-40B4-BE49-F238E27FC236}">
                            <a16:creationId xmlns:a16="http://schemas.microsoft.com/office/drawing/2014/main" id="{2C36CE1B-D7A4-CFA8-8546-EA5E39C8B58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91175" y="4437064"/>
                        <a:ext cx="2655888" cy="1360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75166"/>
                                        </p:tgtEl>
                                        <p:attrNameLst>
                                          <p:attrName>style.visibility</p:attrName>
                                        </p:attrNameLst>
                                      </p:cBhvr>
                                      <p:to>
                                        <p:strVal val="visible"/>
                                      </p:to>
                                    </p:set>
                                    <p:animEffect transition="in" filter="wipe(up)">
                                      <p:cBhvr>
                                        <p:cTn id="7" dur="1000"/>
                                        <p:tgtEl>
                                          <p:spTgt spid="4751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75152"/>
                                        </p:tgtEl>
                                        <p:attrNameLst>
                                          <p:attrName>style.visibility</p:attrName>
                                        </p:attrNameLst>
                                      </p:cBhvr>
                                      <p:to>
                                        <p:strVal val="visible"/>
                                      </p:to>
                                    </p:set>
                                    <p:animEffect transition="in" filter="wipe(up)">
                                      <p:cBhvr>
                                        <p:cTn id="12" dur="1000"/>
                                        <p:tgtEl>
                                          <p:spTgt spid="4751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75164"/>
                                        </p:tgtEl>
                                        <p:attrNameLst>
                                          <p:attrName>style.visibility</p:attrName>
                                        </p:attrNameLst>
                                      </p:cBhvr>
                                      <p:to>
                                        <p:strVal val="visible"/>
                                      </p:to>
                                    </p:set>
                                    <p:animEffect transition="in" filter="wipe(up)">
                                      <p:cBhvr>
                                        <p:cTn id="17" dur="1000"/>
                                        <p:tgtEl>
                                          <p:spTgt spid="4751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75138"/>
                                        </p:tgtEl>
                                        <p:attrNameLst>
                                          <p:attrName>style.visibility</p:attrName>
                                        </p:attrNameLst>
                                      </p:cBhvr>
                                      <p:to>
                                        <p:strVal val="visible"/>
                                      </p:to>
                                    </p:set>
                                    <p:animEffect transition="in" filter="wipe(up)">
                                      <p:cBhvr>
                                        <p:cTn id="22" dur="500"/>
                                        <p:tgtEl>
                                          <p:spTgt spid="4751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75139"/>
                                        </p:tgtEl>
                                        <p:attrNameLst>
                                          <p:attrName>style.visibility</p:attrName>
                                        </p:attrNameLst>
                                      </p:cBhvr>
                                      <p:to>
                                        <p:strVal val="visible"/>
                                      </p:to>
                                    </p:set>
                                    <p:animEffect transition="in" filter="wipe(up)">
                                      <p:cBhvr>
                                        <p:cTn id="27" dur="500"/>
                                        <p:tgtEl>
                                          <p:spTgt spid="47513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75171"/>
                                        </p:tgtEl>
                                        <p:attrNameLst>
                                          <p:attrName>style.visibility</p:attrName>
                                        </p:attrNameLst>
                                      </p:cBhvr>
                                      <p:to>
                                        <p:strVal val="visible"/>
                                      </p:to>
                                    </p:set>
                                    <p:animEffect transition="in" filter="wipe(up)">
                                      <p:cBhvr>
                                        <p:cTn id="32" dur="1000"/>
                                        <p:tgtEl>
                                          <p:spTgt spid="475171"/>
                                        </p:tgtEl>
                                      </p:cBhvr>
                                    </p:animEffect>
                                  </p:childTnLst>
                                </p:cTn>
                              </p:par>
                            </p:childTnLst>
                          </p:cTn>
                        </p:par>
                        <p:par>
                          <p:cTn id="33" fill="hold" nodeType="afterGroup">
                            <p:stCondLst>
                              <p:cond delay="1000"/>
                            </p:stCondLst>
                            <p:childTnLst>
                              <p:par>
                                <p:cTn id="34" presetID="22" presetClass="entr" presetSubtype="1" fill="hold" nodeType="afterEffect">
                                  <p:stCondLst>
                                    <p:cond delay="0"/>
                                  </p:stCondLst>
                                  <p:childTnLst>
                                    <p:set>
                                      <p:cBhvr>
                                        <p:cTn id="35" dur="1" fill="hold">
                                          <p:stCondLst>
                                            <p:cond delay="0"/>
                                          </p:stCondLst>
                                        </p:cTn>
                                        <p:tgtEl>
                                          <p:spTgt spid="475174"/>
                                        </p:tgtEl>
                                        <p:attrNameLst>
                                          <p:attrName>style.visibility</p:attrName>
                                        </p:attrNameLst>
                                      </p:cBhvr>
                                      <p:to>
                                        <p:strVal val="visible"/>
                                      </p:to>
                                    </p:set>
                                    <p:animEffect transition="in" filter="wipe(up)">
                                      <p:cBhvr>
                                        <p:cTn id="36" dur="1000"/>
                                        <p:tgtEl>
                                          <p:spTgt spid="47517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475144"/>
                                        </p:tgtEl>
                                        <p:attrNameLst>
                                          <p:attrName>style.visibility</p:attrName>
                                        </p:attrNameLst>
                                      </p:cBhvr>
                                      <p:to>
                                        <p:strVal val="visible"/>
                                      </p:to>
                                    </p:set>
                                    <p:animEffect transition="in" filter="wipe(up)">
                                      <p:cBhvr>
                                        <p:cTn id="41" dur="500"/>
                                        <p:tgtEl>
                                          <p:spTgt spid="475144"/>
                                        </p:tgtEl>
                                      </p:cBhvr>
                                    </p:animEffect>
                                  </p:childTnLst>
                                </p:cTn>
                              </p:par>
                            </p:childTnLst>
                          </p:cTn>
                        </p:par>
                        <p:par>
                          <p:cTn id="42" fill="hold" nodeType="afterGroup">
                            <p:stCondLst>
                              <p:cond delay="500"/>
                            </p:stCondLst>
                            <p:childTnLst>
                              <p:par>
                                <p:cTn id="43" presetID="22" presetClass="entr" presetSubtype="8" fill="hold" nodeType="afterEffect">
                                  <p:stCondLst>
                                    <p:cond delay="0"/>
                                  </p:stCondLst>
                                  <p:childTnLst>
                                    <p:set>
                                      <p:cBhvr>
                                        <p:cTn id="44" dur="1" fill="hold">
                                          <p:stCondLst>
                                            <p:cond delay="0"/>
                                          </p:stCondLst>
                                        </p:cTn>
                                        <p:tgtEl>
                                          <p:spTgt spid="475145"/>
                                        </p:tgtEl>
                                        <p:attrNameLst>
                                          <p:attrName>style.visibility</p:attrName>
                                        </p:attrNameLst>
                                      </p:cBhvr>
                                      <p:to>
                                        <p:strVal val="visible"/>
                                      </p:to>
                                    </p:set>
                                    <p:animEffect transition="in" filter="wipe(left)">
                                      <p:cBhvr>
                                        <p:cTn id="45" dur="500"/>
                                        <p:tgtEl>
                                          <p:spTgt spid="47514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475165"/>
                                        </p:tgtEl>
                                        <p:attrNameLst>
                                          <p:attrName>style.visibility</p:attrName>
                                        </p:attrNameLst>
                                      </p:cBhvr>
                                      <p:to>
                                        <p:strVal val="visible"/>
                                      </p:to>
                                    </p:set>
                                    <p:animEffect transition="in" filter="wipe(up)">
                                      <p:cBhvr>
                                        <p:cTn id="50" dur="1000"/>
                                        <p:tgtEl>
                                          <p:spTgt spid="47516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475141"/>
                                        </p:tgtEl>
                                        <p:attrNameLst>
                                          <p:attrName>style.visibility</p:attrName>
                                        </p:attrNameLst>
                                      </p:cBhvr>
                                      <p:to>
                                        <p:strVal val="visible"/>
                                      </p:to>
                                    </p:set>
                                    <p:animEffect transition="in" filter="wipe(up)">
                                      <p:cBhvr>
                                        <p:cTn id="55" dur="500"/>
                                        <p:tgtEl>
                                          <p:spTgt spid="47514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nodeType="clickEffect">
                                  <p:stCondLst>
                                    <p:cond delay="0"/>
                                  </p:stCondLst>
                                  <p:childTnLst>
                                    <p:set>
                                      <p:cBhvr>
                                        <p:cTn id="59" dur="1" fill="hold">
                                          <p:stCondLst>
                                            <p:cond delay="0"/>
                                          </p:stCondLst>
                                        </p:cTn>
                                        <p:tgtEl>
                                          <p:spTgt spid="475143"/>
                                        </p:tgtEl>
                                        <p:attrNameLst>
                                          <p:attrName>style.visibility</p:attrName>
                                        </p:attrNameLst>
                                      </p:cBhvr>
                                      <p:to>
                                        <p:strVal val="visible"/>
                                      </p:to>
                                    </p:set>
                                    <p:animEffect transition="in" filter="wipe(up)">
                                      <p:cBhvr>
                                        <p:cTn id="60" dur="500"/>
                                        <p:tgtEl>
                                          <p:spTgt spid="47514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nodeType="clickEffect">
                                  <p:stCondLst>
                                    <p:cond delay="0"/>
                                  </p:stCondLst>
                                  <p:childTnLst>
                                    <p:set>
                                      <p:cBhvr>
                                        <p:cTn id="64" dur="1" fill="hold">
                                          <p:stCondLst>
                                            <p:cond delay="0"/>
                                          </p:stCondLst>
                                        </p:cTn>
                                        <p:tgtEl>
                                          <p:spTgt spid="475172"/>
                                        </p:tgtEl>
                                        <p:attrNameLst>
                                          <p:attrName>style.visibility</p:attrName>
                                        </p:attrNameLst>
                                      </p:cBhvr>
                                      <p:to>
                                        <p:strVal val="visible"/>
                                      </p:to>
                                    </p:set>
                                    <p:animEffect transition="in" filter="wipe(up)">
                                      <p:cBhvr>
                                        <p:cTn id="65" dur="500"/>
                                        <p:tgtEl>
                                          <p:spTgt spid="475172"/>
                                        </p:tgtEl>
                                      </p:cBhvr>
                                    </p:animEffect>
                                  </p:childTnLst>
                                </p:cTn>
                              </p:par>
                            </p:childTnLst>
                          </p:cTn>
                        </p:par>
                        <p:par>
                          <p:cTn id="66" fill="hold" nodeType="afterGroup">
                            <p:stCondLst>
                              <p:cond delay="500"/>
                            </p:stCondLst>
                            <p:childTnLst>
                              <p:par>
                                <p:cTn id="67" presetID="22" presetClass="entr" presetSubtype="8" fill="hold" nodeType="afterEffect">
                                  <p:stCondLst>
                                    <p:cond delay="0"/>
                                  </p:stCondLst>
                                  <p:childTnLst>
                                    <p:set>
                                      <p:cBhvr>
                                        <p:cTn id="68" dur="1" fill="hold">
                                          <p:stCondLst>
                                            <p:cond delay="0"/>
                                          </p:stCondLst>
                                        </p:cTn>
                                        <p:tgtEl>
                                          <p:spTgt spid="475148"/>
                                        </p:tgtEl>
                                        <p:attrNameLst>
                                          <p:attrName>style.visibility</p:attrName>
                                        </p:attrNameLst>
                                      </p:cBhvr>
                                      <p:to>
                                        <p:strVal val="visible"/>
                                      </p:to>
                                    </p:set>
                                    <p:animEffect transition="in" filter="wipe(left)">
                                      <p:cBhvr>
                                        <p:cTn id="69" dur="500"/>
                                        <p:tgtEl>
                                          <p:spTgt spid="475148"/>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1" fill="hold" nodeType="clickEffect">
                                  <p:stCondLst>
                                    <p:cond delay="0"/>
                                  </p:stCondLst>
                                  <p:childTnLst>
                                    <p:set>
                                      <p:cBhvr>
                                        <p:cTn id="73" dur="1" fill="hold">
                                          <p:stCondLst>
                                            <p:cond delay="0"/>
                                          </p:stCondLst>
                                        </p:cTn>
                                        <p:tgtEl>
                                          <p:spTgt spid="475140"/>
                                        </p:tgtEl>
                                        <p:attrNameLst>
                                          <p:attrName>style.visibility</p:attrName>
                                        </p:attrNameLst>
                                      </p:cBhvr>
                                      <p:to>
                                        <p:strVal val="visible"/>
                                      </p:to>
                                    </p:set>
                                    <p:animEffect transition="in" filter="wipe(up)">
                                      <p:cBhvr>
                                        <p:cTn id="74" dur="500"/>
                                        <p:tgtEl>
                                          <p:spTgt spid="475140"/>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1" fill="hold" nodeType="clickEffect">
                                  <p:stCondLst>
                                    <p:cond delay="0"/>
                                  </p:stCondLst>
                                  <p:childTnLst>
                                    <p:set>
                                      <p:cBhvr>
                                        <p:cTn id="78" dur="1" fill="hold">
                                          <p:stCondLst>
                                            <p:cond delay="0"/>
                                          </p:stCondLst>
                                        </p:cTn>
                                        <p:tgtEl>
                                          <p:spTgt spid="475142"/>
                                        </p:tgtEl>
                                        <p:attrNameLst>
                                          <p:attrName>style.visibility</p:attrName>
                                        </p:attrNameLst>
                                      </p:cBhvr>
                                      <p:to>
                                        <p:strVal val="visible"/>
                                      </p:to>
                                    </p:set>
                                    <p:animEffect transition="in" filter="wipe(up)">
                                      <p:cBhvr>
                                        <p:cTn id="79" dur="500"/>
                                        <p:tgtEl>
                                          <p:spTgt spid="475142"/>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1" fill="hold" nodeType="clickEffect">
                                  <p:stCondLst>
                                    <p:cond delay="0"/>
                                  </p:stCondLst>
                                  <p:childTnLst>
                                    <p:set>
                                      <p:cBhvr>
                                        <p:cTn id="83" dur="1" fill="hold">
                                          <p:stCondLst>
                                            <p:cond delay="0"/>
                                          </p:stCondLst>
                                        </p:cTn>
                                        <p:tgtEl>
                                          <p:spTgt spid="475173"/>
                                        </p:tgtEl>
                                        <p:attrNameLst>
                                          <p:attrName>style.visibility</p:attrName>
                                        </p:attrNameLst>
                                      </p:cBhvr>
                                      <p:to>
                                        <p:strVal val="visible"/>
                                      </p:to>
                                    </p:set>
                                    <p:animEffect transition="in" filter="wipe(up)">
                                      <p:cBhvr>
                                        <p:cTn id="84" dur="500"/>
                                        <p:tgtEl>
                                          <p:spTgt spid="475173"/>
                                        </p:tgtEl>
                                      </p:cBhvr>
                                    </p:animEffect>
                                  </p:childTnLst>
                                </p:cTn>
                              </p:par>
                            </p:childTnLst>
                          </p:cTn>
                        </p:par>
                        <p:par>
                          <p:cTn id="85" fill="hold" nodeType="afterGroup">
                            <p:stCondLst>
                              <p:cond delay="500"/>
                            </p:stCondLst>
                            <p:childTnLst>
                              <p:par>
                                <p:cTn id="86" presetID="3" presetClass="entr" presetSubtype="10" fill="hold" nodeType="afterEffect">
                                  <p:stCondLst>
                                    <p:cond delay="0"/>
                                  </p:stCondLst>
                                  <p:childTnLst>
                                    <p:set>
                                      <p:cBhvr>
                                        <p:cTn id="87" dur="1" fill="hold">
                                          <p:stCondLst>
                                            <p:cond delay="0"/>
                                          </p:stCondLst>
                                        </p:cTn>
                                        <p:tgtEl>
                                          <p:spTgt spid="475151"/>
                                        </p:tgtEl>
                                        <p:attrNameLst>
                                          <p:attrName>style.visibility</p:attrName>
                                        </p:attrNameLst>
                                      </p:cBhvr>
                                      <p:to>
                                        <p:strVal val="visible"/>
                                      </p:to>
                                    </p:set>
                                    <p:animEffect transition="in" filter="blinds(horizontal)">
                                      <p:cBhvr>
                                        <p:cTn id="88" dur="500"/>
                                        <p:tgtEl>
                                          <p:spTgt spid="475151"/>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1" fill="hold" nodeType="clickEffect">
                                  <p:stCondLst>
                                    <p:cond delay="0"/>
                                  </p:stCondLst>
                                  <p:childTnLst>
                                    <p:set>
                                      <p:cBhvr>
                                        <p:cTn id="92" dur="1" fill="hold">
                                          <p:stCondLst>
                                            <p:cond delay="0"/>
                                          </p:stCondLst>
                                        </p:cTn>
                                        <p:tgtEl>
                                          <p:spTgt spid="475170"/>
                                        </p:tgtEl>
                                        <p:attrNameLst>
                                          <p:attrName>style.visibility</p:attrName>
                                        </p:attrNameLst>
                                      </p:cBhvr>
                                      <p:to>
                                        <p:strVal val="visible"/>
                                      </p:to>
                                    </p:set>
                                    <p:animEffect transition="in" filter="wipe(up)">
                                      <p:cBhvr>
                                        <p:cTn id="93" dur="500"/>
                                        <p:tgtEl>
                                          <p:spTgt spid="475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38" grpId="0" autoUpdateAnimBg="0"/>
      <p:bldP spid="475139" grpId="0" autoUpdateAnimBg="0"/>
      <p:bldP spid="475140" grpId="0" autoUpdateAnimBg="0"/>
      <p:bldP spid="475141" grpId="0" autoUpdateAnimBg="0"/>
      <p:bldP spid="475142" grpId="0" autoUpdateAnimBg="0"/>
      <p:bldP spid="475143" grpId="0" autoUpdateAnimBg="0"/>
      <p:bldP spid="475164" grpId="0"/>
      <p:bldP spid="475165" grpId="0"/>
      <p:bldP spid="47517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a:extLst>
              <a:ext uri="{FF2B5EF4-FFF2-40B4-BE49-F238E27FC236}">
                <a16:creationId xmlns:a16="http://schemas.microsoft.com/office/drawing/2014/main" id="{C7788E2B-0D0A-98CE-4980-24373593DD01}"/>
              </a:ext>
            </a:extLst>
          </p:cNvPr>
          <p:cNvSpPr>
            <a:spLocks noChangeArrowheads="1"/>
          </p:cNvSpPr>
          <p:nvPr/>
        </p:nvSpPr>
        <p:spPr bwMode="auto">
          <a:xfrm>
            <a:off x="1524000" y="260351"/>
            <a:ext cx="9144000" cy="338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zh-CN"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6.</a:t>
            </a:r>
            <a:r>
              <a:rPr kumimoji="1" lang="zh-CN" altLang="en-US" sz="2800" b="1">
                <a:solidFill>
                  <a:srgbClr val="007A77"/>
                </a:solidFill>
                <a:latin typeface="Times New Roman" panose="02020603050405020304" pitchFamily="18" charset="0"/>
                <a:ea typeface="楷体_GB2312" pitchFamily="49" charset="-122"/>
              </a:rPr>
              <a:t>测得两批小学生的身高（单位：厘米）为：</a:t>
            </a:r>
          </a:p>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第一批：</a:t>
            </a:r>
            <a:r>
              <a:rPr kumimoji="1" lang="en-US" altLang="zh-CN" sz="2800" b="1">
                <a:solidFill>
                  <a:srgbClr val="007A77"/>
                </a:solidFill>
                <a:latin typeface="Times New Roman" panose="02020603050405020304" pitchFamily="18" charset="0"/>
                <a:ea typeface="楷体_GB2312" pitchFamily="49" charset="-122"/>
              </a:rPr>
              <a:t>140</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138</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143</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142</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144</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137</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141</a:t>
            </a:r>
          </a:p>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第二批：</a:t>
            </a:r>
            <a:r>
              <a:rPr kumimoji="1" lang="en-US" altLang="zh-CN" sz="2800" b="1">
                <a:solidFill>
                  <a:srgbClr val="007A77"/>
                </a:solidFill>
                <a:latin typeface="Times New Roman" panose="02020603050405020304" pitchFamily="18" charset="0"/>
                <a:ea typeface="楷体_GB2312" pitchFamily="49" charset="-122"/>
              </a:rPr>
              <a:t>135</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140</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142</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136</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138</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140.</a:t>
            </a:r>
          </a:p>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设这两个相互独立的总体都服从正态分布，且方差相同，试判断这两批学生的平均身高是否相等（</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=0.10</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a:t>
            </a:r>
          </a:p>
        </p:txBody>
      </p:sp>
      <p:sp>
        <p:nvSpPr>
          <p:cNvPr id="476163" name="Rectangle 3">
            <a:extLst>
              <a:ext uri="{FF2B5EF4-FFF2-40B4-BE49-F238E27FC236}">
                <a16:creationId xmlns:a16="http://schemas.microsoft.com/office/drawing/2014/main" id="{8D14A8DE-4034-6911-0B70-D9350D92F43C}"/>
              </a:ext>
            </a:extLst>
          </p:cNvPr>
          <p:cNvSpPr>
            <a:spLocks noChangeArrowheads="1"/>
          </p:cNvSpPr>
          <p:nvPr/>
        </p:nvSpPr>
        <p:spPr bwMode="auto">
          <a:xfrm>
            <a:off x="1774826" y="3716339"/>
            <a:ext cx="18002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r>
              <a:rPr kumimoji="1" lang="en-US" altLang="zh-CN" sz="3200" b="1">
                <a:solidFill>
                  <a:srgbClr val="0000FF"/>
                </a:solidFill>
                <a:latin typeface="Times New Roman" panose="02020603050405020304" pitchFamily="18" charset="0"/>
                <a:ea typeface="楷体_GB2312" pitchFamily="49" charset="-122"/>
              </a:rPr>
              <a:t>:</a:t>
            </a:r>
          </a:p>
        </p:txBody>
      </p:sp>
      <p:grpSp>
        <p:nvGrpSpPr>
          <p:cNvPr id="476164" name="Group 4">
            <a:extLst>
              <a:ext uri="{FF2B5EF4-FFF2-40B4-BE49-F238E27FC236}">
                <a16:creationId xmlns:a16="http://schemas.microsoft.com/office/drawing/2014/main" id="{DB6EA2DF-4C21-9AE1-EB36-FBFE8B462B53}"/>
              </a:ext>
            </a:extLst>
          </p:cNvPr>
          <p:cNvGrpSpPr>
            <a:grpSpLocks/>
          </p:cNvGrpSpPr>
          <p:nvPr/>
        </p:nvGrpSpPr>
        <p:grpSpPr bwMode="auto">
          <a:xfrm>
            <a:off x="2495550" y="3789363"/>
            <a:ext cx="3409950" cy="538162"/>
            <a:chOff x="612" y="2387"/>
            <a:chExt cx="2148" cy="339"/>
          </a:xfrm>
        </p:grpSpPr>
        <p:graphicFrame>
          <p:nvGraphicFramePr>
            <p:cNvPr id="476165" name="Object 5">
              <a:extLst>
                <a:ext uri="{FF2B5EF4-FFF2-40B4-BE49-F238E27FC236}">
                  <a16:creationId xmlns:a16="http://schemas.microsoft.com/office/drawing/2014/main" id="{3F722C55-2D7E-17AF-341A-29F02D8A5EE8}"/>
                </a:ext>
              </a:extLst>
            </p:cNvPr>
            <p:cNvGraphicFramePr>
              <a:graphicFrameLocks noChangeAspect="1"/>
            </p:cNvGraphicFramePr>
            <p:nvPr/>
          </p:nvGraphicFramePr>
          <p:xfrm>
            <a:off x="1383" y="2387"/>
            <a:ext cx="1377" cy="339"/>
          </p:xfrm>
          <a:graphic>
            <a:graphicData uri="http://schemas.openxmlformats.org/presentationml/2006/ole">
              <mc:AlternateContent xmlns:mc="http://schemas.openxmlformats.org/markup-compatibility/2006">
                <mc:Choice xmlns:v="urn:schemas-microsoft-com:vml" Requires="v">
                  <p:oleObj name="公式" r:id="rId2" imgW="21361400" imgH="5270500" progId="Equation.3">
                    <p:embed/>
                  </p:oleObj>
                </mc:Choice>
                <mc:Fallback>
                  <p:oleObj name="公式" r:id="rId2" imgW="21361400" imgH="5270500" progId="Equation.3">
                    <p:embed/>
                    <p:pic>
                      <p:nvPicPr>
                        <p:cNvPr id="476165" name="Object 5">
                          <a:extLst>
                            <a:ext uri="{FF2B5EF4-FFF2-40B4-BE49-F238E27FC236}">
                              <a16:creationId xmlns:a16="http://schemas.microsoft.com/office/drawing/2014/main" id="{3F722C55-2D7E-17AF-341A-29F02D8A5E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 y="2387"/>
                          <a:ext cx="1377"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6166" name="Text Box 6">
              <a:extLst>
                <a:ext uri="{FF2B5EF4-FFF2-40B4-BE49-F238E27FC236}">
                  <a16:creationId xmlns:a16="http://schemas.microsoft.com/office/drawing/2014/main" id="{F3061F7D-EFAE-D6DA-1EFB-A257A0D1B5F9}"/>
                </a:ext>
              </a:extLst>
            </p:cNvPr>
            <p:cNvSpPr txBox="1">
              <a:spLocks noChangeArrowheads="1"/>
            </p:cNvSpPr>
            <p:nvPr/>
          </p:nvSpPr>
          <p:spPr bwMode="auto">
            <a:xfrm>
              <a:off x="612" y="2387"/>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sp>
        <p:nvSpPr>
          <p:cNvPr id="476167" name="Rectangle 7">
            <a:extLst>
              <a:ext uri="{FF2B5EF4-FFF2-40B4-BE49-F238E27FC236}">
                <a16:creationId xmlns:a16="http://schemas.microsoft.com/office/drawing/2014/main" id="{51DC3534-1F50-2CF9-44DA-C1DAFC13252F}"/>
              </a:ext>
            </a:extLst>
          </p:cNvPr>
          <p:cNvSpPr>
            <a:spLocks noChangeArrowheads="1"/>
          </p:cNvSpPr>
          <p:nvPr/>
        </p:nvSpPr>
        <p:spPr bwMode="auto">
          <a:xfrm>
            <a:off x="2135189" y="4652963"/>
            <a:ext cx="30241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76168" name="Text Box 8">
            <a:extLst>
              <a:ext uri="{FF2B5EF4-FFF2-40B4-BE49-F238E27FC236}">
                <a16:creationId xmlns:a16="http://schemas.microsoft.com/office/drawing/2014/main" id="{2C9870EC-089B-7C98-1FBE-5BC09E02CFC2}"/>
              </a:ext>
            </a:extLst>
          </p:cNvPr>
          <p:cNvSpPr txBox="1">
            <a:spLocks noChangeArrowheads="1"/>
          </p:cNvSpPr>
          <p:nvPr/>
        </p:nvSpPr>
        <p:spPr bwMode="auto">
          <a:xfrm>
            <a:off x="2495550" y="5876926"/>
            <a:ext cx="1943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pSp>
        <p:nvGrpSpPr>
          <p:cNvPr id="476169" name="Group 9">
            <a:extLst>
              <a:ext uri="{FF2B5EF4-FFF2-40B4-BE49-F238E27FC236}">
                <a16:creationId xmlns:a16="http://schemas.microsoft.com/office/drawing/2014/main" id="{D5DA1F02-A05B-F7A4-A72F-A3CF70047D0E}"/>
              </a:ext>
            </a:extLst>
          </p:cNvPr>
          <p:cNvGrpSpPr>
            <a:grpSpLocks/>
          </p:cNvGrpSpPr>
          <p:nvPr/>
        </p:nvGrpSpPr>
        <p:grpSpPr bwMode="auto">
          <a:xfrm>
            <a:off x="6024563" y="3789364"/>
            <a:ext cx="3841750" cy="523875"/>
            <a:chOff x="2835" y="2387"/>
            <a:chExt cx="2420" cy="330"/>
          </a:xfrm>
        </p:grpSpPr>
        <p:sp>
          <p:nvSpPr>
            <p:cNvPr id="476170" name="Text Box 10">
              <a:extLst>
                <a:ext uri="{FF2B5EF4-FFF2-40B4-BE49-F238E27FC236}">
                  <a16:creationId xmlns:a16="http://schemas.microsoft.com/office/drawing/2014/main" id="{28270B6B-5ABB-3B45-106E-0497B9AB85C8}"/>
                </a:ext>
              </a:extLst>
            </p:cNvPr>
            <p:cNvSpPr txBox="1">
              <a:spLocks noChangeArrowheads="1"/>
            </p:cNvSpPr>
            <p:nvPr/>
          </p:nvSpPr>
          <p:spPr bwMode="auto">
            <a:xfrm>
              <a:off x="2835" y="2387"/>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76171" name="Object 11">
              <a:extLst>
                <a:ext uri="{FF2B5EF4-FFF2-40B4-BE49-F238E27FC236}">
                  <a16:creationId xmlns:a16="http://schemas.microsoft.com/office/drawing/2014/main" id="{0A584F6B-4A21-86A6-DC50-3E9B3C3B7D88}"/>
                </a:ext>
              </a:extLst>
            </p:cNvPr>
            <p:cNvGraphicFramePr>
              <a:graphicFrameLocks noChangeAspect="1"/>
            </p:cNvGraphicFramePr>
            <p:nvPr/>
          </p:nvGraphicFramePr>
          <p:xfrm>
            <a:off x="3878" y="2396"/>
            <a:ext cx="1377" cy="321"/>
          </p:xfrm>
          <a:graphic>
            <a:graphicData uri="http://schemas.openxmlformats.org/presentationml/2006/ole">
              <mc:AlternateContent xmlns:mc="http://schemas.openxmlformats.org/markup-compatibility/2006">
                <mc:Choice xmlns:v="urn:schemas-microsoft-com:vml" Requires="v">
                  <p:oleObj name="公式" r:id="rId4" imgW="21361400" imgH="4978400" progId="Equation.3">
                    <p:embed/>
                  </p:oleObj>
                </mc:Choice>
                <mc:Fallback>
                  <p:oleObj name="公式" r:id="rId4" imgW="21361400" imgH="4978400" progId="Equation.3">
                    <p:embed/>
                    <p:pic>
                      <p:nvPicPr>
                        <p:cNvPr id="476171" name="Object 11">
                          <a:extLst>
                            <a:ext uri="{FF2B5EF4-FFF2-40B4-BE49-F238E27FC236}">
                              <a16:creationId xmlns:a16="http://schemas.microsoft.com/office/drawing/2014/main" id="{0A584F6B-4A21-86A6-DC50-3E9B3C3B7D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2396"/>
                          <a:ext cx="1377"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76172" name="Object 12">
            <a:extLst>
              <a:ext uri="{FF2B5EF4-FFF2-40B4-BE49-F238E27FC236}">
                <a16:creationId xmlns:a16="http://schemas.microsoft.com/office/drawing/2014/main" id="{CA7933C3-A68E-6455-41E1-77B3774D7DD5}"/>
              </a:ext>
            </a:extLst>
          </p:cNvPr>
          <p:cNvGraphicFramePr>
            <a:graphicFrameLocks noChangeAspect="1"/>
          </p:cNvGraphicFramePr>
          <p:nvPr/>
        </p:nvGraphicFramePr>
        <p:xfrm>
          <a:off x="4440238" y="4365626"/>
          <a:ext cx="4176712" cy="1300163"/>
        </p:xfrm>
        <a:graphic>
          <a:graphicData uri="http://schemas.openxmlformats.org/presentationml/2006/ole">
            <mc:AlternateContent xmlns:mc="http://schemas.openxmlformats.org/markup-compatibility/2006">
              <mc:Choice xmlns:v="urn:schemas-microsoft-com:vml" Requires="v">
                <p:oleObj name="公式" r:id="rId6" imgW="58801000" imgH="16675100" progId="Equation.3">
                  <p:embed/>
                </p:oleObj>
              </mc:Choice>
              <mc:Fallback>
                <p:oleObj name="公式" r:id="rId6" imgW="58801000" imgH="16675100" progId="Equation.3">
                  <p:embed/>
                  <p:pic>
                    <p:nvPicPr>
                      <p:cNvPr id="476172" name="Object 12">
                        <a:extLst>
                          <a:ext uri="{FF2B5EF4-FFF2-40B4-BE49-F238E27FC236}">
                            <a16:creationId xmlns:a16="http://schemas.microsoft.com/office/drawing/2014/main" id="{CA7933C3-A68E-6455-41E1-77B3774D7DD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40238" y="4365626"/>
                        <a:ext cx="4176712" cy="1300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6173" name="Object 13">
            <a:extLst>
              <a:ext uri="{FF2B5EF4-FFF2-40B4-BE49-F238E27FC236}">
                <a16:creationId xmlns:a16="http://schemas.microsoft.com/office/drawing/2014/main" id="{5CC0C3A9-CB1E-6BDD-BD44-EE72CD854A21}"/>
              </a:ext>
            </a:extLst>
          </p:cNvPr>
          <p:cNvGraphicFramePr>
            <a:graphicFrameLocks noChangeAspect="1"/>
          </p:cNvGraphicFramePr>
          <p:nvPr/>
        </p:nvGraphicFramePr>
        <p:xfrm>
          <a:off x="4151314" y="5805489"/>
          <a:ext cx="3240087" cy="784225"/>
        </p:xfrm>
        <a:graphic>
          <a:graphicData uri="http://schemas.openxmlformats.org/presentationml/2006/ole">
            <mc:AlternateContent xmlns:mc="http://schemas.openxmlformats.org/markup-compatibility/2006">
              <mc:Choice xmlns:v="urn:schemas-microsoft-com:vml" Requires="v">
                <p:oleObj name="公式" r:id="rId8" imgW="40665400" imgH="8483600" progId="Equation.3">
                  <p:embed/>
                </p:oleObj>
              </mc:Choice>
              <mc:Fallback>
                <p:oleObj name="公式" r:id="rId8" imgW="40665400" imgH="8483600" progId="Equation.3">
                  <p:embed/>
                  <p:pic>
                    <p:nvPicPr>
                      <p:cNvPr id="476173" name="Object 13">
                        <a:extLst>
                          <a:ext uri="{FF2B5EF4-FFF2-40B4-BE49-F238E27FC236}">
                            <a16:creationId xmlns:a16="http://schemas.microsoft.com/office/drawing/2014/main" id="{5CC0C3A9-CB1E-6BDD-BD44-EE72CD854A2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51314" y="5805489"/>
                        <a:ext cx="3240087" cy="78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476162"/>
                                        </p:tgtEl>
                                        <p:attrNameLst>
                                          <p:attrName>style.visibility</p:attrName>
                                        </p:attrNameLst>
                                      </p:cBhvr>
                                      <p:to>
                                        <p:strVal val="visible"/>
                                      </p:to>
                                    </p:set>
                                    <p:anim calcmode="lin" valueType="num">
                                      <p:cBhvr>
                                        <p:cTn id="7" dur="1000" fill="hold"/>
                                        <p:tgtEl>
                                          <p:spTgt spid="476162"/>
                                        </p:tgtEl>
                                        <p:attrNameLst>
                                          <p:attrName>ppt_w</p:attrName>
                                        </p:attrNameLst>
                                      </p:cBhvr>
                                      <p:tavLst>
                                        <p:tav tm="0">
                                          <p:val>
                                            <p:strVal val="2/3*#ppt_w"/>
                                          </p:val>
                                        </p:tav>
                                        <p:tav tm="100000">
                                          <p:val>
                                            <p:strVal val="#ppt_w"/>
                                          </p:val>
                                        </p:tav>
                                      </p:tavLst>
                                    </p:anim>
                                    <p:anim calcmode="lin" valueType="num">
                                      <p:cBhvr>
                                        <p:cTn id="8" dur="1000" fill="hold"/>
                                        <p:tgtEl>
                                          <p:spTgt spid="476162"/>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47616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76164"/>
                                        </p:tgtEl>
                                        <p:attrNameLst>
                                          <p:attrName>style.visibility</p:attrName>
                                        </p:attrNameLst>
                                      </p:cBhvr>
                                      <p:to>
                                        <p:strVal val="visible"/>
                                      </p:to>
                                    </p:set>
                                    <p:animEffect transition="in" filter="wipe(left)">
                                      <p:cBhvr>
                                        <p:cTn id="17" dur="1000"/>
                                        <p:tgtEl>
                                          <p:spTgt spid="476164"/>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76169"/>
                                        </p:tgtEl>
                                        <p:attrNameLst>
                                          <p:attrName>style.visibility</p:attrName>
                                        </p:attrNameLst>
                                      </p:cBhvr>
                                      <p:to>
                                        <p:strVal val="visible"/>
                                      </p:to>
                                    </p:set>
                                    <p:animEffect transition="in" filter="wipe(left)">
                                      <p:cBhvr>
                                        <p:cTn id="21" dur="1000"/>
                                        <p:tgtEl>
                                          <p:spTgt spid="47616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76167"/>
                                        </p:tgtEl>
                                        <p:attrNameLst>
                                          <p:attrName>style.visibility</p:attrName>
                                        </p:attrNameLst>
                                      </p:cBhvr>
                                      <p:to>
                                        <p:strVal val="visible"/>
                                      </p:to>
                                    </p:set>
                                    <p:animEffect transition="in" filter="wipe(left)">
                                      <p:cBhvr>
                                        <p:cTn id="26" dur="1000"/>
                                        <p:tgtEl>
                                          <p:spTgt spid="476167"/>
                                        </p:tgtEl>
                                      </p:cBhvr>
                                    </p:animEffect>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476172"/>
                                        </p:tgtEl>
                                        <p:attrNameLst>
                                          <p:attrName>style.visibility</p:attrName>
                                        </p:attrNameLst>
                                      </p:cBhvr>
                                      <p:to>
                                        <p:strVal val="visible"/>
                                      </p:to>
                                    </p:set>
                                    <p:animEffect transition="in" filter="wipe(left)">
                                      <p:cBhvr>
                                        <p:cTn id="30" dur="1000"/>
                                        <p:tgtEl>
                                          <p:spTgt spid="47617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476168"/>
                                        </p:tgtEl>
                                        <p:attrNameLst>
                                          <p:attrName>style.visibility</p:attrName>
                                        </p:attrNameLst>
                                      </p:cBhvr>
                                      <p:to>
                                        <p:strVal val="visible"/>
                                      </p:to>
                                    </p:set>
                                    <p:animEffect transition="in" filter="wipe(left)">
                                      <p:cBhvr>
                                        <p:cTn id="35" dur="1000"/>
                                        <p:tgtEl>
                                          <p:spTgt spid="47616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476173"/>
                                        </p:tgtEl>
                                        <p:attrNameLst>
                                          <p:attrName>style.visibility</p:attrName>
                                        </p:attrNameLst>
                                      </p:cBhvr>
                                      <p:to>
                                        <p:strVal val="visible"/>
                                      </p:to>
                                    </p:set>
                                    <p:animEffect transition="in" filter="wipe(up)">
                                      <p:cBhvr>
                                        <p:cTn id="40" dur="500"/>
                                        <p:tgtEl>
                                          <p:spTgt spid="476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2" grpId="0"/>
      <p:bldP spid="476163" grpId="0" autoUpdateAnimBg="0"/>
      <p:bldP spid="476167" grpId="0"/>
      <p:bldP spid="47616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7186" name="Object 2">
            <a:extLst>
              <a:ext uri="{FF2B5EF4-FFF2-40B4-BE49-F238E27FC236}">
                <a16:creationId xmlns:a16="http://schemas.microsoft.com/office/drawing/2014/main" id="{C3EB0A4F-C853-748D-5ABE-63BA684CF5DE}"/>
              </a:ext>
            </a:extLst>
          </p:cNvPr>
          <p:cNvGraphicFramePr>
            <a:graphicFrameLocks noChangeAspect="1"/>
          </p:cNvGraphicFramePr>
          <p:nvPr/>
        </p:nvGraphicFramePr>
        <p:xfrm>
          <a:off x="2063750" y="3429001"/>
          <a:ext cx="1295400" cy="1039813"/>
        </p:xfrm>
        <a:graphic>
          <a:graphicData uri="http://schemas.openxmlformats.org/presentationml/2006/ole">
            <mc:AlternateContent xmlns:mc="http://schemas.openxmlformats.org/markup-compatibility/2006">
              <mc:Choice xmlns:v="urn:schemas-microsoft-com:vml" Requires="v">
                <p:oleObj name="公式" r:id="rId2" imgW="15214600" imgH="11112500" progId="Equation.3">
                  <p:embed/>
                </p:oleObj>
              </mc:Choice>
              <mc:Fallback>
                <p:oleObj name="公式" r:id="rId2" imgW="15214600" imgH="11112500" progId="Equation.3">
                  <p:embed/>
                  <p:pic>
                    <p:nvPicPr>
                      <p:cNvPr id="477186" name="Object 2">
                        <a:extLst>
                          <a:ext uri="{FF2B5EF4-FFF2-40B4-BE49-F238E27FC236}">
                            <a16:creationId xmlns:a16="http://schemas.microsoft.com/office/drawing/2014/main" id="{C3EB0A4F-C853-748D-5ABE-63BA684CF5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0" y="3429001"/>
                        <a:ext cx="1295400" cy="1039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87" name="Object 3">
            <a:extLst>
              <a:ext uri="{FF2B5EF4-FFF2-40B4-BE49-F238E27FC236}">
                <a16:creationId xmlns:a16="http://schemas.microsoft.com/office/drawing/2014/main" id="{BA2E287E-5C39-874D-F5CE-B334CCCE9084}"/>
              </a:ext>
            </a:extLst>
          </p:cNvPr>
          <p:cNvGraphicFramePr>
            <a:graphicFrameLocks noChangeAspect="1"/>
          </p:cNvGraphicFramePr>
          <p:nvPr/>
        </p:nvGraphicFramePr>
        <p:xfrm>
          <a:off x="4224338" y="1844675"/>
          <a:ext cx="4679950" cy="757238"/>
        </p:xfrm>
        <a:graphic>
          <a:graphicData uri="http://schemas.openxmlformats.org/presentationml/2006/ole">
            <mc:AlternateContent xmlns:mc="http://schemas.openxmlformats.org/markup-compatibility/2006">
              <mc:Choice xmlns:v="urn:schemas-microsoft-com:vml" Requires="v">
                <p:oleObj name="公式" r:id="rId4" imgW="50317400" imgH="8191500" progId="Equation.3">
                  <p:embed/>
                </p:oleObj>
              </mc:Choice>
              <mc:Fallback>
                <p:oleObj name="公式" r:id="rId4" imgW="50317400" imgH="8191500" progId="Equation.3">
                  <p:embed/>
                  <p:pic>
                    <p:nvPicPr>
                      <p:cNvPr id="477187" name="Object 3">
                        <a:extLst>
                          <a:ext uri="{FF2B5EF4-FFF2-40B4-BE49-F238E27FC236}">
                            <a16:creationId xmlns:a16="http://schemas.microsoft.com/office/drawing/2014/main" id="{BA2E287E-5C39-874D-F5CE-B334CCCE90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24338" y="1844675"/>
                        <a:ext cx="4679950" cy="75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88" name="Object 4">
            <a:extLst>
              <a:ext uri="{FF2B5EF4-FFF2-40B4-BE49-F238E27FC236}">
                <a16:creationId xmlns:a16="http://schemas.microsoft.com/office/drawing/2014/main" id="{46EDCAD1-C1FC-EA06-7836-8A3F14873177}"/>
              </a:ext>
            </a:extLst>
          </p:cNvPr>
          <p:cNvGraphicFramePr>
            <a:graphicFrameLocks noChangeAspect="1"/>
          </p:cNvGraphicFramePr>
          <p:nvPr/>
        </p:nvGraphicFramePr>
        <p:xfrm>
          <a:off x="3286125" y="368301"/>
          <a:ext cx="2160588" cy="512763"/>
        </p:xfrm>
        <a:graphic>
          <a:graphicData uri="http://schemas.openxmlformats.org/presentationml/2006/ole">
            <mc:AlternateContent xmlns:mc="http://schemas.openxmlformats.org/markup-compatibility/2006">
              <mc:Choice xmlns:v="urn:schemas-microsoft-com:vml" Requires="v">
                <p:oleObj name="公式" r:id="rId6" imgW="21653500" imgH="4686300" progId="Equation.3">
                  <p:embed/>
                </p:oleObj>
              </mc:Choice>
              <mc:Fallback>
                <p:oleObj name="公式" r:id="rId6" imgW="21653500" imgH="4686300" progId="Equation.3">
                  <p:embed/>
                  <p:pic>
                    <p:nvPicPr>
                      <p:cNvPr id="477188" name="Object 4">
                        <a:extLst>
                          <a:ext uri="{FF2B5EF4-FFF2-40B4-BE49-F238E27FC236}">
                            <a16:creationId xmlns:a16="http://schemas.microsoft.com/office/drawing/2014/main" id="{46EDCAD1-C1FC-EA06-7836-8A3F148731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86125" y="368301"/>
                        <a:ext cx="2160588"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89" name="Object 5">
            <a:extLst>
              <a:ext uri="{FF2B5EF4-FFF2-40B4-BE49-F238E27FC236}">
                <a16:creationId xmlns:a16="http://schemas.microsoft.com/office/drawing/2014/main" id="{B0608383-AB73-23AA-221F-0A70E221AB75}"/>
              </a:ext>
            </a:extLst>
          </p:cNvPr>
          <p:cNvGraphicFramePr>
            <a:graphicFrameLocks noChangeAspect="1"/>
          </p:cNvGraphicFramePr>
          <p:nvPr/>
        </p:nvGraphicFramePr>
        <p:xfrm>
          <a:off x="5878514" y="260350"/>
          <a:ext cx="2016125" cy="604838"/>
        </p:xfrm>
        <a:graphic>
          <a:graphicData uri="http://schemas.openxmlformats.org/presentationml/2006/ole">
            <mc:AlternateContent xmlns:mc="http://schemas.openxmlformats.org/markup-compatibility/2006">
              <mc:Choice xmlns:v="urn:schemas-microsoft-com:vml" Requires="v">
                <p:oleObj name="公式" r:id="rId8" imgW="19304000" imgH="5270500" progId="Equation.3">
                  <p:embed/>
                </p:oleObj>
              </mc:Choice>
              <mc:Fallback>
                <p:oleObj name="公式" r:id="rId8" imgW="19304000" imgH="5270500" progId="Equation.3">
                  <p:embed/>
                  <p:pic>
                    <p:nvPicPr>
                      <p:cNvPr id="477189" name="Object 5">
                        <a:extLst>
                          <a:ext uri="{FF2B5EF4-FFF2-40B4-BE49-F238E27FC236}">
                            <a16:creationId xmlns:a16="http://schemas.microsoft.com/office/drawing/2014/main" id="{B0608383-AB73-23AA-221F-0A70E221AB7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78514" y="260350"/>
                        <a:ext cx="2016125"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90" name="Object 6">
            <a:extLst>
              <a:ext uri="{FF2B5EF4-FFF2-40B4-BE49-F238E27FC236}">
                <a16:creationId xmlns:a16="http://schemas.microsoft.com/office/drawing/2014/main" id="{968C84EC-1031-FF37-EEDE-61EB3BCEC64C}"/>
              </a:ext>
            </a:extLst>
          </p:cNvPr>
          <p:cNvGraphicFramePr>
            <a:graphicFrameLocks noChangeAspect="1"/>
          </p:cNvGraphicFramePr>
          <p:nvPr/>
        </p:nvGraphicFramePr>
        <p:xfrm>
          <a:off x="3575050" y="1125539"/>
          <a:ext cx="1512888" cy="530225"/>
        </p:xfrm>
        <a:graphic>
          <a:graphicData uri="http://schemas.openxmlformats.org/presentationml/2006/ole">
            <mc:AlternateContent xmlns:mc="http://schemas.openxmlformats.org/markup-compatibility/2006">
              <mc:Choice xmlns:v="urn:schemas-microsoft-com:vml" Requires="v">
                <p:oleObj name="公式" r:id="rId10" imgW="14630400" imgH="4686300" progId="Equation.3">
                  <p:embed/>
                </p:oleObj>
              </mc:Choice>
              <mc:Fallback>
                <p:oleObj name="公式" r:id="rId10" imgW="14630400" imgH="4686300" progId="Equation.3">
                  <p:embed/>
                  <p:pic>
                    <p:nvPicPr>
                      <p:cNvPr id="477190" name="Object 6">
                        <a:extLst>
                          <a:ext uri="{FF2B5EF4-FFF2-40B4-BE49-F238E27FC236}">
                            <a16:creationId xmlns:a16="http://schemas.microsoft.com/office/drawing/2014/main" id="{968C84EC-1031-FF37-EEDE-61EB3BCEC64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75050" y="1125539"/>
                        <a:ext cx="1512888"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91" name="Object 7">
            <a:extLst>
              <a:ext uri="{FF2B5EF4-FFF2-40B4-BE49-F238E27FC236}">
                <a16:creationId xmlns:a16="http://schemas.microsoft.com/office/drawing/2014/main" id="{DA2A5081-7964-499C-26B1-07C4F3145C12}"/>
              </a:ext>
            </a:extLst>
          </p:cNvPr>
          <p:cNvGraphicFramePr>
            <a:graphicFrameLocks noChangeAspect="1"/>
          </p:cNvGraphicFramePr>
          <p:nvPr/>
        </p:nvGraphicFramePr>
        <p:xfrm>
          <a:off x="5951538" y="1052513"/>
          <a:ext cx="1295400" cy="595312"/>
        </p:xfrm>
        <a:graphic>
          <a:graphicData uri="http://schemas.openxmlformats.org/presentationml/2006/ole">
            <mc:AlternateContent xmlns:mc="http://schemas.openxmlformats.org/markup-compatibility/2006">
              <mc:Choice xmlns:v="urn:schemas-microsoft-com:vml" Requires="v">
                <p:oleObj name="公式" r:id="rId12" imgW="12585700" imgH="5270500" progId="Equation.3">
                  <p:embed/>
                </p:oleObj>
              </mc:Choice>
              <mc:Fallback>
                <p:oleObj name="公式" r:id="rId12" imgW="12585700" imgH="5270500" progId="Equation.3">
                  <p:embed/>
                  <p:pic>
                    <p:nvPicPr>
                      <p:cNvPr id="477191" name="Object 7">
                        <a:extLst>
                          <a:ext uri="{FF2B5EF4-FFF2-40B4-BE49-F238E27FC236}">
                            <a16:creationId xmlns:a16="http://schemas.microsoft.com/office/drawing/2014/main" id="{DA2A5081-7964-499C-26B1-07C4F3145C1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51538" y="1052513"/>
                        <a:ext cx="1295400"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7192" name="Rectangle 8">
            <a:extLst>
              <a:ext uri="{FF2B5EF4-FFF2-40B4-BE49-F238E27FC236}">
                <a16:creationId xmlns:a16="http://schemas.microsoft.com/office/drawing/2014/main" id="{E6F98F7C-171C-1FE6-3A28-1E558848147E}"/>
              </a:ext>
            </a:extLst>
          </p:cNvPr>
          <p:cNvSpPr>
            <a:spLocks noChangeArrowheads="1"/>
          </p:cNvSpPr>
          <p:nvPr/>
        </p:nvSpPr>
        <p:spPr bwMode="auto">
          <a:xfrm>
            <a:off x="1911350" y="1831975"/>
            <a:ext cx="1217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=0.10</a:t>
            </a:r>
          </a:p>
        </p:txBody>
      </p:sp>
      <p:graphicFrame>
        <p:nvGraphicFramePr>
          <p:cNvPr id="477193" name="Object 9">
            <a:extLst>
              <a:ext uri="{FF2B5EF4-FFF2-40B4-BE49-F238E27FC236}">
                <a16:creationId xmlns:a16="http://schemas.microsoft.com/office/drawing/2014/main" id="{6AAF7A94-C305-BDD6-4193-8C8DBC30B53C}"/>
              </a:ext>
            </a:extLst>
          </p:cNvPr>
          <p:cNvGraphicFramePr>
            <a:graphicFrameLocks noChangeAspect="1"/>
          </p:cNvGraphicFramePr>
          <p:nvPr/>
        </p:nvGraphicFramePr>
        <p:xfrm>
          <a:off x="1906588" y="333375"/>
          <a:ext cx="1160462" cy="560388"/>
        </p:xfrm>
        <a:graphic>
          <a:graphicData uri="http://schemas.openxmlformats.org/presentationml/2006/ole">
            <mc:AlternateContent xmlns:mc="http://schemas.openxmlformats.org/markup-compatibility/2006">
              <mc:Choice xmlns:v="urn:schemas-microsoft-com:vml" Requires="v">
                <p:oleObj name="公式" r:id="rId14" imgW="12001500" imgH="5270500" progId="Equation.3">
                  <p:embed/>
                </p:oleObj>
              </mc:Choice>
              <mc:Fallback>
                <p:oleObj name="公式" r:id="rId14" imgW="12001500" imgH="5270500" progId="Equation.3">
                  <p:embed/>
                  <p:pic>
                    <p:nvPicPr>
                      <p:cNvPr id="477193" name="Object 9">
                        <a:extLst>
                          <a:ext uri="{FF2B5EF4-FFF2-40B4-BE49-F238E27FC236}">
                            <a16:creationId xmlns:a16="http://schemas.microsoft.com/office/drawing/2014/main" id="{6AAF7A94-C305-BDD6-4193-8C8DBC30B53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06588" y="333375"/>
                        <a:ext cx="1160462"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94" name="Object 10">
            <a:extLst>
              <a:ext uri="{FF2B5EF4-FFF2-40B4-BE49-F238E27FC236}">
                <a16:creationId xmlns:a16="http://schemas.microsoft.com/office/drawing/2014/main" id="{DEA3B802-553D-ACD6-3A15-BD568FD5E78F}"/>
              </a:ext>
            </a:extLst>
          </p:cNvPr>
          <p:cNvGraphicFramePr>
            <a:graphicFrameLocks noChangeAspect="1"/>
          </p:cNvGraphicFramePr>
          <p:nvPr/>
        </p:nvGraphicFramePr>
        <p:xfrm>
          <a:off x="1931989" y="1052514"/>
          <a:ext cx="1131887" cy="560387"/>
        </p:xfrm>
        <a:graphic>
          <a:graphicData uri="http://schemas.openxmlformats.org/presentationml/2006/ole">
            <mc:AlternateContent xmlns:mc="http://schemas.openxmlformats.org/markup-compatibility/2006">
              <mc:Choice xmlns:v="urn:schemas-microsoft-com:vml" Requires="v">
                <p:oleObj name="公式" r:id="rId16" imgW="11696700" imgH="5270500" progId="Equation.3">
                  <p:embed/>
                </p:oleObj>
              </mc:Choice>
              <mc:Fallback>
                <p:oleObj name="公式" r:id="rId16" imgW="11696700" imgH="5270500" progId="Equation.3">
                  <p:embed/>
                  <p:pic>
                    <p:nvPicPr>
                      <p:cNvPr id="477194" name="Object 10">
                        <a:extLst>
                          <a:ext uri="{FF2B5EF4-FFF2-40B4-BE49-F238E27FC236}">
                            <a16:creationId xmlns:a16="http://schemas.microsoft.com/office/drawing/2014/main" id="{DEA3B802-553D-ACD6-3A15-BD568FD5E78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31989" y="1052514"/>
                        <a:ext cx="1131887" cy="560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95" name="Object 11">
            <a:extLst>
              <a:ext uri="{FF2B5EF4-FFF2-40B4-BE49-F238E27FC236}">
                <a16:creationId xmlns:a16="http://schemas.microsoft.com/office/drawing/2014/main" id="{9C52C115-2F60-78DE-2056-115A14A6C427}"/>
              </a:ext>
            </a:extLst>
          </p:cNvPr>
          <p:cNvGraphicFramePr>
            <a:graphicFrameLocks noChangeAspect="1"/>
          </p:cNvGraphicFramePr>
          <p:nvPr/>
        </p:nvGraphicFramePr>
        <p:xfrm>
          <a:off x="3719514" y="3430589"/>
          <a:ext cx="2376487" cy="942975"/>
        </p:xfrm>
        <a:graphic>
          <a:graphicData uri="http://schemas.openxmlformats.org/presentationml/2006/ole">
            <mc:AlternateContent xmlns:mc="http://schemas.openxmlformats.org/markup-compatibility/2006">
              <mc:Choice xmlns:v="urn:schemas-microsoft-com:vml" Requires="v">
                <p:oleObj name="公式" r:id="rId18" imgW="28384500" imgH="10236200" progId="Equation.3">
                  <p:embed/>
                </p:oleObj>
              </mc:Choice>
              <mc:Fallback>
                <p:oleObj name="公式" r:id="rId18" imgW="28384500" imgH="10236200" progId="Equation.3">
                  <p:embed/>
                  <p:pic>
                    <p:nvPicPr>
                      <p:cNvPr id="477195" name="Object 11">
                        <a:extLst>
                          <a:ext uri="{FF2B5EF4-FFF2-40B4-BE49-F238E27FC236}">
                            <a16:creationId xmlns:a16="http://schemas.microsoft.com/office/drawing/2014/main" id="{9C52C115-2F60-78DE-2056-115A14A6C42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19514" y="3430589"/>
                        <a:ext cx="2376487" cy="942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96" name="Object 12">
            <a:extLst>
              <a:ext uri="{FF2B5EF4-FFF2-40B4-BE49-F238E27FC236}">
                <a16:creationId xmlns:a16="http://schemas.microsoft.com/office/drawing/2014/main" id="{DEDDC1A5-81DC-AD86-AAB7-FD3964C60314}"/>
              </a:ext>
            </a:extLst>
          </p:cNvPr>
          <p:cNvGraphicFramePr>
            <a:graphicFrameLocks noChangeAspect="1"/>
          </p:cNvGraphicFramePr>
          <p:nvPr/>
        </p:nvGraphicFramePr>
        <p:xfrm>
          <a:off x="1847850" y="4710113"/>
          <a:ext cx="2808288" cy="1003300"/>
        </p:xfrm>
        <a:graphic>
          <a:graphicData uri="http://schemas.openxmlformats.org/presentationml/2006/ole">
            <mc:AlternateContent xmlns:mc="http://schemas.openxmlformats.org/markup-compatibility/2006">
              <mc:Choice xmlns:v="urn:schemas-microsoft-com:vml" Requires="v">
                <p:oleObj name="公式" r:id="rId20" imgW="35991800" imgH="11696700" progId="Equation.3">
                  <p:embed/>
                </p:oleObj>
              </mc:Choice>
              <mc:Fallback>
                <p:oleObj name="公式" r:id="rId20" imgW="35991800" imgH="11696700" progId="Equation.3">
                  <p:embed/>
                  <p:pic>
                    <p:nvPicPr>
                      <p:cNvPr id="477196" name="Object 12">
                        <a:extLst>
                          <a:ext uri="{FF2B5EF4-FFF2-40B4-BE49-F238E27FC236}">
                            <a16:creationId xmlns:a16="http://schemas.microsoft.com/office/drawing/2014/main" id="{DEDDC1A5-81DC-AD86-AAB7-FD3964C60314}"/>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7850" y="4710113"/>
                        <a:ext cx="2808288"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97" name="Object 13">
            <a:extLst>
              <a:ext uri="{FF2B5EF4-FFF2-40B4-BE49-F238E27FC236}">
                <a16:creationId xmlns:a16="http://schemas.microsoft.com/office/drawing/2014/main" id="{DFBBE38B-3DEE-AF5B-2526-4E2AF4B0B3DC}"/>
              </a:ext>
            </a:extLst>
          </p:cNvPr>
          <p:cNvGraphicFramePr>
            <a:graphicFrameLocks noChangeAspect="1"/>
          </p:cNvGraphicFramePr>
          <p:nvPr/>
        </p:nvGraphicFramePr>
        <p:xfrm>
          <a:off x="4943475" y="4724401"/>
          <a:ext cx="4465638" cy="957263"/>
        </p:xfrm>
        <a:graphic>
          <a:graphicData uri="http://schemas.openxmlformats.org/presentationml/2006/ole">
            <mc:AlternateContent xmlns:mc="http://schemas.openxmlformats.org/markup-compatibility/2006">
              <mc:Choice xmlns:v="urn:schemas-microsoft-com:vml" Requires="v">
                <p:oleObj name="公式" r:id="rId22" imgW="47396400" imgH="10236200" progId="Equation.3">
                  <p:embed/>
                </p:oleObj>
              </mc:Choice>
              <mc:Fallback>
                <p:oleObj name="公式" r:id="rId22" imgW="47396400" imgH="10236200" progId="Equation.3">
                  <p:embed/>
                  <p:pic>
                    <p:nvPicPr>
                      <p:cNvPr id="477197" name="Object 13">
                        <a:extLst>
                          <a:ext uri="{FF2B5EF4-FFF2-40B4-BE49-F238E27FC236}">
                            <a16:creationId xmlns:a16="http://schemas.microsoft.com/office/drawing/2014/main" id="{DFBBE38B-3DEE-AF5B-2526-4E2AF4B0B3DC}"/>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943475" y="4724401"/>
                        <a:ext cx="4465638" cy="957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98" name="Object 14">
            <a:extLst>
              <a:ext uri="{FF2B5EF4-FFF2-40B4-BE49-F238E27FC236}">
                <a16:creationId xmlns:a16="http://schemas.microsoft.com/office/drawing/2014/main" id="{7BAEFAE2-A333-5257-3010-64BAA563E87E}"/>
              </a:ext>
            </a:extLst>
          </p:cNvPr>
          <p:cNvGraphicFramePr>
            <a:graphicFrameLocks noChangeAspect="1"/>
          </p:cNvGraphicFramePr>
          <p:nvPr/>
        </p:nvGraphicFramePr>
        <p:xfrm>
          <a:off x="2063751" y="2636839"/>
          <a:ext cx="5959475" cy="757237"/>
        </p:xfrm>
        <a:graphic>
          <a:graphicData uri="http://schemas.openxmlformats.org/presentationml/2006/ole">
            <mc:AlternateContent xmlns:mc="http://schemas.openxmlformats.org/markup-compatibility/2006">
              <mc:Choice xmlns:v="urn:schemas-microsoft-com:vml" Requires="v">
                <p:oleObj name="公式" r:id="rId24" imgW="64071500" imgH="8191500" progId="Equation.3">
                  <p:embed/>
                </p:oleObj>
              </mc:Choice>
              <mc:Fallback>
                <p:oleObj name="公式" r:id="rId24" imgW="64071500" imgH="8191500" progId="Equation.3">
                  <p:embed/>
                  <p:pic>
                    <p:nvPicPr>
                      <p:cNvPr id="477198" name="Object 14">
                        <a:extLst>
                          <a:ext uri="{FF2B5EF4-FFF2-40B4-BE49-F238E27FC236}">
                            <a16:creationId xmlns:a16="http://schemas.microsoft.com/office/drawing/2014/main" id="{7BAEFAE2-A333-5257-3010-64BAA563E87E}"/>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063751" y="2636839"/>
                        <a:ext cx="5959475" cy="757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77193"/>
                                        </p:tgtEl>
                                        <p:attrNameLst>
                                          <p:attrName>style.visibility</p:attrName>
                                        </p:attrNameLst>
                                      </p:cBhvr>
                                      <p:to>
                                        <p:strVal val="visible"/>
                                      </p:to>
                                    </p:set>
                                    <p:animEffect transition="in" filter="wipe(left)">
                                      <p:cBhvr>
                                        <p:cTn id="7" dur="1000"/>
                                        <p:tgtEl>
                                          <p:spTgt spid="4771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77188"/>
                                        </p:tgtEl>
                                        <p:attrNameLst>
                                          <p:attrName>style.visibility</p:attrName>
                                        </p:attrNameLst>
                                      </p:cBhvr>
                                      <p:to>
                                        <p:strVal val="visible"/>
                                      </p:to>
                                    </p:set>
                                    <p:animEffect transition="in" filter="wipe(left)">
                                      <p:cBhvr>
                                        <p:cTn id="12" dur="1000"/>
                                        <p:tgtEl>
                                          <p:spTgt spid="4771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77189"/>
                                        </p:tgtEl>
                                        <p:attrNameLst>
                                          <p:attrName>style.visibility</p:attrName>
                                        </p:attrNameLst>
                                      </p:cBhvr>
                                      <p:to>
                                        <p:strVal val="visible"/>
                                      </p:to>
                                    </p:set>
                                    <p:animEffect transition="in" filter="wipe(left)">
                                      <p:cBhvr>
                                        <p:cTn id="17" dur="1000"/>
                                        <p:tgtEl>
                                          <p:spTgt spid="4771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77194"/>
                                        </p:tgtEl>
                                        <p:attrNameLst>
                                          <p:attrName>style.visibility</p:attrName>
                                        </p:attrNameLst>
                                      </p:cBhvr>
                                      <p:to>
                                        <p:strVal val="visible"/>
                                      </p:to>
                                    </p:set>
                                    <p:animEffect transition="in" filter="wipe(left)">
                                      <p:cBhvr>
                                        <p:cTn id="22" dur="1000"/>
                                        <p:tgtEl>
                                          <p:spTgt spid="4771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77190"/>
                                        </p:tgtEl>
                                        <p:attrNameLst>
                                          <p:attrName>style.visibility</p:attrName>
                                        </p:attrNameLst>
                                      </p:cBhvr>
                                      <p:to>
                                        <p:strVal val="visible"/>
                                      </p:to>
                                    </p:set>
                                    <p:animEffect transition="in" filter="wipe(left)">
                                      <p:cBhvr>
                                        <p:cTn id="27" dur="1000"/>
                                        <p:tgtEl>
                                          <p:spTgt spid="47719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77191"/>
                                        </p:tgtEl>
                                        <p:attrNameLst>
                                          <p:attrName>style.visibility</p:attrName>
                                        </p:attrNameLst>
                                      </p:cBhvr>
                                      <p:to>
                                        <p:strVal val="visible"/>
                                      </p:to>
                                    </p:set>
                                    <p:animEffect transition="in" filter="wipe(left)">
                                      <p:cBhvr>
                                        <p:cTn id="32" dur="1000"/>
                                        <p:tgtEl>
                                          <p:spTgt spid="47719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77192"/>
                                        </p:tgtEl>
                                        <p:attrNameLst>
                                          <p:attrName>style.visibility</p:attrName>
                                        </p:attrNameLst>
                                      </p:cBhvr>
                                      <p:to>
                                        <p:strVal val="visible"/>
                                      </p:to>
                                    </p:set>
                                    <p:animEffect transition="in" filter="wipe(left)">
                                      <p:cBhvr>
                                        <p:cTn id="37" dur="1000"/>
                                        <p:tgtEl>
                                          <p:spTgt spid="47719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477187"/>
                                        </p:tgtEl>
                                        <p:attrNameLst>
                                          <p:attrName>style.visibility</p:attrName>
                                        </p:attrNameLst>
                                      </p:cBhvr>
                                      <p:to>
                                        <p:strVal val="visible"/>
                                      </p:to>
                                    </p:set>
                                    <p:animEffect transition="in" filter="wipe(up)">
                                      <p:cBhvr>
                                        <p:cTn id="42" dur="500"/>
                                        <p:tgtEl>
                                          <p:spTgt spid="47718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477198"/>
                                        </p:tgtEl>
                                        <p:attrNameLst>
                                          <p:attrName>style.visibility</p:attrName>
                                        </p:attrNameLst>
                                      </p:cBhvr>
                                      <p:to>
                                        <p:strVal val="visible"/>
                                      </p:to>
                                    </p:set>
                                    <p:animEffect transition="in" filter="wipe(up)">
                                      <p:cBhvr>
                                        <p:cTn id="47" dur="500"/>
                                        <p:tgtEl>
                                          <p:spTgt spid="47719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477186"/>
                                        </p:tgtEl>
                                        <p:attrNameLst>
                                          <p:attrName>style.visibility</p:attrName>
                                        </p:attrNameLst>
                                      </p:cBhvr>
                                      <p:to>
                                        <p:strVal val="visible"/>
                                      </p:to>
                                    </p:set>
                                    <p:animEffect transition="in" filter="wipe(left)">
                                      <p:cBhvr>
                                        <p:cTn id="52" dur="1000"/>
                                        <p:tgtEl>
                                          <p:spTgt spid="47718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477195"/>
                                        </p:tgtEl>
                                        <p:attrNameLst>
                                          <p:attrName>style.visibility</p:attrName>
                                        </p:attrNameLst>
                                      </p:cBhvr>
                                      <p:to>
                                        <p:strVal val="visible"/>
                                      </p:to>
                                    </p:set>
                                    <p:animEffect transition="in" filter="wipe(left)">
                                      <p:cBhvr>
                                        <p:cTn id="57" dur="1000"/>
                                        <p:tgtEl>
                                          <p:spTgt spid="47719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477196"/>
                                        </p:tgtEl>
                                        <p:attrNameLst>
                                          <p:attrName>style.visibility</p:attrName>
                                        </p:attrNameLst>
                                      </p:cBhvr>
                                      <p:to>
                                        <p:strVal val="visible"/>
                                      </p:to>
                                    </p:set>
                                    <p:animEffect transition="in" filter="wipe(left)">
                                      <p:cBhvr>
                                        <p:cTn id="62" dur="1000"/>
                                        <p:tgtEl>
                                          <p:spTgt spid="47719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477197"/>
                                        </p:tgtEl>
                                        <p:attrNameLst>
                                          <p:attrName>style.visibility</p:attrName>
                                        </p:attrNameLst>
                                      </p:cBhvr>
                                      <p:to>
                                        <p:strVal val="visible"/>
                                      </p:to>
                                    </p:set>
                                    <p:animEffect transition="in" filter="wipe(left)">
                                      <p:cBhvr>
                                        <p:cTn id="67" dur="1000"/>
                                        <p:tgtEl>
                                          <p:spTgt spid="477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9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8210" name="Object 2">
            <a:extLst>
              <a:ext uri="{FF2B5EF4-FFF2-40B4-BE49-F238E27FC236}">
                <a16:creationId xmlns:a16="http://schemas.microsoft.com/office/drawing/2014/main" id="{31EEEAF6-DC96-7261-3A96-62273D3BA8C5}"/>
              </a:ext>
            </a:extLst>
          </p:cNvPr>
          <p:cNvGraphicFramePr>
            <a:graphicFrameLocks noChangeAspect="1"/>
          </p:cNvGraphicFramePr>
          <p:nvPr/>
        </p:nvGraphicFramePr>
        <p:xfrm>
          <a:off x="2063751" y="207964"/>
          <a:ext cx="4824413" cy="1546225"/>
        </p:xfrm>
        <a:graphic>
          <a:graphicData uri="http://schemas.openxmlformats.org/presentationml/2006/ole">
            <mc:AlternateContent xmlns:mc="http://schemas.openxmlformats.org/markup-compatibility/2006">
              <mc:Choice xmlns:v="urn:schemas-microsoft-com:vml" Requires="v">
                <p:oleObj name="公式" r:id="rId2" imgW="56172100" imgH="16383000" progId="Equation.3">
                  <p:embed/>
                </p:oleObj>
              </mc:Choice>
              <mc:Fallback>
                <p:oleObj name="公式" r:id="rId2" imgW="56172100" imgH="16383000" progId="Equation.3">
                  <p:embed/>
                  <p:pic>
                    <p:nvPicPr>
                      <p:cNvPr id="478210" name="Object 2">
                        <a:extLst>
                          <a:ext uri="{FF2B5EF4-FFF2-40B4-BE49-F238E27FC236}">
                            <a16:creationId xmlns:a16="http://schemas.microsoft.com/office/drawing/2014/main" id="{31EEEAF6-DC96-7261-3A96-62273D3BA8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1" y="207964"/>
                        <a:ext cx="4824413" cy="154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8211" name="Object 3">
            <a:extLst>
              <a:ext uri="{FF2B5EF4-FFF2-40B4-BE49-F238E27FC236}">
                <a16:creationId xmlns:a16="http://schemas.microsoft.com/office/drawing/2014/main" id="{DB0FC280-EDB9-1A3A-2B60-7AB4F9739F12}"/>
              </a:ext>
            </a:extLst>
          </p:cNvPr>
          <p:cNvGraphicFramePr>
            <a:graphicFrameLocks noChangeAspect="1"/>
          </p:cNvGraphicFramePr>
          <p:nvPr/>
        </p:nvGraphicFramePr>
        <p:xfrm>
          <a:off x="2279650" y="2060575"/>
          <a:ext cx="4032250" cy="990600"/>
        </p:xfrm>
        <a:graphic>
          <a:graphicData uri="http://schemas.openxmlformats.org/presentationml/2006/ole">
            <mc:AlternateContent xmlns:mc="http://schemas.openxmlformats.org/markup-compatibility/2006">
              <mc:Choice xmlns:v="urn:schemas-microsoft-com:vml" Requires="v">
                <p:oleObj name="公式" r:id="rId4" imgW="41833800" imgH="9359900" progId="Equation.3">
                  <p:embed/>
                </p:oleObj>
              </mc:Choice>
              <mc:Fallback>
                <p:oleObj name="公式" r:id="rId4" imgW="41833800" imgH="9359900" progId="Equation.3">
                  <p:embed/>
                  <p:pic>
                    <p:nvPicPr>
                      <p:cNvPr id="478211" name="Object 3">
                        <a:extLst>
                          <a:ext uri="{FF2B5EF4-FFF2-40B4-BE49-F238E27FC236}">
                            <a16:creationId xmlns:a16="http://schemas.microsoft.com/office/drawing/2014/main" id="{DB0FC280-EDB9-1A3A-2B60-7AB4F9739F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9650" y="2060575"/>
                        <a:ext cx="403225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8212" name="Object 4">
            <a:extLst>
              <a:ext uri="{FF2B5EF4-FFF2-40B4-BE49-F238E27FC236}">
                <a16:creationId xmlns:a16="http://schemas.microsoft.com/office/drawing/2014/main" id="{3A111FBE-1E13-F527-3383-084A9BDD4D49}"/>
              </a:ext>
            </a:extLst>
          </p:cNvPr>
          <p:cNvGraphicFramePr>
            <a:graphicFrameLocks noChangeAspect="1"/>
          </p:cNvGraphicFramePr>
          <p:nvPr/>
        </p:nvGraphicFramePr>
        <p:xfrm>
          <a:off x="6672264" y="2349501"/>
          <a:ext cx="1252537" cy="379413"/>
        </p:xfrm>
        <a:graphic>
          <a:graphicData uri="http://schemas.openxmlformats.org/presentationml/2006/ole">
            <mc:AlternateContent xmlns:mc="http://schemas.openxmlformats.org/markup-compatibility/2006">
              <mc:Choice xmlns:v="urn:schemas-microsoft-com:vml" Requires="v">
                <p:oleObj name="公式" r:id="rId6" imgW="13462000" imgH="4102100" progId="Equation.3">
                  <p:embed/>
                </p:oleObj>
              </mc:Choice>
              <mc:Fallback>
                <p:oleObj name="公式" r:id="rId6" imgW="13462000" imgH="4102100" progId="Equation.3">
                  <p:embed/>
                  <p:pic>
                    <p:nvPicPr>
                      <p:cNvPr id="478212" name="Object 4">
                        <a:extLst>
                          <a:ext uri="{FF2B5EF4-FFF2-40B4-BE49-F238E27FC236}">
                            <a16:creationId xmlns:a16="http://schemas.microsoft.com/office/drawing/2014/main" id="{3A111FBE-1E13-F527-3383-084A9BDD4D4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72264" y="2349501"/>
                        <a:ext cx="1252537" cy="37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8213" name="Object 5">
            <a:extLst>
              <a:ext uri="{FF2B5EF4-FFF2-40B4-BE49-F238E27FC236}">
                <a16:creationId xmlns:a16="http://schemas.microsoft.com/office/drawing/2014/main" id="{EA7BB930-26FE-505D-4BBB-328924989F70}"/>
              </a:ext>
            </a:extLst>
          </p:cNvPr>
          <p:cNvGraphicFramePr>
            <a:graphicFrameLocks noChangeAspect="1"/>
          </p:cNvGraphicFramePr>
          <p:nvPr/>
        </p:nvGraphicFramePr>
        <p:xfrm>
          <a:off x="3143250" y="3500438"/>
          <a:ext cx="839788" cy="366712"/>
        </p:xfrm>
        <a:graphic>
          <a:graphicData uri="http://schemas.openxmlformats.org/presentationml/2006/ole">
            <mc:AlternateContent xmlns:mc="http://schemas.openxmlformats.org/markup-compatibility/2006">
              <mc:Choice xmlns:v="urn:schemas-microsoft-com:vml" Requires="v">
                <p:oleObj name="公式" r:id="rId8" imgW="9359900" imgH="4102100" progId="Equation.3">
                  <p:embed/>
                </p:oleObj>
              </mc:Choice>
              <mc:Fallback>
                <p:oleObj name="公式" r:id="rId8" imgW="9359900" imgH="4102100" progId="Equation.3">
                  <p:embed/>
                  <p:pic>
                    <p:nvPicPr>
                      <p:cNvPr id="478213" name="Object 5">
                        <a:extLst>
                          <a:ext uri="{FF2B5EF4-FFF2-40B4-BE49-F238E27FC236}">
                            <a16:creationId xmlns:a16="http://schemas.microsoft.com/office/drawing/2014/main" id="{EA7BB930-26FE-505D-4BBB-328924989F7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43250" y="3500438"/>
                        <a:ext cx="839788"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8214" name="Rectangle 6">
            <a:extLst>
              <a:ext uri="{FF2B5EF4-FFF2-40B4-BE49-F238E27FC236}">
                <a16:creationId xmlns:a16="http://schemas.microsoft.com/office/drawing/2014/main" id="{78828ED6-C271-EB89-7320-1CB3AFEC59A8}"/>
              </a:ext>
            </a:extLst>
          </p:cNvPr>
          <p:cNvSpPr>
            <a:spLocks noChangeArrowheads="1"/>
          </p:cNvSpPr>
          <p:nvPr/>
        </p:nvSpPr>
        <p:spPr bwMode="auto">
          <a:xfrm>
            <a:off x="4367213" y="3429001"/>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所以接受</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78215" name="Rectangle 7">
            <a:extLst>
              <a:ext uri="{FF2B5EF4-FFF2-40B4-BE49-F238E27FC236}">
                <a16:creationId xmlns:a16="http://schemas.microsoft.com/office/drawing/2014/main" id="{95D4030D-AFD7-B4CF-B32A-F1C0BFCFC424}"/>
              </a:ext>
            </a:extLst>
          </p:cNvPr>
          <p:cNvSpPr>
            <a:spLocks noChangeArrowheads="1"/>
          </p:cNvSpPr>
          <p:nvPr/>
        </p:nvSpPr>
        <p:spPr bwMode="auto">
          <a:xfrm>
            <a:off x="1847851" y="3429001"/>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478216" name="Rectangle 8">
            <a:extLst>
              <a:ext uri="{FF2B5EF4-FFF2-40B4-BE49-F238E27FC236}">
                <a16:creationId xmlns:a16="http://schemas.microsoft.com/office/drawing/2014/main" id="{AB00F1BD-8B2B-9EBB-4FFD-4DD2305C6A8B}"/>
              </a:ext>
            </a:extLst>
          </p:cNvPr>
          <p:cNvSpPr>
            <a:spLocks noChangeArrowheads="1"/>
          </p:cNvSpPr>
          <p:nvPr/>
        </p:nvSpPr>
        <p:spPr bwMode="auto">
          <a:xfrm>
            <a:off x="2640013" y="4508501"/>
            <a:ext cx="65516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楷体_GB2312" pitchFamily="49" charset="-122"/>
                <a:ea typeface="楷体_GB2312" pitchFamily="49" charset="-122"/>
              </a:rPr>
              <a:t>认为这两批学生的平均身高是相等的</a:t>
            </a:r>
            <a:r>
              <a:rPr kumimoji="1" lang="en-US" altLang="zh-CN" sz="2800" b="1">
                <a:solidFill>
                  <a:srgbClr val="007A77"/>
                </a:solidFill>
                <a:latin typeface="楷体_GB2312" pitchFamily="49" charset="-122"/>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78210"/>
                                        </p:tgtEl>
                                        <p:attrNameLst>
                                          <p:attrName>style.visibility</p:attrName>
                                        </p:attrNameLst>
                                      </p:cBhvr>
                                      <p:to>
                                        <p:strVal val="visible"/>
                                      </p:to>
                                    </p:set>
                                    <p:animEffect transition="in" filter="wipe(left)">
                                      <p:cBhvr>
                                        <p:cTn id="7" dur="1000"/>
                                        <p:tgtEl>
                                          <p:spTgt spid="4782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78211"/>
                                        </p:tgtEl>
                                        <p:attrNameLst>
                                          <p:attrName>style.visibility</p:attrName>
                                        </p:attrNameLst>
                                      </p:cBhvr>
                                      <p:to>
                                        <p:strVal val="visible"/>
                                      </p:to>
                                    </p:set>
                                    <p:animEffect transition="in" filter="wipe(left)">
                                      <p:cBhvr>
                                        <p:cTn id="12" dur="1000"/>
                                        <p:tgtEl>
                                          <p:spTgt spid="4782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78212"/>
                                        </p:tgtEl>
                                        <p:attrNameLst>
                                          <p:attrName>style.visibility</p:attrName>
                                        </p:attrNameLst>
                                      </p:cBhvr>
                                      <p:to>
                                        <p:strVal val="visible"/>
                                      </p:to>
                                    </p:set>
                                    <p:animEffect transition="in" filter="wipe(left)">
                                      <p:cBhvr>
                                        <p:cTn id="17" dur="1000"/>
                                        <p:tgtEl>
                                          <p:spTgt spid="4782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78215"/>
                                        </p:tgtEl>
                                        <p:attrNameLst>
                                          <p:attrName>style.visibility</p:attrName>
                                        </p:attrNameLst>
                                      </p:cBhvr>
                                      <p:to>
                                        <p:strVal val="visible"/>
                                      </p:to>
                                    </p:set>
                                    <p:animEffect transition="in" filter="wipe(left)">
                                      <p:cBhvr>
                                        <p:cTn id="22" dur="1000"/>
                                        <p:tgtEl>
                                          <p:spTgt spid="478215"/>
                                        </p:tgtEl>
                                      </p:cBhvr>
                                    </p:animEffect>
                                  </p:childTnLst>
                                </p:cTn>
                              </p:par>
                            </p:childTnLst>
                          </p:cTn>
                        </p:par>
                        <p:par>
                          <p:cTn id="23" fill="hold" nodeType="afterGroup">
                            <p:stCondLst>
                              <p:cond delay="1000"/>
                            </p:stCondLst>
                            <p:childTnLst>
                              <p:par>
                                <p:cTn id="24" presetID="22" presetClass="entr" presetSubtype="8" fill="hold" nodeType="afterEffect">
                                  <p:stCondLst>
                                    <p:cond delay="0"/>
                                  </p:stCondLst>
                                  <p:childTnLst>
                                    <p:set>
                                      <p:cBhvr>
                                        <p:cTn id="25" dur="1" fill="hold">
                                          <p:stCondLst>
                                            <p:cond delay="0"/>
                                          </p:stCondLst>
                                        </p:cTn>
                                        <p:tgtEl>
                                          <p:spTgt spid="478213"/>
                                        </p:tgtEl>
                                        <p:attrNameLst>
                                          <p:attrName>style.visibility</p:attrName>
                                        </p:attrNameLst>
                                      </p:cBhvr>
                                      <p:to>
                                        <p:strVal val="visible"/>
                                      </p:to>
                                    </p:set>
                                    <p:animEffect transition="in" filter="wipe(left)">
                                      <p:cBhvr>
                                        <p:cTn id="26" dur="1000"/>
                                        <p:tgtEl>
                                          <p:spTgt spid="478213"/>
                                        </p:tgtEl>
                                      </p:cBhvr>
                                    </p:animEffect>
                                  </p:childTnLst>
                                </p:cTn>
                              </p:par>
                            </p:childTnLst>
                          </p:cTn>
                        </p:par>
                        <p:par>
                          <p:cTn id="27" fill="hold" nodeType="afterGroup">
                            <p:stCondLst>
                              <p:cond delay="2000"/>
                            </p:stCondLst>
                            <p:childTnLst>
                              <p:par>
                                <p:cTn id="28" presetID="22" presetClass="entr" presetSubtype="8" fill="hold" nodeType="afterEffect">
                                  <p:stCondLst>
                                    <p:cond delay="0"/>
                                  </p:stCondLst>
                                  <p:childTnLst>
                                    <p:set>
                                      <p:cBhvr>
                                        <p:cTn id="29" dur="1" fill="hold">
                                          <p:stCondLst>
                                            <p:cond delay="0"/>
                                          </p:stCondLst>
                                        </p:cTn>
                                        <p:tgtEl>
                                          <p:spTgt spid="478214"/>
                                        </p:tgtEl>
                                        <p:attrNameLst>
                                          <p:attrName>style.visibility</p:attrName>
                                        </p:attrNameLst>
                                      </p:cBhvr>
                                      <p:to>
                                        <p:strVal val="visible"/>
                                      </p:to>
                                    </p:set>
                                    <p:animEffect transition="in" filter="wipe(left)">
                                      <p:cBhvr>
                                        <p:cTn id="30" dur="1000"/>
                                        <p:tgtEl>
                                          <p:spTgt spid="47821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478216"/>
                                        </p:tgtEl>
                                        <p:attrNameLst>
                                          <p:attrName>style.visibility</p:attrName>
                                        </p:attrNameLst>
                                      </p:cBhvr>
                                      <p:to>
                                        <p:strVal val="visible"/>
                                      </p:to>
                                    </p:set>
                                    <p:animEffect transition="in" filter="wipe(left)">
                                      <p:cBhvr>
                                        <p:cTn id="35" dur="1000"/>
                                        <p:tgtEl>
                                          <p:spTgt spid="478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4" grpId="0"/>
      <p:bldP spid="478215" grpId="0"/>
      <p:bldP spid="47821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a:extLst>
              <a:ext uri="{FF2B5EF4-FFF2-40B4-BE49-F238E27FC236}">
                <a16:creationId xmlns:a16="http://schemas.microsoft.com/office/drawing/2014/main" id="{C377C9E5-E650-65A2-6C9B-C26443F46EEA}"/>
              </a:ext>
            </a:extLst>
          </p:cNvPr>
          <p:cNvSpPr>
            <a:spLocks noChangeArrowheads="1"/>
          </p:cNvSpPr>
          <p:nvPr/>
        </p:nvSpPr>
        <p:spPr bwMode="auto">
          <a:xfrm>
            <a:off x="2063751" y="765176"/>
            <a:ext cx="8208963" cy="467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zh-CN"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7.</a:t>
            </a:r>
            <a:r>
              <a:rPr kumimoji="1" lang="zh-CN" altLang="en-US" sz="2800" b="1">
                <a:solidFill>
                  <a:srgbClr val="007A77"/>
                </a:solidFill>
                <a:latin typeface="Times New Roman" panose="02020603050405020304" pitchFamily="18" charset="0"/>
                <a:ea typeface="楷体_GB2312" pitchFamily="49" charset="-122"/>
              </a:rPr>
              <a:t>某校从经常参加体育锻炼的男生中随机地选出</a:t>
            </a:r>
            <a:r>
              <a:rPr kumimoji="1" lang="en-US" altLang="zh-CN" sz="2800" b="1">
                <a:solidFill>
                  <a:srgbClr val="007A77"/>
                </a:solidFill>
                <a:latin typeface="Times New Roman" panose="02020603050405020304" pitchFamily="18" charset="0"/>
                <a:ea typeface="楷体_GB2312" pitchFamily="49" charset="-122"/>
              </a:rPr>
              <a:t>50</a:t>
            </a:r>
            <a:r>
              <a:rPr kumimoji="1" lang="zh-CN" altLang="en-US" sz="2800" b="1">
                <a:solidFill>
                  <a:srgbClr val="007A77"/>
                </a:solidFill>
                <a:latin typeface="Times New Roman" panose="02020603050405020304" pitchFamily="18" charset="0"/>
                <a:ea typeface="楷体_GB2312" pitchFamily="49" charset="-122"/>
              </a:rPr>
              <a:t>名，测得平均身高</a:t>
            </a:r>
            <a:r>
              <a:rPr kumimoji="1" lang="en-US" altLang="zh-CN" sz="2800" b="1">
                <a:solidFill>
                  <a:srgbClr val="007A77"/>
                </a:solidFill>
                <a:latin typeface="Times New Roman" panose="02020603050405020304" pitchFamily="18" charset="0"/>
                <a:ea typeface="楷体_GB2312" pitchFamily="49" charset="-122"/>
              </a:rPr>
              <a:t>174.34cm</a:t>
            </a:r>
            <a:r>
              <a:rPr kumimoji="1" lang="zh-CN" altLang="en-US" sz="2800" b="1">
                <a:solidFill>
                  <a:srgbClr val="007A77"/>
                </a:solidFill>
                <a:latin typeface="Times New Roman" panose="02020603050405020304" pitchFamily="18" charset="0"/>
                <a:ea typeface="楷体_GB2312" pitchFamily="49" charset="-122"/>
              </a:rPr>
              <a:t>，从不经常参加体育锻炼的男生中随机地选出</a:t>
            </a:r>
            <a:r>
              <a:rPr kumimoji="1" lang="en-US" altLang="zh-CN" sz="2800" b="1">
                <a:solidFill>
                  <a:srgbClr val="007A77"/>
                </a:solidFill>
                <a:latin typeface="Times New Roman" panose="02020603050405020304" pitchFamily="18" charset="0"/>
                <a:ea typeface="楷体_GB2312" pitchFamily="49" charset="-122"/>
              </a:rPr>
              <a:t>50</a:t>
            </a:r>
            <a:r>
              <a:rPr kumimoji="1" lang="zh-CN" altLang="en-US" sz="2800" b="1">
                <a:solidFill>
                  <a:srgbClr val="007A77"/>
                </a:solidFill>
                <a:latin typeface="Times New Roman" panose="02020603050405020304" pitchFamily="18" charset="0"/>
                <a:ea typeface="楷体_GB2312" pitchFamily="49" charset="-122"/>
              </a:rPr>
              <a:t>名，测得平均身高</a:t>
            </a:r>
            <a:r>
              <a:rPr kumimoji="1" lang="en-US" altLang="zh-CN" sz="2800" b="1">
                <a:solidFill>
                  <a:srgbClr val="007A77"/>
                </a:solidFill>
                <a:latin typeface="Times New Roman" panose="02020603050405020304" pitchFamily="18" charset="0"/>
                <a:ea typeface="楷体_GB2312" pitchFamily="49" charset="-122"/>
              </a:rPr>
              <a:t>172.42cm</a:t>
            </a:r>
            <a:r>
              <a:rPr kumimoji="1" lang="zh-CN" altLang="en-US" sz="2800" b="1">
                <a:solidFill>
                  <a:srgbClr val="007A77"/>
                </a:solidFill>
                <a:latin typeface="Times New Roman" panose="02020603050405020304" pitchFamily="18" charset="0"/>
                <a:ea typeface="楷体_GB2312" pitchFamily="49" charset="-122"/>
              </a:rPr>
              <a:t>，统计资料表明两种男生的身高都服从正态分布，其标准差分别为</a:t>
            </a:r>
            <a:r>
              <a:rPr kumimoji="1" lang="en-US" altLang="zh-CN" sz="2800" b="1">
                <a:solidFill>
                  <a:srgbClr val="007A77"/>
                </a:solidFill>
                <a:latin typeface="Times New Roman" panose="02020603050405020304" pitchFamily="18" charset="0"/>
                <a:ea typeface="楷体_GB2312" pitchFamily="49" charset="-122"/>
              </a:rPr>
              <a:t>5.35cm</a:t>
            </a:r>
            <a:r>
              <a:rPr kumimoji="1" lang="zh-CN" altLang="en-US" sz="2800" b="1">
                <a:solidFill>
                  <a:srgbClr val="007A77"/>
                </a:solidFill>
                <a:latin typeface="Times New Roman" panose="02020603050405020304" pitchFamily="18" charset="0"/>
                <a:ea typeface="楷体_GB2312" pitchFamily="49" charset="-122"/>
              </a:rPr>
              <a:t>和</a:t>
            </a:r>
            <a:r>
              <a:rPr kumimoji="1" lang="en-US" altLang="zh-CN" sz="2800" b="1">
                <a:solidFill>
                  <a:srgbClr val="007A77"/>
                </a:solidFill>
                <a:latin typeface="Times New Roman" panose="02020603050405020304" pitchFamily="18" charset="0"/>
                <a:ea typeface="楷体_GB2312" pitchFamily="49" charset="-122"/>
              </a:rPr>
              <a:t>6.11cm</a:t>
            </a:r>
            <a:r>
              <a:rPr kumimoji="1" lang="zh-CN" altLang="en-US" sz="2800" b="1">
                <a:solidFill>
                  <a:srgbClr val="007A77"/>
                </a:solidFill>
                <a:latin typeface="Times New Roman" panose="02020603050405020304" pitchFamily="18" charset="0"/>
                <a:ea typeface="楷体_GB2312" pitchFamily="49" charset="-122"/>
              </a:rPr>
              <a:t>，问该校经常参加体育锻炼的男生是否比不经常参加体育锻炼的男生平均身高要高些？ （</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=0.05</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479234"/>
                                        </p:tgtEl>
                                        <p:attrNameLst>
                                          <p:attrName>style.visibility</p:attrName>
                                        </p:attrNameLst>
                                      </p:cBhvr>
                                      <p:to>
                                        <p:strVal val="visible"/>
                                      </p:to>
                                    </p:set>
                                    <p:anim calcmode="lin" valueType="num">
                                      <p:cBhvr>
                                        <p:cTn id="7" dur="1000" fill="hold"/>
                                        <p:tgtEl>
                                          <p:spTgt spid="479234"/>
                                        </p:tgtEl>
                                        <p:attrNameLst>
                                          <p:attrName>ppt_w</p:attrName>
                                        </p:attrNameLst>
                                      </p:cBhvr>
                                      <p:tavLst>
                                        <p:tav tm="0">
                                          <p:val>
                                            <p:strVal val="2/3*#ppt_w"/>
                                          </p:val>
                                        </p:tav>
                                        <p:tav tm="100000">
                                          <p:val>
                                            <p:strVal val="#ppt_w"/>
                                          </p:val>
                                        </p:tav>
                                      </p:tavLst>
                                    </p:anim>
                                    <p:anim calcmode="lin" valueType="num">
                                      <p:cBhvr>
                                        <p:cTn id="8" dur="1000" fill="hold"/>
                                        <p:tgtEl>
                                          <p:spTgt spid="479234"/>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3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a:extLst>
              <a:ext uri="{FF2B5EF4-FFF2-40B4-BE49-F238E27FC236}">
                <a16:creationId xmlns:a16="http://schemas.microsoft.com/office/drawing/2014/main" id="{260AE337-13B5-A02D-F866-41D35CF427D1}"/>
              </a:ext>
            </a:extLst>
          </p:cNvPr>
          <p:cNvSpPr>
            <a:spLocks noChangeArrowheads="1"/>
          </p:cNvSpPr>
          <p:nvPr/>
        </p:nvSpPr>
        <p:spPr bwMode="auto">
          <a:xfrm>
            <a:off x="1847851" y="333375"/>
            <a:ext cx="18002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r>
              <a:rPr kumimoji="1" lang="en-US" altLang="zh-CN" sz="3200" b="1">
                <a:solidFill>
                  <a:srgbClr val="0000FF"/>
                </a:solidFill>
                <a:latin typeface="Times New Roman" panose="02020603050405020304" pitchFamily="18" charset="0"/>
                <a:ea typeface="楷体_GB2312" pitchFamily="49" charset="-122"/>
              </a:rPr>
              <a:t>:</a:t>
            </a:r>
          </a:p>
        </p:txBody>
      </p:sp>
      <p:grpSp>
        <p:nvGrpSpPr>
          <p:cNvPr id="480259" name="Group 3">
            <a:extLst>
              <a:ext uri="{FF2B5EF4-FFF2-40B4-BE49-F238E27FC236}">
                <a16:creationId xmlns:a16="http://schemas.microsoft.com/office/drawing/2014/main" id="{8D798EB3-AFA4-579D-C497-B6CA83D1AFC5}"/>
              </a:ext>
            </a:extLst>
          </p:cNvPr>
          <p:cNvGrpSpPr>
            <a:grpSpLocks/>
          </p:cNvGrpSpPr>
          <p:nvPr/>
        </p:nvGrpSpPr>
        <p:grpSpPr bwMode="auto">
          <a:xfrm>
            <a:off x="2208213" y="1125538"/>
            <a:ext cx="3409950" cy="538162"/>
            <a:chOff x="612" y="2387"/>
            <a:chExt cx="2148" cy="339"/>
          </a:xfrm>
        </p:grpSpPr>
        <p:graphicFrame>
          <p:nvGraphicFramePr>
            <p:cNvPr id="480260" name="Object 4">
              <a:extLst>
                <a:ext uri="{FF2B5EF4-FFF2-40B4-BE49-F238E27FC236}">
                  <a16:creationId xmlns:a16="http://schemas.microsoft.com/office/drawing/2014/main" id="{CF20D07C-E0AD-DDA3-6FEB-FED39DFDEF76}"/>
                </a:ext>
              </a:extLst>
            </p:cNvPr>
            <p:cNvGraphicFramePr>
              <a:graphicFrameLocks noChangeAspect="1"/>
            </p:cNvGraphicFramePr>
            <p:nvPr/>
          </p:nvGraphicFramePr>
          <p:xfrm>
            <a:off x="1383" y="2387"/>
            <a:ext cx="1377" cy="339"/>
          </p:xfrm>
          <a:graphic>
            <a:graphicData uri="http://schemas.openxmlformats.org/presentationml/2006/ole">
              <mc:AlternateContent xmlns:mc="http://schemas.openxmlformats.org/markup-compatibility/2006">
                <mc:Choice xmlns:v="urn:schemas-microsoft-com:vml" Requires="v">
                  <p:oleObj name="公式" r:id="rId2" imgW="21361400" imgH="5270500" progId="Equation.3">
                    <p:embed/>
                  </p:oleObj>
                </mc:Choice>
                <mc:Fallback>
                  <p:oleObj name="公式" r:id="rId2" imgW="21361400" imgH="5270500" progId="Equation.3">
                    <p:embed/>
                    <p:pic>
                      <p:nvPicPr>
                        <p:cNvPr id="480260" name="Object 4">
                          <a:extLst>
                            <a:ext uri="{FF2B5EF4-FFF2-40B4-BE49-F238E27FC236}">
                              <a16:creationId xmlns:a16="http://schemas.microsoft.com/office/drawing/2014/main" id="{CF20D07C-E0AD-DDA3-6FEB-FED39DFDEF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 y="2387"/>
                          <a:ext cx="1377"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0261" name="Text Box 5">
              <a:extLst>
                <a:ext uri="{FF2B5EF4-FFF2-40B4-BE49-F238E27FC236}">
                  <a16:creationId xmlns:a16="http://schemas.microsoft.com/office/drawing/2014/main" id="{656BA009-849E-4FEA-CCF5-F1761AE813C9}"/>
                </a:ext>
              </a:extLst>
            </p:cNvPr>
            <p:cNvSpPr txBox="1">
              <a:spLocks noChangeArrowheads="1"/>
            </p:cNvSpPr>
            <p:nvPr/>
          </p:nvSpPr>
          <p:spPr bwMode="auto">
            <a:xfrm>
              <a:off x="612" y="2387"/>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sp>
        <p:nvSpPr>
          <p:cNvPr id="480262" name="Rectangle 6">
            <a:extLst>
              <a:ext uri="{FF2B5EF4-FFF2-40B4-BE49-F238E27FC236}">
                <a16:creationId xmlns:a16="http://schemas.microsoft.com/office/drawing/2014/main" id="{832C55B5-8D71-B708-6496-2F521772DF5F}"/>
              </a:ext>
            </a:extLst>
          </p:cNvPr>
          <p:cNvSpPr>
            <a:spLocks noChangeArrowheads="1"/>
          </p:cNvSpPr>
          <p:nvPr/>
        </p:nvSpPr>
        <p:spPr bwMode="auto">
          <a:xfrm>
            <a:off x="1992314" y="3357563"/>
            <a:ext cx="30241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80263" name="Text Box 7">
            <a:extLst>
              <a:ext uri="{FF2B5EF4-FFF2-40B4-BE49-F238E27FC236}">
                <a16:creationId xmlns:a16="http://schemas.microsoft.com/office/drawing/2014/main" id="{C340AB0D-8DD1-D46E-425B-78C1227C5CCF}"/>
              </a:ext>
            </a:extLst>
          </p:cNvPr>
          <p:cNvSpPr txBox="1">
            <a:spLocks noChangeArrowheads="1"/>
          </p:cNvSpPr>
          <p:nvPr/>
        </p:nvSpPr>
        <p:spPr bwMode="auto">
          <a:xfrm>
            <a:off x="2063750" y="4797426"/>
            <a:ext cx="1943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pSp>
        <p:nvGrpSpPr>
          <p:cNvPr id="480264" name="Group 8">
            <a:extLst>
              <a:ext uri="{FF2B5EF4-FFF2-40B4-BE49-F238E27FC236}">
                <a16:creationId xmlns:a16="http://schemas.microsoft.com/office/drawing/2014/main" id="{AF2EA212-C241-B157-828E-4E6A6583AB03}"/>
              </a:ext>
            </a:extLst>
          </p:cNvPr>
          <p:cNvGrpSpPr>
            <a:grpSpLocks/>
          </p:cNvGrpSpPr>
          <p:nvPr/>
        </p:nvGrpSpPr>
        <p:grpSpPr bwMode="auto">
          <a:xfrm>
            <a:off x="6096001" y="1125539"/>
            <a:ext cx="3825875" cy="523875"/>
            <a:chOff x="2835" y="2387"/>
            <a:chExt cx="2410" cy="330"/>
          </a:xfrm>
        </p:grpSpPr>
        <p:sp>
          <p:nvSpPr>
            <p:cNvPr id="480265" name="Text Box 9">
              <a:extLst>
                <a:ext uri="{FF2B5EF4-FFF2-40B4-BE49-F238E27FC236}">
                  <a16:creationId xmlns:a16="http://schemas.microsoft.com/office/drawing/2014/main" id="{2BF6882A-F955-800B-FA8B-5C6C1FC18234}"/>
                </a:ext>
              </a:extLst>
            </p:cNvPr>
            <p:cNvSpPr txBox="1">
              <a:spLocks noChangeArrowheads="1"/>
            </p:cNvSpPr>
            <p:nvPr/>
          </p:nvSpPr>
          <p:spPr bwMode="auto">
            <a:xfrm>
              <a:off x="2835" y="2387"/>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80266" name="Object 10">
              <a:extLst>
                <a:ext uri="{FF2B5EF4-FFF2-40B4-BE49-F238E27FC236}">
                  <a16:creationId xmlns:a16="http://schemas.microsoft.com/office/drawing/2014/main" id="{63D991C5-BE83-1E5F-370D-5D4502D29ED3}"/>
                </a:ext>
              </a:extLst>
            </p:cNvPr>
            <p:cNvGraphicFramePr>
              <a:graphicFrameLocks noChangeAspect="1"/>
            </p:cNvGraphicFramePr>
            <p:nvPr/>
          </p:nvGraphicFramePr>
          <p:xfrm>
            <a:off x="3887" y="2396"/>
            <a:ext cx="1358" cy="321"/>
          </p:xfrm>
          <a:graphic>
            <a:graphicData uri="http://schemas.openxmlformats.org/presentationml/2006/ole">
              <mc:AlternateContent xmlns:mc="http://schemas.openxmlformats.org/markup-compatibility/2006">
                <mc:Choice xmlns:v="urn:schemas-microsoft-com:vml" Requires="v">
                  <p:oleObj name="公式" r:id="rId4" imgW="21069300" imgH="4978400" progId="Equation.3">
                    <p:embed/>
                  </p:oleObj>
                </mc:Choice>
                <mc:Fallback>
                  <p:oleObj name="公式" r:id="rId4" imgW="21069300" imgH="4978400" progId="Equation.3">
                    <p:embed/>
                    <p:pic>
                      <p:nvPicPr>
                        <p:cNvPr id="480266" name="Object 10">
                          <a:extLst>
                            <a:ext uri="{FF2B5EF4-FFF2-40B4-BE49-F238E27FC236}">
                              <a16:creationId xmlns:a16="http://schemas.microsoft.com/office/drawing/2014/main" id="{63D991C5-BE83-1E5F-370D-5D4502D29E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7" y="2396"/>
                          <a:ext cx="1358"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80267" name="Object 11">
            <a:extLst>
              <a:ext uri="{FF2B5EF4-FFF2-40B4-BE49-F238E27FC236}">
                <a16:creationId xmlns:a16="http://schemas.microsoft.com/office/drawing/2014/main" id="{5791A41C-428E-F985-3824-C5E02B338073}"/>
              </a:ext>
            </a:extLst>
          </p:cNvPr>
          <p:cNvGraphicFramePr>
            <a:graphicFrameLocks noChangeAspect="1"/>
          </p:cNvGraphicFramePr>
          <p:nvPr/>
        </p:nvGraphicFramePr>
        <p:xfrm>
          <a:off x="2782888" y="352425"/>
          <a:ext cx="1873250" cy="476250"/>
        </p:xfrm>
        <a:graphic>
          <a:graphicData uri="http://schemas.openxmlformats.org/presentationml/2006/ole">
            <mc:AlternateContent xmlns:mc="http://schemas.openxmlformats.org/markup-compatibility/2006">
              <mc:Choice xmlns:v="urn:schemas-microsoft-com:vml" Requires="v">
                <p:oleObj name="公式" r:id="rId6" imgW="18719800" imgH="4686300" progId="Equation.3">
                  <p:embed/>
                </p:oleObj>
              </mc:Choice>
              <mc:Fallback>
                <p:oleObj name="公式" r:id="rId6" imgW="18719800" imgH="4686300" progId="Equation.3">
                  <p:embed/>
                  <p:pic>
                    <p:nvPicPr>
                      <p:cNvPr id="480267" name="Object 11">
                        <a:extLst>
                          <a:ext uri="{FF2B5EF4-FFF2-40B4-BE49-F238E27FC236}">
                            <a16:creationId xmlns:a16="http://schemas.microsoft.com/office/drawing/2014/main" id="{5791A41C-428E-F985-3824-C5E02B33807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82888" y="352425"/>
                        <a:ext cx="187325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0268" name="Object 12">
            <a:extLst>
              <a:ext uri="{FF2B5EF4-FFF2-40B4-BE49-F238E27FC236}">
                <a16:creationId xmlns:a16="http://schemas.microsoft.com/office/drawing/2014/main" id="{90736C7C-0720-0FB4-310A-B873831FF770}"/>
              </a:ext>
            </a:extLst>
          </p:cNvPr>
          <p:cNvGraphicFramePr>
            <a:graphicFrameLocks noChangeAspect="1"/>
          </p:cNvGraphicFramePr>
          <p:nvPr/>
        </p:nvGraphicFramePr>
        <p:xfrm>
          <a:off x="4725989" y="333375"/>
          <a:ext cx="1876425" cy="465138"/>
        </p:xfrm>
        <a:graphic>
          <a:graphicData uri="http://schemas.openxmlformats.org/presentationml/2006/ole">
            <mc:AlternateContent xmlns:mc="http://schemas.openxmlformats.org/markup-compatibility/2006">
              <mc:Choice xmlns:v="urn:schemas-microsoft-com:vml" Requires="v">
                <p:oleObj name="公式" r:id="rId8" imgW="18427700" imgH="4686300" progId="Equation.3">
                  <p:embed/>
                </p:oleObj>
              </mc:Choice>
              <mc:Fallback>
                <p:oleObj name="公式" r:id="rId8" imgW="18427700" imgH="4686300" progId="Equation.3">
                  <p:embed/>
                  <p:pic>
                    <p:nvPicPr>
                      <p:cNvPr id="480268" name="Object 12">
                        <a:extLst>
                          <a:ext uri="{FF2B5EF4-FFF2-40B4-BE49-F238E27FC236}">
                            <a16:creationId xmlns:a16="http://schemas.microsoft.com/office/drawing/2014/main" id="{90736C7C-0720-0FB4-310A-B873831FF77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25989" y="333375"/>
                        <a:ext cx="1876425"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0269" name="Object 13">
            <a:extLst>
              <a:ext uri="{FF2B5EF4-FFF2-40B4-BE49-F238E27FC236}">
                <a16:creationId xmlns:a16="http://schemas.microsoft.com/office/drawing/2014/main" id="{71E47560-6310-917A-68AA-73F847DFF841}"/>
              </a:ext>
            </a:extLst>
          </p:cNvPr>
          <p:cNvGraphicFramePr>
            <a:graphicFrameLocks noChangeAspect="1"/>
          </p:cNvGraphicFramePr>
          <p:nvPr/>
        </p:nvGraphicFramePr>
        <p:xfrm>
          <a:off x="6743701" y="333375"/>
          <a:ext cx="1052513" cy="446088"/>
        </p:xfrm>
        <a:graphic>
          <a:graphicData uri="http://schemas.openxmlformats.org/presentationml/2006/ole">
            <mc:AlternateContent xmlns:mc="http://schemas.openxmlformats.org/markup-compatibility/2006">
              <mc:Choice xmlns:v="urn:schemas-microsoft-com:vml" Requires="v">
                <p:oleObj name="公式" r:id="rId10" imgW="10528300" imgH="4394200" progId="Equation.3">
                  <p:embed/>
                </p:oleObj>
              </mc:Choice>
              <mc:Fallback>
                <p:oleObj name="公式" r:id="rId10" imgW="10528300" imgH="4394200" progId="Equation.3">
                  <p:embed/>
                  <p:pic>
                    <p:nvPicPr>
                      <p:cNvPr id="480269" name="Object 13">
                        <a:extLst>
                          <a:ext uri="{FF2B5EF4-FFF2-40B4-BE49-F238E27FC236}">
                            <a16:creationId xmlns:a16="http://schemas.microsoft.com/office/drawing/2014/main" id="{71E47560-6310-917A-68AA-73F847DFF84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43701" y="333375"/>
                        <a:ext cx="1052513"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0270" name="Object 14">
            <a:extLst>
              <a:ext uri="{FF2B5EF4-FFF2-40B4-BE49-F238E27FC236}">
                <a16:creationId xmlns:a16="http://schemas.microsoft.com/office/drawing/2014/main" id="{0E089319-49EB-6223-E461-B5A1D1542DA7}"/>
              </a:ext>
            </a:extLst>
          </p:cNvPr>
          <p:cNvGraphicFramePr>
            <a:graphicFrameLocks noChangeAspect="1"/>
          </p:cNvGraphicFramePr>
          <p:nvPr/>
        </p:nvGraphicFramePr>
        <p:xfrm>
          <a:off x="4727576" y="3068638"/>
          <a:ext cx="2016125" cy="1536700"/>
        </p:xfrm>
        <a:graphic>
          <a:graphicData uri="http://schemas.openxmlformats.org/presentationml/2006/ole">
            <mc:AlternateContent xmlns:mc="http://schemas.openxmlformats.org/markup-compatibility/2006">
              <mc:Choice xmlns:v="urn:schemas-microsoft-com:vml" Requires="v">
                <p:oleObj name="公式" r:id="rId12" imgW="23406100" imgH="16675100" progId="Equation.3">
                  <p:embed/>
                </p:oleObj>
              </mc:Choice>
              <mc:Fallback>
                <p:oleObj name="公式" r:id="rId12" imgW="23406100" imgH="16675100" progId="Equation.3">
                  <p:embed/>
                  <p:pic>
                    <p:nvPicPr>
                      <p:cNvPr id="480270" name="Object 14">
                        <a:extLst>
                          <a:ext uri="{FF2B5EF4-FFF2-40B4-BE49-F238E27FC236}">
                            <a16:creationId xmlns:a16="http://schemas.microsoft.com/office/drawing/2014/main" id="{0E089319-49EB-6223-E461-B5A1D1542DA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27576" y="3068638"/>
                        <a:ext cx="2016125"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0271" name="Object 15">
            <a:extLst>
              <a:ext uri="{FF2B5EF4-FFF2-40B4-BE49-F238E27FC236}">
                <a16:creationId xmlns:a16="http://schemas.microsoft.com/office/drawing/2014/main" id="{EBAC0D3B-6B4F-275B-F32B-63BACC901E44}"/>
              </a:ext>
            </a:extLst>
          </p:cNvPr>
          <p:cNvGraphicFramePr>
            <a:graphicFrameLocks noChangeAspect="1"/>
          </p:cNvGraphicFramePr>
          <p:nvPr/>
        </p:nvGraphicFramePr>
        <p:xfrm>
          <a:off x="4727576" y="4941889"/>
          <a:ext cx="2366963" cy="490537"/>
        </p:xfrm>
        <a:graphic>
          <a:graphicData uri="http://schemas.openxmlformats.org/presentationml/2006/ole">
            <mc:AlternateContent xmlns:mc="http://schemas.openxmlformats.org/markup-compatibility/2006">
              <mc:Choice xmlns:v="urn:schemas-microsoft-com:vml" Requires="v">
                <p:oleObj name="公式" r:id="rId14" imgW="20777200" imgH="5270500" progId="Equation.3">
                  <p:embed/>
                </p:oleObj>
              </mc:Choice>
              <mc:Fallback>
                <p:oleObj name="公式" r:id="rId14" imgW="20777200" imgH="5270500" progId="Equation.3">
                  <p:embed/>
                  <p:pic>
                    <p:nvPicPr>
                      <p:cNvPr id="480271" name="Object 15">
                        <a:extLst>
                          <a:ext uri="{FF2B5EF4-FFF2-40B4-BE49-F238E27FC236}">
                            <a16:creationId xmlns:a16="http://schemas.microsoft.com/office/drawing/2014/main" id="{EBAC0D3B-6B4F-275B-F32B-63BACC901E4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27576" y="4941889"/>
                        <a:ext cx="2366963"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0272" name="Object 16">
            <a:extLst>
              <a:ext uri="{FF2B5EF4-FFF2-40B4-BE49-F238E27FC236}">
                <a16:creationId xmlns:a16="http://schemas.microsoft.com/office/drawing/2014/main" id="{8559C1E6-BFD9-E4FD-8706-823420142609}"/>
              </a:ext>
            </a:extLst>
          </p:cNvPr>
          <p:cNvGraphicFramePr>
            <a:graphicFrameLocks noChangeAspect="1"/>
          </p:cNvGraphicFramePr>
          <p:nvPr/>
        </p:nvGraphicFramePr>
        <p:xfrm>
          <a:off x="2208214" y="2060575"/>
          <a:ext cx="1779587" cy="552450"/>
        </p:xfrm>
        <a:graphic>
          <a:graphicData uri="http://schemas.openxmlformats.org/presentationml/2006/ole">
            <mc:AlternateContent xmlns:mc="http://schemas.openxmlformats.org/markup-compatibility/2006">
              <mc:Choice xmlns:v="urn:schemas-microsoft-com:vml" Requires="v">
                <p:oleObj name="公式" r:id="rId16" imgW="18135600" imgH="5270500" progId="Equation.3">
                  <p:embed/>
                </p:oleObj>
              </mc:Choice>
              <mc:Fallback>
                <p:oleObj name="公式" r:id="rId16" imgW="18135600" imgH="5270500" progId="Equation.3">
                  <p:embed/>
                  <p:pic>
                    <p:nvPicPr>
                      <p:cNvPr id="480272" name="Object 16">
                        <a:extLst>
                          <a:ext uri="{FF2B5EF4-FFF2-40B4-BE49-F238E27FC236}">
                            <a16:creationId xmlns:a16="http://schemas.microsoft.com/office/drawing/2014/main" id="{8559C1E6-BFD9-E4FD-8706-823420142609}"/>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208214" y="2060575"/>
                        <a:ext cx="1779587"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0273" name="Object 17">
            <a:extLst>
              <a:ext uri="{FF2B5EF4-FFF2-40B4-BE49-F238E27FC236}">
                <a16:creationId xmlns:a16="http://schemas.microsoft.com/office/drawing/2014/main" id="{8C8ED040-AAED-7616-93DF-AC71E28DC556}"/>
              </a:ext>
            </a:extLst>
          </p:cNvPr>
          <p:cNvGraphicFramePr>
            <a:graphicFrameLocks noChangeAspect="1"/>
          </p:cNvGraphicFramePr>
          <p:nvPr/>
        </p:nvGraphicFramePr>
        <p:xfrm>
          <a:off x="4440238" y="2060576"/>
          <a:ext cx="1727200" cy="536575"/>
        </p:xfrm>
        <a:graphic>
          <a:graphicData uri="http://schemas.openxmlformats.org/presentationml/2006/ole">
            <mc:AlternateContent xmlns:mc="http://schemas.openxmlformats.org/markup-compatibility/2006">
              <mc:Choice xmlns:v="urn:schemas-microsoft-com:vml" Requires="v">
                <p:oleObj name="公式" r:id="rId18" imgW="18135600" imgH="5270500" progId="Equation.3">
                  <p:embed/>
                </p:oleObj>
              </mc:Choice>
              <mc:Fallback>
                <p:oleObj name="公式" r:id="rId18" imgW="18135600" imgH="5270500" progId="Equation.3">
                  <p:embed/>
                  <p:pic>
                    <p:nvPicPr>
                      <p:cNvPr id="480273" name="Object 17">
                        <a:extLst>
                          <a:ext uri="{FF2B5EF4-FFF2-40B4-BE49-F238E27FC236}">
                            <a16:creationId xmlns:a16="http://schemas.microsoft.com/office/drawing/2014/main" id="{8C8ED040-AAED-7616-93DF-AC71E28DC55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440238" y="2060576"/>
                        <a:ext cx="1727200"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80258"/>
                                        </p:tgtEl>
                                        <p:attrNameLst>
                                          <p:attrName>style.visibility</p:attrName>
                                        </p:attrNameLst>
                                      </p:cBhvr>
                                      <p:to>
                                        <p:strVal val="visible"/>
                                      </p:to>
                                    </p:set>
                                    <p:animEffect transition="in" filter="wipe(left)">
                                      <p:cBhvr>
                                        <p:cTn id="7" dur="500"/>
                                        <p:tgtEl>
                                          <p:spTgt spid="4802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80267"/>
                                        </p:tgtEl>
                                        <p:attrNameLst>
                                          <p:attrName>style.visibility</p:attrName>
                                        </p:attrNameLst>
                                      </p:cBhvr>
                                      <p:to>
                                        <p:strVal val="visible"/>
                                      </p:to>
                                    </p:set>
                                    <p:animEffect transition="in" filter="wipe(left)">
                                      <p:cBhvr>
                                        <p:cTn id="12" dur="1000"/>
                                        <p:tgtEl>
                                          <p:spTgt spid="480267"/>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480268"/>
                                        </p:tgtEl>
                                        <p:attrNameLst>
                                          <p:attrName>style.visibility</p:attrName>
                                        </p:attrNameLst>
                                      </p:cBhvr>
                                      <p:to>
                                        <p:strVal val="visible"/>
                                      </p:to>
                                    </p:set>
                                    <p:animEffect transition="in" filter="wipe(left)">
                                      <p:cBhvr>
                                        <p:cTn id="16" dur="1000"/>
                                        <p:tgtEl>
                                          <p:spTgt spid="48026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80269"/>
                                        </p:tgtEl>
                                        <p:attrNameLst>
                                          <p:attrName>style.visibility</p:attrName>
                                        </p:attrNameLst>
                                      </p:cBhvr>
                                      <p:to>
                                        <p:strVal val="visible"/>
                                      </p:to>
                                    </p:set>
                                    <p:animEffect transition="in" filter="wipe(left)">
                                      <p:cBhvr>
                                        <p:cTn id="21" dur="1000"/>
                                        <p:tgtEl>
                                          <p:spTgt spid="48026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80264"/>
                                        </p:tgtEl>
                                        <p:attrNameLst>
                                          <p:attrName>style.visibility</p:attrName>
                                        </p:attrNameLst>
                                      </p:cBhvr>
                                      <p:to>
                                        <p:strVal val="visible"/>
                                      </p:to>
                                    </p:set>
                                    <p:animEffect transition="in" filter="wipe(left)">
                                      <p:cBhvr>
                                        <p:cTn id="26" dur="1000"/>
                                        <p:tgtEl>
                                          <p:spTgt spid="48026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80259"/>
                                        </p:tgtEl>
                                        <p:attrNameLst>
                                          <p:attrName>style.visibility</p:attrName>
                                        </p:attrNameLst>
                                      </p:cBhvr>
                                      <p:to>
                                        <p:strVal val="visible"/>
                                      </p:to>
                                    </p:set>
                                    <p:animEffect transition="in" filter="wipe(left)">
                                      <p:cBhvr>
                                        <p:cTn id="31" dur="1000"/>
                                        <p:tgtEl>
                                          <p:spTgt spid="48025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80272"/>
                                        </p:tgtEl>
                                        <p:attrNameLst>
                                          <p:attrName>style.visibility</p:attrName>
                                        </p:attrNameLst>
                                      </p:cBhvr>
                                      <p:to>
                                        <p:strVal val="visible"/>
                                      </p:to>
                                    </p:set>
                                    <p:animEffect transition="in" filter="wipe(left)">
                                      <p:cBhvr>
                                        <p:cTn id="36" dur="1000"/>
                                        <p:tgtEl>
                                          <p:spTgt spid="480272"/>
                                        </p:tgtEl>
                                      </p:cBhvr>
                                    </p:animEffect>
                                  </p:childTnLst>
                                </p:cTn>
                              </p:par>
                            </p:childTnLst>
                          </p:cTn>
                        </p:par>
                        <p:par>
                          <p:cTn id="37" fill="hold" nodeType="afterGroup">
                            <p:stCondLst>
                              <p:cond delay="1000"/>
                            </p:stCondLst>
                            <p:childTnLst>
                              <p:par>
                                <p:cTn id="38" presetID="22" presetClass="entr" presetSubtype="8" fill="hold" nodeType="afterEffect">
                                  <p:stCondLst>
                                    <p:cond delay="0"/>
                                  </p:stCondLst>
                                  <p:childTnLst>
                                    <p:set>
                                      <p:cBhvr>
                                        <p:cTn id="39" dur="1" fill="hold">
                                          <p:stCondLst>
                                            <p:cond delay="0"/>
                                          </p:stCondLst>
                                        </p:cTn>
                                        <p:tgtEl>
                                          <p:spTgt spid="480273"/>
                                        </p:tgtEl>
                                        <p:attrNameLst>
                                          <p:attrName>style.visibility</p:attrName>
                                        </p:attrNameLst>
                                      </p:cBhvr>
                                      <p:to>
                                        <p:strVal val="visible"/>
                                      </p:to>
                                    </p:set>
                                    <p:animEffect transition="in" filter="wipe(left)">
                                      <p:cBhvr>
                                        <p:cTn id="40" dur="1000"/>
                                        <p:tgtEl>
                                          <p:spTgt spid="48027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480262"/>
                                        </p:tgtEl>
                                        <p:attrNameLst>
                                          <p:attrName>style.visibility</p:attrName>
                                        </p:attrNameLst>
                                      </p:cBhvr>
                                      <p:to>
                                        <p:strVal val="visible"/>
                                      </p:to>
                                    </p:set>
                                    <p:animEffect transition="in" filter="wipe(left)">
                                      <p:cBhvr>
                                        <p:cTn id="45" dur="1000"/>
                                        <p:tgtEl>
                                          <p:spTgt spid="480262"/>
                                        </p:tgtEl>
                                      </p:cBhvr>
                                    </p:animEffect>
                                  </p:childTnLst>
                                </p:cTn>
                              </p:par>
                            </p:childTnLst>
                          </p:cTn>
                        </p:par>
                        <p:par>
                          <p:cTn id="46" fill="hold" nodeType="afterGroup">
                            <p:stCondLst>
                              <p:cond delay="1000"/>
                            </p:stCondLst>
                            <p:childTnLst>
                              <p:par>
                                <p:cTn id="47" presetID="22" presetClass="entr" presetSubtype="8" fill="hold" nodeType="afterEffect">
                                  <p:stCondLst>
                                    <p:cond delay="0"/>
                                  </p:stCondLst>
                                  <p:childTnLst>
                                    <p:set>
                                      <p:cBhvr>
                                        <p:cTn id="48" dur="1" fill="hold">
                                          <p:stCondLst>
                                            <p:cond delay="0"/>
                                          </p:stCondLst>
                                        </p:cTn>
                                        <p:tgtEl>
                                          <p:spTgt spid="480270"/>
                                        </p:tgtEl>
                                        <p:attrNameLst>
                                          <p:attrName>style.visibility</p:attrName>
                                        </p:attrNameLst>
                                      </p:cBhvr>
                                      <p:to>
                                        <p:strVal val="visible"/>
                                      </p:to>
                                    </p:set>
                                    <p:animEffect transition="in" filter="wipe(left)">
                                      <p:cBhvr>
                                        <p:cTn id="49" dur="1000"/>
                                        <p:tgtEl>
                                          <p:spTgt spid="48027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480263"/>
                                        </p:tgtEl>
                                        <p:attrNameLst>
                                          <p:attrName>style.visibility</p:attrName>
                                        </p:attrNameLst>
                                      </p:cBhvr>
                                      <p:to>
                                        <p:strVal val="visible"/>
                                      </p:to>
                                    </p:set>
                                    <p:animEffect transition="in" filter="wipe(left)">
                                      <p:cBhvr>
                                        <p:cTn id="54" dur="1000"/>
                                        <p:tgtEl>
                                          <p:spTgt spid="480263"/>
                                        </p:tgtEl>
                                      </p:cBhvr>
                                    </p:animEffect>
                                  </p:childTnLst>
                                </p:cTn>
                              </p:par>
                            </p:childTnLst>
                          </p:cTn>
                        </p:par>
                        <p:par>
                          <p:cTn id="55" fill="hold" nodeType="afterGroup">
                            <p:stCondLst>
                              <p:cond delay="1000"/>
                            </p:stCondLst>
                            <p:childTnLst>
                              <p:par>
                                <p:cTn id="56" presetID="22" presetClass="entr" presetSubtype="1" fill="hold" nodeType="afterEffect">
                                  <p:stCondLst>
                                    <p:cond delay="0"/>
                                  </p:stCondLst>
                                  <p:childTnLst>
                                    <p:set>
                                      <p:cBhvr>
                                        <p:cTn id="57" dur="1" fill="hold">
                                          <p:stCondLst>
                                            <p:cond delay="0"/>
                                          </p:stCondLst>
                                        </p:cTn>
                                        <p:tgtEl>
                                          <p:spTgt spid="480271"/>
                                        </p:tgtEl>
                                        <p:attrNameLst>
                                          <p:attrName>style.visibility</p:attrName>
                                        </p:attrNameLst>
                                      </p:cBhvr>
                                      <p:to>
                                        <p:strVal val="visible"/>
                                      </p:to>
                                    </p:set>
                                    <p:animEffect transition="in" filter="wipe(up)">
                                      <p:cBhvr>
                                        <p:cTn id="58" dur="1000"/>
                                        <p:tgtEl>
                                          <p:spTgt spid="480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58" grpId="0" autoUpdateAnimBg="0"/>
      <p:bldP spid="480262" grpId="0"/>
      <p:bldP spid="48026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282" name="Object 2">
            <a:extLst>
              <a:ext uri="{FF2B5EF4-FFF2-40B4-BE49-F238E27FC236}">
                <a16:creationId xmlns:a16="http://schemas.microsoft.com/office/drawing/2014/main" id="{ED142C8C-2761-9C90-9D0D-E78EDA6ECE18}"/>
              </a:ext>
            </a:extLst>
          </p:cNvPr>
          <p:cNvGraphicFramePr>
            <a:graphicFrameLocks noChangeAspect="1"/>
          </p:cNvGraphicFramePr>
          <p:nvPr/>
        </p:nvGraphicFramePr>
        <p:xfrm>
          <a:off x="2362200" y="460375"/>
          <a:ext cx="1462088" cy="476250"/>
        </p:xfrm>
        <a:graphic>
          <a:graphicData uri="http://schemas.openxmlformats.org/presentationml/2006/ole">
            <mc:AlternateContent xmlns:mc="http://schemas.openxmlformats.org/markup-compatibility/2006">
              <mc:Choice xmlns:v="urn:schemas-microsoft-com:vml" Requires="v">
                <p:oleObj name="公式" r:id="rId2" imgW="14630400" imgH="4686300" progId="Equation.3">
                  <p:embed/>
                </p:oleObj>
              </mc:Choice>
              <mc:Fallback>
                <p:oleObj name="公式" r:id="rId2" imgW="14630400" imgH="4686300" progId="Equation.3">
                  <p:embed/>
                  <p:pic>
                    <p:nvPicPr>
                      <p:cNvPr id="481282" name="Object 2">
                        <a:extLst>
                          <a:ext uri="{FF2B5EF4-FFF2-40B4-BE49-F238E27FC236}">
                            <a16:creationId xmlns:a16="http://schemas.microsoft.com/office/drawing/2014/main" id="{ED142C8C-2761-9C90-9D0D-E78EDA6ECE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460375"/>
                        <a:ext cx="1462088"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283" name="Object 3">
            <a:extLst>
              <a:ext uri="{FF2B5EF4-FFF2-40B4-BE49-F238E27FC236}">
                <a16:creationId xmlns:a16="http://schemas.microsoft.com/office/drawing/2014/main" id="{3FF734EC-7DBE-5D2E-9439-29FF10A40234}"/>
              </a:ext>
            </a:extLst>
          </p:cNvPr>
          <p:cNvGraphicFramePr>
            <a:graphicFrameLocks noChangeAspect="1"/>
          </p:cNvGraphicFramePr>
          <p:nvPr/>
        </p:nvGraphicFramePr>
        <p:xfrm>
          <a:off x="2030414" y="2362201"/>
          <a:ext cx="1939925" cy="1509713"/>
        </p:xfrm>
        <a:graphic>
          <a:graphicData uri="http://schemas.openxmlformats.org/presentationml/2006/ole">
            <mc:AlternateContent xmlns:mc="http://schemas.openxmlformats.org/markup-compatibility/2006">
              <mc:Choice xmlns:v="urn:schemas-microsoft-com:vml" Requires="v">
                <p:oleObj name="公式" r:id="rId4" imgW="22529800" imgH="16383000" progId="Equation.3">
                  <p:embed/>
                </p:oleObj>
              </mc:Choice>
              <mc:Fallback>
                <p:oleObj name="公式" r:id="rId4" imgW="22529800" imgH="16383000" progId="Equation.3">
                  <p:embed/>
                  <p:pic>
                    <p:nvPicPr>
                      <p:cNvPr id="481283" name="Object 3">
                        <a:extLst>
                          <a:ext uri="{FF2B5EF4-FFF2-40B4-BE49-F238E27FC236}">
                            <a16:creationId xmlns:a16="http://schemas.microsoft.com/office/drawing/2014/main" id="{3FF734EC-7DBE-5D2E-9439-29FF10A402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0414" y="2362201"/>
                        <a:ext cx="1939925" cy="1509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284" name="Object 4">
            <a:extLst>
              <a:ext uri="{FF2B5EF4-FFF2-40B4-BE49-F238E27FC236}">
                <a16:creationId xmlns:a16="http://schemas.microsoft.com/office/drawing/2014/main" id="{96A24A39-8836-E26C-4DC0-A052E5CB3AF4}"/>
              </a:ext>
            </a:extLst>
          </p:cNvPr>
          <p:cNvGraphicFramePr>
            <a:graphicFrameLocks noChangeAspect="1"/>
          </p:cNvGraphicFramePr>
          <p:nvPr/>
        </p:nvGraphicFramePr>
        <p:xfrm>
          <a:off x="1847851" y="1268414"/>
          <a:ext cx="2366963" cy="490537"/>
        </p:xfrm>
        <a:graphic>
          <a:graphicData uri="http://schemas.openxmlformats.org/presentationml/2006/ole">
            <mc:AlternateContent xmlns:mc="http://schemas.openxmlformats.org/markup-compatibility/2006">
              <mc:Choice xmlns:v="urn:schemas-microsoft-com:vml" Requires="v">
                <p:oleObj name="公式" r:id="rId6" imgW="20777200" imgH="5270500" progId="Equation.3">
                  <p:embed/>
                </p:oleObj>
              </mc:Choice>
              <mc:Fallback>
                <p:oleObj name="公式" r:id="rId6" imgW="20777200" imgH="5270500" progId="Equation.3">
                  <p:embed/>
                  <p:pic>
                    <p:nvPicPr>
                      <p:cNvPr id="481284" name="Object 4">
                        <a:extLst>
                          <a:ext uri="{FF2B5EF4-FFF2-40B4-BE49-F238E27FC236}">
                            <a16:creationId xmlns:a16="http://schemas.microsoft.com/office/drawing/2014/main" id="{96A24A39-8836-E26C-4DC0-A052E5CB3AF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47851" y="1268414"/>
                        <a:ext cx="2366963"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285" name="Object 5">
            <a:extLst>
              <a:ext uri="{FF2B5EF4-FFF2-40B4-BE49-F238E27FC236}">
                <a16:creationId xmlns:a16="http://schemas.microsoft.com/office/drawing/2014/main" id="{B82730B1-F090-273F-F30B-91766830CD28}"/>
              </a:ext>
            </a:extLst>
          </p:cNvPr>
          <p:cNvGraphicFramePr>
            <a:graphicFrameLocks noChangeAspect="1"/>
          </p:cNvGraphicFramePr>
          <p:nvPr/>
        </p:nvGraphicFramePr>
        <p:xfrm>
          <a:off x="4295775" y="404813"/>
          <a:ext cx="3308350" cy="552450"/>
        </p:xfrm>
        <a:graphic>
          <a:graphicData uri="http://schemas.openxmlformats.org/presentationml/2006/ole">
            <mc:AlternateContent xmlns:mc="http://schemas.openxmlformats.org/markup-compatibility/2006">
              <mc:Choice xmlns:v="urn:schemas-microsoft-com:vml" Requires="v">
                <p:oleObj name="公式" r:id="rId8" imgW="25742900" imgH="5270500" progId="Equation.3">
                  <p:embed/>
                </p:oleObj>
              </mc:Choice>
              <mc:Fallback>
                <p:oleObj name="公式" r:id="rId8" imgW="25742900" imgH="5270500" progId="Equation.3">
                  <p:embed/>
                  <p:pic>
                    <p:nvPicPr>
                      <p:cNvPr id="481285" name="Object 5">
                        <a:extLst>
                          <a:ext uri="{FF2B5EF4-FFF2-40B4-BE49-F238E27FC236}">
                            <a16:creationId xmlns:a16="http://schemas.microsoft.com/office/drawing/2014/main" id="{B82730B1-F090-273F-F30B-91766830CD2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95775" y="404813"/>
                        <a:ext cx="3308350"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286" name="Object 6">
            <a:extLst>
              <a:ext uri="{FF2B5EF4-FFF2-40B4-BE49-F238E27FC236}">
                <a16:creationId xmlns:a16="http://schemas.microsoft.com/office/drawing/2014/main" id="{D4BE4B4F-1917-5E16-6A30-17E60D79CCA1}"/>
              </a:ext>
            </a:extLst>
          </p:cNvPr>
          <p:cNvGraphicFramePr>
            <a:graphicFrameLocks noChangeAspect="1"/>
          </p:cNvGraphicFramePr>
          <p:nvPr/>
        </p:nvGraphicFramePr>
        <p:xfrm>
          <a:off x="4440238" y="1295401"/>
          <a:ext cx="2366962" cy="436563"/>
        </p:xfrm>
        <a:graphic>
          <a:graphicData uri="http://schemas.openxmlformats.org/presentationml/2006/ole">
            <mc:AlternateContent xmlns:mc="http://schemas.openxmlformats.org/markup-compatibility/2006">
              <mc:Choice xmlns:v="urn:schemas-microsoft-com:vml" Requires="v">
                <p:oleObj name="公式" r:id="rId10" imgW="20777200" imgH="4686300" progId="Equation.3">
                  <p:embed/>
                </p:oleObj>
              </mc:Choice>
              <mc:Fallback>
                <p:oleObj name="公式" r:id="rId10" imgW="20777200" imgH="4686300" progId="Equation.3">
                  <p:embed/>
                  <p:pic>
                    <p:nvPicPr>
                      <p:cNvPr id="481286" name="Object 6">
                        <a:extLst>
                          <a:ext uri="{FF2B5EF4-FFF2-40B4-BE49-F238E27FC236}">
                            <a16:creationId xmlns:a16="http://schemas.microsoft.com/office/drawing/2014/main" id="{D4BE4B4F-1917-5E16-6A30-17E60D79CCA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40238" y="1295401"/>
                        <a:ext cx="2366962"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287" name="Object 7">
            <a:extLst>
              <a:ext uri="{FF2B5EF4-FFF2-40B4-BE49-F238E27FC236}">
                <a16:creationId xmlns:a16="http://schemas.microsoft.com/office/drawing/2014/main" id="{36E9886C-1119-5527-FC9F-A8AB77496236}"/>
              </a:ext>
            </a:extLst>
          </p:cNvPr>
          <p:cNvGraphicFramePr>
            <a:graphicFrameLocks noChangeAspect="1"/>
          </p:cNvGraphicFramePr>
          <p:nvPr/>
        </p:nvGraphicFramePr>
        <p:xfrm>
          <a:off x="4295775" y="2349500"/>
          <a:ext cx="3525838" cy="1455738"/>
        </p:xfrm>
        <a:graphic>
          <a:graphicData uri="http://schemas.openxmlformats.org/presentationml/2006/ole">
            <mc:AlternateContent xmlns:mc="http://schemas.openxmlformats.org/markup-compatibility/2006">
              <mc:Choice xmlns:v="urn:schemas-microsoft-com:vml" Requires="v">
                <p:oleObj name="公式" r:id="rId12" imgW="40957500" imgH="15798800" progId="Equation.3">
                  <p:embed/>
                </p:oleObj>
              </mc:Choice>
              <mc:Fallback>
                <p:oleObj name="公式" r:id="rId12" imgW="40957500" imgH="15798800" progId="Equation.3">
                  <p:embed/>
                  <p:pic>
                    <p:nvPicPr>
                      <p:cNvPr id="481287" name="Object 7">
                        <a:extLst>
                          <a:ext uri="{FF2B5EF4-FFF2-40B4-BE49-F238E27FC236}">
                            <a16:creationId xmlns:a16="http://schemas.microsoft.com/office/drawing/2014/main" id="{36E9886C-1119-5527-FC9F-A8AB7749623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95775" y="2349500"/>
                        <a:ext cx="3525838" cy="145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288" name="Object 8">
            <a:extLst>
              <a:ext uri="{FF2B5EF4-FFF2-40B4-BE49-F238E27FC236}">
                <a16:creationId xmlns:a16="http://schemas.microsoft.com/office/drawing/2014/main" id="{A29FFD78-2068-6A36-D0C0-AEACB14A8D04}"/>
              </a:ext>
            </a:extLst>
          </p:cNvPr>
          <p:cNvGraphicFramePr>
            <a:graphicFrameLocks noChangeAspect="1"/>
          </p:cNvGraphicFramePr>
          <p:nvPr/>
        </p:nvGraphicFramePr>
        <p:xfrm>
          <a:off x="8401050" y="2565400"/>
          <a:ext cx="1333500" cy="382588"/>
        </p:xfrm>
        <a:graphic>
          <a:graphicData uri="http://schemas.openxmlformats.org/presentationml/2006/ole">
            <mc:AlternateContent xmlns:mc="http://schemas.openxmlformats.org/markup-compatibility/2006">
              <mc:Choice xmlns:v="urn:schemas-microsoft-com:vml" Requires="v">
                <p:oleObj name="公式" r:id="rId14" imgW="11696700" imgH="4102100" progId="Equation.3">
                  <p:embed/>
                </p:oleObj>
              </mc:Choice>
              <mc:Fallback>
                <p:oleObj name="公式" r:id="rId14" imgW="11696700" imgH="4102100" progId="Equation.3">
                  <p:embed/>
                  <p:pic>
                    <p:nvPicPr>
                      <p:cNvPr id="481288" name="Object 8">
                        <a:extLst>
                          <a:ext uri="{FF2B5EF4-FFF2-40B4-BE49-F238E27FC236}">
                            <a16:creationId xmlns:a16="http://schemas.microsoft.com/office/drawing/2014/main" id="{A29FFD78-2068-6A36-D0C0-AEACB14A8D0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401050" y="2565400"/>
                        <a:ext cx="1333500" cy="382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289" name="Object 9">
            <a:extLst>
              <a:ext uri="{FF2B5EF4-FFF2-40B4-BE49-F238E27FC236}">
                <a16:creationId xmlns:a16="http://schemas.microsoft.com/office/drawing/2014/main" id="{DEB1E09C-EB68-63C9-6876-486C5CCB518E}"/>
              </a:ext>
            </a:extLst>
          </p:cNvPr>
          <p:cNvGraphicFramePr>
            <a:graphicFrameLocks noChangeAspect="1"/>
          </p:cNvGraphicFramePr>
          <p:nvPr/>
        </p:nvGraphicFramePr>
        <p:xfrm>
          <a:off x="3248026" y="4292601"/>
          <a:ext cx="919163" cy="366713"/>
        </p:xfrm>
        <a:graphic>
          <a:graphicData uri="http://schemas.openxmlformats.org/presentationml/2006/ole">
            <mc:AlternateContent xmlns:mc="http://schemas.openxmlformats.org/markup-compatibility/2006">
              <mc:Choice xmlns:v="urn:schemas-microsoft-com:vml" Requires="v">
                <p:oleObj name="公式" r:id="rId16" imgW="10236200" imgH="4102100" progId="Equation.3">
                  <p:embed/>
                </p:oleObj>
              </mc:Choice>
              <mc:Fallback>
                <p:oleObj name="公式" r:id="rId16" imgW="10236200" imgH="4102100" progId="Equation.3">
                  <p:embed/>
                  <p:pic>
                    <p:nvPicPr>
                      <p:cNvPr id="481289" name="Object 9">
                        <a:extLst>
                          <a:ext uri="{FF2B5EF4-FFF2-40B4-BE49-F238E27FC236}">
                            <a16:creationId xmlns:a16="http://schemas.microsoft.com/office/drawing/2014/main" id="{DEB1E09C-EB68-63C9-6876-486C5CCB518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48026" y="4292601"/>
                        <a:ext cx="919163"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290" name="Rectangle 10">
            <a:extLst>
              <a:ext uri="{FF2B5EF4-FFF2-40B4-BE49-F238E27FC236}">
                <a16:creationId xmlns:a16="http://schemas.microsoft.com/office/drawing/2014/main" id="{40BBD3FD-6E4D-F5CD-B4F8-2630EB09ABC9}"/>
              </a:ext>
            </a:extLst>
          </p:cNvPr>
          <p:cNvSpPr>
            <a:spLocks noChangeArrowheads="1"/>
          </p:cNvSpPr>
          <p:nvPr/>
        </p:nvSpPr>
        <p:spPr bwMode="auto">
          <a:xfrm>
            <a:off x="4511675" y="4221163"/>
            <a:ext cx="2520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所以拒绝</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81291" name="Rectangle 11">
            <a:extLst>
              <a:ext uri="{FF2B5EF4-FFF2-40B4-BE49-F238E27FC236}">
                <a16:creationId xmlns:a16="http://schemas.microsoft.com/office/drawing/2014/main" id="{D1460280-1D5D-BA9F-5840-97988F8683FF}"/>
              </a:ext>
            </a:extLst>
          </p:cNvPr>
          <p:cNvSpPr>
            <a:spLocks noChangeArrowheads="1"/>
          </p:cNvSpPr>
          <p:nvPr/>
        </p:nvSpPr>
        <p:spPr bwMode="auto">
          <a:xfrm>
            <a:off x="1992314" y="4221163"/>
            <a:ext cx="1584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481292" name="Rectangle 12">
            <a:extLst>
              <a:ext uri="{FF2B5EF4-FFF2-40B4-BE49-F238E27FC236}">
                <a16:creationId xmlns:a16="http://schemas.microsoft.com/office/drawing/2014/main" id="{FA72AD29-A057-B389-2ABF-D6642FC93939}"/>
              </a:ext>
            </a:extLst>
          </p:cNvPr>
          <p:cNvSpPr>
            <a:spLocks noChangeArrowheads="1"/>
          </p:cNvSpPr>
          <p:nvPr/>
        </p:nvSpPr>
        <p:spPr bwMode="auto">
          <a:xfrm>
            <a:off x="2208213" y="4797425"/>
            <a:ext cx="7561262"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认为该校经常参加体育锻炼的男生比不经常参加体育锻炼的男生平均身高要高些</a:t>
            </a:r>
            <a:r>
              <a:rPr kumimoji="1" lang="en-US" altLang="zh-CN"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81282"/>
                                        </p:tgtEl>
                                        <p:attrNameLst>
                                          <p:attrName>style.visibility</p:attrName>
                                        </p:attrNameLst>
                                      </p:cBhvr>
                                      <p:to>
                                        <p:strVal val="visible"/>
                                      </p:to>
                                    </p:set>
                                    <p:animEffect transition="in" filter="wipe(left)">
                                      <p:cBhvr>
                                        <p:cTn id="7" dur="1000"/>
                                        <p:tgtEl>
                                          <p:spTgt spid="4812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81285"/>
                                        </p:tgtEl>
                                        <p:attrNameLst>
                                          <p:attrName>style.visibility</p:attrName>
                                        </p:attrNameLst>
                                      </p:cBhvr>
                                      <p:to>
                                        <p:strVal val="visible"/>
                                      </p:to>
                                    </p:set>
                                    <p:animEffect transition="in" filter="wipe(up)">
                                      <p:cBhvr>
                                        <p:cTn id="12" dur="1000"/>
                                        <p:tgtEl>
                                          <p:spTgt spid="481285"/>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481284"/>
                                        </p:tgtEl>
                                        <p:attrNameLst>
                                          <p:attrName>style.visibility</p:attrName>
                                        </p:attrNameLst>
                                      </p:cBhvr>
                                      <p:to>
                                        <p:strVal val="visible"/>
                                      </p:to>
                                    </p:set>
                                    <p:animEffect transition="in" filter="wipe(up)">
                                      <p:cBhvr>
                                        <p:cTn id="16" dur="1000"/>
                                        <p:tgtEl>
                                          <p:spTgt spid="481284"/>
                                        </p:tgtEl>
                                      </p:cBhvr>
                                    </p:animEffect>
                                  </p:childTnLst>
                                </p:cTn>
                              </p:par>
                            </p:childTnLst>
                          </p:cTn>
                        </p:par>
                        <p:par>
                          <p:cTn id="17" fill="hold" nodeType="afterGroup">
                            <p:stCondLst>
                              <p:cond delay="2000"/>
                            </p:stCondLst>
                            <p:childTnLst>
                              <p:par>
                                <p:cTn id="18" presetID="22" presetClass="entr" presetSubtype="1" fill="hold" nodeType="afterEffect">
                                  <p:stCondLst>
                                    <p:cond delay="0"/>
                                  </p:stCondLst>
                                  <p:childTnLst>
                                    <p:set>
                                      <p:cBhvr>
                                        <p:cTn id="19" dur="1" fill="hold">
                                          <p:stCondLst>
                                            <p:cond delay="0"/>
                                          </p:stCondLst>
                                        </p:cTn>
                                        <p:tgtEl>
                                          <p:spTgt spid="481286"/>
                                        </p:tgtEl>
                                        <p:attrNameLst>
                                          <p:attrName>style.visibility</p:attrName>
                                        </p:attrNameLst>
                                      </p:cBhvr>
                                      <p:to>
                                        <p:strVal val="visible"/>
                                      </p:to>
                                    </p:set>
                                    <p:animEffect transition="in" filter="wipe(up)">
                                      <p:cBhvr>
                                        <p:cTn id="20" dur="1000"/>
                                        <p:tgtEl>
                                          <p:spTgt spid="48128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481283"/>
                                        </p:tgtEl>
                                        <p:attrNameLst>
                                          <p:attrName>style.visibility</p:attrName>
                                        </p:attrNameLst>
                                      </p:cBhvr>
                                      <p:to>
                                        <p:strVal val="visible"/>
                                      </p:to>
                                    </p:set>
                                    <p:animEffect transition="in" filter="wipe(left)">
                                      <p:cBhvr>
                                        <p:cTn id="25" dur="1000"/>
                                        <p:tgtEl>
                                          <p:spTgt spid="48128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481287"/>
                                        </p:tgtEl>
                                        <p:attrNameLst>
                                          <p:attrName>style.visibility</p:attrName>
                                        </p:attrNameLst>
                                      </p:cBhvr>
                                      <p:to>
                                        <p:strVal val="visible"/>
                                      </p:to>
                                    </p:set>
                                    <p:animEffect transition="in" filter="wipe(left)">
                                      <p:cBhvr>
                                        <p:cTn id="30" dur="1000"/>
                                        <p:tgtEl>
                                          <p:spTgt spid="481287"/>
                                        </p:tgtEl>
                                      </p:cBhvr>
                                    </p:animEffect>
                                  </p:childTnLst>
                                </p:cTn>
                              </p:par>
                            </p:childTnLst>
                          </p:cTn>
                        </p:par>
                        <p:par>
                          <p:cTn id="31" fill="hold" nodeType="afterGroup">
                            <p:stCondLst>
                              <p:cond delay="1000"/>
                            </p:stCondLst>
                            <p:childTnLst>
                              <p:par>
                                <p:cTn id="32" presetID="22" presetClass="entr" presetSubtype="1" fill="hold" nodeType="afterEffect">
                                  <p:stCondLst>
                                    <p:cond delay="0"/>
                                  </p:stCondLst>
                                  <p:childTnLst>
                                    <p:set>
                                      <p:cBhvr>
                                        <p:cTn id="33" dur="1" fill="hold">
                                          <p:stCondLst>
                                            <p:cond delay="0"/>
                                          </p:stCondLst>
                                        </p:cTn>
                                        <p:tgtEl>
                                          <p:spTgt spid="481288"/>
                                        </p:tgtEl>
                                        <p:attrNameLst>
                                          <p:attrName>style.visibility</p:attrName>
                                        </p:attrNameLst>
                                      </p:cBhvr>
                                      <p:to>
                                        <p:strVal val="visible"/>
                                      </p:to>
                                    </p:set>
                                    <p:animEffect transition="in" filter="wipe(up)">
                                      <p:cBhvr>
                                        <p:cTn id="34" dur="1000"/>
                                        <p:tgtEl>
                                          <p:spTgt spid="48128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481291"/>
                                        </p:tgtEl>
                                        <p:attrNameLst>
                                          <p:attrName>style.visibility</p:attrName>
                                        </p:attrNameLst>
                                      </p:cBhvr>
                                      <p:to>
                                        <p:strVal val="visible"/>
                                      </p:to>
                                    </p:set>
                                    <p:animEffect transition="in" filter="wipe(left)">
                                      <p:cBhvr>
                                        <p:cTn id="39" dur="1000"/>
                                        <p:tgtEl>
                                          <p:spTgt spid="481291"/>
                                        </p:tgtEl>
                                      </p:cBhvr>
                                    </p:animEffect>
                                  </p:childTnLst>
                                </p:cTn>
                              </p:par>
                            </p:childTnLst>
                          </p:cTn>
                        </p:par>
                        <p:par>
                          <p:cTn id="40" fill="hold" nodeType="afterGroup">
                            <p:stCondLst>
                              <p:cond delay="1000"/>
                            </p:stCondLst>
                            <p:childTnLst>
                              <p:par>
                                <p:cTn id="41" presetID="22" presetClass="entr" presetSubtype="8" fill="hold" nodeType="afterEffect">
                                  <p:stCondLst>
                                    <p:cond delay="0"/>
                                  </p:stCondLst>
                                  <p:childTnLst>
                                    <p:set>
                                      <p:cBhvr>
                                        <p:cTn id="42" dur="1" fill="hold">
                                          <p:stCondLst>
                                            <p:cond delay="0"/>
                                          </p:stCondLst>
                                        </p:cTn>
                                        <p:tgtEl>
                                          <p:spTgt spid="481289"/>
                                        </p:tgtEl>
                                        <p:attrNameLst>
                                          <p:attrName>style.visibility</p:attrName>
                                        </p:attrNameLst>
                                      </p:cBhvr>
                                      <p:to>
                                        <p:strVal val="visible"/>
                                      </p:to>
                                    </p:set>
                                    <p:animEffect transition="in" filter="wipe(left)">
                                      <p:cBhvr>
                                        <p:cTn id="43" dur="1000"/>
                                        <p:tgtEl>
                                          <p:spTgt spid="481289"/>
                                        </p:tgtEl>
                                      </p:cBhvr>
                                    </p:animEffect>
                                  </p:childTnLst>
                                </p:cTn>
                              </p:par>
                            </p:childTnLst>
                          </p:cTn>
                        </p:par>
                        <p:par>
                          <p:cTn id="44" fill="hold" nodeType="afterGroup">
                            <p:stCondLst>
                              <p:cond delay="2000"/>
                            </p:stCondLst>
                            <p:childTnLst>
                              <p:par>
                                <p:cTn id="45" presetID="22" presetClass="entr" presetSubtype="8" fill="hold" nodeType="afterEffect">
                                  <p:stCondLst>
                                    <p:cond delay="0"/>
                                  </p:stCondLst>
                                  <p:childTnLst>
                                    <p:set>
                                      <p:cBhvr>
                                        <p:cTn id="46" dur="1" fill="hold">
                                          <p:stCondLst>
                                            <p:cond delay="0"/>
                                          </p:stCondLst>
                                        </p:cTn>
                                        <p:tgtEl>
                                          <p:spTgt spid="481290"/>
                                        </p:tgtEl>
                                        <p:attrNameLst>
                                          <p:attrName>style.visibility</p:attrName>
                                        </p:attrNameLst>
                                      </p:cBhvr>
                                      <p:to>
                                        <p:strVal val="visible"/>
                                      </p:to>
                                    </p:set>
                                    <p:animEffect transition="in" filter="wipe(left)">
                                      <p:cBhvr>
                                        <p:cTn id="47" dur="1000"/>
                                        <p:tgtEl>
                                          <p:spTgt spid="48129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481292"/>
                                        </p:tgtEl>
                                        <p:attrNameLst>
                                          <p:attrName>style.visibility</p:attrName>
                                        </p:attrNameLst>
                                      </p:cBhvr>
                                      <p:to>
                                        <p:strVal val="visible"/>
                                      </p:to>
                                    </p:set>
                                    <p:animEffect transition="in" filter="wipe(up)">
                                      <p:cBhvr>
                                        <p:cTn id="52" dur="1000"/>
                                        <p:tgtEl>
                                          <p:spTgt spid="481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90" grpId="0"/>
      <p:bldP spid="481291" grpId="0"/>
      <p:bldP spid="48129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Text Box 2">
            <a:extLst>
              <a:ext uri="{FF2B5EF4-FFF2-40B4-BE49-F238E27FC236}">
                <a16:creationId xmlns:a16="http://schemas.microsoft.com/office/drawing/2014/main" id="{FD4BFE58-E0A5-B9C1-5DC4-2F40BD9126BD}"/>
              </a:ext>
            </a:extLst>
          </p:cNvPr>
          <p:cNvSpPr txBox="1">
            <a:spLocks noChangeArrowheads="1"/>
          </p:cNvSpPr>
          <p:nvPr/>
        </p:nvSpPr>
        <p:spPr bwMode="auto">
          <a:xfrm>
            <a:off x="4224339" y="1757364"/>
            <a:ext cx="2376487" cy="579437"/>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i="1">
                <a:solidFill>
                  <a:srgbClr val="0000FF"/>
                </a:solidFill>
                <a:latin typeface="Times New Roman" panose="02020603050405020304" pitchFamily="18" charset="0"/>
                <a:ea typeface="华文宋体" panose="02010600040101010101" pitchFamily="2" charset="-122"/>
              </a:rPr>
              <a:t>F</a:t>
            </a:r>
            <a:r>
              <a:rPr kumimoji="1" lang="en-US" altLang="zh-CN" sz="3200" b="1">
                <a:solidFill>
                  <a:srgbClr val="0000FF"/>
                </a:solidFill>
                <a:latin typeface="Times New Roman" panose="02020603050405020304" pitchFamily="18" charset="0"/>
                <a:ea typeface="楷体_GB2312" pitchFamily="49" charset="-122"/>
              </a:rPr>
              <a:t> </a:t>
            </a:r>
            <a:r>
              <a:rPr kumimoji="1" lang="zh-CN" altLang="en-US" sz="3200" b="1">
                <a:solidFill>
                  <a:srgbClr val="0000FF"/>
                </a:solidFill>
                <a:latin typeface="Times New Roman" panose="02020603050405020304" pitchFamily="18" charset="0"/>
                <a:ea typeface="楷体_GB2312" pitchFamily="49" charset="-122"/>
              </a:rPr>
              <a:t>检验法</a:t>
            </a:r>
            <a:endParaRPr kumimoji="1" lang="zh-CN" altLang="en-US" sz="3200" b="1">
              <a:solidFill>
                <a:srgbClr val="0000FF"/>
              </a:solidFill>
              <a:latin typeface="Times New Roman" panose="02020603050405020304" pitchFamily="18" charset="0"/>
              <a:ea typeface="楷体_GB2312" pitchFamily="49" charset="-122"/>
              <a:sym typeface="Symbol" pitchFamily="2" charset="2"/>
            </a:endParaRPr>
          </a:p>
        </p:txBody>
      </p:sp>
      <p:grpSp>
        <p:nvGrpSpPr>
          <p:cNvPr id="482307" name="Group 3">
            <a:extLst>
              <a:ext uri="{FF2B5EF4-FFF2-40B4-BE49-F238E27FC236}">
                <a16:creationId xmlns:a16="http://schemas.microsoft.com/office/drawing/2014/main" id="{91E0B7F0-D740-B5E4-B0C1-A8512B9F7E28}"/>
              </a:ext>
            </a:extLst>
          </p:cNvPr>
          <p:cNvGrpSpPr>
            <a:grpSpLocks/>
          </p:cNvGrpSpPr>
          <p:nvPr/>
        </p:nvGrpSpPr>
        <p:grpSpPr bwMode="auto">
          <a:xfrm>
            <a:off x="1524000" y="4724400"/>
            <a:ext cx="9144000" cy="0"/>
            <a:chOff x="0" y="2976"/>
            <a:chExt cx="5760" cy="0"/>
          </a:xfrm>
        </p:grpSpPr>
        <p:sp>
          <p:nvSpPr>
            <p:cNvPr id="482308" name="Line 4">
              <a:extLst>
                <a:ext uri="{FF2B5EF4-FFF2-40B4-BE49-F238E27FC236}">
                  <a16:creationId xmlns:a16="http://schemas.microsoft.com/office/drawing/2014/main" id="{B2647839-44D1-91A9-7BFA-D63E6D0AFE7C}"/>
                </a:ext>
              </a:extLst>
            </p:cNvPr>
            <p:cNvSpPr>
              <a:spLocks noChangeShapeType="1"/>
            </p:cNvSpPr>
            <p:nvPr/>
          </p:nvSpPr>
          <p:spPr bwMode="auto">
            <a:xfrm flipV="1">
              <a:off x="0" y="2976"/>
              <a:ext cx="24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2309" name="Line 5">
              <a:extLst>
                <a:ext uri="{FF2B5EF4-FFF2-40B4-BE49-F238E27FC236}">
                  <a16:creationId xmlns:a16="http://schemas.microsoft.com/office/drawing/2014/main" id="{2D7DBA72-35F5-F2F0-7A5B-44688C283E74}"/>
                </a:ext>
              </a:extLst>
            </p:cNvPr>
            <p:cNvSpPr>
              <a:spLocks noChangeShapeType="1"/>
            </p:cNvSpPr>
            <p:nvPr/>
          </p:nvSpPr>
          <p:spPr bwMode="auto">
            <a:xfrm>
              <a:off x="4150" y="2976"/>
              <a:ext cx="161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nvGrpSpPr>
          <p:cNvPr id="482310" name="Group 6">
            <a:extLst>
              <a:ext uri="{FF2B5EF4-FFF2-40B4-BE49-F238E27FC236}">
                <a16:creationId xmlns:a16="http://schemas.microsoft.com/office/drawing/2014/main" id="{89317797-F72E-514D-27EE-6EF4CFB56482}"/>
              </a:ext>
            </a:extLst>
          </p:cNvPr>
          <p:cNvGrpSpPr>
            <a:grpSpLocks/>
          </p:cNvGrpSpPr>
          <p:nvPr/>
        </p:nvGrpSpPr>
        <p:grpSpPr bwMode="auto">
          <a:xfrm>
            <a:off x="2495550" y="5516564"/>
            <a:ext cx="8172450" cy="1587"/>
            <a:chOff x="612" y="3475"/>
            <a:chExt cx="5148" cy="1"/>
          </a:xfrm>
        </p:grpSpPr>
        <p:sp>
          <p:nvSpPr>
            <p:cNvPr id="482311" name="Line 7">
              <a:extLst>
                <a:ext uri="{FF2B5EF4-FFF2-40B4-BE49-F238E27FC236}">
                  <a16:creationId xmlns:a16="http://schemas.microsoft.com/office/drawing/2014/main" id="{EED46FC1-5F64-448D-DEAF-A343AB66F827}"/>
                </a:ext>
              </a:extLst>
            </p:cNvPr>
            <p:cNvSpPr>
              <a:spLocks noChangeShapeType="1"/>
            </p:cNvSpPr>
            <p:nvPr/>
          </p:nvSpPr>
          <p:spPr bwMode="auto">
            <a:xfrm>
              <a:off x="612" y="3475"/>
              <a:ext cx="18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2312" name="Line 8">
              <a:extLst>
                <a:ext uri="{FF2B5EF4-FFF2-40B4-BE49-F238E27FC236}">
                  <a16:creationId xmlns:a16="http://schemas.microsoft.com/office/drawing/2014/main" id="{1ED3A909-6CD5-0BFF-3374-4724F2B71F0A}"/>
                </a:ext>
              </a:extLst>
            </p:cNvPr>
            <p:cNvSpPr>
              <a:spLocks noChangeShapeType="1"/>
            </p:cNvSpPr>
            <p:nvPr/>
          </p:nvSpPr>
          <p:spPr bwMode="auto">
            <a:xfrm flipV="1">
              <a:off x="4150" y="3475"/>
              <a:ext cx="161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82313" name="Line 9">
            <a:extLst>
              <a:ext uri="{FF2B5EF4-FFF2-40B4-BE49-F238E27FC236}">
                <a16:creationId xmlns:a16="http://schemas.microsoft.com/office/drawing/2014/main" id="{6D642142-4A6C-D11E-24D0-38DF5202D0F3}"/>
              </a:ext>
            </a:extLst>
          </p:cNvPr>
          <p:cNvSpPr>
            <a:spLocks noChangeShapeType="1"/>
          </p:cNvSpPr>
          <p:nvPr/>
        </p:nvSpPr>
        <p:spPr bwMode="auto">
          <a:xfrm>
            <a:off x="1524000" y="631031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82314" name="Group 10">
            <a:extLst>
              <a:ext uri="{FF2B5EF4-FFF2-40B4-BE49-F238E27FC236}">
                <a16:creationId xmlns:a16="http://schemas.microsoft.com/office/drawing/2014/main" id="{48827612-6091-4D88-A7A7-7BE6914342A1}"/>
              </a:ext>
            </a:extLst>
          </p:cNvPr>
          <p:cNvGrpSpPr>
            <a:grpSpLocks/>
          </p:cNvGrpSpPr>
          <p:nvPr/>
        </p:nvGrpSpPr>
        <p:grpSpPr bwMode="auto">
          <a:xfrm>
            <a:off x="1524000" y="2420939"/>
            <a:ext cx="9144000" cy="3887787"/>
            <a:chOff x="0" y="1525"/>
            <a:chExt cx="5760" cy="2449"/>
          </a:xfrm>
        </p:grpSpPr>
        <p:sp>
          <p:nvSpPr>
            <p:cNvPr id="482315" name="Line 11">
              <a:extLst>
                <a:ext uri="{FF2B5EF4-FFF2-40B4-BE49-F238E27FC236}">
                  <a16:creationId xmlns:a16="http://schemas.microsoft.com/office/drawing/2014/main" id="{7B0E6AFE-2124-290E-428E-9D7EF7FEDEDF}"/>
                </a:ext>
              </a:extLst>
            </p:cNvPr>
            <p:cNvSpPr>
              <a:spLocks noChangeShapeType="1"/>
            </p:cNvSpPr>
            <p:nvPr/>
          </p:nvSpPr>
          <p:spPr bwMode="auto">
            <a:xfrm flipH="1">
              <a:off x="1474" y="1525"/>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2316" name="Line 12">
              <a:extLst>
                <a:ext uri="{FF2B5EF4-FFF2-40B4-BE49-F238E27FC236}">
                  <a16:creationId xmlns:a16="http://schemas.microsoft.com/office/drawing/2014/main" id="{D0AE9216-8D43-0CA2-0420-097D51678468}"/>
                </a:ext>
              </a:extLst>
            </p:cNvPr>
            <p:cNvSpPr>
              <a:spLocks noChangeShapeType="1"/>
            </p:cNvSpPr>
            <p:nvPr/>
          </p:nvSpPr>
          <p:spPr bwMode="auto">
            <a:xfrm>
              <a:off x="2472" y="1525"/>
              <a:ext cx="8" cy="24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2317" name="Line 13">
              <a:extLst>
                <a:ext uri="{FF2B5EF4-FFF2-40B4-BE49-F238E27FC236}">
                  <a16:creationId xmlns:a16="http://schemas.microsoft.com/office/drawing/2014/main" id="{3AE1C700-D10B-0C75-1376-259C2D26A0A2}"/>
                </a:ext>
              </a:extLst>
            </p:cNvPr>
            <p:cNvSpPr>
              <a:spLocks noChangeShapeType="1"/>
            </p:cNvSpPr>
            <p:nvPr/>
          </p:nvSpPr>
          <p:spPr bwMode="auto">
            <a:xfrm>
              <a:off x="4150" y="1525"/>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2318" name="Text Box 14">
              <a:extLst>
                <a:ext uri="{FF2B5EF4-FFF2-40B4-BE49-F238E27FC236}">
                  <a16:creationId xmlns:a16="http://schemas.microsoft.com/office/drawing/2014/main" id="{6B09C198-FDB1-663A-3F64-6F98DF79DD73}"/>
                </a:ext>
              </a:extLst>
            </p:cNvPr>
            <p:cNvSpPr txBox="1">
              <a:spLocks noChangeArrowheads="1"/>
            </p:cNvSpPr>
            <p:nvPr/>
          </p:nvSpPr>
          <p:spPr bwMode="auto">
            <a:xfrm>
              <a:off x="657" y="1570"/>
              <a:ext cx="791"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a:p>
              <a:pPr fontAlgn="base">
                <a:spcBef>
                  <a:spcPct val="0"/>
                </a:spcBef>
                <a:spcAft>
                  <a:spcPct val="0"/>
                </a:spcAft>
              </a:pP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82319" name="Text Box 15">
              <a:extLst>
                <a:ext uri="{FF2B5EF4-FFF2-40B4-BE49-F238E27FC236}">
                  <a16:creationId xmlns:a16="http://schemas.microsoft.com/office/drawing/2014/main" id="{099DFF14-8A9C-70AF-4964-47EDC7D50AB1}"/>
                </a:ext>
              </a:extLst>
            </p:cNvPr>
            <p:cNvSpPr txBox="1">
              <a:spLocks noChangeArrowheads="1"/>
            </p:cNvSpPr>
            <p:nvPr/>
          </p:nvSpPr>
          <p:spPr bwMode="auto">
            <a:xfrm>
              <a:off x="1474" y="1570"/>
              <a:ext cx="101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82320" name="Text Box 16">
              <a:extLst>
                <a:ext uri="{FF2B5EF4-FFF2-40B4-BE49-F238E27FC236}">
                  <a16:creationId xmlns:a16="http://schemas.microsoft.com/office/drawing/2014/main" id="{FC9946D3-C619-69F3-6208-FE582268A2D2}"/>
                </a:ext>
              </a:extLst>
            </p:cNvPr>
            <p:cNvSpPr txBox="1">
              <a:spLocks noChangeArrowheads="1"/>
            </p:cNvSpPr>
            <p:nvPr/>
          </p:nvSpPr>
          <p:spPr bwMode="auto">
            <a:xfrm>
              <a:off x="2699" y="1706"/>
              <a:ext cx="1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82321" name="Text Box 17">
              <a:extLst>
                <a:ext uri="{FF2B5EF4-FFF2-40B4-BE49-F238E27FC236}">
                  <a16:creationId xmlns:a16="http://schemas.microsoft.com/office/drawing/2014/main" id="{A5CE70AB-FEBB-7C99-5CB8-1AC3ED2FD880}"/>
                </a:ext>
              </a:extLst>
            </p:cNvPr>
            <p:cNvSpPr txBox="1">
              <a:spLocks noChangeArrowheads="1"/>
            </p:cNvSpPr>
            <p:nvPr/>
          </p:nvSpPr>
          <p:spPr bwMode="auto">
            <a:xfrm>
              <a:off x="4422" y="1661"/>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82322" name="Line 18">
              <a:extLst>
                <a:ext uri="{FF2B5EF4-FFF2-40B4-BE49-F238E27FC236}">
                  <a16:creationId xmlns:a16="http://schemas.microsoft.com/office/drawing/2014/main" id="{1B1CB54B-EB1B-6A64-C4D2-1C9094BAF7D5}"/>
                </a:ext>
              </a:extLst>
            </p:cNvPr>
            <p:cNvSpPr>
              <a:spLocks noChangeShapeType="1"/>
            </p:cNvSpPr>
            <p:nvPr/>
          </p:nvSpPr>
          <p:spPr bwMode="auto">
            <a:xfrm>
              <a:off x="0" y="2160"/>
              <a:ext cx="57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2323" name="Line 19">
              <a:extLst>
                <a:ext uri="{FF2B5EF4-FFF2-40B4-BE49-F238E27FC236}">
                  <a16:creationId xmlns:a16="http://schemas.microsoft.com/office/drawing/2014/main" id="{56A606C6-36FE-16B6-8938-46CDE9B0986D}"/>
                </a:ext>
              </a:extLst>
            </p:cNvPr>
            <p:cNvSpPr>
              <a:spLocks noChangeShapeType="1"/>
            </p:cNvSpPr>
            <p:nvPr/>
          </p:nvSpPr>
          <p:spPr bwMode="auto">
            <a:xfrm flipV="1">
              <a:off x="0" y="1525"/>
              <a:ext cx="57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2324" name="Line 20">
              <a:extLst>
                <a:ext uri="{FF2B5EF4-FFF2-40B4-BE49-F238E27FC236}">
                  <a16:creationId xmlns:a16="http://schemas.microsoft.com/office/drawing/2014/main" id="{0913D11C-5034-BDA3-88A5-B27B6CC612A8}"/>
                </a:ext>
              </a:extLst>
            </p:cNvPr>
            <p:cNvSpPr>
              <a:spLocks noChangeShapeType="1"/>
            </p:cNvSpPr>
            <p:nvPr/>
          </p:nvSpPr>
          <p:spPr bwMode="auto">
            <a:xfrm flipH="1">
              <a:off x="612" y="1525"/>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2325" name="Text Box 21">
              <a:extLst>
                <a:ext uri="{FF2B5EF4-FFF2-40B4-BE49-F238E27FC236}">
                  <a16:creationId xmlns:a16="http://schemas.microsoft.com/office/drawing/2014/main" id="{BED9E36F-BE63-D2B3-0225-92871C68C4CE}"/>
                </a:ext>
              </a:extLst>
            </p:cNvPr>
            <p:cNvSpPr txBox="1">
              <a:spLocks noChangeArrowheads="1"/>
            </p:cNvSpPr>
            <p:nvPr/>
          </p:nvSpPr>
          <p:spPr bwMode="auto">
            <a:xfrm>
              <a:off x="0" y="1616"/>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类型</a:t>
              </a:r>
            </a:p>
          </p:txBody>
        </p:sp>
      </p:grpSp>
      <p:sp>
        <p:nvSpPr>
          <p:cNvPr id="482326" name="Text Box 22">
            <a:extLst>
              <a:ext uri="{FF2B5EF4-FFF2-40B4-BE49-F238E27FC236}">
                <a16:creationId xmlns:a16="http://schemas.microsoft.com/office/drawing/2014/main" id="{FA2475FF-C1BA-9254-2762-BC56BF0232EF}"/>
              </a:ext>
            </a:extLst>
          </p:cNvPr>
          <p:cNvSpPr txBox="1">
            <a:spLocks noChangeArrowheads="1"/>
          </p:cNvSpPr>
          <p:nvPr/>
        </p:nvSpPr>
        <p:spPr bwMode="auto">
          <a:xfrm>
            <a:off x="1524001" y="3644900"/>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双边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sp>
        <p:nvSpPr>
          <p:cNvPr id="482327" name="Text Box 23">
            <a:extLst>
              <a:ext uri="{FF2B5EF4-FFF2-40B4-BE49-F238E27FC236}">
                <a16:creationId xmlns:a16="http://schemas.microsoft.com/office/drawing/2014/main" id="{7F21464E-439B-1BAF-7F8D-73B21843EC7D}"/>
              </a:ext>
            </a:extLst>
          </p:cNvPr>
          <p:cNvSpPr txBox="1">
            <a:spLocks noChangeArrowheads="1"/>
          </p:cNvSpPr>
          <p:nvPr/>
        </p:nvSpPr>
        <p:spPr bwMode="auto">
          <a:xfrm>
            <a:off x="1524001" y="4868863"/>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单边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graphicFrame>
        <p:nvGraphicFramePr>
          <p:cNvPr id="482328" name="Object 24">
            <a:extLst>
              <a:ext uri="{FF2B5EF4-FFF2-40B4-BE49-F238E27FC236}">
                <a16:creationId xmlns:a16="http://schemas.microsoft.com/office/drawing/2014/main" id="{A3FDE574-DCAD-64A3-CD4F-188FB33A300F}"/>
              </a:ext>
            </a:extLst>
          </p:cNvPr>
          <p:cNvGraphicFramePr>
            <a:graphicFrameLocks noChangeAspect="1"/>
          </p:cNvGraphicFramePr>
          <p:nvPr/>
        </p:nvGraphicFramePr>
        <p:xfrm>
          <a:off x="8469313" y="3500439"/>
          <a:ext cx="2000250" cy="1152525"/>
        </p:xfrm>
        <a:graphic>
          <a:graphicData uri="http://schemas.openxmlformats.org/presentationml/2006/ole">
            <mc:AlternateContent xmlns:mc="http://schemas.openxmlformats.org/markup-compatibility/2006">
              <mc:Choice xmlns:v="urn:schemas-microsoft-com:vml" Requires="v">
                <p:oleObj name="公式" r:id="rId2" imgW="27800300" imgH="14046200" progId="Equation.3">
                  <p:embed/>
                </p:oleObj>
              </mc:Choice>
              <mc:Fallback>
                <p:oleObj name="公式" r:id="rId2" imgW="27800300" imgH="14046200" progId="Equation.3">
                  <p:embed/>
                  <p:pic>
                    <p:nvPicPr>
                      <p:cNvPr id="482328" name="Object 24">
                        <a:extLst>
                          <a:ext uri="{FF2B5EF4-FFF2-40B4-BE49-F238E27FC236}">
                            <a16:creationId xmlns:a16="http://schemas.microsoft.com/office/drawing/2014/main" id="{A3FDE574-DCAD-64A3-CD4F-188FB33A30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9313" y="3500439"/>
                        <a:ext cx="2000250"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2329" name="Object 25">
            <a:extLst>
              <a:ext uri="{FF2B5EF4-FFF2-40B4-BE49-F238E27FC236}">
                <a16:creationId xmlns:a16="http://schemas.microsoft.com/office/drawing/2014/main" id="{48DF4529-5D82-2F38-F230-A539C4F201D9}"/>
              </a:ext>
            </a:extLst>
          </p:cNvPr>
          <p:cNvGraphicFramePr>
            <a:graphicFrameLocks noChangeAspect="1"/>
          </p:cNvGraphicFramePr>
          <p:nvPr/>
        </p:nvGraphicFramePr>
        <p:xfrm>
          <a:off x="2495550" y="3927476"/>
          <a:ext cx="1301750" cy="557213"/>
        </p:xfrm>
        <a:graphic>
          <a:graphicData uri="http://schemas.openxmlformats.org/presentationml/2006/ole">
            <mc:AlternateContent xmlns:mc="http://schemas.openxmlformats.org/markup-compatibility/2006">
              <mc:Choice xmlns:v="urn:schemas-microsoft-com:vml" Requires="v">
                <p:oleObj name="公式" r:id="rId4" imgW="12293600" imgH="5270500" progId="Equation.3">
                  <p:embed/>
                </p:oleObj>
              </mc:Choice>
              <mc:Fallback>
                <p:oleObj name="公式" r:id="rId4" imgW="12293600" imgH="5270500" progId="Equation.3">
                  <p:embed/>
                  <p:pic>
                    <p:nvPicPr>
                      <p:cNvPr id="482329" name="Object 25">
                        <a:extLst>
                          <a:ext uri="{FF2B5EF4-FFF2-40B4-BE49-F238E27FC236}">
                            <a16:creationId xmlns:a16="http://schemas.microsoft.com/office/drawing/2014/main" id="{48DF4529-5D82-2F38-F230-A539C4F201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5550" y="3927476"/>
                        <a:ext cx="1301750"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2330" name="Object 26">
            <a:extLst>
              <a:ext uri="{FF2B5EF4-FFF2-40B4-BE49-F238E27FC236}">
                <a16:creationId xmlns:a16="http://schemas.microsoft.com/office/drawing/2014/main" id="{36B95B9F-29CD-92F6-EEEC-320FBE25FD56}"/>
              </a:ext>
            </a:extLst>
          </p:cNvPr>
          <p:cNvGraphicFramePr>
            <a:graphicFrameLocks noChangeAspect="1"/>
          </p:cNvGraphicFramePr>
          <p:nvPr/>
        </p:nvGraphicFramePr>
        <p:xfrm>
          <a:off x="3935414" y="3946526"/>
          <a:ext cx="1349375" cy="538163"/>
        </p:xfrm>
        <a:graphic>
          <a:graphicData uri="http://schemas.openxmlformats.org/presentationml/2006/ole">
            <mc:AlternateContent xmlns:mc="http://schemas.openxmlformats.org/markup-compatibility/2006">
              <mc:Choice xmlns:v="urn:schemas-microsoft-com:vml" Requires="v">
                <p:oleObj name="公式" r:id="rId6" imgW="13169900" imgH="5270500" progId="Equation.3">
                  <p:embed/>
                </p:oleObj>
              </mc:Choice>
              <mc:Fallback>
                <p:oleObj name="公式" r:id="rId6" imgW="13169900" imgH="5270500" progId="Equation.3">
                  <p:embed/>
                  <p:pic>
                    <p:nvPicPr>
                      <p:cNvPr id="482330" name="Object 26">
                        <a:extLst>
                          <a:ext uri="{FF2B5EF4-FFF2-40B4-BE49-F238E27FC236}">
                            <a16:creationId xmlns:a16="http://schemas.microsoft.com/office/drawing/2014/main" id="{36B95B9F-29CD-92F6-EEEC-320FBE25FD5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35414" y="3946526"/>
                        <a:ext cx="1349375"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82331" name="Group 27">
            <a:extLst>
              <a:ext uri="{FF2B5EF4-FFF2-40B4-BE49-F238E27FC236}">
                <a16:creationId xmlns:a16="http://schemas.microsoft.com/office/drawing/2014/main" id="{8E58E399-00F0-1C0F-4EB3-4491B83C599B}"/>
              </a:ext>
            </a:extLst>
          </p:cNvPr>
          <p:cNvGrpSpPr>
            <a:grpSpLocks/>
          </p:cNvGrpSpPr>
          <p:nvPr/>
        </p:nvGrpSpPr>
        <p:grpSpPr bwMode="auto">
          <a:xfrm>
            <a:off x="1524001" y="1123950"/>
            <a:ext cx="8964613" cy="579438"/>
            <a:chOff x="0" y="708"/>
            <a:chExt cx="5647" cy="365"/>
          </a:xfrm>
        </p:grpSpPr>
        <p:sp>
          <p:nvSpPr>
            <p:cNvPr id="482332" name="Rectangle 28">
              <a:extLst>
                <a:ext uri="{FF2B5EF4-FFF2-40B4-BE49-F238E27FC236}">
                  <a16:creationId xmlns:a16="http://schemas.microsoft.com/office/drawing/2014/main" id="{A624B507-5DEF-013A-08AC-FE6D8A5883E1}"/>
                </a:ext>
              </a:extLst>
            </p:cNvPr>
            <p:cNvSpPr>
              <a:spLocks noChangeArrowheads="1"/>
            </p:cNvSpPr>
            <p:nvPr/>
          </p:nvSpPr>
          <p:spPr bwMode="auto">
            <a:xfrm>
              <a:off x="0" y="708"/>
              <a:ext cx="564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1</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．已知           时，总体方差的假设检验</a:t>
              </a:r>
            </a:p>
          </p:txBody>
        </p:sp>
        <p:graphicFrame>
          <p:nvGraphicFramePr>
            <p:cNvPr id="482333" name="Object 29">
              <a:extLst>
                <a:ext uri="{FF2B5EF4-FFF2-40B4-BE49-F238E27FC236}">
                  <a16:creationId xmlns:a16="http://schemas.microsoft.com/office/drawing/2014/main" id="{D2D7B540-8391-E942-2D32-A88D7BF5D6BD}"/>
                </a:ext>
              </a:extLst>
            </p:cNvPr>
            <p:cNvGraphicFramePr>
              <a:graphicFrameLocks noChangeAspect="1"/>
            </p:cNvGraphicFramePr>
            <p:nvPr/>
          </p:nvGraphicFramePr>
          <p:xfrm>
            <a:off x="1020" y="709"/>
            <a:ext cx="715" cy="361"/>
          </p:xfrm>
          <a:graphic>
            <a:graphicData uri="http://schemas.openxmlformats.org/presentationml/2006/ole">
              <mc:AlternateContent xmlns:mc="http://schemas.openxmlformats.org/markup-compatibility/2006">
                <mc:Choice xmlns:v="urn:schemas-microsoft-com:vml" Requires="v">
                  <p:oleObj name="公式" r:id="rId8" imgW="11404600" imgH="4978400" progId="Equation.3">
                    <p:embed/>
                  </p:oleObj>
                </mc:Choice>
                <mc:Fallback>
                  <p:oleObj name="公式" r:id="rId8" imgW="11404600" imgH="4978400" progId="Equation.3">
                    <p:embed/>
                    <p:pic>
                      <p:nvPicPr>
                        <p:cNvPr id="482333" name="Object 29">
                          <a:extLst>
                            <a:ext uri="{FF2B5EF4-FFF2-40B4-BE49-F238E27FC236}">
                              <a16:creationId xmlns:a16="http://schemas.microsoft.com/office/drawing/2014/main" id="{D2D7B540-8391-E942-2D32-A88D7BF5D6B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0" y="709"/>
                          <a:ext cx="715" cy="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82334" name="Rectangle 30">
            <a:extLst>
              <a:ext uri="{FF2B5EF4-FFF2-40B4-BE49-F238E27FC236}">
                <a16:creationId xmlns:a16="http://schemas.microsoft.com/office/drawing/2014/main" id="{A98AD073-C545-97A6-A162-B0054372E3A2}"/>
              </a:ext>
            </a:extLst>
          </p:cNvPr>
          <p:cNvSpPr>
            <a:spLocks noChangeArrowheads="1"/>
          </p:cNvSpPr>
          <p:nvPr/>
        </p:nvSpPr>
        <p:spPr bwMode="auto">
          <a:xfrm>
            <a:off x="1524000" y="404813"/>
            <a:ext cx="8172450" cy="53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80000"/>
              </a:lnSpc>
              <a:spcBef>
                <a:spcPct val="2000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四、两个正态总体方差的假设检验</a:t>
            </a:r>
          </a:p>
        </p:txBody>
      </p:sp>
      <p:graphicFrame>
        <p:nvGraphicFramePr>
          <p:cNvPr id="482335" name="Object 31">
            <a:extLst>
              <a:ext uri="{FF2B5EF4-FFF2-40B4-BE49-F238E27FC236}">
                <a16:creationId xmlns:a16="http://schemas.microsoft.com/office/drawing/2014/main" id="{C70DB553-4EE7-60AD-9DFB-D7EE4674445E}"/>
              </a:ext>
            </a:extLst>
          </p:cNvPr>
          <p:cNvGraphicFramePr>
            <a:graphicFrameLocks noChangeAspect="1"/>
          </p:cNvGraphicFramePr>
          <p:nvPr/>
        </p:nvGraphicFramePr>
        <p:xfrm>
          <a:off x="2522539" y="4868863"/>
          <a:ext cx="1347787" cy="538162"/>
        </p:xfrm>
        <a:graphic>
          <a:graphicData uri="http://schemas.openxmlformats.org/presentationml/2006/ole">
            <mc:AlternateContent xmlns:mc="http://schemas.openxmlformats.org/markup-compatibility/2006">
              <mc:Choice xmlns:v="urn:schemas-microsoft-com:vml" Requires="v">
                <p:oleObj name="公式" r:id="rId10" imgW="13169900" imgH="5270500" progId="Equation.3">
                  <p:embed/>
                </p:oleObj>
              </mc:Choice>
              <mc:Fallback>
                <p:oleObj name="公式" r:id="rId10" imgW="13169900" imgH="5270500" progId="Equation.3">
                  <p:embed/>
                  <p:pic>
                    <p:nvPicPr>
                      <p:cNvPr id="482335" name="Object 31">
                        <a:extLst>
                          <a:ext uri="{FF2B5EF4-FFF2-40B4-BE49-F238E27FC236}">
                            <a16:creationId xmlns:a16="http://schemas.microsoft.com/office/drawing/2014/main" id="{C70DB553-4EE7-60AD-9DFB-D7EE4674445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2539" y="4868863"/>
                        <a:ext cx="1347787"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2336" name="Object 32">
            <a:extLst>
              <a:ext uri="{FF2B5EF4-FFF2-40B4-BE49-F238E27FC236}">
                <a16:creationId xmlns:a16="http://schemas.microsoft.com/office/drawing/2014/main" id="{2170A264-571F-A8EB-E7DE-6CFFB62F47BA}"/>
              </a:ext>
            </a:extLst>
          </p:cNvPr>
          <p:cNvGraphicFramePr>
            <a:graphicFrameLocks noChangeAspect="1"/>
          </p:cNvGraphicFramePr>
          <p:nvPr/>
        </p:nvGraphicFramePr>
        <p:xfrm>
          <a:off x="3935414" y="4797426"/>
          <a:ext cx="1349375" cy="538163"/>
        </p:xfrm>
        <a:graphic>
          <a:graphicData uri="http://schemas.openxmlformats.org/presentationml/2006/ole">
            <mc:AlternateContent xmlns:mc="http://schemas.openxmlformats.org/markup-compatibility/2006">
              <mc:Choice xmlns:v="urn:schemas-microsoft-com:vml" Requires="v">
                <p:oleObj name="公式" r:id="rId12" imgW="13169900" imgH="5270500" progId="Equation.3">
                  <p:embed/>
                </p:oleObj>
              </mc:Choice>
              <mc:Fallback>
                <p:oleObj name="公式" r:id="rId12" imgW="13169900" imgH="5270500" progId="Equation.3">
                  <p:embed/>
                  <p:pic>
                    <p:nvPicPr>
                      <p:cNvPr id="482336" name="Object 32">
                        <a:extLst>
                          <a:ext uri="{FF2B5EF4-FFF2-40B4-BE49-F238E27FC236}">
                            <a16:creationId xmlns:a16="http://schemas.microsoft.com/office/drawing/2014/main" id="{2170A264-571F-A8EB-E7DE-6CFFB62F47B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35414" y="4797426"/>
                        <a:ext cx="1349375"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2337" name="Object 33">
            <a:extLst>
              <a:ext uri="{FF2B5EF4-FFF2-40B4-BE49-F238E27FC236}">
                <a16:creationId xmlns:a16="http://schemas.microsoft.com/office/drawing/2014/main" id="{0F98436A-A0C0-128A-720E-6D3CA477D2AD}"/>
              </a:ext>
            </a:extLst>
          </p:cNvPr>
          <p:cNvGraphicFramePr>
            <a:graphicFrameLocks noChangeAspect="1"/>
          </p:cNvGraphicFramePr>
          <p:nvPr/>
        </p:nvGraphicFramePr>
        <p:xfrm>
          <a:off x="2566989" y="5589588"/>
          <a:ext cx="1347787" cy="538162"/>
        </p:xfrm>
        <a:graphic>
          <a:graphicData uri="http://schemas.openxmlformats.org/presentationml/2006/ole">
            <mc:AlternateContent xmlns:mc="http://schemas.openxmlformats.org/markup-compatibility/2006">
              <mc:Choice xmlns:v="urn:schemas-microsoft-com:vml" Requires="v">
                <p:oleObj name="公式" r:id="rId14" imgW="13169900" imgH="5270500" progId="Equation.3">
                  <p:embed/>
                </p:oleObj>
              </mc:Choice>
              <mc:Fallback>
                <p:oleObj name="公式" r:id="rId14" imgW="13169900" imgH="5270500" progId="Equation.3">
                  <p:embed/>
                  <p:pic>
                    <p:nvPicPr>
                      <p:cNvPr id="482337" name="Object 33">
                        <a:extLst>
                          <a:ext uri="{FF2B5EF4-FFF2-40B4-BE49-F238E27FC236}">
                            <a16:creationId xmlns:a16="http://schemas.microsoft.com/office/drawing/2014/main" id="{0F98436A-A0C0-128A-720E-6D3CA477D2A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66989" y="5589588"/>
                        <a:ext cx="1347787"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2338" name="Object 34">
            <a:extLst>
              <a:ext uri="{FF2B5EF4-FFF2-40B4-BE49-F238E27FC236}">
                <a16:creationId xmlns:a16="http://schemas.microsoft.com/office/drawing/2014/main" id="{711952BA-8E55-90CA-36F1-3719B6AF2EA7}"/>
              </a:ext>
            </a:extLst>
          </p:cNvPr>
          <p:cNvGraphicFramePr>
            <a:graphicFrameLocks noChangeAspect="1"/>
          </p:cNvGraphicFramePr>
          <p:nvPr/>
        </p:nvGraphicFramePr>
        <p:xfrm>
          <a:off x="4008439" y="5589588"/>
          <a:ext cx="1349375" cy="538162"/>
        </p:xfrm>
        <a:graphic>
          <a:graphicData uri="http://schemas.openxmlformats.org/presentationml/2006/ole">
            <mc:AlternateContent xmlns:mc="http://schemas.openxmlformats.org/markup-compatibility/2006">
              <mc:Choice xmlns:v="urn:schemas-microsoft-com:vml" Requires="v">
                <p:oleObj name="公式" r:id="rId16" imgW="13169900" imgH="5270500" progId="Equation.3">
                  <p:embed/>
                </p:oleObj>
              </mc:Choice>
              <mc:Fallback>
                <p:oleObj name="公式" r:id="rId16" imgW="13169900" imgH="5270500" progId="Equation.3">
                  <p:embed/>
                  <p:pic>
                    <p:nvPicPr>
                      <p:cNvPr id="482338" name="Object 34">
                        <a:extLst>
                          <a:ext uri="{FF2B5EF4-FFF2-40B4-BE49-F238E27FC236}">
                            <a16:creationId xmlns:a16="http://schemas.microsoft.com/office/drawing/2014/main" id="{711952BA-8E55-90CA-36F1-3719B6AF2EA7}"/>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08439" y="5589588"/>
                        <a:ext cx="1349375"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2339" name="Object 35">
            <a:extLst>
              <a:ext uri="{FF2B5EF4-FFF2-40B4-BE49-F238E27FC236}">
                <a16:creationId xmlns:a16="http://schemas.microsoft.com/office/drawing/2014/main" id="{1CC10E81-9F0E-9CCB-5670-B322FB7C2E7A}"/>
              </a:ext>
            </a:extLst>
          </p:cNvPr>
          <p:cNvGraphicFramePr>
            <a:graphicFrameLocks noChangeAspect="1"/>
          </p:cNvGraphicFramePr>
          <p:nvPr/>
        </p:nvGraphicFramePr>
        <p:xfrm>
          <a:off x="5448300" y="4076700"/>
          <a:ext cx="2636838" cy="1576388"/>
        </p:xfrm>
        <a:graphic>
          <a:graphicData uri="http://schemas.openxmlformats.org/presentationml/2006/ole">
            <mc:AlternateContent xmlns:mc="http://schemas.openxmlformats.org/markup-compatibility/2006">
              <mc:Choice xmlns:v="urn:schemas-microsoft-com:vml" Requires="v">
                <p:oleObj name="公式" r:id="rId18" imgW="32473900" imgH="20485100" progId="Equation.3">
                  <p:embed/>
                </p:oleObj>
              </mc:Choice>
              <mc:Fallback>
                <p:oleObj name="公式" r:id="rId18" imgW="32473900" imgH="20485100" progId="Equation.3">
                  <p:embed/>
                  <p:pic>
                    <p:nvPicPr>
                      <p:cNvPr id="482339" name="Object 35">
                        <a:extLst>
                          <a:ext uri="{FF2B5EF4-FFF2-40B4-BE49-F238E27FC236}">
                            <a16:creationId xmlns:a16="http://schemas.microsoft.com/office/drawing/2014/main" id="{1CC10E81-9F0E-9CCB-5670-B322FB7C2E7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448300" y="4076700"/>
                        <a:ext cx="2636838" cy="157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2340" name="Object 36">
            <a:extLst>
              <a:ext uri="{FF2B5EF4-FFF2-40B4-BE49-F238E27FC236}">
                <a16:creationId xmlns:a16="http://schemas.microsoft.com/office/drawing/2014/main" id="{4CC7E155-FA24-3A17-150B-4D6EAD0219D6}"/>
              </a:ext>
            </a:extLst>
          </p:cNvPr>
          <p:cNvGraphicFramePr>
            <a:graphicFrameLocks noChangeAspect="1"/>
          </p:cNvGraphicFramePr>
          <p:nvPr/>
        </p:nvGraphicFramePr>
        <p:xfrm>
          <a:off x="8478839" y="4868864"/>
          <a:ext cx="1830387" cy="504825"/>
        </p:xfrm>
        <a:graphic>
          <a:graphicData uri="http://schemas.openxmlformats.org/presentationml/2006/ole">
            <mc:AlternateContent xmlns:mc="http://schemas.openxmlformats.org/markup-compatibility/2006">
              <mc:Choice xmlns:v="urn:schemas-microsoft-com:vml" Requires="v">
                <p:oleObj name="公式" r:id="rId20" imgW="25450800" imgH="5562600" progId="Equation.3">
                  <p:embed/>
                </p:oleObj>
              </mc:Choice>
              <mc:Fallback>
                <p:oleObj name="公式" r:id="rId20" imgW="25450800" imgH="5562600" progId="Equation.3">
                  <p:embed/>
                  <p:pic>
                    <p:nvPicPr>
                      <p:cNvPr id="482340" name="Object 36">
                        <a:extLst>
                          <a:ext uri="{FF2B5EF4-FFF2-40B4-BE49-F238E27FC236}">
                            <a16:creationId xmlns:a16="http://schemas.microsoft.com/office/drawing/2014/main" id="{4CC7E155-FA24-3A17-150B-4D6EAD0219D6}"/>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478839" y="4868864"/>
                        <a:ext cx="1830387"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2341" name="Object 37">
            <a:extLst>
              <a:ext uri="{FF2B5EF4-FFF2-40B4-BE49-F238E27FC236}">
                <a16:creationId xmlns:a16="http://schemas.microsoft.com/office/drawing/2014/main" id="{38CAA7AA-CB8C-273F-0078-C3BABC037D6D}"/>
              </a:ext>
            </a:extLst>
          </p:cNvPr>
          <p:cNvGraphicFramePr>
            <a:graphicFrameLocks noChangeAspect="1"/>
          </p:cNvGraphicFramePr>
          <p:nvPr/>
        </p:nvGraphicFramePr>
        <p:xfrm>
          <a:off x="8375651" y="5734050"/>
          <a:ext cx="1998663" cy="503238"/>
        </p:xfrm>
        <a:graphic>
          <a:graphicData uri="http://schemas.openxmlformats.org/presentationml/2006/ole">
            <mc:AlternateContent xmlns:mc="http://schemas.openxmlformats.org/markup-compatibility/2006">
              <mc:Choice xmlns:v="urn:schemas-microsoft-com:vml" Requires="v">
                <p:oleObj name="公式" r:id="rId22" imgW="27800300" imgH="5562600" progId="Equation.3">
                  <p:embed/>
                </p:oleObj>
              </mc:Choice>
              <mc:Fallback>
                <p:oleObj name="公式" r:id="rId22" imgW="27800300" imgH="5562600" progId="Equation.3">
                  <p:embed/>
                  <p:pic>
                    <p:nvPicPr>
                      <p:cNvPr id="482341" name="Object 37">
                        <a:extLst>
                          <a:ext uri="{FF2B5EF4-FFF2-40B4-BE49-F238E27FC236}">
                            <a16:creationId xmlns:a16="http://schemas.microsoft.com/office/drawing/2014/main" id="{38CAA7AA-CB8C-273F-0078-C3BABC037D6D}"/>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375651" y="5734050"/>
                        <a:ext cx="1998663"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82334"/>
                                        </p:tgtEl>
                                        <p:attrNameLst>
                                          <p:attrName>style.visibility</p:attrName>
                                        </p:attrNameLst>
                                      </p:cBhvr>
                                      <p:to>
                                        <p:strVal val="visible"/>
                                      </p:to>
                                    </p:set>
                                    <p:animEffect transition="in" filter="slide(fromRight)">
                                      <p:cBhvr>
                                        <p:cTn id="7" dur="1000"/>
                                        <p:tgtEl>
                                          <p:spTgt spid="4823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82331"/>
                                        </p:tgtEl>
                                        <p:attrNameLst>
                                          <p:attrName>style.visibility</p:attrName>
                                        </p:attrNameLst>
                                      </p:cBhvr>
                                      <p:to>
                                        <p:strVal val="visible"/>
                                      </p:to>
                                    </p:set>
                                    <p:animEffect transition="in" filter="wipe(left)">
                                      <p:cBhvr>
                                        <p:cTn id="12" dur="1000"/>
                                        <p:tgtEl>
                                          <p:spTgt spid="4823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82314"/>
                                        </p:tgtEl>
                                        <p:attrNameLst>
                                          <p:attrName>style.visibility</p:attrName>
                                        </p:attrNameLst>
                                      </p:cBhvr>
                                      <p:to>
                                        <p:strVal val="visible"/>
                                      </p:to>
                                    </p:set>
                                    <p:animEffect transition="in" filter="wipe(up)">
                                      <p:cBhvr>
                                        <p:cTn id="17" dur="1000"/>
                                        <p:tgtEl>
                                          <p:spTgt spid="4823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82326"/>
                                        </p:tgtEl>
                                        <p:attrNameLst>
                                          <p:attrName>style.visibility</p:attrName>
                                        </p:attrNameLst>
                                      </p:cBhvr>
                                      <p:to>
                                        <p:strVal val="visible"/>
                                      </p:to>
                                    </p:set>
                                    <p:animEffect transition="in" filter="wipe(up)">
                                      <p:cBhvr>
                                        <p:cTn id="22" dur="1000"/>
                                        <p:tgtEl>
                                          <p:spTgt spid="4823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82329"/>
                                        </p:tgtEl>
                                        <p:attrNameLst>
                                          <p:attrName>style.visibility</p:attrName>
                                        </p:attrNameLst>
                                      </p:cBhvr>
                                      <p:to>
                                        <p:strVal val="visible"/>
                                      </p:to>
                                    </p:set>
                                    <p:animEffect transition="in" filter="wipe(up)">
                                      <p:cBhvr>
                                        <p:cTn id="27" dur="1000"/>
                                        <p:tgtEl>
                                          <p:spTgt spid="48232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82330"/>
                                        </p:tgtEl>
                                        <p:attrNameLst>
                                          <p:attrName>style.visibility</p:attrName>
                                        </p:attrNameLst>
                                      </p:cBhvr>
                                      <p:to>
                                        <p:strVal val="visible"/>
                                      </p:to>
                                    </p:set>
                                    <p:animEffect transition="in" filter="wipe(up)">
                                      <p:cBhvr>
                                        <p:cTn id="32" dur="1000"/>
                                        <p:tgtEl>
                                          <p:spTgt spid="48233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482339"/>
                                        </p:tgtEl>
                                        <p:attrNameLst>
                                          <p:attrName>style.visibility</p:attrName>
                                        </p:attrNameLst>
                                      </p:cBhvr>
                                      <p:to>
                                        <p:strVal val="visible"/>
                                      </p:to>
                                    </p:set>
                                    <p:animEffect transition="in" filter="wipe(up)">
                                      <p:cBhvr>
                                        <p:cTn id="37" dur="1000"/>
                                        <p:tgtEl>
                                          <p:spTgt spid="48233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482328"/>
                                        </p:tgtEl>
                                        <p:attrNameLst>
                                          <p:attrName>style.visibility</p:attrName>
                                        </p:attrNameLst>
                                      </p:cBhvr>
                                      <p:to>
                                        <p:strVal val="visible"/>
                                      </p:to>
                                    </p:set>
                                    <p:animEffect transition="in" filter="wipe(up)">
                                      <p:cBhvr>
                                        <p:cTn id="42" dur="1000"/>
                                        <p:tgtEl>
                                          <p:spTgt spid="482328"/>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482307"/>
                                        </p:tgtEl>
                                        <p:attrNameLst>
                                          <p:attrName>style.visibility</p:attrName>
                                        </p:attrNameLst>
                                      </p:cBhvr>
                                      <p:to>
                                        <p:strVal val="visible"/>
                                      </p:to>
                                    </p:set>
                                    <p:animEffect transition="in" filter="wipe(left)">
                                      <p:cBhvr>
                                        <p:cTn id="46" dur="500"/>
                                        <p:tgtEl>
                                          <p:spTgt spid="48230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82327"/>
                                        </p:tgtEl>
                                        <p:attrNameLst>
                                          <p:attrName>style.visibility</p:attrName>
                                        </p:attrNameLst>
                                      </p:cBhvr>
                                      <p:to>
                                        <p:strVal val="visible"/>
                                      </p:to>
                                    </p:set>
                                    <p:animEffect transition="in" filter="wipe(up)">
                                      <p:cBhvr>
                                        <p:cTn id="51" dur="1000"/>
                                        <p:tgtEl>
                                          <p:spTgt spid="48232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482335"/>
                                        </p:tgtEl>
                                        <p:attrNameLst>
                                          <p:attrName>style.visibility</p:attrName>
                                        </p:attrNameLst>
                                      </p:cBhvr>
                                      <p:to>
                                        <p:strVal val="visible"/>
                                      </p:to>
                                    </p:set>
                                    <p:animEffect transition="in" filter="wipe(up)">
                                      <p:cBhvr>
                                        <p:cTn id="56" dur="1000"/>
                                        <p:tgtEl>
                                          <p:spTgt spid="48233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482336"/>
                                        </p:tgtEl>
                                        <p:attrNameLst>
                                          <p:attrName>style.visibility</p:attrName>
                                        </p:attrNameLst>
                                      </p:cBhvr>
                                      <p:to>
                                        <p:strVal val="visible"/>
                                      </p:to>
                                    </p:set>
                                    <p:animEffect transition="in" filter="wipe(up)">
                                      <p:cBhvr>
                                        <p:cTn id="61" dur="1000"/>
                                        <p:tgtEl>
                                          <p:spTgt spid="48233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1" fill="hold" nodeType="clickEffect">
                                  <p:stCondLst>
                                    <p:cond delay="0"/>
                                  </p:stCondLst>
                                  <p:childTnLst>
                                    <p:set>
                                      <p:cBhvr>
                                        <p:cTn id="65" dur="1" fill="hold">
                                          <p:stCondLst>
                                            <p:cond delay="0"/>
                                          </p:stCondLst>
                                        </p:cTn>
                                        <p:tgtEl>
                                          <p:spTgt spid="482340"/>
                                        </p:tgtEl>
                                        <p:attrNameLst>
                                          <p:attrName>style.visibility</p:attrName>
                                        </p:attrNameLst>
                                      </p:cBhvr>
                                      <p:to>
                                        <p:strVal val="visible"/>
                                      </p:to>
                                    </p:set>
                                    <p:animEffect transition="in" filter="wipe(up)">
                                      <p:cBhvr>
                                        <p:cTn id="66" dur="1000"/>
                                        <p:tgtEl>
                                          <p:spTgt spid="482340"/>
                                        </p:tgtEl>
                                      </p:cBhvr>
                                    </p:animEffect>
                                  </p:childTnLst>
                                </p:cTn>
                              </p:par>
                            </p:childTnLst>
                          </p:cTn>
                        </p:par>
                        <p:par>
                          <p:cTn id="67" fill="hold" nodeType="afterGroup">
                            <p:stCondLst>
                              <p:cond delay="1000"/>
                            </p:stCondLst>
                            <p:childTnLst>
                              <p:par>
                                <p:cTn id="68" presetID="22" presetClass="entr" presetSubtype="8" fill="hold" nodeType="afterEffect">
                                  <p:stCondLst>
                                    <p:cond delay="0"/>
                                  </p:stCondLst>
                                  <p:childTnLst>
                                    <p:set>
                                      <p:cBhvr>
                                        <p:cTn id="69" dur="1" fill="hold">
                                          <p:stCondLst>
                                            <p:cond delay="0"/>
                                          </p:stCondLst>
                                        </p:cTn>
                                        <p:tgtEl>
                                          <p:spTgt spid="482310"/>
                                        </p:tgtEl>
                                        <p:attrNameLst>
                                          <p:attrName>style.visibility</p:attrName>
                                        </p:attrNameLst>
                                      </p:cBhvr>
                                      <p:to>
                                        <p:strVal val="visible"/>
                                      </p:to>
                                    </p:set>
                                    <p:animEffect transition="in" filter="wipe(left)">
                                      <p:cBhvr>
                                        <p:cTn id="70" dur="500"/>
                                        <p:tgtEl>
                                          <p:spTgt spid="48231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482337"/>
                                        </p:tgtEl>
                                        <p:attrNameLst>
                                          <p:attrName>style.visibility</p:attrName>
                                        </p:attrNameLst>
                                      </p:cBhvr>
                                      <p:to>
                                        <p:strVal val="visible"/>
                                      </p:to>
                                    </p:set>
                                    <p:animEffect transition="in" filter="wipe(up)">
                                      <p:cBhvr>
                                        <p:cTn id="75" dur="1000"/>
                                        <p:tgtEl>
                                          <p:spTgt spid="482337"/>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482338"/>
                                        </p:tgtEl>
                                        <p:attrNameLst>
                                          <p:attrName>style.visibility</p:attrName>
                                        </p:attrNameLst>
                                      </p:cBhvr>
                                      <p:to>
                                        <p:strVal val="visible"/>
                                      </p:to>
                                    </p:set>
                                    <p:animEffect transition="in" filter="wipe(up)">
                                      <p:cBhvr>
                                        <p:cTn id="80" dur="1000"/>
                                        <p:tgtEl>
                                          <p:spTgt spid="482338"/>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1" fill="hold" nodeType="clickEffect">
                                  <p:stCondLst>
                                    <p:cond delay="0"/>
                                  </p:stCondLst>
                                  <p:childTnLst>
                                    <p:set>
                                      <p:cBhvr>
                                        <p:cTn id="84" dur="1" fill="hold">
                                          <p:stCondLst>
                                            <p:cond delay="0"/>
                                          </p:stCondLst>
                                        </p:cTn>
                                        <p:tgtEl>
                                          <p:spTgt spid="482341"/>
                                        </p:tgtEl>
                                        <p:attrNameLst>
                                          <p:attrName>style.visibility</p:attrName>
                                        </p:attrNameLst>
                                      </p:cBhvr>
                                      <p:to>
                                        <p:strVal val="visible"/>
                                      </p:to>
                                    </p:set>
                                    <p:animEffect transition="in" filter="wipe(up)">
                                      <p:cBhvr>
                                        <p:cTn id="85" dur="1000"/>
                                        <p:tgtEl>
                                          <p:spTgt spid="482341"/>
                                        </p:tgtEl>
                                      </p:cBhvr>
                                    </p:animEffect>
                                  </p:childTnLst>
                                </p:cTn>
                              </p:par>
                            </p:childTnLst>
                          </p:cTn>
                        </p:par>
                        <p:par>
                          <p:cTn id="86" fill="hold" nodeType="afterGroup">
                            <p:stCondLst>
                              <p:cond delay="1000"/>
                            </p:stCondLst>
                            <p:childTnLst>
                              <p:par>
                                <p:cTn id="87" presetID="22" presetClass="entr" presetSubtype="8" fill="hold" nodeType="afterEffect">
                                  <p:stCondLst>
                                    <p:cond delay="0"/>
                                  </p:stCondLst>
                                  <p:childTnLst>
                                    <p:set>
                                      <p:cBhvr>
                                        <p:cTn id="88" dur="1" fill="hold">
                                          <p:stCondLst>
                                            <p:cond delay="0"/>
                                          </p:stCondLst>
                                        </p:cTn>
                                        <p:tgtEl>
                                          <p:spTgt spid="482313"/>
                                        </p:tgtEl>
                                        <p:attrNameLst>
                                          <p:attrName>style.visibility</p:attrName>
                                        </p:attrNameLst>
                                      </p:cBhvr>
                                      <p:to>
                                        <p:strVal val="visible"/>
                                      </p:to>
                                    </p:set>
                                    <p:animEffect transition="in" filter="wipe(left)">
                                      <p:cBhvr>
                                        <p:cTn id="89" dur="500"/>
                                        <p:tgtEl>
                                          <p:spTgt spid="482313"/>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482306"/>
                                        </p:tgtEl>
                                        <p:attrNameLst>
                                          <p:attrName>style.visibility</p:attrName>
                                        </p:attrNameLst>
                                      </p:cBhvr>
                                      <p:to>
                                        <p:strVal val="visible"/>
                                      </p:to>
                                    </p:set>
                                    <p:animEffect transition="in" filter="wipe(left)">
                                      <p:cBhvr>
                                        <p:cTn id="94" dur="1000"/>
                                        <p:tgtEl>
                                          <p:spTgt spid="482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6" grpId="0"/>
      <p:bldP spid="482326" grpId="0"/>
      <p:bldP spid="482327" grpId="0"/>
      <p:bldP spid="48233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Text Box 2">
            <a:extLst>
              <a:ext uri="{FF2B5EF4-FFF2-40B4-BE49-F238E27FC236}">
                <a16:creationId xmlns:a16="http://schemas.microsoft.com/office/drawing/2014/main" id="{F4B2AB47-E88A-47D1-C23C-16FA419617B1}"/>
              </a:ext>
            </a:extLst>
          </p:cNvPr>
          <p:cNvSpPr txBox="1">
            <a:spLocks noChangeArrowheads="1"/>
          </p:cNvSpPr>
          <p:nvPr/>
        </p:nvSpPr>
        <p:spPr bwMode="auto">
          <a:xfrm>
            <a:off x="4727576" y="1341439"/>
            <a:ext cx="1776413" cy="579437"/>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3200" b="1" i="1">
                <a:solidFill>
                  <a:srgbClr val="0000FF"/>
                </a:solidFill>
                <a:latin typeface="Times New Roman" panose="02020603050405020304" pitchFamily="18" charset="0"/>
                <a:ea typeface="华文宋体" panose="02010600040101010101" pitchFamily="2" charset="-122"/>
              </a:rPr>
              <a:t>F</a:t>
            </a:r>
            <a:r>
              <a:rPr kumimoji="1" lang="en-US" altLang="zh-CN" sz="3200" b="1">
                <a:solidFill>
                  <a:srgbClr val="0000FF"/>
                </a:solidFill>
                <a:latin typeface="Times New Roman" panose="02020603050405020304" pitchFamily="18" charset="0"/>
                <a:ea typeface="楷体_GB2312" pitchFamily="49" charset="-122"/>
              </a:rPr>
              <a:t> </a:t>
            </a:r>
            <a:r>
              <a:rPr kumimoji="1" lang="zh-CN" altLang="en-US" sz="3200" b="1">
                <a:solidFill>
                  <a:srgbClr val="0000FF"/>
                </a:solidFill>
                <a:latin typeface="Times New Roman" panose="02020603050405020304" pitchFamily="18" charset="0"/>
                <a:ea typeface="楷体_GB2312" pitchFamily="49" charset="-122"/>
              </a:rPr>
              <a:t>检验法</a:t>
            </a:r>
            <a:endParaRPr kumimoji="1" lang="zh-CN" altLang="en-US" sz="3200" b="1">
              <a:solidFill>
                <a:srgbClr val="0000FF"/>
              </a:solidFill>
              <a:latin typeface="Times New Roman" panose="02020603050405020304" pitchFamily="18" charset="0"/>
              <a:ea typeface="楷体_GB2312" pitchFamily="49" charset="-122"/>
              <a:sym typeface="Symbol" pitchFamily="2" charset="2"/>
            </a:endParaRPr>
          </a:p>
        </p:txBody>
      </p:sp>
      <p:grpSp>
        <p:nvGrpSpPr>
          <p:cNvPr id="483331" name="Group 3">
            <a:extLst>
              <a:ext uri="{FF2B5EF4-FFF2-40B4-BE49-F238E27FC236}">
                <a16:creationId xmlns:a16="http://schemas.microsoft.com/office/drawing/2014/main" id="{D102E951-E4DF-DAB4-153D-5069C085762D}"/>
              </a:ext>
            </a:extLst>
          </p:cNvPr>
          <p:cNvGrpSpPr>
            <a:grpSpLocks/>
          </p:cNvGrpSpPr>
          <p:nvPr/>
        </p:nvGrpSpPr>
        <p:grpSpPr bwMode="auto">
          <a:xfrm>
            <a:off x="1524000" y="4440238"/>
            <a:ext cx="9144000" cy="0"/>
            <a:chOff x="0" y="2976"/>
            <a:chExt cx="5760" cy="0"/>
          </a:xfrm>
        </p:grpSpPr>
        <p:sp>
          <p:nvSpPr>
            <p:cNvPr id="483332" name="Line 4">
              <a:extLst>
                <a:ext uri="{FF2B5EF4-FFF2-40B4-BE49-F238E27FC236}">
                  <a16:creationId xmlns:a16="http://schemas.microsoft.com/office/drawing/2014/main" id="{8A975D53-CA7A-6AA6-F9EC-64776FA97F4B}"/>
                </a:ext>
              </a:extLst>
            </p:cNvPr>
            <p:cNvSpPr>
              <a:spLocks noChangeShapeType="1"/>
            </p:cNvSpPr>
            <p:nvPr/>
          </p:nvSpPr>
          <p:spPr bwMode="auto">
            <a:xfrm flipV="1">
              <a:off x="0" y="2976"/>
              <a:ext cx="24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3333" name="Line 5">
              <a:extLst>
                <a:ext uri="{FF2B5EF4-FFF2-40B4-BE49-F238E27FC236}">
                  <a16:creationId xmlns:a16="http://schemas.microsoft.com/office/drawing/2014/main" id="{4C5FB5E4-1730-B98A-C2EC-F98BC62171B3}"/>
                </a:ext>
              </a:extLst>
            </p:cNvPr>
            <p:cNvSpPr>
              <a:spLocks noChangeShapeType="1"/>
            </p:cNvSpPr>
            <p:nvPr/>
          </p:nvSpPr>
          <p:spPr bwMode="auto">
            <a:xfrm>
              <a:off x="4150" y="2976"/>
              <a:ext cx="161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nvGrpSpPr>
          <p:cNvPr id="483334" name="Group 6">
            <a:extLst>
              <a:ext uri="{FF2B5EF4-FFF2-40B4-BE49-F238E27FC236}">
                <a16:creationId xmlns:a16="http://schemas.microsoft.com/office/drawing/2014/main" id="{B6042262-945F-18B3-8AF9-280E66BF5707}"/>
              </a:ext>
            </a:extLst>
          </p:cNvPr>
          <p:cNvGrpSpPr>
            <a:grpSpLocks/>
          </p:cNvGrpSpPr>
          <p:nvPr/>
        </p:nvGrpSpPr>
        <p:grpSpPr bwMode="auto">
          <a:xfrm>
            <a:off x="2495550" y="5232400"/>
            <a:ext cx="8172450" cy="1588"/>
            <a:chOff x="612" y="3475"/>
            <a:chExt cx="5148" cy="1"/>
          </a:xfrm>
        </p:grpSpPr>
        <p:sp>
          <p:nvSpPr>
            <p:cNvPr id="483335" name="Line 7">
              <a:extLst>
                <a:ext uri="{FF2B5EF4-FFF2-40B4-BE49-F238E27FC236}">
                  <a16:creationId xmlns:a16="http://schemas.microsoft.com/office/drawing/2014/main" id="{83C2D150-CB39-3D72-205C-A47C3F300BDE}"/>
                </a:ext>
              </a:extLst>
            </p:cNvPr>
            <p:cNvSpPr>
              <a:spLocks noChangeShapeType="1"/>
            </p:cNvSpPr>
            <p:nvPr/>
          </p:nvSpPr>
          <p:spPr bwMode="auto">
            <a:xfrm>
              <a:off x="612" y="3475"/>
              <a:ext cx="18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3336" name="Line 8">
              <a:extLst>
                <a:ext uri="{FF2B5EF4-FFF2-40B4-BE49-F238E27FC236}">
                  <a16:creationId xmlns:a16="http://schemas.microsoft.com/office/drawing/2014/main" id="{3BF48657-F19E-8B75-D028-40976C32B08D}"/>
                </a:ext>
              </a:extLst>
            </p:cNvPr>
            <p:cNvSpPr>
              <a:spLocks noChangeShapeType="1"/>
            </p:cNvSpPr>
            <p:nvPr/>
          </p:nvSpPr>
          <p:spPr bwMode="auto">
            <a:xfrm flipV="1">
              <a:off x="4150" y="3475"/>
              <a:ext cx="161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83337" name="Line 9">
            <a:extLst>
              <a:ext uri="{FF2B5EF4-FFF2-40B4-BE49-F238E27FC236}">
                <a16:creationId xmlns:a16="http://schemas.microsoft.com/office/drawing/2014/main" id="{77533029-1AD4-5144-0107-CF8A1A930D13}"/>
              </a:ext>
            </a:extLst>
          </p:cNvPr>
          <p:cNvSpPr>
            <a:spLocks noChangeShapeType="1"/>
          </p:cNvSpPr>
          <p:nvPr/>
        </p:nvSpPr>
        <p:spPr bwMode="auto">
          <a:xfrm>
            <a:off x="1524000" y="6026150"/>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83338" name="Group 10">
            <a:extLst>
              <a:ext uri="{FF2B5EF4-FFF2-40B4-BE49-F238E27FC236}">
                <a16:creationId xmlns:a16="http://schemas.microsoft.com/office/drawing/2014/main" id="{B6BB6472-6213-378A-0163-C0F8A13019E1}"/>
              </a:ext>
            </a:extLst>
          </p:cNvPr>
          <p:cNvGrpSpPr>
            <a:grpSpLocks/>
          </p:cNvGrpSpPr>
          <p:nvPr/>
        </p:nvGrpSpPr>
        <p:grpSpPr bwMode="auto">
          <a:xfrm>
            <a:off x="1524000" y="2136775"/>
            <a:ext cx="9144000" cy="3887788"/>
            <a:chOff x="0" y="1525"/>
            <a:chExt cx="5760" cy="2449"/>
          </a:xfrm>
        </p:grpSpPr>
        <p:sp>
          <p:nvSpPr>
            <p:cNvPr id="483339" name="Line 11">
              <a:extLst>
                <a:ext uri="{FF2B5EF4-FFF2-40B4-BE49-F238E27FC236}">
                  <a16:creationId xmlns:a16="http://schemas.microsoft.com/office/drawing/2014/main" id="{49D7B630-DF1D-D3FC-6A4C-03B63011B703}"/>
                </a:ext>
              </a:extLst>
            </p:cNvPr>
            <p:cNvSpPr>
              <a:spLocks noChangeShapeType="1"/>
            </p:cNvSpPr>
            <p:nvPr/>
          </p:nvSpPr>
          <p:spPr bwMode="auto">
            <a:xfrm flipH="1">
              <a:off x="1474" y="1525"/>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3340" name="Line 12">
              <a:extLst>
                <a:ext uri="{FF2B5EF4-FFF2-40B4-BE49-F238E27FC236}">
                  <a16:creationId xmlns:a16="http://schemas.microsoft.com/office/drawing/2014/main" id="{6C64303A-DDCF-5986-A650-9389B0C2DF27}"/>
                </a:ext>
              </a:extLst>
            </p:cNvPr>
            <p:cNvSpPr>
              <a:spLocks noChangeShapeType="1"/>
            </p:cNvSpPr>
            <p:nvPr/>
          </p:nvSpPr>
          <p:spPr bwMode="auto">
            <a:xfrm>
              <a:off x="2472" y="1525"/>
              <a:ext cx="8" cy="24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3341" name="Line 13">
              <a:extLst>
                <a:ext uri="{FF2B5EF4-FFF2-40B4-BE49-F238E27FC236}">
                  <a16:creationId xmlns:a16="http://schemas.microsoft.com/office/drawing/2014/main" id="{1377C2DC-7064-8AF2-B350-2DD46199A784}"/>
                </a:ext>
              </a:extLst>
            </p:cNvPr>
            <p:cNvSpPr>
              <a:spLocks noChangeShapeType="1"/>
            </p:cNvSpPr>
            <p:nvPr/>
          </p:nvSpPr>
          <p:spPr bwMode="auto">
            <a:xfrm>
              <a:off x="4150" y="1525"/>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3342" name="Text Box 14">
              <a:extLst>
                <a:ext uri="{FF2B5EF4-FFF2-40B4-BE49-F238E27FC236}">
                  <a16:creationId xmlns:a16="http://schemas.microsoft.com/office/drawing/2014/main" id="{8FE02F2A-109B-7BE7-CEDD-3BE8C49CB082}"/>
                </a:ext>
              </a:extLst>
            </p:cNvPr>
            <p:cNvSpPr txBox="1">
              <a:spLocks noChangeArrowheads="1"/>
            </p:cNvSpPr>
            <p:nvPr/>
          </p:nvSpPr>
          <p:spPr bwMode="auto">
            <a:xfrm>
              <a:off x="657" y="1570"/>
              <a:ext cx="788"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a:p>
              <a:pPr fontAlgn="base">
                <a:spcBef>
                  <a:spcPct val="0"/>
                </a:spcBef>
                <a:spcAft>
                  <a:spcPct val="0"/>
                </a:spcAft>
              </a:pP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83343" name="Text Box 15">
              <a:extLst>
                <a:ext uri="{FF2B5EF4-FFF2-40B4-BE49-F238E27FC236}">
                  <a16:creationId xmlns:a16="http://schemas.microsoft.com/office/drawing/2014/main" id="{382E9363-7090-EE0F-3941-A0481325DE8A}"/>
                </a:ext>
              </a:extLst>
            </p:cNvPr>
            <p:cNvSpPr txBox="1">
              <a:spLocks noChangeArrowheads="1"/>
            </p:cNvSpPr>
            <p:nvPr/>
          </p:nvSpPr>
          <p:spPr bwMode="auto">
            <a:xfrm>
              <a:off x="1474" y="1570"/>
              <a:ext cx="1012"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83344" name="Text Box 16">
              <a:extLst>
                <a:ext uri="{FF2B5EF4-FFF2-40B4-BE49-F238E27FC236}">
                  <a16:creationId xmlns:a16="http://schemas.microsoft.com/office/drawing/2014/main" id="{7A8452BB-A529-0E07-0B23-0B7429F2B620}"/>
                </a:ext>
              </a:extLst>
            </p:cNvPr>
            <p:cNvSpPr txBox="1">
              <a:spLocks noChangeArrowheads="1"/>
            </p:cNvSpPr>
            <p:nvPr/>
          </p:nvSpPr>
          <p:spPr bwMode="auto">
            <a:xfrm>
              <a:off x="2701" y="1706"/>
              <a:ext cx="12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83345" name="Text Box 17">
              <a:extLst>
                <a:ext uri="{FF2B5EF4-FFF2-40B4-BE49-F238E27FC236}">
                  <a16:creationId xmlns:a16="http://schemas.microsoft.com/office/drawing/2014/main" id="{719E5EDF-98F1-2CCB-45E8-DD30B887495A}"/>
                </a:ext>
              </a:extLst>
            </p:cNvPr>
            <p:cNvSpPr txBox="1">
              <a:spLocks noChangeArrowheads="1"/>
            </p:cNvSpPr>
            <p:nvPr/>
          </p:nvSpPr>
          <p:spPr bwMode="auto">
            <a:xfrm>
              <a:off x="4422" y="1661"/>
              <a:ext cx="7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83346" name="Line 18">
              <a:extLst>
                <a:ext uri="{FF2B5EF4-FFF2-40B4-BE49-F238E27FC236}">
                  <a16:creationId xmlns:a16="http://schemas.microsoft.com/office/drawing/2014/main" id="{C5D72A93-20E5-19FC-9ED3-13712DF2ECD7}"/>
                </a:ext>
              </a:extLst>
            </p:cNvPr>
            <p:cNvSpPr>
              <a:spLocks noChangeShapeType="1"/>
            </p:cNvSpPr>
            <p:nvPr/>
          </p:nvSpPr>
          <p:spPr bwMode="auto">
            <a:xfrm>
              <a:off x="0" y="2160"/>
              <a:ext cx="57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3347" name="Line 19">
              <a:extLst>
                <a:ext uri="{FF2B5EF4-FFF2-40B4-BE49-F238E27FC236}">
                  <a16:creationId xmlns:a16="http://schemas.microsoft.com/office/drawing/2014/main" id="{94959931-EE06-EB30-018D-CD333D7AC7DA}"/>
                </a:ext>
              </a:extLst>
            </p:cNvPr>
            <p:cNvSpPr>
              <a:spLocks noChangeShapeType="1"/>
            </p:cNvSpPr>
            <p:nvPr/>
          </p:nvSpPr>
          <p:spPr bwMode="auto">
            <a:xfrm flipV="1">
              <a:off x="0" y="1525"/>
              <a:ext cx="57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3348" name="Line 20">
              <a:extLst>
                <a:ext uri="{FF2B5EF4-FFF2-40B4-BE49-F238E27FC236}">
                  <a16:creationId xmlns:a16="http://schemas.microsoft.com/office/drawing/2014/main" id="{D0948952-8085-7C3D-5092-790E0A8FFE20}"/>
                </a:ext>
              </a:extLst>
            </p:cNvPr>
            <p:cNvSpPr>
              <a:spLocks noChangeShapeType="1"/>
            </p:cNvSpPr>
            <p:nvPr/>
          </p:nvSpPr>
          <p:spPr bwMode="auto">
            <a:xfrm flipH="1">
              <a:off x="612" y="1525"/>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3349" name="Text Box 21">
              <a:extLst>
                <a:ext uri="{FF2B5EF4-FFF2-40B4-BE49-F238E27FC236}">
                  <a16:creationId xmlns:a16="http://schemas.microsoft.com/office/drawing/2014/main" id="{42967BEC-0895-5FB0-F5B1-CEB55465CDEA}"/>
                </a:ext>
              </a:extLst>
            </p:cNvPr>
            <p:cNvSpPr txBox="1">
              <a:spLocks noChangeArrowheads="1"/>
            </p:cNvSpPr>
            <p:nvPr/>
          </p:nvSpPr>
          <p:spPr bwMode="auto">
            <a:xfrm>
              <a:off x="0" y="1616"/>
              <a:ext cx="5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类型</a:t>
              </a:r>
            </a:p>
          </p:txBody>
        </p:sp>
      </p:grpSp>
      <p:sp>
        <p:nvSpPr>
          <p:cNvPr id="483350" name="Text Box 22">
            <a:extLst>
              <a:ext uri="{FF2B5EF4-FFF2-40B4-BE49-F238E27FC236}">
                <a16:creationId xmlns:a16="http://schemas.microsoft.com/office/drawing/2014/main" id="{958AC7FE-0A57-B368-C8CB-06F34841D278}"/>
              </a:ext>
            </a:extLst>
          </p:cNvPr>
          <p:cNvSpPr txBox="1">
            <a:spLocks noChangeArrowheads="1"/>
          </p:cNvSpPr>
          <p:nvPr/>
        </p:nvSpPr>
        <p:spPr bwMode="auto">
          <a:xfrm>
            <a:off x="1524001" y="3360738"/>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双边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sp>
        <p:nvSpPr>
          <p:cNvPr id="483351" name="Text Box 23">
            <a:extLst>
              <a:ext uri="{FF2B5EF4-FFF2-40B4-BE49-F238E27FC236}">
                <a16:creationId xmlns:a16="http://schemas.microsoft.com/office/drawing/2014/main" id="{E5594D48-8A87-E7FA-3221-91EF4DD8325D}"/>
              </a:ext>
            </a:extLst>
          </p:cNvPr>
          <p:cNvSpPr txBox="1">
            <a:spLocks noChangeArrowheads="1"/>
          </p:cNvSpPr>
          <p:nvPr/>
        </p:nvSpPr>
        <p:spPr bwMode="auto">
          <a:xfrm>
            <a:off x="1524001" y="4584700"/>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单边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graphicFrame>
        <p:nvGraphicFramePr>
          <p:cNvPr id="483352" name="Object 24">
            <a:extLst>
              <a:ext uri="{FF2B5EF4-FFF2-40B4-BE49-F238E27FC236}">
                <a16:creationId xmlns:a16="http://schemas.microsoft.com/office/drawing/2014/main" id="{97DB5187-ECC8-D97D-DEC3-6B7AC7D2A858}"/>
              </a:ext>
            </a:extLst>
          </p:cNvPr>
          <p:cNvGraphicFramePr>
            <a:graphicFrameLocks noChangeAspect="1"/>
          </p:cNvGraphicFramePr>
          <p:nvPr/>
        </p:nvGraphicFramePr>
        <p:xfrm>
          <a:off x="8112126" y="3216276"/>
          <a:ext cx="2714625" cy="1152525"/>
        </p:xfrm>
        <a:graphic>
          <a:graphicData uri="http://schemas.openxmlformats.org/presentationml/2006/ole">
            <mc:AlternateContent xmlns:mc="http://schemas.openxmlformats.org/markup-compatibility/2006">
              <mc:Choice xmlns:v="urn:schemas-microsoft-com:vml" Requires="v">
                <p:oleObj name="公式" r:id="rId2" imgW="37744400" imgH="14046200" progId="Equation.3">
                  <p:embed/>
                </p:oleObj>
              </mc:Choice>
              <mc:Fallback>
                <p:oleObj name="公式" r:id="rId2" imgW="37744400" imgH="14046200" progId="Equation.3">
                  <p:embed/>
                  <p:pic>
                    <p:nvPicPr>
                      <p:cNvPr id="483352" name="Object 24">
                        <a:extLst>
                          <a:ext uri="{FF2B5EF4-FFF2-40B4-BE49-F238E27FC236}">
                            <a16:creationId xmlns:a16="http://schemas.microsoft.com/office/drawing/2014/main" id="{97DB5187-ECC8-D97D-DEC3-6B7AC7D2A8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2126" y="3216276"/>
                        <a:ext cx="2714625"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353" name="Object 25">
            <a:extLst>
              <a:ext uri="{FF2B5EF4-FFF2-40B4-BE49-F238E27FC236}">
                <a16:creationId xmlns:a16="http://schemas.microsoft.com/office/drawing/2014/main" id="{BEE85CFD-F159-F231-56C6-F574CE72DC62}"/>
              </a:ext>
            </a:extLst>
          </p:cNvPr>
          <p:cNvGraphicFramePr>
            <a:graphicFrameLocks noChangeAspect="1"/>
          </p:cNvGraphicFramePr>
          <p:nvPr/>
        </p:nvGraphicFramePr>
        <p:xfrm>
          <a:off x="2495550" y="3643313"/>
          <a:ext cx="1301750" cy="557212"/>
        </p:xfrm>
        <a:graphic>
          <a:graphicData uri="http://schemas.openxmlformats.org/presentationml/2006/ole">
            <mc:AlternateContent xmlns:mc="http://schemas.openxmlformats.org/markup-compatibility/2006">
              <mc:Choice xmlns:v="urn:schemas-microsoft-com:vml" Requires="v">
                <p:oleObj name="公式" r:id="rId4" imgW="12293600" imgH="5270500" progId="Equation.3">
                  <p:embed/>
                </p:oleObj>
              </mc:Choice>
              <mc:Fallback>
                <p:oleObj name="公式" r:id="rId4" imgW="12293600" imgH="5270500" progId="Equation.3">
                  <p:embed/>
                  <p:pic>
                    <p:nvPicPr>
                      <p:cNvPr id="483353" name="Object 25">
                        <a:extLst>
                          <a:ext uri="{FF2B5EF4-FFF2-40B4-BE49-F238E27FC236}">
                            <a16:creationId xmlns:a16="http://schemas.microsoft.com/office/drawing/2014/main" id="{BEE85CFD-F159-F231-56C6-F574CE72DC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5550" y="3643313"/>
                        <a:ext cx="1301750" cy="557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354" name="Object 26">
            <a:extLst>
              <a:ext uri="{FF2B5EF4-FFF2-40B4-BE49-F238E27FC236}">
                <a16:creationId xmlns:a16="http://schemas.microsoft.com/office/drawing/2014/main" id="{196E8D1B-8D4F-AD14-B35A-85D3526D8330}"/>
              </a:ext>
            </a:extLst>
          </p:cNvPr>
          <p:cNvGraphicFramePr>
            <a:graphicFrameLocks noChangeAspect="1"/>
          </p:cNvGraphicFramePr>
          <p:nvPr/>
        </p:nvGraphicFramePr>
        <p:xfrm>
          <a:off x="3935414" y="3662363"/>
          <a:ext cx="1349375" cy="538162"/>
        </p:xfrm>
        <a:graphic>
          <a:graphicData uri="http://schemas.openxmlformats.org/presentationml/2006/ole">
            <mc:AlternateContent xmlns:mc="http://schemas.openxmlformats.org/markup-compatibility/2006">
              <mc:Choice xmlns:v="urn:schemas-microsoft-com:vml" Requires="v">
                <p:oleObj name="公式" r:id="rId6" imgW="13169900" imgH="5270500" progId="Equation.3">
                  <p:embed/>
                </p:oleObj>
              </mc:Choice>
              <mc:Fallback>
                <p:oleObj name="公式" r:id="rId6" imgW="13169900" imgH="5270500" progId="Equation.3">
                  <p:embed/>
                  <p:pic>
                    <p:nvPicPr>
                      <p:cNvPr id="483354" name="Object 26">
                        <a:extLst>
                          <a:ext uri="{FF2B5EF4-FFF2-40B4-BE49-F238E27FC236}">
                            <a16:creationId xmlns:a16="http://schemas.microsoft.com/office/drawing/2014/main" id="{196E8D1B-8D4F-AD14-B35A-85D3526D833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35414" y="3662363"/>
                        <a:ext cx="1349375"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83355" name="Group 27">
            <a:extLst>
              <a:ext uri="{FF2B5EF4-FFF2-40B4-BE49-F238E27FC236}">
                <a16:creationId xmlns:a16="http://schemas.microsoft.com/office/drawing/2014/main" id="{A5B7012F-F190-5C17-7950-8C14F1492876}"/>
              </a:ext>
            </a:extLst>
          </p:cNvPr>
          <p:cNvGrpSpPr>
            <a:grpSpLocks/>
          </p:cNvGrpSpPr>
          <p:nvPr/>
        </p:nvGrpSpPr>
        <p:grpSpPr bwMode="auto">
          <a:xfrm>
            <a:off x="1703388" y="620714"/>
            <a:ext cx="8964612" cy="579437"/>
            <a:chOff x="0" y="708"/>
            <a:chExt cx="5647" cy="365"/>
          </a:xfrm>
        </p:grpSpPr>
        <p:sp>
          <p:nvSpPr>
            <p:cNvPr id="483356" name="Rectangle 28">
              <a:extLst>
                <a:ext uri="{FF2B5EF4-FFF2-40B4-BE49-F238E27FC236}">
                  <a16:creationId xmlns:a16="http://schemas.microsoft.com/office/drawing/2014/main" id="{99E49155-3F8D-F2B9-2510-6C63A8F1292D}"/>
                </a:ext>
              </a:extLst>
            </p:cNvPr>
            <p:cNvSpPr>
              <a:spLocks noChangeArrowheads="1"/>
            </p:cNvSpPr>
            <p:nvPr/>
          </p:nvSpPr>
          <p:spPr bwMode="auto">
            <a:xfrm>
              <a:off x="0" y="708"/>
              <a:ext cx="564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2</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         未知时，总体方差的假设检验</a:t>
              </a:r>
            </a:p>
          </p:txBody>
        </p:sp>
        <p:graphicFrame>
          <p:nvGraphicFramePr>
            <p:cNvPr id="483357" name="Object 29">
              <a:extLst>
                <a:ext uri="{FF2B5EF4-FFF2-40B4-BE49-F238E27FC236}">
                  <a16:creationId xmlns:a16="http://schemas.microsoft.com/office/drawing/2014/main" id="{21971B2D-65CB-13EF-5806-6CCCCE9B0338}"/>
                </a:ext>
              </a:extLst>
            </p:cNvPr>
            <p:cNvGraphicFramePr>
              <a:graphicFrameLocks noChangeAspect="1"/>
            </p:cNvGraphicFramePr>
            <p:nvPr/>
          </p:nvGraphicFramePr>
          <p:xfrm>
            <a:off x="385" y="709"/>
            <a:ext cx="715" cy="361"/>
          </p:xfrm>
          <a:graphic>
            <a:graphicData uri="http://schemas.openxmlformats.org/presentationml/2006/ole">
              <mc:AlternateContent xmlns:mc="http://schemas.openxmlformats.org/markup-compatibility/2006">
                <mc:Choice xmlns:v="urn:schemas-microsoft-com:vml" Requires="v">
                  <p:oleObj name="公式" r:id="rId8" imgW="11404600" imgH="4978400" progId="Equation.3">
                    <p:embed/>
                  </p:oleObj>
                </mc:Choice>
                <mc:Fallback>
                  <p:oleObj name="公式" r:id="rId8" imgW="11404600" imgH="4978400" progId="Equation.3">
                    <p:embed/>
                    <p:pic>
                      <p:nvPicPr>
                        <p:cNvPr id="483357" name="Object 29">
                          <a:extLst>
                            <a:ext uri="{FF2B5EF4-FFF2-40B4-BE49-F238E27FC236}">
                              <a16:creationId xmlns:a16="http://schemas.microsoft.com/office/drawing/2014/main" id="{21971B2D-65CB-13EF-5806-6CCCCE9B033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5" y="709"/>
                          <a:ext cx="715" cy="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483358" name="Object 30">
            <a:extLst>
              <a:ext uri="{FF2B5EF4-FFF2-40B4-BE49-F238E27FC236}">
                <a16:creationId xmlns:a16="http://schemas.microsoft.com/office/drawing/2014/main" id="{9A303AD2-5641-B2E2-4FC0-782F5091DA59}"/>
              </a:ext>
            </a:extLst>
          </p:cNvPr>
          <p:cNvGraphicFramePr>
            <a:graphicFrameLocks noChangeAspect="1"/>
          </p:cNvGraphicFramePr>
          <p:nvPr/>
        </p:nvGraphicFramePr>
        <p:xfrm>
          <a:off x="2522539" y="4584701"/>
          <a:ext cx="1347787" cy="538163"/>
        </p:xfrm>
        <a:graphic>
          <a:graphicData uri="http://schemas.openxmlformats.org/presentationml/2006/ole">
            <mc:AlternateContent xmlns:mc="http://schemas.openxmlformats.org/markup-compatibility/2006">
              <mc:Choice xmlns:v="urn:schemas-microsoft-com:vml" Requires="v">
                <p:oleObj name="公式" r:id="rId10" imgW="13169900" imgH="5270500" progId="Equation.3">
                  <p:embed/>
                </p:oleObj>
              </mc:Choice>
              <mc:Fallback>
                <p:oleObj name="公式" r:id="rId10" imgW="13169900" imgH="5270500" progId="Equation.3">
                  <p:embed/>
                  <p:pic>
                    <p:nvPicPr>
                      <p:cNvPr id="483358" name="Object 30">
                        <a:extLst>
                          <a:ext uri="{FF2B5EF4-FFF2-40B4-BE49-F238E27FC236}">
                            <a16:creationId xmlns:a16="http://schemas.microsoft.com/office/drawing/2014/main" id="{9A303AD2-5641-B2E2-4FC0-782F5091DA5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2539" y="4584701"/>
                        <a:ext cx="1347787"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359" name="Object 31">
            <a:extLst>
              <a:ext uri="{FF2B5EF4-FFF2-40B4-BE49-F238E27FC236}">
                <a16:creationId xmlns:a16="http://schemas.microsoft.com/office/drawing/2014/main" id="{C83CF23C-2A03-D1E5-66D7-BE6FAEC1650D}"/>
              </a:ext>
            </a:extLst>
          </p:cNvPr>
          <p:cNvGraphicFramePr>
            <a:graphicFrameLocks noChangeAspect="1"/>
          </p:cNvGraphicFramePr>
          <p:nvPr/>
        </p:nvGraphicFramePr>
        <p:xfrm>
          <a:off x="3935414" y="4513263"/>
          <a:ext cx="1349375" cy="538162"/>
        </p:xfrm>
        <a:graphic>
          <a:graphicData uri="http://schemas.openxmlformats.org/presentationml/2006/ole">
            <mc:AlternateContent xmlns:mc="http://schemas.openxmlformats.org/markup-compatibility/2006">
              <mc:Choice xmlns:v="urn:schemas-microsoft-com:vml" Requires="v">
                <p:oleObj name="公式" r:id="rId12" imgW="13169900" imgH="5270500" progId="Equation.3">
                  <p:embed/>
                </p:oleObj>
              </mc:Choice>
              <mc:Fallback>
                <p:oleObj name="公式" r:id="rId12" imgW="13169900" imgH="5270500" progId="Equation.3">
                  <p:embed/>
                  <p:pic>
                    <p:nvPicPr>
                      <p:cNvPr id="483359" name="Object 31">
                        <a:extLst>
                          <a:ext uri="{FF2B5EF4-FFF2-40B4-BE49-F238E27FC236}">
                            <a16:creationId xmlns:a16="http://schemas.microsoft.com/office/drawing/2014/main" id="{C83CF23C-2A03-D1E5-66D7-BE6FAEC1650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35414" y="4513263"/>
                        <a:ext cx="1349375"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360" name="Object 32">
            <a:extLst>
              <a:ext uri="{FF2B5EF4-FFF2-40B4-BE49-F238E27FC236}">
                <a16:creationId xmlns:a16="http://schemas.microsoft.com/office/drawing/2014/main" id="{6D4C51F1-A546-163E-C6EF-0EEB2E07F88E}"/>
              </a:ext>
            </a:extLst>
          </p:cNvPr>
          <p:cNvGraphicFramePr>
            <a:graphicFrameLocks noChangeAspect="1"/>
          </p:cNvGraphicFramePr>
          <p:nvPr/>
        </p:nvGraphicFramePr>
        <p:xfrm>
          <a:off x="2566989" y="5305426"/>
          <a:ext cx="1347787" cy="538163"/>
        </p:xfrm>
        <a:graphic>
          <a:graphicData uri="http://schemas.openxmlformats.org/presentationml/2006/ole">
            <mc:AlternateContent xmlns:mc="http://schemas.openxmlformats.org/markup-compatibility/2006">
              <mc:Choice xmlns:v="urn:schemas-microsoft-com:vml" Requires="v">
                <p:oleObj name="公式" r:id="rId14" imgW="13169900" imgH="5270500" progId="Equation.3">
                  <p:embed/>
                </p:oleObj>
              </mc:Choice>
              <mc:Fallback>
                <p:oleObj name="公式" r:id="rId14" imgW="13169900" imgH="5270500" progId="Equation.3">
                  <p:embed/>
                  <p:pic>
                    <p:nvPicPr>
                      <p:cNvPr id="483360" name="Object 32">
                        <a:extLst>
                          <a:ext uri="{FF2B5EF4-FFF2-40B4-BE49-F238E27FC236}">
                            <a16:creationId xmlns:a16="http://schemas.microsoft.com/office/drawing/2014/main" id="{6D4C51F1-A546-163E-C6EF-0EEB2E07F88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66989" y="5305426"/>
                        <a:ext cx="1347787"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361" name="Object 33">
            <a:extLst>
              <a:ext uri="{FF2B5EF4-FFF2-40B4-BE49-F238E27FC236}">
                <a16:creationId xmlns:a16="http://schemas.microsoft.com/office/drawing/2014/main" id="{A68CE460-DC40-65BB-D333-0EDCB44B16A3}"/>
              </a:ext>
            </a:extLst>
          </p:cNvPr>
          <p:cNvGraphicFramePr>
            <a:graphicFrameLocks noChangeAspect="1"/>
          </p:cNvGraphicFramePr>
          <p:nvPr/>
        </p:nvGraphicFramePr>
        <p:xfrm>
          <a:off x="4008439" y="5305426"/>
          <a:ext cx="1349375" cy="538163"/>
        </p:xfrm>
        <a:graphic>
          <a:graphicData uri="http://schemas.openxmlformats.org/presentationml/2006/ole">
            <mc:AlternateContent xmlns:mc="http://schemas.openxmlformats.org/markup-compatibility/2006">
              <mc:Choice xmlns:v="urn:schemas-microsoft-com:vml" Requires="v">
                <p:oleObj name="公式" r:id="rId16" imgW="13169900" imgH="5270500" progId="Equation.3">
                  <p:embed/>
                </p:oleObj>
              </mc:Choice>
              <mc:Fallback>
                <p:oleObj name="公式" r:id="rId16" imgW="13169900" imgH="5270500" progId="Equation.3">
                  <p:embed/>
                  <p:pic>
                    <p:nvPicPr>
                      <p:cNvPr id="483361" name="Object 33">
                        <a:extLst>
                          <a:ext uri="{FF2B5EF4-FFF2-40B4-BE49-F238E27FC236}">
                            <a16:creationId xmlns:a16="http://schemas.microsoft.com/office/drawing/2014/main" id="{A68CE460-DC40-65BB-D333-0EDCB44B16A3}"/>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08439" y="5305426"/>
                        <a:ext cx="1349375"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362" name="Object 34">
            <a:extLst>
              <a:ext uri="{FF2B5EF4-FFF2-40B4-BE49-F238E27FC236}">
                <a16:creationId xmlns:a16="http://schemas.microsoft.com/office/drawing/2014/main" id="{638D0EF8-624F-D68D-1D0D-F8C96F1B9FD0}"/>
              </a:ext>
            </a:extLst>
          </p:cNvPr>
          <p:cNvGraphicFramePr>
            <a:graphicFrameLocks noChangeAspect="1"/>
          </p:cNvGraphicFramePr>
          <p:nvPr/>
        </p:nvGraphicFramePr>
        <p:xfrm>
          <a:off x="8121650" y="4584701"/>
          <a:ext cx="2546350" cy="504825"/>
        </p:xfrm>
        <a:graphic>
          <a:graphicData uri="http://schemas.openxmlformats.org/presentationml/2006/ole">
            <mc:AlternateContent xmlns:mc="http://schemas.openxmlformats.org/markup-compatibility/2006">
              <mc:Choice xmlns:v="urn:schemas-microsoft-com:vml" Requires="v">
                <p:oleObj name="公式" r:id="rId18" imgW="35394900" imgH="5562600" progId="Equation.3">
                  <p:embed/>
                </p:oleObj>
              </mc:Choice>
              <mc:Fallback>
                <p:oleObj name="公式" r:id="rId18" imgW="35394900" imgH="5562600" progId="Equation.3">
                  <p:embed/>
                  <p:pic>
                    <p:nvPicPr>
                      <p:cNvPr id="483362" name="Object 34">
                        <a:extLst>
                          <a:ext uri="{FF2B5EF4-FFF2-40B4-BE49-F238E27FC236}">
                            <a16:creationId xmlns:a16="http://schemas.microsoft.com/office/drawing/2014/main" id="{638D0EF8-624F-D68D-1D0D-F8C96F1B9FD0}"/>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121650" y="4584701"/>
                        <a:ext cx="2546350"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363" name="Object 35">
            <a:extLst>
              <a:ext uri="{FF2B5EF4-FFF2-40B4-BE49-F238E27FC236}">
                <a16:creationId xmlns:a16="http://schemas.microsoft.com/office/drawing/2014/main" id="{DAA403E1-B358-66A7-AF74-1A8D9F82472E}"/>
              </a:ext>
            </a:extLst>
          </p:cNvPr>
          <p:cNvGraphicFramePr>
            <a:graphicFrameLocks noChangeAspect="1"/>
          </p:cNvGraphicFramePr>
          <p:nvPr/>
        </p:nvGraphicFramePr>
        <p:xfrm>
          <a:off x="8016876" y="5449889"/>
          <a:ext cx="2714625" cy="503237"/>
        </p:xfrm>
        <a:graphic>
          <a:graphicData uri="http://schemas.openxmlformats.org/presentationml/2006/ole">
            <mc:AlternateContent xmlns:mc="http://schemas.openxmlformats.org/markup-compatibility/2006">
              <mc:Choice xmlns:v="urn:schemas-microsoft-com:vml" Requires="v">
                <p:oleObj name="公式" r:id="rId20" imgW="37744400" imgH="5562600" progId="Equation.3">
                  <p:embed/>
                </p:oleObj>
              </mc:Choice>
              <mc:Fallback>
                <p:oleObj name="公式" r:id="rId20" imgW="37744400" imgH="5562600" progId="Equation.3">
                  <p:embed/>
                  <p:pic>
                    <p:nvPicPr>
                      <p:cNvPr id="483363" name="Object 35">
                        <a:extLst>
                          <a:ext uri="{FF2B5EF4-FFF2-40B4-BE49-F238E27FC236}">
                            <a16:creationId xmlns:a16="http://schemas.microsoft.com/office/drawing/2014/main" id="{DAA403E1-B358-66A7-AF74-1A8D9F82472E}"/>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016876" y="5449889"/>
                        <a:ext cx="2714625"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364" name="Object 36">
            <a:extLst>
              <a:ext uri="{FF2B5EF4-FFF2-40B4-BE49-F238E27FC236}">
                <a16:creationId xmlns:a16="http://schemas.microsoft.com/office/drawing/2014/main" id="{C9FB92A3-703F-9CA0-F70F-926EC62AB293}"/>
              </a:ext>
            </a:extLst>
          </p:cNvPr>
          <p:cNvGraphicFramePr>
            <a:graphicFrameLocks noChangeAspect="1"/>
          </p:cNvGraphicFramePr>
          <p:nvPr/>
        </p:nvGraphicFramePr>
        <p:xfrm>
          <a:off x="5951538" y="3933826"/>
          <a:ext cx="1325562" cy="1050925"/>
        </p:xfrm>
        <a:graphic>
          <a:graphicData uri="http://schemas.openxmlformats.org/presentationml/2006/ole">
            <mc:AlternateContent xmlns:mc="http://schemas.openxmlformats.org/markup-compatibility/2006">
              <mc:Choice xmlns:v="urn:schemas-microsoft-com:vml" Requires="v">
                <p:oleObj name="公式" r:id="rId22" imgW="12585700" imgH="10528300" progId="Equation.3">
                  <p:embed/>
                </p:oleObj>
              </mc:Choice>
              <mc:Fallback>
                <p:oleObj name="公式" r:id="rId22" imgW="12585700" imgH="10528300" progId="Equation.3">
                  <p:embed/>
                  <p:pic>
                    <p:nvPicPr>
                      <p:cNvPr id="483364" name="Object 36">
                        <a:extLst>
                          <a:ext uri="{FF2B5EF4-FFF2-40B4-BE49-F238E27FC236}">
                            <a16:creationId xmlns:a16="http://schemas.microsoft.com/office/drawing/2014/main" id="{C9FB92A3-703F-9CA0-F70F-926EC62AB293}"/>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951538" y="3933826"/>
                        <a:ext cx="1325562"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83355"/>
                                        </p:tgtEl>
                                        <p:attrNameLst>
                                          <p:attrName>style.visibility</p:attrName>
                                        </p:attrNameLst>
                                      </p:cBhvr>
                                      <p:to>
                                        <p:strVal val="visible"/>
                                      </p:to>
                                    </p:set>
                                    <p:animEffect transition="in" filter="wipe(left)">
                                      <p:cBhvr>
                                        <p:cTn id="7" dur="1000"/>
                                        <p:tgtEl>
                                          <p:spTgt spid="4833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83338"/>
                                        </p:tgtEl>
                                        <p:attrNameLst>
                                          <p:attrName>style.visibility</p:attrName>
                                        </p:attrNameLst>
                                      </p:cBhvr>
                                      <p:to>
                                        <p:strVal val="visible"/>
                                      </p:to>
                                    </p:set>
                                    <p:animEffect transition="in" filter="wipe(up)">
                                      <p:cBhvr>
                                        <p:cTn id="12" dur="1000"/>
                                        <p:tgtEl>
                                          <p:spTgt spid="4833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83350"/>
                                        </p:tgtEl>
                                        <p:attrNameLst>
                                          <p:attrName>style.visibility</p:attrName>
                                        </p:attrNameLst>
                                      </p:cBhvr>
                                      <p:to>
                                        <p:strVal val="visible"/>
                                      </p:to>
                                    </p:set>
                                    <p:animEffect transition="in" filter="wipe(up)">
                                      <p:cBhvr>
                                        <p:cTn id="17" dur="1000"/>
                                        <p:tgtEl>
                                          <p:spTgt spid="4833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83353"/>
                                        </p:tgtEl>
                                        <p:attrNameLst>
                                          <p:attrName>style.visibility</p:attrName>
                                        </p:attrNameLst>
                                      </p:cBhvr>
                                      <p:to>
                                        <p:strVal val="visible"/>
                                      </p:to>
                                    </p:set>
                                    <p:animEffect transition="in" filter="wipe(up)">
                                      <p:cBhvr>
                                        <p:cTn id="22" dur="1000"/>
                                        <p:tgtEl>
                                          <p:spTgt spid="48335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83354"/>
                                        </p:tgtEl>
                                        <p:attrNameLst>
                                          <p:attrName>style.visibility</p:attrName>
                                        </p:attrNameLst>
                                      </p:cBhvr>
                                      <p:to>
                                        <p:strVal val="visible"/>
                                      </p:to>
                                    </p:set>
                                    <p:animEffect transition="in" filter="wipe(up)">
                                      <p:cBhvr>
                                        <p:cTn id="27" dur="1000"/>
                                        <p:tgtEl>
                                          <p:spTgt spid="48335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83364"/>
                                        </p:tgtEl>
                                        <p:attrNameLst>
                                          <p:attrName>style.visibility</p:attrName>
                                        </p:attrNameLst>
                                      </p:cBhvr>
                                      <p:to>
                                        <p:strVal val="visible"/>
                                      </p:to>
                                    </p:set>
                                    <p:animEffect transition="in" filter="wipe(up)">
                                      <p:cBhvr>
                                        <p:cTn id="32" dur="1000"/>
                                        <p:tgtEl>
                                          <p:spTgt spid="48336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483352"/>
                                        </p:tgtEl>
                                        <p:attrNameLst>
                                          <p:attrName>style.visibility</p:attrName>
                                        </p:attrNameLst>
                                      </p:cBhvr>
                                      <p:to>
                                        <p:strVal val="visible"/>
                                      </p:to>
                                    </p:set>
                                    <p:animEffect transition="in" filter="wipe(up)">
                                      <p:cBhvr>
                                        <p:cTn id="37" dur="1000"/>
                                        <p:tgtEl>
                                          <p:spTgt spid="483352"/>
                                        </p:tgtEl>
                                      </p:cBhvr>
                                    </p:animEffect>
                                  </p:childTnLst>
                                </p:cTn>
                              </p:par>
                            </p:childTnLst>
                          </p:cTn>
                        </p:par>
                        <p:par>
                          <p:cTn id="38" fill="hold" nodeType="afterGroup">
                            <p:stCondLst>
                              <p:cond delay="1000"/>
                            </p:stCondLst>
                            <p:childTnLst>
                              <p:par>
                                <p:cTn id="39" presetID="22" presetClass="entr" presetSubtype="8" fill="hold" nodeType="afterEffect">
                                  <p:stCondLst>
                                    <p:cond delay="0"/>
                                  </p:stCondLst>
                                  <p:childTnLst>
                                    <p:set>
                                      <p:cBhvr>
                                        <p:cTn id="40" dur="1" fill="hold">
                                          <p:stCondLst>
                                            <p:cond delay="0"/>
                                          </p:stCondLst>
                                        </p:cTn>
                                        <p:tgtEl>
                                          <p:spTgt spid="483331"/>
                                        </p:tgtEl>
                                        <p:attrNameLst>
                                          <p:attrName>style.visibility</p:attrName>
                                        </p:attrNameLst>
                                      </p:cBhvr>
                                      <p:to>
                                        <p:strVal val="visible"/>
                                      </p:to>
                                    </p:set>
                                    <p:animEffect transition="in" filter="wipe(left)">
                                      <p:cBhvr>
                                        <p:cTn id="41" dur="500"/>
                                        <p:tgtEl>
                                          <p:spTgt spid="48333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483351"/>
                                        </p:tgtEl>
                                        <p:attrNameLst>
                                          <p:attrName>style.visibility</p:attrName>
                                        </p:attrNameLst>
                                      </p:cBhvr>
                                      <p:to>
                                        <p:strVal val="visible"/>
                                      </p:to>
                                    </p:set>
                                    <p:animEffect transition="in" filter="wipe(up)">
                                      <p:cBhvr>
                                        <p:cTn id="46" dur="1000"/>
                                        <p:tgtEl>
                                          <p:spTgt spid="48335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83358"/>
                                        </p:tgtEl>
                                        <p:attrNameLst>
                                          <p:attrName>style.visibility</p:attrName>
                                        </p:attrNameLst>
                                      </p:cBhvr>
                                      <p:to>
                                        <p:strVal val="visible"/>
                                      </p:to>
                                    </p:set>
                                    <p:animEffect transition="in" filter="wipe(up)">
                                      <p:cBhvr>
                                        <p:cTn id="51" dur="1000"/>
                                        <p:tgtEl>
                                          <p:spTgt spid="48335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483359"/>
                                        </p:tgtEl>
                                        <p:attrNameLst>
                                          <p:attrName>style.visibility</p:attrName>
                                        </p:attrNameLst>
                                      </p:cBhvr>
                                      <p:to>
                                        <p:strVal val="visible"/>
                                      </p:to>
                                    </p:set>
                                    <p:animEffect transition="in" filter="wipe(up)">
                                      <p:cBhvr>
                                        <p:cTn id="56" dur="1000"/>
                                        <p:tgtEl>
                                          <p:spTgt spid="48335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483362"/>
                                        </p:tgtEl>
                                        <p:attrNameLst>
                                          <p:attrName>style.visibility</p:attrName>
                                        </p:attrNameLst>
                                      </p:cBhvr>
                                      <p:to>
                                        <p:strVal val="visible"/>
                                      </p:to>
                                    </p:set>
                                    <p:animEffect transition="in" filter="wipe(up)">
                                      <p:cBhvr>
                                        <p:cTn id="61" dur="1000"/>
                                        <p:tgtEl>
                                          <p:spTgt spid="483362"/>
                                        </p:tgtEl>
                                      </p:cBhvr>
                                    </p:animEffect>
                                  </p:childTnLst>
                                </p:cTn>
                              </p:par>
                            </p:childTnLst>
                          </p:cTn>
                        </p:par>
                        <p:par>
                          <p:cTn id="62" fill="hold" nodeType="afterGroup">
                            <p:stCondLst>
                              <p:cond delay="1000"/>
                            </p:stCondLst>
                            <p:childTnLst>
                              <p:par>
                                <p:cTn id="63" presetID="22" presetClass="entr" presetSubtype="8" fill="hold" nodeType="afterEffect">
                                  <p:stCondLst>
                                    <p:cond delay="0"/>
                                  </p:stCondLst>
                                  <p:childTnLst>
                                    <p:set>
                                      <p:cBhvr>
                                        <p:cTn id="64" dur="1" fill="hold">
                                          <p:stCondLst>
                                            <p:cond delay="0"/>
                                          </p:stCondLst>
                                        </p:cTn>
                                        <p:tgtEl>
                                          <p:spTgt spid="483334"/>
                                        </p:tgtEl>
                                        <p:attrNameLst>
                                          <p:attrName>style.visibility</p:attrName>
                                        </p:attrNameLst>
                                      </p:cBhvr>
                                      <p:to>
                                        <p:strVal val="visible"/>
                                      </p:to>
                                    </p:set>
                                    <p:animEffect transition="in" filter="wipe(left)">
                                      <p:cBhvr>
                                        <p:cTn id="65" dur="500"/>
                                        <p:tgtEl>
                                          <p:spTgt spid="483334"/>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483360"/>
                                        </p:tgtEl>
                                        <p:attrNameLst>
                                          <p:attrName>style.visibility</p:attrName>
                                        </p:attrNameLst>
                                      </p:cBhvr>
                                      <p:to>
                                        <p:strVal val="visible"/>
                                      </p:to>
                                    </p:set>
                                    <p:animEffect transition="in" filter="wipe(up)">
                                      <p:cBhvr>
                                        <p:cTn id="70" dur="1000"/>
                                        <p:tgtEl>
                                          <p:spTgt spid="48336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483361"/>
                                        </p:tgtEl>
                                        <p:attrNameLst>
                                          <p:attrName>style.visibility</p:attrName>
                                        </p:attrNameLst>
                                      </p:cBhvr>
                                      <p:to>
                                        <p:strVal val="visible"/>
                                      </p:to>
                                    </p:set>
                                    <p:animEffect transition="in" filter="wipe(up)">
                                      <p:cBhvr>
                                        <p:cTn id="75" dur="1000"/>
                                        <p:tgtEl>
                                          <p:spTgt spid="483361"/>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483363"/>
                                        </p:tgtEl>
                                        <p:attrNameLst>
                                          <p:attrName>style.visibility</p:attrName>
                                        </p:attrNameLst>
                                      </p:cBhvr>
                                      <p:to>
                                        <p:strVal val="visible"/>
                                      </p:to>
                                    </p:set>
                                    <p:animEffect transition="in" filter="wipe(up)">
                                      <p:cBhvr>
                                        <p:cTn id="80" dur="1000"/>
                                        <p:tgtEl>
                                          <p:spTgt spid="483363"/>
                                        </p:tgtEl>
                                      </p:cBhvr>
                                    </p:animEffect>
                                  </p:childTnLst>
                                </p:cTn>
                              </p:par>
                            </p:childTnLst>
                          </p:cTn>
                        </p:par>
                        <p:par>
                          <p:cTn id="81" fill="hold" nodeType="afterGroup">
                            <p:stCondLst>
                              <p:cond delay="1000"/>
                            </p:stCondLst>
                            <p:childTnLst>
                              <p:par>
                                <p:cTn id="82" presetID="22" presetClass="entr" presetSubtype="8" fill="hold" nodeType="afterEffect">
                                  <p:stCondLst>
                                    <p:cond delay="0"/>
                                  </p:stCondLst>
                                  <p:childTnLst>
                                    <p:set>
                                      <p:cBhvr>
                                        <p:cTn id="83" dur="1" fill="hold">
                                          <p:stCondLst>
                                            <p:cond delay="0"/>
                                          </p:stCondLst>
                                        </p:cTn>
                                        <p:tgtEl>
                                          <p:spTgt spid="483337"/>
                                        </p:tgtEl>
                                        <p:attrNameLst>
                                          <p:attrName>style.visibility</p:attrName>
                                        </p:attrNameLst>
                                      </p:cBhvr>
                                      <p:to>
                                        <p:strVal val="visible"/>
                                      </p:to>
                                    </p:set>
                                    <p:animEffect transition="in" filter="wipe(left)">
                                      <p:cBhvr>
                                        <p:cTn id="84" dur="500"/>
                                        <p:tgtEl>
                                          <p:spTgt spid="483337"/>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483330"/>
                                        </p:tgtEl>
                                        <p:attrNameLst>
                                          <p:attrName>style.visibility</p:attrName>
                                        </p:attrNameLst>
                                      </p:cBhvr>
                                      <p:to>
                                        <p:strVal val="visible"/>
                                      </p:to>
                                    </p:set>
                                    <p:animEffect transition="in" filter="wipe(left)">
                                      <p:cBhvr>
                                        <p:cTn id="89" dur="1000"/>
                                        <p:tgtEl>
                                          <p:spTgt spid="483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3330" grpId="0"/>
      <p:bldP spid="483350" grpId="0"/>
      <p:bldP spid="48335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a:extLst>
              <a:ext uri="{FF2B5EF4-FFF2-40B4-BE49-F238E27FC236}">
                <a16:creationId xmlns:a16="http://schemas.microsoft.com/office/drawing/2014/main" id="{73B2F293-7955-C159-53DA-C511D53824DD}"/>
              </a:ext>
            </a:extLst>
          </p:cNvPr>
          <p:cNvSpPr>
            <a:spLocks noChangeArrowheads="1"/>
          </p:cNvSpPr>
          <p:nvPr/>
        </p:nvSpPr>
        <p:spPr bwMode="auto">
          <a:xfrm>
            <a:off x="1774825" y="1052513"/>
            <a:ext cx="8642350" cy="3389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zh-CN"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8.</a:t>
            </a:r>
            <a:r>
              <a:rPr kumimoji="1" lang="zh-CN" altLang="en-US" sz="2800" b="1">
                <a:solidFill>
                  <a:srgbClr val="007A77"/>
                </a:solidFill>
                <a:latin typeface="Times New Roman" panose="02020603050405020304" pitchFamily="18" charset="0"/>
                <a:ea typeface="楷体_GB2312" pitchFamily="49" charset="-122"/>
              </a:rPr>
              <a:t>设两家银行储户的年存款余额均服从正态分布，经市场调查，分别抽取容量为</a:t>
            </a:r>
            <a:r>
              <a:rPr kumimoji="1" lang="en-US" altLang="zh-CN" sz="2800" b="1">
                <a:solidFill>
                  <a:srgbClr val="007A77"/>
                </a:solidFill>
                <a:latin typeface="Times New Roman" panose="02020603050405020304" pitchFamily="18" charset="0"/>
                <a:ea typeface="楷体_GB2312" pitchFamily="49" charset="-122"/>
              </a:rPr>
              <a:t>21</a:t>
            </a:r>
            <a:r>
              <a:rPr kumimoji="1" lang="zh-CN" altLang="en-US" sz="2800" b="1">
                <a:solidFill>
                  <a:srgbClr val="007A77"/>
                </a:solidFill>
                <a:latin typeface="Times New Roman" panose="02020603050405020304" pitchFamily="18" charset="0"/>
                <a:ea typeface="楷体_GB2312" pitchFamily="49" charset="-122"/>
              </a:rPr>
              <a:t>和</a:t>
            </a:r>
            <a:r>
              <a:rPr kumimoji="1" lang="en-US" altLang="zh-CN" sz="2800" b="1">
                <a:solidFill>
                  <a:srgbClr val="007A77"/>
                </a:solidFill>
                <a:latin typeface="Times New Roman" panose="02020603050405020304" pitchFamily="18" charset="0"/>
                <a:ea typeface="楷体_GB2312" pitchFamily="49" charset="-122"/>
              </a:rPr>
              <a:t>16</a:t>
            </a:r>
            <a:r>
              <a:rPr kumimoji="1" lang="zh-CN" altLang="en-US" sz="2800" b="1">
                <a:solidFill>
                  <a:srgbClr val="007A77"/>
                </a:solidFill>
                <a:latin typeface="Times New Roman" panose="02020603050405020304" pitchFamily="18" charset="0"/>
                <a:ea typeface="楷体_GB2312" pitchFamily="49" charset="-122"/>
              </a:rPr>
              <a:t>的样本，得样本均值分别为</a:t>
            </a:r>
            <a:r>
              <a:rPr kumimoji="1" lang="en-US" altLang="zh-CN" sz="2800" b="1">
                <a:solidFill>
                  <a:srgbClr val="007A77"/>
                </a:solidFill>
                <a:latin typeface="Times New Roman" panose="02020603050405020304" pitchFamily="18" charset="0"/>
                <a:ea typeface="楷体_GB2312" pitchFamily="49" charset="-122"/>
              </a:rPr>
              <a:t>650</a:t>
            </a:r>
            <a:r>
              <a:rPr kumimoji="1" lang="zh-CN" altLang="en-US" sz="2800" b="1">
                <a:solidFill>
                  <a:srgbClr val="007A77"/>
                </a:solidFill>
                <a:latin typeface="Times New Roman" panose="02020603050405020304" pitchFamily="18" charset="0"/>
                <a:ea typeface="楷体_GB2312" pitchFamily="49" charset="-122"/>
              </a:rPr>
              <a:t>元和</a:t>
            </a:r>
            <a:r>
              <a:rPr kumimoji="1" lang="en-US" altLang="zh-CN" sz="2800" b="1">
                <a:solidFill>
                  <a:srgbClr val="007A77"/>
                </a:solidFill>
                <a:latin typeface="Times New Roman" panose="02020603050405020304" pitchFamily="18" charset="0"/>
                <a:ea typeface="楷体_GB2312" pitchFamily="49" charset="-122"/>
              </a:rPr>
              <a:t>800</a:t>
            </a:r>
            <a:r>
              <a:rPr kumimoji="1" lang="zh-CN" altLang="en-US" sz="2800" b="1">
                <a:solidFill>
                  <a:srgbClr val="007A77"/>
                </a:solidFill>
                <a:latin typeface="Times New Roman" panose="02020603050405020304" pitchFamily="18" charset="0"/>
                <a:ea typeface="楷体_GB2312" pitchFamily="49" charset="-122"/>
              </a:rPr>
              <a:t>元，样本方差分别为</a:t>
            </a:r>
            <a:r>
              <a:rPr kumimoji="1" lang="en-US" altLang="zh-CN" sz="2800" b="1">
                <a:solidFill>
                  <a:srgbClr val="007A77"/>
                </a:solidFill>
                <a:latin typeface="Times New Roman" panose="02020603050405020304" pitchFamily="18" charset="0"/>
                <a:ea typeface="楷体_GB2312" pitchFamily="49" charset="-122"/>
              </a:rPr>
              <a:t>80</a:t>
            </a:r>
            <a:r>
              <a:rPr kumimoji="1" lang="en-US" altLang="zh-CN" sz="2800" b="1" baseline="30000">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和</a:t>
            </a:r>
            <a:r>
              <a:rPr kumimoji="1" lang="en-US" altLang="zh-CN" sz="2800" b="1">
                <a:solidFill>
                  <a:srgbClr val="007A77"/>
                </a:solidFill>
                <a:latin typeface="Times New Roman" panose="02020603050405020304" pitchFamily="18" charset="0"/>
                <a:ea typeface="楷体_GB2312" pitchFamily="49" charset="-122"/>
              </a:rPr>
              <a:t>70</a:t>
            </a:r>
            <a:r>
              <a:rPr kumimoji="1" lang="en-US" altLang="zh-CN" sz="2800" b="1" baseline="30000">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，能否认为第二家银行储户的平均年存款余额显著高于第一家银行储户的平均年存款余额。 （ </a:t>
            </a: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=0.10</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484354"/>
                                        </p:tgtEl>
                                        <p:attrNameLst>
                                          <p:attrName>style.visibility</p:attrName>
                                        </p:attrNameLst>
                                      </p:cBhvr>
                                      <p:to>
                                        <p:strVal val="visible"/>
                                      </p:to>
                                    </p:set>
                                    <p:anim calcmode="lin" valueType="num">
                                      <p:cBhvr>
                                        <p:cTn id="7" dur="1000" fill="hold"/>
                                        <p:tgtEl>
                                          <p:spTgt spid="484354"/>
                                        </p:tgtEl>
                                        <p:attrNameLst>
                                          <p:attrName>ppt_w</p:attrName>
                                        </p:attrNameLst>
                                      </p:cBhvr>
                                      <p:tavLst>
                                        <p:tav tm="0">
                                          <p:val>
                                            <p:strVal val="2/3*#ppt_w"/>
                                          </p:val>
                                        </p:tav>
                                        <p:tav tm="100000">
                                          <p:val>
                                            <p:strVal val="#ppt_w"/>
                                          </p:val>
                                        </p:tav>
                                      </p:tavLst>
                                    </p:anim>
                                    <p:anim calcmode="lin" valueType="num">
                                      <p:cBhvr>
                                        <p:cTn id="8" dur="1000" fill="hold"/>
                                        <p:tgtEl>
                                          <p:spTgt spid="484354"/>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5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a:extLst>
              <a:ext uri="{FF2B5EF4-FFF2-40B4-BE49-F238E27FC236}">
                <a16:creationId xmlns:a16="http://schemas.microsoft.com/office/drawing/2014/main" id="{D8FA454F-F882-6039-1CD6-7EA9867F5FC7}"/>
              </a:ext>
            </a:extLst>
          </p:cNvPr>
          <p:cNvSpPr>
            <a:spLocks noChangeArrowheads="1"/>
          </p:cNvSpPr>
          <p:nvPr/>
        </p:nvSpPr>
        <p:spPr bwMode="auto">
          <a:xfrm>
            <a:off x="1774826" y="333375"/>
            <a:ext cx="18002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r>
              <a:rPr kumimoji="1" lang="en-US" altLang="zh-CN" sz="3200" b="1">
                <a:solidFill>
                  <a:srgbClr val="0000FF"/>
                </a:solidFill>
                <a:latin typeface="Times New Roman" panose="02020603050405020304" pitchFamily="18" charset="0"/>
                <a:ea typeface="楷体_GB2312" pitchFamily="49" charset="-122"/>
              </a:rPr>
              <a:t>:</a:t>
            </a:r>
          </a:p>
        </p:txBody>
      </p:sp>
      <p:sp>
        <p:nvSpPr>
          <p:cNvPr id="485379" name="Rectangle 3">
            <a:extLst>
              <a:ext uri="{FF2B5EF4-FFF2-40B4-BE49-F238E27FC236}">
                <a16:creationId xmlns:a16="http://schemas.microsoft.com/office/drawing/2014/main" id="{8A1A9C25-9E0C-10C7-80A6-D15F9CBD31E3}"/>
              </a:ext>
            </a:extLst>
          </p:cNvPr>
          <p:cNvSpPr>
            <a:spLocks noChangeArrowheads="1"/>
          </p:cNvSpPr>
          <p:nvPr/>
        </p:nvSpPr>
        <p:spPr bwMode="auto">
          <a:xfrm>
            <a:off x="1992314" y="3068638"/>
            <a:ext cx="30241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85380" name="Text Box 4">
            <a:extLst>
              <a:ext uri="{FF2B5EF4-FFF2-40B4-BE49-F238E27FC236}">
                <a16:creationId xmlns:a16="http://schemas.microsoft.com/office/drawing/2014/main" id="{C3B3C0B5-2FF4-BEE5-04D4-8D498F86B5E5}"/>
              </a:ext>
            </a:extLst>
          </p:cNvPr>
          <p:cNvSpPr txBox="1">
            <a:spLocks noChangeArrowheads="1"/>
          </p:cNvSpPr>
          <p:nvPr/>
        </p:nvSpPr>
        <p:spPr bwMode="auto">
          <a:xfrm>
            <a:off x="2063750" y="4005263"/>
            <a:ext cx="1943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85381" name="Rectangle 5">
            <a:extLst>
              <a:ext uri="{FF2B5EF4-FFF2-40B4-BE49-F238E27FC236}">
                <a16:creationId xmlns:a16="http://schemas.microsoft.com/office/drawing/2014/main" id="{AE6AF65F-98CC-19D2-D107-1993D6B28B02}"/>
              </a:ext>
            </a:extLst>
          </p:cNvPr>
          <p:cNvSpPr>
            <a:spLocks noChangeArrowheads="1"/>
          </p:cNvSpPr>
          <p:nvPr/>
        </p:nvSpPr>
        <p:spPr bwMode="auto">
          <a:xfrm>
            <a:off x="2208214" y="476250"/>
            <a:ext cx="7775575"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sym typeface="Wingdings" pitchFamily="2" charset="2"/>
              </a:rPr>
              <a:t>（</a:t>
            </a:r>
            <a:r>
              <a:rPr kumimoji="1" lang="en-US" altLang="zh-CN" sz="2800" b="1">
                <a:solidFill>
                  <a:srgbClr val="007A77"/>
                </a:solidFill>
                <a:latin typeface="Times New Roman" panose="02020603050405020304" pitchFamily="18" charset="0"/>
                <a:ea typeface="楷体_GB2312" pitchFamily="49" charset="-122"/>
              </a:rPr>
              <a:t>1</a:t>
            </a:r>
            <a:r>
              <a:rPr kumimoji="1" lang="zh-CN" altLang="en-US" sz="2800" b="1">
                <a:solidFill>
                  <a:srgbClr val="007A77"/>
                </a:solidFill>
                <a:latin typeface="Times New Roman" panose="02020603050405020304" pitchFamily="18" charset="0"/>
                <a:ea typeface="楷体_GB2312" pitchFamily="49" charset="-122"/>
              </a:rPr>
              <a:t>）先检验两家银行储户的年存款余额的方差有无显著性差异。</a:t>
            </a:r>
          </a:p>
        </p:txBody>
      </p:sp>
      <p:grpSp>
        <p:nvGrpSpPr>
          <p:cNvPr id="485382" name="Group 6">
            <a:extLst>
              <a:ext uri="{FF2B5EF4-FFF2-40B4-BE49-F238E27FC236}">
                <a16:creationId xmlns:a16="http://schemas.microsoft.com/office/drawing/2014/main" id="{1BE027D1-EA12-EB9C-79E4-7BDDE2D65444}"/>
              </a:ext>
            </a:extLst>
          </p:cNvPr>
          <p:cNvGrpSpPr>
            <a:grpSpLocks/>
          </p:cNvGrpSpPr>
          <p:nvPr/>
        </p:nvGrpSpPr>
        <p:grpSpPr bwMode="auto">
          <a:xfrm>
            <a:off x="1919289" y="2133601"/>
            <a:ext cx="3405187" cy="587375"/>
            <a:chOff x="249" y="1344"/>
            <a:chExt cx="2145" cy="370"/>
          </a:xfrm>
        </p:grpSpPr>
        <p:sp>
          <p:nvSpPr>
            <p:cNvPr id="485383" name="Text Box 7">
              <a:extLst>
                <a:ext uri="{FF2B5EF4-FFF2-40B4-BE49-F238E27FC236}">
                  <a16:creationId xmlns:a16="http://schemas.microsoft.com/office/drawing/2014/main" id="{E26A7C13-BCB4-E8C1-2AF8-42C37298AE24}"/>
                </a:ext>
              </a:extLst>
            </p:cNvPr>
            <p:cNvSpPr txBox="1">
              <a:spLocks noChangeArrowheads="1"/>
            </p:cNvSpPr>
            <p:nvPr/>
          </p:nvSpPr>
          <p:spPr bwMode="auto">
            <a:xfrm>
              <a:off x="249" y="1344"/>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aphicFrame>
          <p:nvGraphicFramePr>
            <p:cNvPr id="485384" name="Object 8">
              <a:extLst>
                <a:ext uri="{FF2B5EF4-FFF2-40B4-BE49-F238E27FC236}">
                  <a16:creationId xmlns:a16="http://schemas.microsoft.com/office/drawing/2014/main" id="{87F55B3D-1CA9-E89F-793C-CA13CD9D3062}"/>
                </a:ext>
              </a:extLst>
            </p:cNvPr>
            <p:cNvGraphicFramePr>
              <a:graphicFrameLocks noChangeAspect="1"/>
            </p:cNvGraphicFramePr>
            <p:nvPr/>
          </p:nvGraphicFramePr>
          <p:xfrm>
            <a:off x="1066" y="1344"/>
            <a:ext cx="1328" cy="370"/>
          </p:xfrm>
          <a:graphic>
            <a:graphicData uri="http://schemas.openxmlformats.org/presentationml/2006/ole">
              <mc:AlternateContent xmlns:mc="http://schemas.openxmlformats.org/markup-compatibility/2006">
                <mc:Choice xmlns:v="urn:schemas-microsoft-com:vml" Requires="v">
                  <p:oleObj name="公式" r:id="rId2" imgW="19900900" imgH="5562600" progId="Equation.3">
                    <p:embed/>
                  </p:oleObj>
                </mc:Choice>
                <mc:Fallback>
                  <p:oleObj name="公式" r:id="rId2" imgW="19900900" imgH="5562600" progId="Equation.3">
                    <p:embed/>
                    <p:pic>
                      <p:nvPicPr>
                        <p:cNvPr id="485384" name="Object 8">
                          <a:extLst>
                            <a:ext uri="{FF2B5EF4-FFF2-40B4-BE49-F238E27FC236}">
                              <a16:creationId xmlns:a16="http://schemas.microsoft.com/office/drawing/2014/main" id="{87F55B3D-1CA9-E89F-793C-CA13CD9D30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 y="1344"/>
                          <a:ext cx="1328" cy="3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85385" name="Group 9">
            <a:extLst>
              <a:ext uri="{FF2B5EF4-FFF2-40B4-BE49-F238E27FC236}">
                <a16:creationId xmlns:a16="http://schemas.microsoft.com/office/drawing/2014/main" id="{D0493737-4834-D8EB-5FC2-F496844BCA86}"/>
              </a:ext>
            </a:extLst>
          </p:cNvPr>
          <p:cNvGrpSpPr>
            <a:grpSpLocks/>
          </p:cNvGrpSpPr>
          <p:nvPr/>
        </p:nvGrpSpPr>
        <p:grpSpPr bwMode="auto">
          <a:xfrm>
            <a:off x="5735638" y="2133601"/>
            <a:ext cx="3713162" cy="538163"/>
            <a:chOff x="2971" y="1797"/>
            <a:chExt cx="2339" cy="339"/>
          </a:xfrm>
        </p:grpSpPr>
        <p:sp>
          <p:nvSpPr>
            <p:cNvPr id="485386" name="Text Box 10">
              <a:extLst>
                <a:ext uri="{FF2B5EF4-FFF2-40B4-BE49-F238E27FC236}">
                  <a16:creationId xmlns:a16="http://schemas.microsoft.com/office/drawing/2014/main" id="{3976CB64-76FE-772B-BDA4-2EA6426304E0}"/>
                </a:ext>
              </a:extLst>
            </p:cNvPr>
            <p:cNvSpPr txBox="1">
              <a:spLocks noChangeArrowheads="1"/>
            </p:cNvSpPr>
            <p:nvPr/>
          </p:nvSpPr>
          <p:spPr bwMode="auto">
            <a:xfrm>
              <a:off x="2971" y="1797"/>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85387" name="Object 11">
              <a:extLst>
                <a:ext uri="{FF2B5EF4-FFF2-40B4-BE49-F238E27FC236}">
                  <a16:creationId xmlns:a16="http://schemas.microsoft.com/office/drawing/2014/main" id="{971856A0-141F-C921-DF1B-78747FA31233}"/>
                </a:ext>
              </a:extLst>
            </p:cNvPr>
            <p:cNvGraphicFramePr>
              <a:graphicFrameLocks noChangeAspect="1"/>
            </p:cNvGraphicFramePr>
            <p:nvPr/>
          </p:nvGraphicFramePr>
          <p:xfrm>
            <a:off x="3969" y="1797"/>
            <a:ext cx="1341" cy="339"/>
          </p:xfrm>
          <a:graphic>
            <a:graphicData uri="http://schemas.openxmlformats.org/presentationml/2006/ole">
              <mc:AlternateContent xmlns:mc="http://schemas.openxmlformats.org/markup-compatibility/2006">
                <mc:Choice xmlns:v="urn:schemas-microsoft-com:vml" Requires="v">
                  <p:oleObj name="公式" r:id="rId4" imgW="20777200" imgH="5270500" progId="Equation.3">
                    <p:embed/>
                  </p:oleObj>
                </mc:Choice>
                <mc:Fallback>
                  <p:oleObj name="公式" r:id="rId4" imgW="20777200" imgH="5270500" progId="Equation.3">
                    <p:embed/>
                    <p:pic>
                      <p:nvPicPr>
                        <p:cNvPr id="485387" name="Object 11">
                          <a:extLst>
                            <a:ext uri="{FF2B5EF4-FFF2-40B4-BE49-F238E27FC236}">
                              <a16:creationId xmlns:a16="http://schemas.microsoft.com/office/drawing/2014/main" id="{971856A0-141F-C921-DF1B-78747FA312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9" y="1797"/>
                          <a:ext cx="1341"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85388" name="Object 12">
            <a:extLst>
              <a:ext uri="{FF2B5EF4-FFF2-40B4-BE49-F238E27FC236}">
                <a16:creationId xmlns:a16="http://schemas.microsoft.com/office/drawing/2014/main" id="{1E97175A-40C0-B6EC-7887-096E427E37C1}"/>
              </a:ext>
            </a:extLst>
          </p:cNvPr>
          <p:cNvGraphicFramePr>
            <a:graphicFrameLocks noChangeAspect="1"/>
          </p:cNvGraphicFramePr>
          <p:nvPr/>
        </p:nvGraphicFramePr>
        <p:xfrm>
          <a:off x="4872038" y="2924176"/>
          <a:ext cx="1325562" cy="1050925"/>
        </p:xfrm>
        <a:graphic>
          <a:graphicData uri="http://schemas.openxmlformats.org/presentationml/2006/ole">
            <mc:AlternateContent xmlns:mc="http://schemas.openxmlformats.org/markup-compatibility/2006">
              <mc:Choice xmlns:v="urn:schemas-microsoft-com:vml" Requires="v">
                <p:oleObj name="公式" r:id="rId6" imgW="12585700" imgH="10528300" progId="Equation.3">
                  <p:embed/>
                </p:oleObj>
              </mc:Choice>
              <mc:Fallback>
                <p:oleObj name="公式" r:id="rId6" imgW="12585700" imgH="10528300" progId="Equation.3">
                  <p:embed/>
                  <p:pic>
                    <p:nvPicPr>
                      <p:cNvPr id="485388" name="Object 12">
                        <a:extLst>
                          <a:ext uri="{FF2B5EF4-FFF2-40B4-BE49-F238E27FC236}">
                            <a16:creationId xmlns:a16="http://schemas.microsoft.com/office/drawing/2014/main" id="{1E97175A-40C0-B6EC-7887-096E427E37C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2038" y="2924176"/>
                        <a:ext cx="1325562"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5389" name="Object 13">
            <a:extLst>
              <a:ext uri="{FF2B5EF4-FFF2-40B4-BE49-F238E27FC236}">
                <a16:creationId xmlns:a16="http://schemas.microsoft.com/office/drawing/2014/main" id="{9FBA9FB1-97F2-F4A4-1C3A-F572C85344AB}"/>
              </a:ext>
            </a:extLst>
          </p:cNvPr>
          <p:cNvGraphicFramePr>
            <a:graphicFrameLocks noChangeAspect="1"/>
          </p:cNvGraphicFramePr>
          <p:nvPr/>
        </p:nvGraphicFramePr>
        <p:xfrm>
          <a:off x="2351089" y="4868864"/>
          <a:ext cx="7705725" cy="708025"/>
        </p:xfrm>
        <a:graphic>
          <a:graphicData uri="http://schemas.openxmlformats.org/presentationml/2006/ole">
            <mc:AlternateContent xmlns:mc="http://schemas.openxmlformats.org/markup-compatibility/2006">
              <mc:Choice xmlns:v="urn:schemas-microsoft-com:vml" Requires="v">
                <p:oleObj name="公式" r:id="rId8" imgW="83388200" imgH="6731000" progId="Equation.3">
                  <p:embed/>
                </p:oleObj>
              </mc:Choice>
              <mc:Fallback>
                <p:oleObj name="公式" r:id="rId8" imgW="83388200" imgH="6731000" progId="Equation.3">
                  <p:embed/>
                  <p:pic>
                    <p:nvPicPr>
                      <p:cNvPr id="485389" name="Object 13">
                        <a:extLst>
                          <a:ext uri="{FF2B5EF4-FFF2-40B4-BE49-F238E27FC236}">
                            <a16:creationId xmlns:a16="http://schemas.microsoft.com/office/drawing/2014/main" id="{9FBA9FB1-97F2-F4A4-1C3A-F572C85344A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51089" y="4868864"/>
                        <a:ext cx="7705725"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85378"/>
                                        </p:tgtEl>
                                        <p:attrNameLst>
                                          <p:attrName>style.visibility</p:attrName>
                                        </p:attrNameLst>
                                      </p:cBhvr>
                                      <p:to>
                                        <p:strVal val="visible"/>
                                      </p:to>
                                    </p:set>
                                    <p:animEffect transition="in" filter="wipe(left)">
                                      <p:cBhvr>
                                        <p:cTn id="7" dur="500"/>
                                        <p:tgtEl>
                                          <p:spTgt spid="4853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485381"/>
                                        </p:tgtEl>
                                        <p:attrNameLst>
                                          <p:attrName>style.visibility</p:attrName>
                                        </p:attrNameLst>
                                      </p:cBhvr>
                                      <p:to>
                                        <p:strVal val="visible"/>
                                      </p:to>
                                    </p:set>
                                    <p:animEffect transition="in" filter="slide(fromBottom)">
                                      <p:cBhvr>
                                        <p:cTn id="12" dur="1000"/>
                                        <p:tgtEl>
                                          <p:spTgt spid="4853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85382"/>
                                        </p:tgtEl>
                                        <p:attrNameLst>
                                          <p:attrName>style.visibility</p:attrName>
                                        </p:attrNameLst>
                                      </p:cBhvr>
                                      <p:to>
                                        <p:strVal val="visible"/>
                                      </p:to>
                                    </p:set>
                                    <p:animEffect transition="in" filter="wipe(left)">
                                      <p:cBhvr>
                                        <p:cTn id="17" dur="1000"/>
                                        <p:tgtEl>
                                          <p:spTgt spid="485382"/>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85385"/>
                                        </p:tgtEl>
                                        <p:attrNameLst>
                                          <p:attrName>style.visibility</p:attrName>
                                        </p:attrNameLst>
                                      </p:cBhvr>
                                      <p:to>
                                        <p:strVal val="visible"/>
                                      </p:to>
                                    </p:set>
                                    <p:animEffect transition="in" filter="wipe(left)">
                                      <p:cBhvr>
                                        <p:cTn id="21" dur="1000"/>
                                        <p:tgtEl>
                                          <p:spTgt spid="48538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85379"/>
                                        </p:tgtEl>
                                        <p:attrNameLst>
                                          <p:attrName>style.visibility</p:attrName>
                                        </p:attrNameLst>
                                      </p:cBhvr>
                                      <p:to>
                                        <p:strVal val="visible"/>
                                      </p:to>
                                    </p:set>
                                    <p:animEffect transition="in" filter="wipe(left)">
                                      <p:cBhvr>
                                        <p:cTn id="26" dur="1000"/>
                                        <p:tgtEl>
                                          <p:spTgt spid="485379"/>
                                        </p:tgtEl>
                                      </p:cBhvr>
                                    </p:animEffect>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485388"/>
                                        </p:tgtEl>
                                        <p:attrNameLst>
                                          <p:attrName>style.visibility</p:attrName>
                                        </p:attrNameLst>
                                      </p:cBhvr>
                                      <p:to>
                                        <p:strVal val="visible"/>
                                      </p:to>
                                    </p:set>
                                    <p:animEffect transition="in" filter="wipe(left)">
                                      <p:cBhvr>
                                        <p:cTn id="30" dur="1000"/>
                                        <p:tgtEl>
                                          <p:spTgt spid="48538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485380"/>
                                        </p:tgtEl>
                                        <p:attrNameLst>
                                          <p:attrName>style.visibility</p:attrName>
                                        </p:attrNameLst>
                                      </p:cBhvr>
                                      <p:to>
                                        <p:strVal val="visible"/>
                                      </p:to>
                                    </p:set>
                                    <p:animEffect transition="in" filter="wipe(left)">
                                      <p:cBhvr>
                                        <p:cTn id="35" dur="1000"/>
                                        <p:tgtEl>
                                          <p:spTgt spid="485380"/>
                                        </p:tgtEl>
                                      </p:cBhvr>
                                    </p:animEffect>
                                  </p:childTnLst>
                                </p:cTn>
                              </p:par>
                            </p:childTnLst>
                          </p:cTn>
                        </p:par>
                        <p:par>
                          <p:cTn id="36" fill="hold" nodeType="afterGroup">
                            <p:stCondLst>
                              <p:cond delay="1000"/>
                            </p:stCondLst>
                            <p:childTnLst>
                              <p:par>
                                <p:cTn id="37" presetID="22" presetClass="entr" presetSubtype="8" fill="hold" nodeType="afterEffect">
                                  <p:stCondLst>
                                    <p:cond delay="0"/>
                                  </p:stCondLst>
                                  <p:childTnLst>
                                    <p:set>
                                      <p:cBhvr>
                                        <p:cTn id="38" dur="1" fill="hold">
                                          <p:stCondLst>
                                            <p:cond delay="0"/>
                                          </p:stCondLst>
                                        </p:cTn>
                                        <p:tgtEl>
                                          <p:spTgt spid="485389"/>
                                        </p:tgtEl>
                                        <p:attrNameLst>
                                          <p:attrName>style.visibility</p:attrName>
                                        </p:attrNameLst>
                                      </p:cBhvr>
                                      <p:to>
                                        <p:strVal val="visible"/>
                                      </p:to>
                                    </p:set>
                                    <p:animEffect transition="in" filter="wipe(left)">
                                      <p:cBhvr>
                                        <p:cTn id="39" dur="1000"/>
                                        <p:tgtEl>
                                          <p:spTgt spid="485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378" grpId="0" autoUpdateAnimBg="0"/>
      <p:bldP spid="485379" grpId="0"/>
      <p:bldP spid="485380" grpId="0"/>
      <p:bldP spid="48538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6402" name="Object 2">
            <a:extLst>
              <a:ext uri="{FF2B5EF4-FFF2-40B4-BE49-F238E27FC236}">
                <a16:creationId xmlns:a16="http://schemas.microsoft.com/office/drawing/2014/main" id="{9CD98C8B-836E-6C63-5EEC-7B86981EE881}"/>
              </a:ext>
            </a:extLst>
          </p:cNvPr>
          <p:cNvGraphicFramePr>
            <a:graphicFrameLocks noChangeAspect="1"/>
          </p:cNvGraphicFramePr>
          <p:nvPr/>
        </p:nvGraphicFramePr>
        <p:xfrm>
          <a:off x="2135188" y="4659314"/>
          <a:ext cx="7129462" cy="630237"/>
        </p:xfrm>
        <a:graphic>
          <a:graphicData uri="http://schemas.openxmlformats.org/presentationml/2006/ole">
            <mc:AlternateContent xmlns:mc="http://schemas.openxmlformats.org/markup-compatibility/2006">
              <mc:Choice xmlns:v="urn:schemas-microsoft-com:vml" Requires="v">
                <p:oleObj name="公式" r:id="rId2" imgW="83388200" imgH="6731000" progId="Equation.3">
                  <p:embed/>
                </p:oleObj>
              </mc:Choice>
              <mc:Fallback>
                <p:oleObj name="公式" r:id="rId2" imgW="83388200" imgH="6731000" progId="Equation.3">
                  <p:embed/>
                  <p:pic>
                    <p:nvPicPr>
                      <p:cNvPr id="486402" name="Object 2">
                        <a:extLst>
                          <a:ext uri="{FF2B5EF4-FFF2-40B4-BE49-F238E27FC236}">
                            <a16:creationId xmlns:a16="http://schemas.microsoft.com/office/drawing/2014/main" id="{9CD98C8B-836E-6C63-5EEC-7B86981EE8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5188" y="4659314"/>
                        <a:ext cx="7129462" cy="630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6403" name="Rectangle 3">
            <a:extLst>
              <a:ext uri="{FF2B5EF4-FFF2-40B4-BE49-F238E27FC236}">
                <a16:creationId xmlns:a16="http://schemas.microsoft.com/office/drawing/2014/main" id="{2FA0E7CB-2ABF-D26C-DFD3-BB0C704C5685}"/>
              </a:ext>
            </a:extLst>
          </p:cNvPr>
          <p:cNvSpPr>
            <a:spLocks noChangeArrowheads="1"/>
          </p:cNvSpPr>
          <p:nvPr/>
        </p:nvSpPr>
        <p:spPr bwMode="auto">
          <a:xfrm>
            <a:off x="2135188" y="476250"/>
            <a:ext cx="1217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=0.10</a:t>
            </a:r>
          </a:p>
        </p:txBody>
      </p:sp>
      <p:graphicFrame>
        <p:nvGraphicFramePr>
          <p:cNvPr id="486404" name="Object 4">
            <a:extLst>
              <a:ext uri="{FF2B5EF4-FFF2-40B4-BE49-F238E27FC236}">
                <a16:creationId xmlns:a16="http://schemas.microsoft.com/office/drawing/2014/main" id="{2108F088-A6D7-9872-F0D7-D3F6E5A53C84}"/>
              </a:ext>
            </a:extLst>
          </p:cNvPr>
          <p:cNvGraphicFramePr>
            <a:graphicFrameLocks noChangeAspect="1"/>
          </p:cNvGraphicFramePr>
          <p:nvPr/>
        </p:nvGraphicFramePr>
        <p:xfrm>
          <a:off x="2063750" y="1341439"/>
          <a:ext cx="2317750" cy="706437"/>
        </p:xfrm>
        <a:graphic>
          <a:graphicData uri="http://schemas.openxmlformats.org/presentationml/2006/ole">
            <mc:AlternateContent xmlns:mc="http://schemas.openxmlformats.org/markup-compatibility/2006">
              <mc:Choice xmlns:v="urn:schemas-microsoft-com:vml" Requires="v">
                <p:oleObj name="公式" r:id="rId4" imgW="27800300" imgH="6731000" progId="Equation.3">
                  <p:embed/>
                </p:oleObj>
              </mc:Choice>
              <mc:Fallback>
                <p:oleObj name="公式" r:id="rId4" imgW="27800300" imgH="6731000" progId="Equation.3">
                  <p:embed/>
                  <p:pic>
                    <p:nvPicPr>
                      <p:cNvPr id="486404" name="Object 4">
                        <a:extLst>
                          <a:ext uri="{FF2B5EF4-FFF2-40B4-BE49-F238E27FC236}">
                            <a16:creationId xmlns:a16="http://schemas.microsoft.com/office/drawing/2014/main" id="{2108F088-A6D7-9872-F0D7-D3F6E5A53C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3750" y="1341439"/>
                        <a:ext cx="2317750" cy="706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6405" name="Object 5">
            <a:extLst>
              <a:ext uri="{FF2B5EF4-FFF2-40B4-BE49-F238E27FC236}">
                <a16:creationId xmlns:a16="http://schemas.microsoft.com/office/drawing/2014/main" id="{6F6B1DD8-3252-DB0B-0C11-F33EACBC0095}"/>
              </a:ext>
            </a:extLst>
          </p:cNvPr>
          <p:cNvGraphicFramePr>
            <a:graphicFrameLocks noChangeAspect="1"/>
          </p:cNvGraphicFramePr>
          <p:nvPr/>
        </p:nvGraphicFramePr>
        <p:xfrm>
          <a:off x="4008439" y="476251"/>
          <a:ext cx="2232025" cy="474663"/>
        </p:xfrm>
        <a:graphic>
          <a:graphicData uri="http://schemas.openxmlformats.org/presentationml/2006/ole">
            <mc:AlternateContent xmlns:mc="http://schemas.openxmlformats.org/markup-compatibility/2006">
              <mc:Choice xmlns:v="urn:schemas-microsoft-com:vml" Requires="v">
                <p:oleObj name="公式" r:id="rId6" imgW="23698200" imgH="4978400" progId="Equation.3">
                  <p:embed/>
                </p:oleObj>
              </mc:Choice>
              <mc:Fallback>
                <p:oleObj name="公式" r:id="rId6" imgW="23698200" imgH="4978400" progId="Equation.3">
                  <p:embed/>
                  <p:pic>
                    <p:nvPicPr>
                      <p:cNvPr id="486405" name="Object 5">
                        <a:extLst>
                          <a:ext uri="{FF2B5EF4-FFF2-40B4-BE49-F238E27FC236}">
                            <a16:creationId xmlns:a16="http://schemas.microsoft.com/office/drawing/2014/main" id="{6F6B1DD8-3252-DB0B-0C11-F33EACBC009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08439" y="476251"/>
                        <a:ext cx="2232025" cy="474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6406" name="Object 6">
            <a:extLst>
              <a:ext uri="{FF2B5EF4-FFF2-40B4-BE49-F238E27FC236}">
                <a16:creationId xmlns:a16="http://schemas.microsoft.com/office/drawing/2014/main" id="{B52049F3-208F-4360-ABF5-8A971EF38E2E}"/>
              </a:ext>
            </a:extLst>
          </p:cNvPr>
          <p:cNvGraphicFramePr>
            <a:graphicFrameLocks noChangeAspect="1"/>
          </p:cNvGraphicFramePr>
          <p:nvPr/>
        </p:nvGraphicFramePr>
        <p:xfrm>
          <a:off x="4440239" y="1341438"/>
          <a:ext cx="1919287" cy="584200"/>
        </p:xfrm>
        <a:graphic>
          <a:graphicData uri="http://schemas.openxmlformats.org/presentationml/2006/ole">
            <mc:AlternateContent xmlns:mc="http://schemas.openxmlformats.org/markup-compatibility/2006">
              <mc:Choice xmlns:v="urn:schemas-microsoft-com:vml" Requires="v">
                <p:oleObj name="公式" r:id="rId8" imgW="20777200" imgH="5562600" progId="Equation.3">
                  <p:embed/>
                </p:oleObj>
              </mc:Choice>
              <mc:Fallback>
                <p:oleObj name="公式" r:id="rId8" imgW="20777200" imgH="5562600" progId="Equation.3">
                  <p:embed/>
                  <p:pic>
                    <p:nvPicPr>
                      <p:cNvPr id="486406" name="Object 6">
                        <a:extLst>
                          <a:ext uri="{FF2B5EF4-FFF2-40B4-BE49-F238E27FC236}">
                            <a16:creationId xmlns:a16="http://schemas.microsoft.com/office/drawing/2014/main" id="{B52049F3-208F-4360-ABF5-8A971EF38E2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40239" y="1341438"/>
                        <a:ext cx="1919287"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6407" name="Object 7">
            <a:extLst>
              <a:ext uri="{FF2B5EF4-FFF2-40B4-BE49-F238E27FC236}">
                <a16:creationId xmlns:a16="http://schemas.microsoft.com/office/drawing/2014/main" id="{04F5C550-518A-9907-C1FA-5208288FC7D4}"/>
              </a:ext>
            </a:extLst>
          </p:cNvPr>
          <p:cNvGraphicFramePr>
            <a:graphicFrameLocks noChangeAspect="1"/>
          </p:cNvGraphicFramePr>
          <p:nvPr/>
        </p:nvGraphicFramePr>
        <p:xfrm>
          <a:off x="1992313" y="2295526"/>
          <a:ext cx="2684462" cy="688975"/>
        </p:xfrm>
        <a:graphic>
          <a:graphicData uri="http://schemas.openxmlformats.org/presentationml/2006/ole">
            <mc:AlternateContent xmlns:mc="http://schemas.openxmlformats.org/markup-compatibility/2006">
              <mc:Choice xmlns:v="urn:schemas-microsoft-com:vml" Requires="v">
                <p:oleObj name="公式" r:id="rId10" imgW="29845000" imgH="6731000" progId="Equation.3">
                  <p:embed/>
                </p:oleObj>
              </mc:Choice>
              <mc:Fallback>
                <p:oleObj name="公式" r:id="rId10" imgW="29845000" imgH="6731000" progId="Equation.3">
                  <p:embed/>
                  <p:pic>
                    <p:nvPicPr>
                      <p:cNvPr id="486407" name="Object 7">
                        <a:extLst>
                          <a:ext uri="{FF2B5EF4-FFF2-40B4-BE49-F238E27FC236}">
                            <a16:creationId xmlns:a16="http://schemas.microsoft.com/office/drawing/2014/main" id="{04F5C550-518A-9907-C1FA-5208288FC7D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92313" y="2295526"/>
                        <a:ext cx="2684462" cy="688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6408" name="Object 8">
            <a:extLst>
              <a:ext uri="{FF2B5EF4-FFF2-40B4-BE49-F238E27FC236}">
                <a16:creationId xmlns:a16="http://schemas.microsoft.com/office/drawing/2014/main" id="{E6A3346B-2954-5BD7-5B47-C680291062D6}"/>
              </a:ext>
            </a:extLst>
          </p:cNvPr>
          <p:cNvGraphicFramePr>
            <a:graphicFrameLocks noChangeAspect="1"/>
          </p:cNvGraphicFramePr>
          <p:nvPr/>
        </p:nvGraphicFramePr>
        <p:xfrm>
          <a:off x="4727575" y="2060575"/>
          <a:ext cx="2808288" cy="1119188"/>
        </p:xfrm>
        <a:graphic>
          <a:graphicData uri="http://schemas.openxmlformats.org/presentationml/2006/ole">
            <mc:AlternateContent xmlns:mc="http://schemas.openxmlformats.org/markup-compatibility/2006">
              <mc:Choice xmlns:v="urn:schemas-microsoft-com:vml" Requires="v">
                <p:oleObj name="公式" r:id="rId12" imgW="31597600" imgH="11696700" progId="Equation.3">
                  <p:embed/>
                </p:oleObj>
              </mc:Choice>
              <mc:Fallback>
                <p:oleObj name="公式" r:id="rId12" imgW="31597600" imgH="11696700" progId="Equation.3">
                  <p:embed/>
                  <p:pic>
                    <p:nvPicPr>
                      <p:cNvPr id="486408" name="Object 8">
                        <a:extLst>
                          <a:ext uri="{FF2B5EF4-FFF2-40B4-BE49-F238E27FC236}">
                            <a16:creationId xmlns:a16="http://schemas.microsoft.com/office/drawing/2014/main" id="{E6A3346B-2954-5BD7-5B47-C680291062D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27575" y="2060575"/>
                        <a:ext cx="2808288" cy="1119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6409" name="Object 9">
            <a:extLst>
              <a:ext uri="{FF2B5EF4-FFF2-40B4-BE49-F238E27FC236}">
                <a16:creationId xmlns:a16="http://schemas.microsoft.com/office/drawing/2014/main" id="{3446B947-A718-C919-DE55-024E10712E87}"/>
              </a:ext>
            </a:extLst>
          </p:cNvPr>
          <p:cNvGraphicFramePr>
            <a:graphicFrameLocks noChangeAspect="1"/>
          </p:cNvGraphicFramePr>
          <p:nvPr/>
        </p:nvGraphicFramePr>
        <p:xfrm>
          <a:off x="2208213" y="3213101"/>
          <a:ext cx="1974850" cy="1076325"/>
        </p:xfrm>
        <a:graphic>
          <a:graphicData uri="http://schemas.openxmlformats.org/presentationml/2006/ole">
            <mc:AlternateContent xmlns:mc="http://schemas.openxmlformats.org/markup-compatibility/2006">
              <mc:Choice xmlns:v="urn:schemas-microsoft-com:vml" Requires="v">
                <p:oleObj name="公式" r:id="rId14" imgW="21361400" imgH="10236200" progId="Equation.3">
                  <p:embed/>
                </p:oleObj>
              </mc:Choice>
              <mc:Fallback>
                <p:oleObj name="公式" r:id="rId14" imgW="21361400" imgH="10236200" progId="Equation.3">
                  <p:embed/>
                  <p:pic>
                    <p:nvPicPr>
                      <p:cNvPr id="486409" name="Object 9">
                        <a:extLst>
                          <a:ext uri="{FF2B5EF4-FFF2-40B4-BE49-F238E27FC236}">
                            <a16:creationId xmlns:a16="http://schemas.microsoft.com/office/drawing/2014/main" id="{3446B947-A718-C919-DE55-024E10712E8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08213" y="3213101"/>
                        <a:ext cx="1974850" cy="107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6410" name="Object 10">
            <a:extLst>
              <a:ext uri="{FF2B5EF4-FFF2-40B4-BE49-F238E27FC236}">
                <a16:creationId xmlns:a16="http://schemas.microsoft.com/office/drawing/2014/main" id="{1BEB232C-C66A-F504-D956-3BF237D014B0}"/>
              </a:ext>
            </a:extLst>
          </p:cNvPr>
          <p:cNvGraphicFramePr>
            <a:graphicFrameLocks noChangeAspect="1"/>
          </p:cNvGraphicFramePr>
          <p:nvPr/>
        </p:nvGraphicFramePr>
        <p:xfrm>
          <a:off x="2927351" y="5522914"/>
          <a:ext cx="4176713" cy="485775"/>
        </p:xfrm>
        <a:graphic>
          <a:graphicData uri="http://schemas.openxmlformats.org/presentationml/2006/ole">
            <mc:AlternateContent xmlns:mc="http://schemas.openxmlformats.org/markup-compatibility/2006">
              <mc:Choice xmlns:v="urn:schemas-microsoft-com:vml" Requires="v">
                <p:oleObj name="公式" r:id="rId16" imgW="39497000" imgH="4686300" progId="Equation.3">
                  <p:embed/>
                </p:oleObj>
              </mc:Choice>
              <mc:Fallback>
                <p:oleObj name="公式" r:id="rId16" imgW="39497000" imgH="4686300" progId="Equation.3">
                  <p:embed/>
                  <p:pic>
                    <p:nvPicPr>
                      <p:cNvPr id="486410" name="Object 10">
                        <a:extLst>
                          <a:ext uri="{FF2B5EF4-FFF2-40B4-BE49-F238E27FC236}">
                            <a16:creationId xmlns:a16="http://schemas.microsoft.com/office/drawing/2014/main" id="{1BEB232C-C66A-F504-D956-3BF237D014B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927351" y="5522914"/>
                        <a:ext cx="4176713"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6411" name="Object 11">
            <a:extLst>
              <a:ext uri="{FF2B5EF4-FFF2-40B4-BE49-F238E27FC236}">
                <a16:creationId xmlns:a16="http://schemas.microsoft.com/office/drawing/2014/main" id="{CBEB6E40-4789-06E8-9E6D-0F8960548D19}"/>
              </a:ext>
            </a:extLst>
          </p:cNvPr>
          <p:cNvGraphicFramePr>
            <a:graphicFrameLocks noChangeAspect="1"/>
          </p:cNvGraphicFramePr>
          <p:nvPr/>
        </p:nvGraphicFramePr>
        <p:xfrm>
          <a:off x="6383338" y="1412876"/>
          <a:ext cx="946150" cy="430213"/>
        </p:xfrm>
        <a:graphic>
          <a:graphicData uri="http://schemas.openxmlformats.org/presentationml/2006/ole">
            <mc:AlternateContent xmlns:mc="http://schemas.openxmlformats.org/markup-compatibility/2006">
              <mc:Choice xmlns:v="urn:schemas-microsoft-com:vml" Requires="v">
                <p:oleObj name="公式" r:id="rId18" imgW="10236200" imgH="4102100" progId="Equation.3">
                  <p:embed/>
                </p:oleObj>
              </mc:Choice>
              <mc:Fallback>
                <p:oleObj name="公式" r:id="rId18" imgW="10236200" imgH="4102100" progId="Equation.3">
                  <p:embed/>
                  <p:pic>
                    <p:nvPicPr>
                      <p:cNvPr id="486411" name="Object 11">
                        <a:extLst>
                          <a:ext uri="{FF2B5EF4-FFF2-40B4-BE49-F238E27FC236}">
                            <a16:creationId xmlns:a16="http://schemas.microsoft.com/office/drawing/2014/main" id="{CBEB6E40-4789-06E8-9E6D-0F8960548D19}"/>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383338" y="1412876"/>
                        <a:ext cx="94615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6412" name="Object 12">
            <a:extLst>
              <a:ext uri="{FF2B5EF4-FFF2-40B4-BE49-F238E27FC236}">
                <a16:creationId xmlns:a16="http://schemas.microsoft.com/office/drawing/2014/main" id="{28C3D6A8-14C6-06CC-2252-B69CFF9F55BA}"/>
              </a:ext>
            </a:extLst>
          </p:cNvPr>
          <p:cNvGraphicFramePr>
            <a:graphicFrameLocks noChangeAspect="1"/>
          </p:cNvGraphicFramePr>
          <p:nvPr/>
        </p:nvGraphicFramePr>
        <p:xfrm>
          <a:off x="4367213" y="3284538"/>
          <a:ext cx="2881312" cy="984250"/>
        </p:xfrm>
        <a:graphic>
          <a:graphicData uri="http://schemas.openxmlformats.org/presentationml/2006/ole">
            <mc:AlternateContent xmlns:mc="http://schemas.openxmlformats.org/markup-compatibility/2006">
              <mc:Choice xmlns:v="urn:schemas-microsoft-com:vml" Requires="v">
                <p:oleObj name="公式" r:id="rId20" imgW="24282400" imgH="9359900" progId="Equation.3">
                  <p:embed/>
                </p:oleObj>
              </mc:Choice>
              <mc:Fallback>
                <p:oleObj name="公式" r:id="rId20" imgW="24282400" imgH="9359900" progId="Equation.3">
                  <p:embed/>
                  <p:pic>
                    <p:nvPicPr>
                      <p:cNvPr id="486412" name="Object 12">
                        <a:extLst>
                          <a:ext uri="{FF2B5EF4-FFF2-40B4-BE49-F238E27FC236}">
                            <a16:creationId xmlns:a16="http://schemas.microsoft.com/office/drawing/2014/main" id="{28C3D6A8-14C6-06CC-2252-B69CFF9F55BA}"/>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367213" y="3284538"/>
                        <a:ext cx="2881312" cy="984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86403"/>
                                        </p:tgtEl>
                                        <p:attrNameLst>
                                          <p:attrName>style.visibility</p:attrName>
                                        </p:attrNameLst>
                                      </p:cBhvr>
                                      <p:to>
                                        <p:strVal val="visible"/>
                                      </p:to>
                                    </p:set>
                                    <p:animEffect transition="in" filter="wipe(left)">
                                      <p:cBhvr>
                                        <p:cTn id="7" dur="500"/>
                                        <p:tgtEl>
                                          <p:spTgt spid="48640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486405"/>
                                        </p:tgtEl>
                                        <p:attrNameLst>
                                          <p:attrName>style.visibility</p:attrName>
                                        </p:attrNameLst>
                                      </p:cBhvr>
                                      <p:to>
                                        <p:strVal val="visible"/>
                                      </p:to>
                                    </p:set>
                                    <p:animEffect transition="in" filter="wipe(left)">
                                      <p:cBhvr>
                                        <p:cTn id="11" dur="1000"/>
                                        <p:tgtEl>
                                          <p:spTgt spid="48640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486404"/>
                                        </p:tgtEl>
                                        <p:attrNameLst>
                                          <p:attrName>style.visibility</p:attrName>
                                        </p:attrNameLst>
                                      </p:cBhvr>
                                      <p:to>
                                        <p:strVal val="visible"/>
                                      </p:to>
                                    </p:set>
                                    <p:animEffect transition="in" filter="wipe(left)">
                                      <p:cBhvr>
                                        <p:cTn id="16" dur="1000"/>
                                        <p:tgtEl>
                                          <p:spTgt spid="48640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86406"/>
                                        </p:tgtEl>
                                        <p:attrNameLst>
                                          <p:attrName>style.visibility</p:attrName>
                                        </p:attrNameLst>
                                      </p:cBhvr>
                                      <p:to>
                                        <p:strVal val="visible"/>
                                      </p:to>
                                    </p:set>
                                    <p:animEffect transition="in" filter="wipe(left)">
                                      <p:cBhvr>
                                        <p:cTn id="21" dur="500"/>
                                        <p:tgtEl>
                                          <p:spTgt spid="48640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86411"/>
                                        </p:tgtEl>
                                        <p:attrNameLst>
                                          <p:attrName>style.visibility</p:attrName>
                                        </p:attrNameLst>
                                      </p:cBhvr>
                                      <p:to>
                                        <p:strVal val="visible"/>
                                      </p:to>
                                    </p:set>
                                    <p:animEffect transition="in" filter="wipe(left)">
                                      <p:cBhvr>
                                        <p:cTn id="26" dur="1000"/>
                                        <p:tgtEl>
                                          <p:spTgt spid="48641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86407"/>
                                        </p:tgtEl>
                                        <p:attrNameLst>
                                          <p:attrName>style.visibility</p:attrName>
                                        </p:attrNameLst>
                                      </p:cBhvr>
                                      <p:to>
                                        <p:strVal val="visible"/>
                                      </p:to>
                                    </p:set>
                                    <p:animEffect transition="in" filter="wipe(left)">
                                      <p:cBhvr>
                                        <p:cTn id="31" dur="1000"/>
                                        <p:tgtEl>
                                          <p:spTgt spid="48640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86408"/>
                                        </p:tgtEl>
                                        <p:attrNameLst>
                                          <p:attrName>style.visibility</p:attrName>
                                        </p:attrNameLst>
                                      </p:cBhvr>
                                      <p:to>
                                        <p:strVal val="visible"/>
                                      </p:to>
                                    </p:set>
                                    <p:animEffect transition="in" filter="wipe(left)">
                                      <p:cBhvr>
                                        <p:cTn id="36" dur="1000"/>
                                        <p:tgtEl>
                                          <p:spTgt spid="48640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486409"/>
                                        </p:tgtEl>
                                        <p:attrNameLst>
                                          <p:attrName>style.visibility</p:attrName>
                                        </p:attrNameLst>
                                      </p:cBhvr>
                                      <p:to>
                                        <p:strVal val="visible"/>
                                      </p:to>
                                    </p:set>
                                    <p:animEffect transition="in" filter="wipe(left)">
                                      <p:cBhvr>
                                        <p:cTn id="41" dur="1000"/>
                                        <p:tgtEl>
                                          <p:spTgt spid="48640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486412"/>
                                        </p:tgtEl>
                                        <p:attrNameLst>
                                          <p:attrName>style.visibility</p:attrName>
                                        </p:attrNameLst>
                                      </p:cBhvr>
                                      <p:to>
                                        <p:strVal val="visible"/>
                                      </p:to>
                                    </p:set>
                                    <p:animEffect transition="in" filter="wipe(left)">
                                      <p:cBhvr>
                                        <p:cTn id="46" dur="1000"/>
                                        <p:tgtEl>
                                          <p:spTgt spid="48641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486402"/>
                                        </p:tgtEl>
                                        <p:attrNameLst>
                                          <p:attrName>style.visibility</p:attrName>
                                        </p:attrNameLst>
                                      </p:cBhvr>
                                      <p:to>
                                        <p:strVal val="visible"/>
                                      </p:to>
                                    </p:set>
                                    <p:animEffect transition="in" filter="wipe(left)">
                                      <p:cBhvr>
                                        <p:cTn id="51" dur="1000"/>
                                        <p:tgtEl>
                                          <p:spTgt spid="486402"/>
                                        </p:tgtEl>
                                      </p:cBhvr>
                                    </p:animEffect>
                                  </p:childTnLst>
                                </p:cTn>
                              </p:par>
                            </p:childTnLst>
                          </p:cTn>
                        </p:par>
                        <p:par>
                          <p:cTn id="52" fill="hold" nodeType="afterGroup">
                            <p:stCondLst>
                              <p:cond delay="1000"/>
                            </p:stCondLst>
                            <p:childTnLst>
                              <p:par>
                                <p:cTn id="53" presetID="22" presetClass="entr" presetSubtype="8" fill="hold" nodeType="afterEffect">
                                  <p:stCondLst>
                                    <p:cond delay="0"/>
                                  </p:stCondLst>
                                  <p:childTnLst>
                                    <p:set>
                                      <p:cBhvr>
                                        <p:cTn id="54" dur="1" fill="hold">
                                          <p:stCondLst>
                                            <p:cond delay="0"/>
                                          </p:stCondLst>
                                        </p:cTn>
                                        <p:tgtEl>
                                          <p:spTgt spid="486410"/>
                                        </p:tgtEl>
                                        <p:attrNameLst>
                                          <p:attrName>style.visibility</p:attrName>
                                        </p:attrNameLst>
                                      </p:cBhvr>
                                      <p:to>
                                        <p:strVal val="visible"/>
                                      </p:to>
                                    </p:set>
                                    <p:animEffect transition="in" filter="wipe(left)">
                                      <p:cBhvr>
                                        <p:cTn id="55" dur="1000"/>
                                        <p:tgtEl>
                                          <p:spTgt spid="486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640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7426" name="Object 2">
            <a:extLst>
              <a:ext uri="{FF2B5EF4-FFF2-40B4-BE49-F238E27FC236}">
                <a16:creationId xmlns:a16="http://schemas.microsoft.com/office/drawing/2014/main" id="{E3C18355-FF2E-6755-F187-315B63F3040D}"/>
              </a:ext>
            </a:extLst>
          </p:cNvPr>
          <p:cNvGraphicFramePr>
            <a:graphicFrameLocks noChangeAspect="1"/>
          </p:cNvGraphicFramePr>
          <p:nvPr/>
        </p:nvGraphicFramePr>
        <p:xfrm>
          <a:off x="2063750" y="1484314"/>
          <a:ext cx="1233488" cy="1050925"/>
        </p:xfrm>
        <a:graphic>
          <a:graphicData uri="http://schemas.openxmlformats.org/presentationml/2006/ole">
            <mc:AlternateContent xmlns:mc="http://schemas.openxmlformats.org/markup-compatibility/2006">
              <mc:Choice xmlns:v="urn:schemas-microsoft-com:vml" Requires="v">
                <p:oleObj name="公式" r:id="rId2" imgW="11696700" imgH="10528300" progId="Equation.3">
                  <p:embed/>
                </p:oleObj>
              </mc:Choice>
              <mc:Fallback>
                <p:oleObj name="公式" r:id="rId2" imgW="11696700" imgH="10528300" progId="Equation.3">
                  <p:embed/>
                  <p:pic>
                    <p:nvPicPr>
                      <p:cNvPr id="487426" name="Object 2">
                        <a:extLst>
                          <a:ext uri="{FF2B5EF4-FFF2-40B4-BE49-F238E27FC236}">
                            <a16:creationId xmlns:a16="http://schemas.microsoft.com/office/drawing/2014/main" id="{E3C18355-FF2E-6755-F187-315B63F304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0" y="1484314"/>
                        <a:ext cx="1233488"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7427" name="Object 3">
            <a:extLst>
              <a:ext uri="{FF2B5EF4-FFF2-40B4-BE49-F238E27FC236}">
                <a16:creationId xmlns:a16="http://schemas.microsoft.com/office/drawing/2014/main" id="{FB8EA665-475F-B1DF-A572-5A63493F8B45}"/>
              </a:ext>
            </a:extLst>
          </p:cNvPr>
          <p:cNvGraphicFramePr>
            <a:graphicFrameLocks noChangeAspect="1"/>
          </p:cNvGraphicFramePr>
          <p:nvPr/>
        </p:nvGraphicFramePr>
        <p:xfrm>
          <a:off x="1992314" y="476250"/>
          <a:ext cx="2732087" cy="541338"/>
        </p:xfrm>
        <a:graphic>
          <a:graphicData uri="http://schemas.openxmlformats.org/presentationml/2006/ole">
            <mc:AlternateContent xmlns:mc="http://schemas.openxmlformats.org/markup-compatibility/2006">
              <mc:Choice xmlns:v="urn:schemas-microsoft-com:vml" Requires="v">
                <p:oleObj name="公式" r:id="rId4" imgW="26911300" imgH="5270500" progId="Equation.3">
                  <p:embed/>
                </p:oleObj>
              </mc:Choice>
              <mc:Fallback>
                <p:oleObj name="公式" r:id="rId4" imgW="26911300" imgH="5270500" progId="Equation.3">
                  <p:embed/>
                  <p:pic>
                    <p:nvPicPr>
                      <p:cNvPr id="487427" name="Object 3">
                        <a:extLst>
                          <a:ext uri="{FF2B5EF4-FFF2-40B4-BE49-F238E27FC236}">
                            <a16:creationId xmlns:a16="http://schemas.microsoft.com/office/drawing/2014/main" id="{FB8EA665-475F-B1DF-A572-5A63493F8B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2314" y="476250"/>
                        <a:ext cx="2732087" cy="541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7428" name="Object 4">
            <a:extLst>
              <a:ext uri="{FF2B5EF4-FFF2-40B4-BE49-F238E27FC236}">
                <a16:creationId xmlns:a16="http://schemas.microsoft.com/office/drawing/2014/main" id="{5AAFAFA0-86EB-8A1D-B907-3F889B5C2047}"/>
              </a:ext>
            </a:extLst>
          </p:cNvPr>
          <p:cNvGraphicFramePr>
            <a:graphicFrameLocks noChangeAspect="1"/>
          </p:cNvGraphicFramePr>
          <p:nvPr/>
        </p:nvGraphicFramePr>
        <p:xfrm>
          <a:off x="3432175" y="1412876"/>
          <a:ext cx="1049338" cy="1166813"/>
        </p:xfrm>
        <a:graphic>
          <a:graphicData uri="http://schemas.openxmlformats.org/presentationml/2006/ole">
            <mc:AlternateContent xmlns:mc="http://schemas.openxmlformats.org/markup-compatibility/2006">
              <mc:Choice xmlns:v="urn:schemas-microsoft-com:vml" Requires="v">
                <p:oleObj name="公式" r:id="rId6" imgW="9944100" imgH="11696700" progId="Equation.3">
                  <p:embed/>
                </p:oleObj>
              </mc:Choice>
              <mc:Fallback>
                <p:oleObj name="公式" r:id="rId6" imgW="9944100" imgH="11696700" progId="Equation.3">
                  <p:embed/>
                  <p:pic>
                    <p:nvPicPr>
                      <p:cNvPr id="487428" name="Object 4">
                        <a:extLst>
                          <a:ext uri="{FF2B5EF4-FFF2-40B4-BE49-F238E27FC236}">
                            <a16:creationId xmlns:a16="http://schemas.microsoft.com/office/drawing/2014/main" id="{5AAFAFA0-86EB-8A1D-B907-3F889B5C204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32175" y="1412876"/>
                        <a:ext cx="1049338" cy="1166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7429" name="Object 5">
            <a:extLst>
              <a:ext uri="{FF2B5EF4-FFF2-40B4-BE49-F238E27FC236}">
                <a16:creationId xmlns:a16="http://schemas.microsoft.com/office/drawing/2014/main" id="{DD0CAAAE-A996-09B5-5BDE-3A97EC99B75B}"/>
              </a:ext>
            </a:extLst>
          </p:cNvPr>
          <p:cNvGraphicFramePr>
            <a:graphicFrameLocks noChangeAspect="1"/>
          </p:cNvGraphicFramePr>
          <p:nvPr/>
        </p:nvGraphicFramePr>
        <p:xfrm>
          <a:off x="4583113" y="1773239"/>
          <a:ext cx="1420812" cy="409575"/>
        </p:xfrm>
        <a:graphic>
          <a:graphicData uri="http://schemas.openxmlformats.org/presentationml/2006/ole">
            <mc:AlternateContent xmlns:mc="http://schemas.openxmlformats.org/markup-compatibility/2006">
              <mc:Choice xmlns:v="urn:schemas-microsoft-com:vml" Requires="v">
                <p:oleObj name="公式" r:id="rId8" imgW="13462000" imgH="4102100" progId="Equation.3">
                  <p:embed/>
                </p:oleObj>
              </mc:Choice>
              <mc:Fallback>
                <p:oleObj name="公式" r:id="rId8" imgW="13462000" imgH="4102100" progId="Equation.3">
                  <p:embed/>
                  <p:pic>
                    <p:nvPicPr>
                      <p:cNvPr id="487429" name="Object 5">
                        <a:extLst>
                          <a:ext uri="{FF2B5EF4-FFF2-40B4-BE49-F238E27FC236}">
                            <a16:creationId xmlns:a16="http://schemas.microsoft.com/office/drawing/2014/main" id="{DD0CAAAE-A996-09B5-5BDE-3A97EC99B75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83113" y="1773239"/>
                        <a:ext cx="1420812"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7430" name="Object 6">
            <a:extLst>
              <a:ext uri="{FF2B5EF4-FFF2-40B4-BE49-F238E27FC236}">
                <a16:creationId xmlns:a16="http://schemas.microsoft.com/office/drawing/2014/main" id="{6F0CA1E5-63A8-2898-0941-B22C0F65D3C0}"/>
              </a:ext>
            </a:extLst>
          </p:cNvPr>
          <p:cNvGraphicFramePr>
            <a:graphicFrameLocks noChangeAspect="1"/>
          </p:cNvGraphicFramePr>
          <p:nvPr/>
        </p:nvGraphicFramePr>
        <p:xfrm>
          <a:off x="3509964" y="3187700"/>
          <a:ext cx="973137" cy="419100"/>
        </p:xfrm>
        <a:graphic>
          <a:graphicData uri="http://schemas.openxmlformats.org/presentationml/2006/ole">
            <mc:AlternateContent xmlns:mc="http://schemas.openxmlformats.org/markup-compatibility/2006">
              <mc:Choice xmlns:v="urn:schemas-microsoft-com:vml" Requires="v">
                <p:oleObj name="公式" r:id="rId10" imgW="10820400" imgH="4686300" progId="Equation.3">
                  <p:embed/>
                </p:oleObj>
              </mc:Choice>
              <mc:Fallback>
                <p:oleObj name="公式" r:id="rId10" imgW="10820400" imgH="4686300" progId="Equation.3">
                  <p:embed/>
                  <p:pic>
                    <p:nvPicPr>
                      <p:cNvPr id="487430" name="Object 6">
                        <a:extLst>
                          <a:ext uri="{FF2B5EF4-FFF2-40B4-BE49-F238E27FC236}">
                            <a16:creationId xmlns:a16="http://schemas.microsoft.com/office/drawing/2014/main" id="{6F0CA1E5-63A8-2898-0941-B22C0F65D3C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09964" y="3187700"/>
                        <a:ext cx="973137"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7431" name="Rectangle 7">
            <a:extLst>
              <a:ext uri="{FF2B5EF4-FFF2-40B4-BE49-F238E27FC236}">
                <a16:creationId xmlns:a16="http://schemas.microsoft.com/office/drawing/2014/main" id="{ECB9BFC7-1700-678B-DF05-28D438AD500A}"/>
              </a:ext>
            </a:extLst>
          </p:cNvPr>
          <p:cNvSpPr>
            <a:spLocks noChangeArrowheads="1"/>
          </p:cNvSpPr>
          <p:nvPr/>
        </p:nvSpPr>
        <p:spPr bwMode="auto">
          <a:xfrm>
            <a:off x="4800600" y="3141663"/>
            <a:ext cx="2520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所以接受</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87432" name="Rectangle 8">
            <a:extLst>
              <a:ext uri="{FF2B5EF4-FFF2-40B4-BE49-F238E27FC236}">
                <a16:creationId xmlns:a16="http://schemas.microsoft.com/office/drawing/2014/main" id="{86E757D4-51D8-B076-EFB9-35CDCAA0EE5C}"/>
              </a:ext>
            </a:extLst>
          </p:cNvPr>
          <p:cNvSpPr>
            <a:spLocks noChangeArrowheads="1"/>
          </p:cNvSpPr>
          <p:nvPr/>
        </p:nvSpPr>
        <p:spPr bwMode="auto">
          <a:xfrm>
            <a:off x="2281239" y="3141663"/>
            <a:ext cx="1584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487433" name="Rectangle 9">
            <a:extLst>
              <a:ext uri="{FF2B5EF4-FFF2-40B4-BE49-F238E27FC236}">
                <a16:creationId xmlns:a16="http://schemas.microsoft.com/office/drawing/2014/main" id="{FD0B6642-62EE-4AE6-7478-77B1B3BE639C}"/>
              </a:ext>
            </a:extLst>
          </p:cNvPr>
          <p:cNvSpPr>
            <a:spLocks noChangeArrowheads="1"/>
          </p:cNvSpPr>
          <p:nvPr/>
        </p:nvSpPr>
        <p:spPr bwMode="auto">
          <a:xfrm>
            <a:off x="1911351" y="4098926"/>
            <a:ext cx="84883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认为两家银行储户的年存款余额的方差无显著性差异</a:t>
            </a:r>
            <a:r>
              <a:rPr kumimoji="1" lang="en-US" altLang="zh-CN"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87427"/>
                                        </p:tgtEl>
                                        <p:attrNameLst>
                                          <p:attrName>style.visibility</p:attrName>
                                        </p:attrNameLst>
                                      </p:cBhvr>
                                      <p:to>
                                        <p:strVal val="visible"/>
                                      </p:to>
                                    </p:set>
                                    <p:animEffect transition="in" filter="wipe(left)">
                                      <p:cBhvr>
                                        <p:cTn id="7" dur="1000"/>
                                        <p:tgtEl>
                                          <p:spTgt spid="4874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87426"/>
                                        </p:tgtEl>
                                        <p:attrNameLst>
                                          <p:attrName>style.visibility</p:attrName>
                                        </p:attrNameLst>
                                      </p:cBhvr>
                                      <p:to>
                                        <p:strVal val="visible"/>
                                      </p:to>
                                    </p:set>
                                    <p:animEffect transition="in" filter="wipe(left)">
                                      <p:cBhvr>
                                        <p:cTn id="12" dur="1000"/>
                                        <p:tgtEl>
                                          <p:spTgt spid="4874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87428"/>
                                        </p:tgtEl>
                                        <p:attrNameLst>
                                          <p:attrName>style.visibility</p:attrName>
                                        </p:attrNameLst>
                                      </p:cBhvr>
                                      <p:to>
                                        <p:strVal val="visible"/>
                                      </p:to>
                                    </p:set>
                                    <p:animEffect transition="in" filter="wipe(left)">
                                      <p:cBhvr>
                                        <p:cTn id="17" dur="1000"/>
                                        <p:tgtEl>
                                          <p:spTgt spid="4874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87429"/>
                                        </p:tgtEl>
                                        <p:attrNameLst>
                                          <p:attrName>style.visibility</p:attrName>
                                        </p:attrNameLst>
                                      </p:cBhvr>
                                      <p:to>
                                        <p:strVal val="visible"/>
                                      </p:to>
                                    </p:set>
                                    <p:animEffect transition="in" filter="wipe(left)">
                                      <p:cBhvr>
                                        <p:cTn id="22" dur="1000"/>
                                        <p:tgtEl>
                                          <p:spTgt spid="4874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87432"/>
                                        </p:tgtEl>
                                        <p:attrNameLst>
                                          <p:attrName>style.visibility</p:attrName>
                                        </p:attrNameLst>
                                      </p:cBhvr>
                                      <p:to>
                                        <p:strVal val="visible"/>
                                      </p:to>
                                    </p:set>
                                    <p:animEffect transition="in" filter="wipe(left)">
                                      <p:cBhvr>
                                        <p:cTn id="27" dur="1000"/>
                                        <p:tgtEl>
                                          <p:spTgt spid="487432"/>
                                        </p:tgtEl>
                                      </p:cBhvr>
                                    </p:animEffect>
                                  </p:childTnLst>
                                </p:cTn>
                              </p:par>
                            </p:childTnLst>
                          </p:cTn>
                        </p:par>
                        <p:par>
                          <p:cTn id="28" fill="hold" nodeType="afterGroup">
                            <p:stCondLst>
                              <p:cond delay="1000"/>
                            </p:stCondLst>
                            <p:childTnLst>
                              <p:par>
                                <p:cTn id="29" presetID="22" presetClass="entr" presetSubtype="8" fill="hold" nodeType="afterEffect">
                                  <p:stCondLst>
                                    <p:cond delay="0"/>
                                  </p:stCondLst>
                                  <p:childTnLst>
                                    <p:set>
                                      <p:cBhvr>
                                        <p:cTn id="30" dur="1" fill="hold">
                                          <p:stCondLst>
                                            <p:cond delay="0"/>
                                          </p:stCondLst>
                                        </p:cTn>
                                        <p:tgtEl>
                                          <p:spTgt spid="487430"/>
                                        </p:tgtEl>
                                        <p:attrNameLst>
                                          <p:attrName>style.visibility</p:attrName>
                                        </p:attrNameLst>
                                      </p:cBhvr>
                                      <p:to>
                                        <p:strVal val="visible"/>
                                      </p:to>
                                    </p:set>
                                    <p:animEffect transition="in" filter="wipe(left)">
                                      <p:cBhvr>
                                        <p:cTn id="31" dur="1000"/>
                                        <p:tgtEl>
                                          <p:spTgt spid="487430"/>
                                        </p:tgtEl>
                                      </p:cBhvr>
                                    </p:animEffect>
                                  </p:childTnLst>
                                </p:cTn>
                              </p:par>
                            </p:childTnLst>
                          </p:cTn>
                        </p:par>
                        <p:par>
                          <p:cTn id="32" fill="hold" nodeType="afterGroup">
                            <p:stCondLst>
                              <p:cond delay="2000"/>
                            </p:stCondLst>
                            <p:childTnLst>
                              <p:par>
                                <p:cTn id="33" presetID="22" presetClass="entr" presetSubtype="8" fill="hold" nodeType="afterEffect">
                                  <p:stCondLst>
                                    <p:cond delay="0"/>
                                  </p:stCondLst>
                                  <p:childTnLst>
                                    <p:set>
                                      <p:cBhvr>
                                        <p:cTn id="34" dur="1" fill="hold">
                                          <p:stCondLst>
                                            <p:cond delay="0"/>
                                          </p:stCondLst>
                                        </p:cTn>
                                        <p:tgtEl>
                                          <p:spTgt spid="487431"/>
                                        </p:tgtEl>
                                        <p:attrNameLst>
                                          <p:attrName>style.visibility</p:attrName>
                                        </p:attrNameLst>
                                      </p:cBhvr>
                                      <p:to>
                                        <p:strVal val="visible"/>
                                      </p:to>
                                    </p:set>
                                    <p:animEffect transition="in" filter="wipe(left)">
                                      <p:cBhvr>
                                        <p:cTn id="35" dur="1000"/>
                                        <p:tgtEl>
                                          <p:spTgt spid="48743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87433"/>
                                        </p:tgtEl>
                                        <p:attrNameLst>
                                          <p:attrName>style.visibility</p:attrName>
                                        </p:attrNameLst>
                                      </p:cBhvr>
                                      <p:to>
                                        <p:strVal val="visible"/>
                                      </p:to>
                                    </p:set>
                                    <p:animEffect transition="in" filter="wipe(left)">
                                      <p:cBhvr>
                                        <p:cTn id="40" dur="1000"/>
                                        <p:tgtEl>
                                          <p:spTgt spid="4874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7431" grpId="0"/>
      <p:bldP spid="487432" grpId="0"/>
      <p:bldP spid="48743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8450" name="Group 2">
            <a:extLst>
              <a:ext uri="{FF2B5EF4-FFF2-40B4-BE49-F238E27FC236}">
                <a16:creationId xmlns:a16="http://schemas.microsoft.com/office/drawing/2014/main" id="{CF498FEA-A222-4F3F-9DFE-C34DC90E64D3}"/>
              </a:ext>
            </a:extLst>
          </p:cNvPr>
          <p:cNvGrpSpPr>
            <a:grpSpLocks/>
          </p:cNvGrpSpPr>
          <p:nvPr/>
        </p:nvGrpSpPr>
        <p:grpSpPr bwMode="auto">
          <a:xfrm>
            <a:off x="2063750" y="2852738"/>
            <a:ext cx="3409950" cy="538162"/>
            <a:chOff x="612" y="2387"/>
            <a:chExt cx="2148" cy="339"/>
          </a:xfrm>
        </p:grpSpPr>
        <p:graphicFrame>
          <p:nvGraphicFramePr>
            <p:cNvPr id="488451" name="Object 3">
              <a:extLst>
                <a:ext uri="{FF2B5EF4-FFF2-40B4-BE49-F238E27FC236}">
                  <a16:creationId xmlns:a16="http://schemas.microsoft.com/office/drawing/2014/main" id="{7EC48EAE-4706-D4AC-AAEA-676BB7B53608}"/>
                </a:ext>
              </a:extLst>
            </p:cNvPr>
            <p:cNvGraphicFramePr>
              <a:graphicFrameLocks noChangeAspect="1"/>
            </p:cNvGraphicFramePr>
            <p:nvPr/>
          </p:nvGraphicFramePr>
          <p:xfrm>
            <a:off x="1383" y="2387"/>
            <a:ext cx="1377" cy="339"/>
          </p:xfrm>
          <a:graphic>
            <a:graphicData uri="http://schemas.openxmlformats.org/presentationml/2006/ole">
              <mc:AlternateContent xmlns:mc="http://schemas.openxmlformats.org/markup-compatibility/2006">
                <mc:Choice xmlns:v="urn:schemas-microsoft-com:vml" Requires="v">
                  <p:oleObj name="公式" r:id="rId2" imgW="21361400" imgH="5270500" progId="Equation.3">
                    <p:embed/>
                  </p:oleObj>
                </mc:Choice>
                <mc:Fallback>
                  <p:oleObj name="公式" r:id="rId2" imgW="21361400" imgH="5270500" progId="Equation.3">
                    <p:embed/>
                    <p:pic>
                      <p:nvPicPr>
                        <p:cNvPr id="488451" name="Object 3">
                          <a:extLst>
                            <a:ext uri="{FF2B5EF4-FFF2-40B4-BE49-F238E27FC236}">
                              <a16:creationId xmlns:a16="http://schemas.microsoft.com/office/drawing/2014/main" id="{7EC48EAE-4706-D4AC-AAEA-676BB7B536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 y="2387"/>
                          <a:ext cx="1377"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8452" name="Text Box 4">
              <a:extLst>
                <a:ext uri="{FF2B5EF4-FFF2-40B4-BE49-F238E27FC236}">
                  <a16:creationId xmlns:a16="http://schemas.microsoft.com/office/drawing/2014/main" id="{CAD045C7-C405-287C-7DCC-82F665F26C49}"/>
                </a:ext>
              </a:extLst>
            </p:cNvPr>
            <p:cNvSpPr txBox="1">
              <a:spLocks noChangeArrowheads="1"/>
            </p:cNvSpPr>
            <p:nvPr/>
          </p:nvSpPr>
          <p:spPr bwMode="auto">
            <a:xfrm>
              <a:off x="612" y="2387"/>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sp>
        <p:nvSpPr>
          <p:cNvPr id="488453" name="Rectangle 5">
            <a:extLst>
              <a:ext uri="{FF2B5EF4-FFF2-40B4-BE49-F238E27FC236}">
                <a16:creationId xmlns:a16="http://schemas.microsoft.com/office/drawing/2014/main" id="{0D9AA6A2-FCE1-05B2-53AD-91B92464FCEA}"/>
              </a:ext>
            </a:extLst>
          </p:cNvPr>
          <p:cNvSpPr>
            <a:spLocks noChangeArrowheads="1"/>
          </p:cNvSpPr>
          <p:nvPr/>
        </p:nvSpPr>
        <p:spPr bwMode="auto">
          <a:xfrm>
            <a:off x="1992314" y="3933826"/>
            <a:ext cx="3024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88454" name="Text Box 6">
            <a:extLst>
              <a:ext uri="{FF2B5EF4-FFF2-40B4-BE49-F238E27FC236}">
                <a16:creationId xmlns:a16="http://schemas.microsoft.com/office/drawing/2014/main" id="{A3CC6ECB-F204-E505-D992-7F689DA92B2B}"/>
              </a:ext>
            </a:extLst>
          </p:cNvPr>
          <p:cNvSpPr txBox="1">
            <a:spLocks noChangeArrowheads="1"/>
          </p:cNvSpPr>
          <p:nvPr/>
        </p:nvSpPr>
        <p:spPr bwMode="auto">
          <a:xfrm>
            <a:off x="2279650" y="5516563"/>
            <a:ext cx="1943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pSp>
        <p:nvGrpSpPr>
          <p:cNvPr id="488455" name="Group 7">
            <a:extLst>
              <a:ext uri="{FF2B5EF4-FFF2-40B4-BE49-F238E27FC236}">
                <a16:creationId xmlns:a16="http://schemas.microsoft.com/office/drawing/2014/main" id="{9B99B564-A16B-3A5D-D703-DD59747E24BC}"/>
              </a:ext>
            </a:extLst>
          </p:cNvPr>
          <p:cNvGrpSpPr>
            <a:grpSpLocks/>
          </p:cNvGrpSpPr>
          <p:nvPr/>
        </p:nvGrpSpPr>
        <p:grpSpPr bwMode="auto">
          <a:xfrm>
            <a:off x="6024564" y="2924176"/>
            <a:ext cx="3825875" cy="523875"/>
            <a:chOff x="2835" y="2387"/>
            <a:chExt cx="2410" cy="330"/>
          </a:xfrm>
        </p:grpSpPr>
        <p:sp>
          <p:nvSpPr>
            <p:cNvPr id="488456" name="Text Box 8">
              <a:extLst>
                <a:ext uri="{FF2B5EF4-FFF2-40B4-BE49-F238E27FC236}">
                  <a16:creationId xmlns:a16="http://schemas.microsoft.com/office/drawing/2014/main" id="{DB75B02A-2202-E968-D641-2745244F8A09}"/>
                </a:ext>
              </a:extLst>
            </p:cNvPr>
            <p:cNvSpPr txBox="1">
              <a:spLocks noChangeArrowheads="1"/>
            </p:cNvSpPr>
            <p:nvPr/>
          </p:nvSpPr>
          <p:spPr bwMode="auto">
            <a:xfrm>
              <a:off x="2835" y="2387"/>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88457" name="Object 9">
              <a:extLst>
                <a:ext uri="{FF2B5EF4-FFF2-40B4-BE49-F238E27FC236}">
                  <a16:creationId xmlns:a16="http://schemas.microsoft.com/office/drawing/2014/main" id="{4FA45953-ED1A-2EEC-EDB7-331EADA13B7B}"/>
                </a:ext>
              </a:extLst>
            </p:cNvPr>
            <p:cNvGraphicFramePr>
              <a:graphicFrameLocks noChangeAspect="1"/>
            </p:cNvGraphicFramePr>
            <p:nvPr/>
          </p:nvGraphicFramePr>
          <p:xfrm>
            <a:off x="3887" y="2396"/>
            <a:ext cx="1358" cy="321"/>
          </p:xfrm>
          <a:graphic>
            <a:graphicData uri="http://schemas.openxmlformats.org/presentationml/2006/ole">
              <mc:AlternateContent xmlns:mc="http://schemas.openxmlformats.org/markup-compatibility/2006">
                <mc:Choice xmlns:v="urn:schemas-microsoft-com:vml" Requires="v">
                  <p:oleObj name="公式" r:id="rId4" imgW="21069300" imgH="4978400" progId="Equation.3">
                    <p:embed/>
                  </p:oleObj>
                </mc:Choice>
                <mc:Fallback>
                  <p:oleObj name="公式" r:id="rId4" imgW="21069300" imgH="4978400" progId="Equation.3">
                    <p:embed/>
                    <p:pic>
                      <p:nvPicPr>
                        <p:cNvPr id="488457" name="Object 9">
                          <a:extLst>
                            <a:ext uri="{FF2B5EF4-FFF2-40B4-BE49-F238E27FC236}">
                              <a16:creationId xmlns:a16="http://schemas.microsoft.com/office/drawing/2014/main" id="{4FA45953-ED1A-2EEC-EDB7-331EADA13B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7" y="2396"/>
                          <a:ext cx="1358"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88458" name="Rectangle 10">
            <a:extLst>
              <a:ext uri="{FF2B5EF4-FFF2-40B4-BE49-F238E27FC236}">
                <a16:creationId xmlns:a16="http://schemas.microsoft.com/office/drawing/2014/main" id="{EB1F8EEE-B6E7-C609-8049-F159C42A3AE6}"/>
              </a:ext>
            </a:extLst>
          </p:cNvPr>
          <p:cNvSpPr>
            <a:spLocks noChangeArrowheads="1"/>
          </p:cNvSpPr>
          <p:nvPr/>
        </p:nvSpPr>
        <p:spPr bwMode="auto">
          <a:xfrm>
            <a:off x="1774826" y="476250"/>
            <a:ext cx="8424863"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）再检验第二家银行储户的平均年存款余额是否显著高于第一家银行储户的平均年存款余额。</a:t>
            </a:r>
          </a:p>
        </p:txBody>
      </p:sp>
      <p:graphicFrame>
        <p:nvGraphicFramePr>
          <p:cNvPr id="488459" name="Object 11">
            <a:extLst>
              <a:ext uri="{FF2B5EF4-FFF2-40B4-BE49-F238E27FC236}">
                <a16:creationId xmlns:a16="http://schemas.microsoft.com/office/drawing/2014/main" id="{C205B23C-07DC-0ED9-F8B1-198953B27247}"/>
              </a:ext>
            </a:extLst>
          </p:cNvPr>
          <p:cNvGraphicFramePr>
            <a:graphicFrameLocks noChangeAspect="1"/>
          </p:cNvGraphicFramePr>
          <p:nvPr/>
        </p:nvGraphicFramePr>
        <p:xfrm>
          <a:off x="3863976" y="2133601"/>
          <a:ext cx="1368425" cy="473075"/>
        </p:xfrm>
        <a:graphic>
          <a:graphicData uri="http://schemas.openxmlformats.org/presentationml/2006/ole">
            <mc:AlternateContent xmlns:mc="http://schemas.openxmlformats.org/markup-compatibility/2006">
              <mc:Choice xmlns:v="urn:schemas-microsoft-com:vml" Requires="v">
                <p:oleObj name="公式" r:id="rId6" imgW="13754100" imgH="4686300" progId="Equation.3">
                  <p:embed/>
                </p:oleObj>
              </mc:Choice>
              <mc:Fallback>
                <p:oleObj name="公式" r:id="rId6" imgW="13754100" imgH="4686300" progId="Equation.3">
                  <p:embed/>
                  <p:pic>
                    <p:nvPicPr>
                      <p:cNvPr id="488459" name="Object 11">
                        <a:extLst>
                          <a:ext uri="{FF2B5EF4-FFF2-40B4-BE49-F238E27FC236}">
                            <a16:creationId xmlns:a16="http://schemas.microsoft.com/office/drawing/2014/main" id="{C205B23C-07DC-0ED9-F8B1-198953B2724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63976" y="2133601"/>
                        <a:ext cx="1368425"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8460" name="Object 12">
            <a:extLst>
              <a:ext uri="{FF2B5EF4-FFF2-40B4-BE49-F238E27FC236}">
                <a16:creationId xmlns:a16="http://schemas.microsoft.com/office/drawing/2014/main" id="{8EFEC276-C65D-6AA5-3F4B-FE86C0FBA176}"/>
              </a:ext>
            </a:extLst>
          </p:cNvPr>
          <p:cNvGraphicFramePr>
            <a:graphicFrameLocks noChangeAspect="1"/>
          </p:cNvGraphicFramePr>
          <p:nvPr/>
        </p:nvGraphicFramePr>
        <p:xfrm>
          <a:off x="2135189" y="2133600"/>
          <a:ext cx="1425575" cy="484188"/>
        </p:xfrm>
        <a:graphic>
          <a:graphicData uri="http://schemas.openxmlformats.org/presentationml/2006/ole">
            <mc:AlternateContent xmlns:mc="http://schemas.openxmlformats.org/markup-compatibility/2006">
              <mc:Choice xmlns:v="urn:schemas-microsoft-com:vml" Requires="v">
                <p:oleObj name="公式" r:id="rId8" imgW="14046200" imgH="4686300" progId="Equation.3">
                  <p:embed/>
                </p:oleObj>
              </mc:Choice>
              <mc:Fallback>
                <p:oleObj name="公式" r:id="rId8" imgW="14046200" imgH="4686300" progId="Equation.3">
                  <p:embed/>
                  <p:pic>
                    <p:nvPicPr>
                      <p:cNvPr id="488460" name="Object 12">
                        <a:extLst>
                          <a:ext uri="{FF2B5EF4-FFF2-40B4-BE49-F238E27FC236}">
                            <a16:creationId xmlns:a16="http://schemas.microsoft.com/office/drawing/2014/main" id="{8EFEC276-C65D-6AA5-3F4B-FE86C0FBA17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35189" y="2133600"/>
                        <a:ext cx="1425575" cy="484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8461" name="Object 13">
            <a:extLst>
              <a:ext uri="{FF2B5EF4-FFF2-40B4-BE49-F238E27FC236}">
                <a16:creationId xmlns:a16="http://schemas.microsoft.com/office/drawing/2014/main" id="{5710E819-AF64-8C4D-D2AE-9A94BF3D4008}"/>
              </a:ext>
            </a:extLst>
          </p:cNvPr>
          <p:cNvGraphicFramePr>
            <a:graphicFrameLocks noChangeAspect="1"/>
          </p:cNvGraphicFramePr>
          <p:nvPr/>
        </p:nvGraphicFramePr>
        <p:xfrm>
          <a:off x="5880101" y="2133600"/>
          <a:ext cx="1052513" cy="446088"/>
        </p:xfrm>
        <a:graphic>
          <a:graphicData uri="http://schemas.openxmlformats.org/presentationml/2006/ole">
            <mc:AlternateContent xmlns:mc="http://schemas.openxmlformats.org/markup-compatibility/2006">
              <mc:Choice xmlns:v="urn:schemas-microsoft-com:vml" Requires="v">
                <p:oleObj name="公式" r:id="rId10" imgW="10528300" imgH="4394200" progId="Equation.3">
                  <p:embed/>
                </p:oleObj>
              </mc:Choice>
              <mc:Fallback>
                <p:oleObj name="公式" r:id="rId10" imgW="10528300" imgH="4394200" progId="Equation.3">
                  <p:embed/>
                  <p:pic>
                    <p:nvPicPr>
                      <p:cNvPr id="488461" name="Object 13">
                        <a:extLst>
                          <a:ext uri="{FF2B5EF4-FFF2-40B4-BE49-F238E27FC236}">
                            <a16:creationId xmlns:a16="http://schemas.microsoft.com/office/drawing/2014/main" id="{5710E819-AF64-8C4D-D2AE-9A94BF3D400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80101" y="2133600"/>
                        <a:ext cx="1052513"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8462" name="Object 14">
            <a:extLst>
              <a:ext uri="{FF2B5EF4-FFF2-40B4-BE49-F238E27FC236}">
                <a16:creationId xmlns:a16="http://schemas.microsoft.com/office/drawing/2014/main" id="{B9C8DA4E-9230-EAE3-8076-C8D8AD838330}"/>
              </a:ext>
            </a:extLst>
          </p:cNvPr>
          <p:cNvGraphicFramePr>
            <a:graphicFrameLocks noChangeAspect="1"/>
          </p:cNvGraphicFramePr>
          <p:nvPr/>
        </p:nvGraphicFramePr>
        <p:xfrm>
          <a:off x="4295776" y="3860801"/>
          <a:ext cx="4537075" cy="1412875"/>
        </p:xfrm>
        <a:graphic>
          <a:graphicData uri="http://schemas.openxmlformats.org/presentationml/2006/ole">
            <mc:AlternateContent xmlns:mc="http://schemas.openxmlformats.org/markup-compatibility/2006">
              <mc:Choice xmlns:v="urn:schemas-microsoft-com:vml" Requires="v">
                <p:oleObj name="公式" r:id="rId12" imgW="58801000" imgH="16675100" progId="Equation.3">
                  <p:embed/>
                </p:oleObj>
              </mc:Choice>
              <mc:Fallback>
                <p:oleObj name="公式" r:id="rId12" imgW="58801000" imgH="16675100" progId="Equation.3">
                  <p:embed/>
                  <p:pic>
                    <p:nvPicPr>
                      <p:cNvPr id="488462" name="Object 14">
                        <a:extLst>
                          <a:ext uri="{FF2B5EF4-FFF2-40B4-BE49-F238E27FC236}">
                            <a16:creationId xmlns:a16="http://schemas.microsoft.com/office/drawing/2014/main" id="{B9C8DA4E-9230-EAE3-8076-C8D8AD83833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95776" y="3860801"/>
                        <a:ext cx="4537075" cy="1412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8463" name="Object 15">
            <a:extLst>
              <a:ext uri="{FF2B5EF4-FFF2-40B4-BE49-F238E27FC236}">
                <a16:creationId xmlns:a16="http://schemas.microsoft.com/office/drawing/2014/main" id="{503352A7-DC60-1C77-28D6-65219335F650}"/>
              </a:ext>
            </a:extLst>
          </p:cNvPr>
          <p:cNvGraphicFramePr>
            <a:graphicFrameLocks noChangeAspect="1"/>
          </p:cNvGraphicFramePr>
          <p:nvPr/>
        </p:nvGraphicFramePr>
        <p:xfrm>
          <a:off x="4527551" y="5734050"/>
          <a:ext cx="3656013" cy="503238"/>
        </p:xfrm>
        <a:graphic>
          <a:graphicData uri="http://schemas.openxmlformats.org/presentationml/2006/ole">
            <mc:AlternateContent xmlns:mc="http://schemas.openxmlformats.org/markup-compatibility/2006">
              <mc:Choice xmlns:v="urn:schemas-microsoft-com:vml" Requires="v">
                <p:oleObj name="公式" r:id="rId14" imgW="40081200" imgH="5270500" progId="Equation.3">
                  <p:embed/>
                </p:oleObj>
              </mc:Choice>
              <mc:Fallback>
                <p:oleObj name="公式" r:id="rId14" imgW="40081200" imgH="5270500" progId="Equation.3">
                  <p:embed/>
                  <p:pic>
                    <p:nvPicPr>
                      <p:cNvPr id="488463" name="Object 15">
                        <a:extLst>
                          <a:ext uri="{FF2B5EF4-FFF2-40B4-BE49-F238E27FC236}">
                            <a16:creationId xmlns:a16="http://schemas.microsoft.com/office/drawing/2014/main" id="{503352A7-DC60-1C77-28D6-65219335F65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27551" y="5734050"/>
                        <a:ext cx="3656013"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88458"/>
                                        </p:tgtEl>
                                        <p:attrNameLst>
                                          <p:attrName>style.visibility</p:attrName>
                                        </p:attrNameLst>
                                      </p:cBhvr>
                                      <p:to>
                                        <p:strVal val="visible"/>
                                      </p:to>
                                    </p:set>
                                    <p:animEffect transition="in" filter="wipe(up)">
                                      <p:cBhvr>
                                        <p:cTn id="7" dur="1000"/>
                                        <p:tgtEl>
                                          <p:spTgt spid="4884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88460"/>
                                        </p:tgtEl>
                                        <p:attrNameLst>
                                          <p:attrName>style.visibility</p:attrName>
                                        </p:attrNameLst>
                                      </p:cBhvr>
                                      <p:to>
                                        <p:strVal val="visible"/>
                                      </p:to>
                                    </p:set>
                                    <p:animEffect transition="in" filter="wipe(left)">
                                      <p:cBhvr>
                                        <p:cTn id="12" dur="1000"/>
                                        <p:tgtEl>
                                          <p:spTgt spid="488460"/>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488459"/>
                                        </p:tgtEl>
                                        <p:attrNameLst>
                                          <p:attrName>style.visibility</p:attrName>
                                        </p:attrNameLst>
                                      </p:cBhvr>
                                      <p:to>
                                        <p:strVal val="visible"/>
                                      </p:to>
                                    </p:set>
                                    <p:animEffect transition="in" filter="wipe(left)">
                                      <p:cBhvr>
                                        <p:cTn id="16" dur="1000"/>
                                        <p:tgtEl>
                                          <p:spTgt spid="48845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88461"/>
                                        </p:tgtEl>
                                        <p:attrNameLst>
                                          <p:attrName>style.visibility</p:attrName>
                                        </p:attrNameLst>
                                      </p:cBhvr>
                                      <p:to>
                                        <p:strVal val="visible"/>
                                      </p:to>
                                    </p:set>
                                    <p:animEffect transition="in" filter="wipe(left)">
                                      <p:cBhvr>
                                        <p:cTn id="21" dur="1000"/>
                                        <p:tgtEl>
                                          <p:spTgt spid="48846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88455"/>
                                        </p:tgtEl>
                                        <p:attrNameLst>
                                          <p:attrName>style.visibility</p:attrName>
                                        </p:attrNameLst>
                                      </p:cBhvr>
                                      <p:to>
                                        <p:strVal val="visible"/>
                                      </p:to>
                                    </p:set>
                                    <p:animEffect transition="in" filter="wipe(left)">
                                      <p:cBhvr>
                                        <p:cTn id="26" dur="1000"/>
                                        <p:tgtEl>
                                          <p:spTgt spid="48845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88450"/>
                                        </p:tgtEl>
                                        <p:attrNameLst>
                                          <p:attrName>style.visibility</p:attrName>
                                        </p:attrNameLst>
                                      </p:cBhvr>
                                      <p:to>
                                        <p:strVal val="visible"/>
                                      </p:to>
                                    </p:set>
                                    <p:animEffect transition="in" filter="wipe(left)">
                                      <p:cBhvr>
                                        <p:cTn id="31" dur="1000"/>
                                        <p:tgtEl>
                                          <p:spTgt spid="48845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88453"/>
                                        </p:tgtEl>
                                        <p:attrNameLst>
                                          <p:attrName>style.visibility</p:attrName>
                                        </p:attrNameLst>
                                      </p:cBhvr>
                                      <p:to>
                                        <p:strVal val="visible"/>
                                      </p:to>
                                    </p:set>
                                    <p:animEffect transition="in" filter="wipe(left)">
                                      <p:cBhvr>
                                        <p:cTn id="36" dur="1000"/>
                                        <p:tgtEl>
                                          <p:spTgt spid="488453"/>
                                        </p:tgtEl>
                                      </p:cBhvr>
                                    </p:animEffect>
                                  </p:childTnLst>
                                </p:cTn>
                              </p:par>
                            </p:childTnLst>
                          </p:cTn>
                        </p:par>
                        <p:par>
                          <p:cTn id="37" fill="hold" nodeType="afterGroup">
                            <p:stCondLst>
                              <p:cond delay="1000"/>
                            </p:stCondLst>
                            <p:childTnLst>
                              <p:par>
                                <p:cTn id="38" presetID="22" presetClass="entr" presetSubtype="8" fill="hold" nodeType="afterEffect">
                                  <p:stCondLst>
                                    <p:cond delay="0"/>
                                  </p:stCondLst>
                                  <p:childTnLst>
                                    <p:set>
                                      <p:cBhvr>
                                        <p:cTn id="39" dur="1" fill="hold">
                                          <p:stCondLst>
                                            <p:cond delay="0"/>
                                          </p:stCondLst>
                                        </p:cTn>
                                        <p:tgtEl>
                                          <p:spTgt spid="488462"/>
                                        </p:tgtEl>
                                        <p:attrNameLst>
                                          <p:attrName>style.visibility</p:attrName>
                                        </p:attrNameLst>
                                      </p:cBhvr>
                                      <p:to>
                                        <p:strVal val="visible"/>
                                      </p:to>
                                    </p:set>
                                    <p:animEffect transition="in" filter="wipe(left)">
                                      <p:cBhvr>
                                        <p:cTn id="40" dur="1000"/>
                                        <p:tgtEl>
                                          <p:spTgt spid="48846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488454"/>
                                        </p:tgtEl>
                                        <p:attrNameLst>
                                          <p:attrName>style.visibility</p:attrName>
                                        </p:attrNameLst>
                                      </p:cBhvr>
                                      <p:to>
                                        <p:strVal val="visible"/>
                                      </p:to>
                                    </p:set>
                                    <p:animEffect transition="in" filter="wipe(left)">
                                      <p:cBhvr>
                                        <p:cTn id="45" dur="1000"/>
                                        <p:tgtEl>
                                          <p:spTgt spid="488454"/>
                                        </p:tgtEl>
                                      </p:cBhvr>
                                    </p:animEffect>
                                  </p:childTnLst>
                                </p:cTn>
                              </p:par>
                            </p:childTnLst>
                          </p:cTn>
                        </p:par>
                        <p:par>
                          <p:cTn id="46" fill="hold" nodeType="afterGroup">
                            <p:stCondLst>
                              <p:cond delay="1000"/>
                            </p:stCondLst>
                            <p:childTnLst>
                              <p:par>
                                <p:cTn id="47" presetID="22" presetClass="entr" presetSubtype="8" fill="hold" nodeType="afterEffect">
                                  <p:stCondLst>
                                    <p:cond delay="0"/>
                                  </p:stCondLst>
                                  <p:childTnLst>
                                    <p:set>
                                      <p:cBhvr>
                                        <p:cTn id="48" dur="1" fill="hold">
                                          <p:stCondLst>
                                            <p:cond delay="0"/>
                                          </p:stCondLst>
                                        </p:cTn>
                                        <p:tgtEl>
                                          <p:spTgt spid="488463"/>
                                        </p:tgtEl>
                                        <p:attrNameLst>
                                          <p:attrName>style.visibility</p:attrName>
                                        </p:attrNameLst>
                                      </p:cBhvr>
                                      <p:to>
                                        <p:strVal val="visible"/>
                                      </p:to>
                                    </p:set>
                                    <p:animEffect transition="in" filter="wipe(left)">
                                      <p:cBhvr>
                                        <p:cTn id="49" dur="1000"/>
                                        <p:tgtEl>
                                          <p:spTgt spid="488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53" grpId="0"/>
      <p:bldP spid="488454" grpId="0"/>
      <p:bldP spid="48845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9474" name="Object 2">
            <a:extLst>
              <a:ext uri="{FF2B5EF4-FFF2-40B4-BE49-F238E27FC236}">
                <a16:creationId xmlns:a16="http://schemas.microsoft.com/office/drawing/2014/main" id="{08A5546D-35E7-D08C-767D-8F0DBC6D4AA2}"/>
              </a:ext>
            </a:extLst>
          </p:cNvPr>
          <p:cNvGraphicFramePr>
            <a:graphicFrameLocks noChangeAspect="1"/>
          </p:cNvGraphicFramePr>
          <p:nvPr/>
        </p:nvGraphicFramePr>
        <p:xfrm>
          <a:off x="2063750" y="3429001"/>
          <a:ext cx="1295400" cy="1039813"/>
        </p:xfrm>
        <a:graphic>
          <a:graphicData uri="http://schemas.openxmlformats.org/presentationml/2006/ole">
            <mc:AlternateContent xmlns:mc="http://schemas.openxmlformats.org/markup-compatibility/2006">
              <mc:Choice xmlns:v="urn:schemas-microsoft-com:vml" Requires="v">
                <p:oleObj name="公式" r:id="rId2" imgW="15214600" imgH="11112500" progId="Equation.3">
                  <p:embed/>
                </p:oleObj>
              </mc:Choice>
              <mc:Fallback>
                <p:oleObj name="公式" r:id="rId2" imgW="15214600" imgH="11112500" progId="Equation.3">
                  <p:embed/>
                  <p:pic>
                    <p:nvPicPr>
                      <p:cNvPr id="489474" name="Object 2">
                        <a:extLst>
                          <a:ext uri="{FF2B5EF4-FFF2-40B4-BE49-F238E27FC236}">
                            <a16:creationId xmlns:a16="http://schemas.microsoft.com/office/drawing/2014/main" id="{08A5546D-35E7-D08C-767D-8F0DBC6D4A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0" y="3429001"/>
                        <a:ext cx="1295400" cy="1039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75" name="Object 3">
            <a:extLst>
              <a:ext uri="{FF2B5EF4-FFF2-40B4-BE49-F238E27FC236}">
                <a16:creationId xmlns:a16="http://schemas.microsoft.com/office/drawing/2014/main" id="{1AA8F242-CA3A-695C-360F-45CC50A9A300}"/>
              </a:ext>
            </a:extLst>
          </p:cNvPr>
          <p:cNvGraphicFramePr>
            <a:graphicFrameLocks noChangeAspect="1"/>
          </p:cNvGraphicFramePr>
          <p:nvPr/>
        </p:nvGraphicFramePr>
        <p:xfrm>
          <a:off x="4151313" y="1916113"/>
          <a:ext cx="4679950" cy="487362"/>
        </p:xfrm>
        <a:graphic>
          <a:graphicData uri="http://schemas.openxmlformats.org/presentationml/2006/ole">
            <mc:AlternateContent xmlns:mc="http://schemas.openxmlformats.org/markup-compatibility/2006">
              <mc:Choice xmlns:v="urn:schemas-microsoft-com:vml" Requires="v">
                <p:oleObj name="公式" r:id="rId4" imgW="50317400" imgH="5270500" progId="Equation.3">
                  <p:embed/>
                </p:oleObj>
              </mc:Choice>
              <mc:Fallback>
                <p:oleObj name="公式" r:id="rId4" imgW="50317400" imgH="5270500" progId="Equation.3">
                  <p:embed/>
                  <p:pic>
                    <p:nvPicPr>
                      <p:cNvPr id="489475" name="Object 3">
                        <a:extLst>
                          <a:ext uri="{FF2B5EF4-FFF2-40B4-BE49-F238E27FC236}">
                            <a16:creationId xmlns:a16="http://schemas.microsoft.com/office/drawing/2014/main" id="{1AA8F242-CA3A-695C-360F-45CC50A9A3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51313" y="1916113"/>
                        <a:ext cx="4679950" cy="487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76" name="Object 4">
            <a:extLst>
              <a:ext uri="{FF2B5EF4-FFF2-40B4-BE49-F238E27FC236}">
                <a16:creationId xmlns:a16="http://schemas.microsoft.com/office/drawing/2014/main" id="{AD1668CF-2A9F-2225-9872-C9AD2B4D1967}"/>
              </a:ext>
            </a:extLst>
          </p:cNvPr>
          <p:cNvGraphicFramePr>
            <a:graphicFrameLocks noChangeAspect="1"/>
          </p:cNvGraphicFramePr>
          <p:nvPr/>
        </p:nvGraphicFramePr>
        <p:xfrm>
          <a:off x="3754438" y="581026"/>
          <a:ext cx="1225550" cy="447675"/>
        </p:xfrm>
        <a:graphic>
          <a:graphicData uri="http://schemas.openxmlformats.org/presentationml/2006/ole">
            <mc:AlternateContent xmlns:mc="http://schemas.openxmlformats.org/markup-compatibility/2006">
              <mc:Choice xmlns:v="urn:schemas-microsoft-com:vml" Requires="v">
                <p:oleObj name="公式" r:id="rId6" imgW="12293600" imgH="4102100" progId="Equation.3">
                  <p:embed/>
                </p:oleObj>
              </mc:Choice>
              <mc:Fallback>
                <p:oleObj name="公式" r:id="rId6" imgW="12293600" imgH="4102100" progId="Equation.3">
                  <p:embed/>
                  <p:pic>
                    <p:nvPicPr>
                      <p:cNvPr id="489476" name="Object 4">
                        <a:extLst>
                          <a:ext uri="{FF2B5EF4-FFF2-40B4-BE49-F238E27FC236}">
                            <a16:creationId xmlns:a16="http://schemas.microsoft.com/office/drawing/2014/main" id="{AD1668CF-2A9F-2225-9872-C9AD2B4D196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54438" y="581026"/>
                        <a:ext cx="1225550"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77" name="Object 5">
            <a:extLst>
              <a:ext uri="{FF2B5EF4-FFF2-40B4-BE49-F238E27FC236}">
                <a16:creationId xmlns:a16="http://schemas.microsoft.com/office/drawing/2014/main" id="{2F77B578-8E9D-AAD3-D553-C09B5F833B7B}"/>
              </a:ext>
            </a:extLst>
          </p:cNvPr>
          <p:cNvGraphicFramePr>
            <a:graphicFrameLocks noChangeAspect="1"/>
          </p:cNvGraphicFramePr>
          <p:nvPr/>
        </p:nvGraphicFramePr>
        <p:xfrm>
          <a:off x="5880101" y="476250"/>
          <a:ext cx="1527175" cy="604838"/>
        </p:xfrm>
        <a:graphic>
          <a:graphicData uri="http://schemas.openxmlformats.org/presentationml/2006/ole">
            <mc:AlternateContent xmlns:mc="http://schemas.openxmlformats.org/markup-compatibility/2006">
              <mc:Choice xmlns:v="urn:schemas-microsoft-com:vml" Requires="v">
                <p:oleObj name="公式" r:id="rId8" imgW="14630400" imgH="5270500" progId="Equation.3">
                  <p:embed/>
                </p:oleObj>
              </mc:Choice>
              <mc:Fallback>
                <p:oleObj name="公式" r:id="rId8" imgW="14630400" imgH="5270500" progId="Equation.3">
                  <p:embed/>
                  <p:pic>
                    <p:nvPicPr>
                      <p:cNvPr id="489477" name="Object 5">
                        <a:extLst>
                          <a:ext uri="{FF2B5EF4-FFF2-40B4-BE49-F238E27FC236}">
                            <a16:creationId xmlns:a16="http://schemas.microsoft.com/office/drawing/2014/main" id="{2F77B578-8E9D-AAD3-D553-C09B5F833B7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80101" y="476250"/>
                        <a:ext cx="1527175"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78" name="Object 6">
            <a:extLst>
              <a:ext uri="{FF2B5EF4-FFF2-40B4-BE49-F238E27FC236}">
                <a16:creationId xmlns:a16="http://schemas.microsoft.com/office/drawing/2014/main" id="{4922E4E6-87F6-F366-D80E-22F8F7E72C45}"/>
              </a:ext>
            </a:extLst>
          </p:cNvPr>
          <p:cNvGraphicFramePr>
            <a:graphicFrameLocks noChangeAspect="1"/>
          </p:cNvGraphicFramePr>
          <p:nvPr/>
        </p:nvGraphicFramePr>
        <p:xfrm>
          <a:off x="3695700" y="1125539"/>
          <a:ext cx="1271588" cy="530225"/>
        </p:xfrm>
        <a:graphic>
          <a:graphicData uri="http://schemas.openxmlformats.org/presentationml/2006/ole">
            <mc:AlternateContent xmlns:mc="http://schemas.openxmlformats.org/markup-compatibility/2006">
              <mc:Choice xmlns:v="urn:schemas-microsoft-com:vml" Requires="v">
                <p:oleObj name="公式" r:id="rId10" imgW="12293600" imgH="4686300" progId="Equation.3">
                  <p:embed/>
                </p:oleObj>
              </mc:Choice>
              <mc:Fallback>
                <p:oleObj name="公式" r:id="rId10" imgW="12293600" imgH="4686300" progId="Equation.3">
                  <p:embed/>
                  <p:pic>
                    <p:nvPicPr>
                      <p:cNvPr id="489478" name="Object 6">
                        <a:extLst>
                          <a:ext uri="{FF2B5EF4-FFF2-40B4-BE49-F238E27FC236}">
                            <a16:creationId xmlns:a16="http://schemas.microsoft.com/office/drawing/2014/main" id="{4922E4E6-87F6-F366-D80E-22F8F7E72C4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95700" y="1125539"/>
                        <a:ext cx="1271588"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79" name="Object 7">
            <a:extLst>
              <a:ext uri="{FF2B5EF4-FFF2-40B4-BE49-F238E27FC236}">
                <a16:creationId xmlns:a16="http://schemas.microsoft.com/office/drawing/2014/main" id="{24AB381E-59A0-B73B-53E5-47E2EA4CCED7}"/>
              </a:ext>
            </a:extLst>
          </p:cNvPr>
          <p:cNvGraphicFramePr>
            <a:graphicFrameLocks noChangeAspect="1"/>
          </p:cNvGraphicFramePr>
          <p:nvPr/>
        </p:nvGraphicFramePr>
        <p:xfrm>
          <a:off x="5951539" y="1125538"/>
          <a:ext cx="1355725" cy="595312"/>
        </p:xfrm>
        <a:graphic>
          <a:graphicData uri="http://schemas.openxmlformats.org/presentationml/2006/ole">
            <mc:AlternateContent xmlns:mc="http://schemas.openxmlformats.org/markup-compatibility/2006">
              <mc:Choice xmlns:v="urn:schemas-microsoft-com:vml" Requires="v">
                <p:oleObj name="公式" r:id="rId12" imgW="13169900" imgH="5270500" progId="Equation.3">
                  <p:embed/>
                </p:oleObj>
              </mc:Choice>
              <mc:Fallback>
                <p:oleObj name="公式" r:id="rId12" imgW="13169900" imgH="5270500" progId="Equation.3">
                  <p:embed/>
                  <p:pic>
                    <p:nvPicPr>
                      <p:cNvPr id="489479" name="Object 7">
                        <a:extLst>
                          <a:ext uri="{FF2B5EF4-FFF2-40B4-BE49-F238E27FC236}">
                            <a16:creationId xmlns:a16="http://schemas.microsoft.com/office/drawing/2014/main" id="{24AB381E-59A0-B73B-53E5-47E2EA4CCED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51539" y="1125538"/>
                        <a:ext cx="13557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9480" name="Rectangle 8">
            <a:extLst>
              <a:ext uri="{FF2B5EF4-FFF2-40B4-BE49-F238E27FC236}">
                <a16:creationId xmlns:a16="http://schemas.microsoft.com/office/drawing/2014/main" id="{223C7465-7541-077F-F1A2-BD89DDA9F24E}"/>
              </a:ext>
            </a:extLst>
          </p:cNvPr>
          <p:cNvSpPr>
            <a:spLocks noChangeArrowheads="1"/>
          </p:cNvSpPr>
          <p:nvPr/>
        </p:nvSpPr>
        <p:spPr bwMode="auto">
          <a:xfrm>
            <a:off x="1911350" y="1831975"/>
            <a:ext cx="1217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=0.10</a:t>
            </a:r>
          </a:p>
        </p:txBody>
      </p:sp>
      <p:graphicFrame>
        <p:nvGraphicFramePr>
          <p:cNvPr id="489481" name="Object 9">
            <a:extLst>
              <a:ext uri="{FF2B5EF4-FFF2-40B4-BE49-F238E27FC236}">
                <a16:creationId xmlns:a16="http://schemas.microsoft.com/office/drawing/2014/main" id="{1FA6C903-5830-13C0-63C5-D33C5D4E2F2B}"/>
              </a:ext>
            </a:extLst>
          </p:cNvPr>
          <p:cNvGraphicFramePr>
            <a:graphicFrameLocks noChangeAspect="1"/>
          </p:cNvGraphicFramePr>
          <p:nvPr/>
        </p:nvGraphicFramePr>
        <p:xfrm>
          <a:off x="1847850" y="476250"/>
          <a:ext cx="1303338" cy="560388"/>
        </p:xfrm>
        <a:graphic>
          <a:graphicData uri="http://schemas.openxmlformats.org/presentationml/2006/ole">
            <mc:AlternateContent xmlns:mc="http://schemas.openxmlformats.org/markup-compatibility/2006">
              <mc:Choice xmlns:v="urn:schemas-microsoft-com:vml" Requires="v">
                <p:oleObj name="公式" r:id="rId14" imgW="13462000" imgH="5270500" progId="Equation.3">
                  <p:embed/>
                </p:oleObj>
              </mc:Choice>
              <mc:Fallback>
                <p:oleObj name="公式" r:id="rId14" imgW="13462000" imgH="5270500" progId="Equation.3">
                  <p:embed/>
                  <p:pic>
                    <p:nvPicPr>
                      <p:cNvPr id="489481" name="Object 9">
                        <a:extLst>
                          <a:ext uri="{FF2B5EF4-FFF2-40B4-BE49-F238E27FC236}">
                            <a16:creationId xmlns:a16="http://schemas.microsoft.com/office/drawing/2014/main" id="{1FA6C903-5830-13C0-63C5-D33C5D4E2F2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47850" y="476250"/>
                        <a:ext cx="1303338"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82" name="Object 10">
            <a:extLst>
              <a:ext uri="{FF2B5EF4-FFF2-40B4-BE49-F238E27FC236}">
                <a16:creationId xmlns:a16="http://schemas.microsoft.com/office/drawing/2014/main" id="{BC1ACDF1-20F5-6CED-F917-7CDE90AD76A6}"/>
              </a:ext>
            </a:extLst>
          </p:cNvPr>
          <p:cNvGraphicFramePr>
            <a:graphicFrameLocks noChangeAspect="1"/>
          </p:cNvGraphicFramePr>
          <p:nvPr/>
        </p:nvGraphicFramePr>
        <p:xfrm>
          <a:off x="1835150" y="1125539"/>
          <a:ext cx="1301750" cy="560387"/>
        </p:xfrm>
        <a:graphic>
          <a:graphicData uri="http://schemas.openxmlformats.org/presentationml/2006/ole">
            <mc:AlternateContent xmlns:mc="http://schemas.openxmlformats.org/markup-compatibility/2006">
              <mc:Choice xmlns:v="urn:schemas-microsoft-com:vml" Requires="v">
                <p:oleObj name="公式" r:id="rId16" imgW="13462000" imgH="5270500" progId="Equation.3">
                  <p:embed/>
                </p:oleObj>
              </mc:Choice>
              <mc:Fallback>
                <p:oleObj name="公式" r:id="rId16" imgW="13462000" imgH="5270500" progId="Equation.3">
                  <p:embed/>
                  <p:pic>
                    <p:nvPicPr>
                      <p:cNvPr id="489482" name="Object 10">
                        <a:extLst>
                          <a:ext uri="{FF2B5EF4-FFF2-40B4-BE49-F238E27FC236}">
                            <a16:creationId xmlns:a16="http://schemas.microsoft.com/office/drawing/2014/main" id="{BC1ACDF1-20F5-6CED-F917-7CDE90AD76A6}"/>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35150" y="1125539"/>
                        <a:ext cx="1301750" cy="560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83" name="Object 11">
            <a:extLst>
              <a:ext uri="{FF2B5EF4-FFF2-40B4-BE49-F238E27FC236}">
                <a16:creationId xmlns:a16="http://schemas.microsoft.com/office/drawing/2014/main" id="{560446A1-B9D0-D4CA-8DBC-4C57EE8FF937}"/>
              </a:ext>
            </a:extLst>
          </p:cNvPr>
          <p:cNvGraphicFramePr>
            <a:graphicFrameLocks noChangeAspect="1"/>
          </p:cNvGraphicFramePr>
          <p:nvPr/>
        </p:nvGraphicFramePr>
        <p:xfrm>
          <a:off x="3584576" y="3430589"/>
          <a:ext cx="2646363" cy="942975"/>
        </p:xfrm>
        <a:graphic>
          <a:graphicData uri="http://schemas.openxmlformats.org/presentationml/2006/ole">
            <mc:AlternateContent xmlns:mc="http://schemas.openxmlformats.org/markup-compatibility/2006">
              <mc:Choice xmlns:v="urn:schemas-microsoft-com:vml" Requires="v">
                <p:oleObj name="公式" r:id="rId18" imgW="31597600" imgH="10236200" progId="Equation.3">
                  <p:embed/>
                </p:oleObj>
              </mc:Choice>
              <mc:Fallback>
                <p:oleObj name="公式" r:id="rId18" imgW="31597600" imgH="10236200" progId="Equation.3">
                  <p:embed/>
                  <p:pic>
                    <p:nvPicPr>
                      <p:cNvPr id="489483" name="Object 11">
                        <a:extLst>
                          <a:ext uri="{FF2B5EF4-FFF2-40B4-BE49-F238E27FC236}">
                            <a16:creationId xmlns:a16="http://schemas.microsoft.com/office/drawing/2014/main" id="{560446A1-B9D0-D4CA-8DBC-4C57EE8FF93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584576" y="3430589"/>
                        <a:ext cx="2646363" cy="942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84" name="Object 12">
            <a:extLst>
              <a:ext uri="{FF2B5EF4-FFF2-40B4-BE49-F238E27FC236}">
                <a16:creationId xmlns:a16="http://schemas.microsoft.com/office/drawing/2014/main" id="{E1B4A5A7-655D-5AB2-9CA8-3B7CF6FE96EC}"/>
              </a:ext>
            </a:extLst>
          </p:cNvPr>
          <p:cNvGraphicFramePr>
            <a:graphicFrameLocks noChangeAspect="1"/>
          </p:cNvGraphicFramePr>
          <p:nvPr/>
        </p:nvGraphicFramePr>
        <p:xfrm>
          <a:off x="1847850" y="4710113"/>
          <a:ext cx="2808288" cy="1003300"/>
        </p:xfrm>
        <a:graphic>
          <a:graphicData uri="http://schemas.openxmlformats.org/presentationml/2006/ole">
            <mc:AlternateContent xmlns:mc="http://schemas.openxmlformats.org/markup-compatibility/2006">
              <mc:Choice xmlns:v="urn:schemas-microsoft-com:vml" Requires="v">
                <p:oleObj name="公式" r:id="rId20" imgW="35991800" imgH="11696700" progId="Equation.3">
                  <p:embed/>
                </p:oleObj>
              </mc:Choice>
              <mc:Fallback>
                <p:oleObj name="公式" r:id="rId20" imgW="35991800" imgH="11696700" progId="Equation.3">
                  <p:embed/>
                  <p:pic>
                    <p:nvPicPr>
                      <p:cNvPr id="489484" name="Object 12">
                        <a:extLst>
                          <a:ext uri="{FF2B5EF4-FFF2-40B4-BE49-F238E27FC236}">
                            <a16:creationId xmlns:a16="http://schemas.microsoft.com/office/drawing/2014/main" id="{E1B4A5A7-655D-5AB2-9CA8-3B7CF6FE96EC}"/>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7850" y="4710113"/>
                        <a:ext cx="2808288"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85" name="Object 13">
            <a:extLst>
              <a:ext uri="{FF2B5EF4-FFF2-40B4-BE49-F238E27FC236}">
                <a16:creationId xmlns:a16="http://schemas.microsoft.com/office/drawing/2014/main" id="{CB42E859-B66F-B41D-59A0-4E05C29E464A}"/>
              </a:ext>
            </a:extLst>
          </p:cNvPr>
          <p:cNvGraphicFramePr>
            <a:graphicFrameLocks noChangeAspect="1"/>
          </p:cNvGraphicFramePr>
          <p:nvPr/>
        </p:nvGraphicFramePr>
        <p:xfrm>
          <a:off x="4943475" y="4652964"/>
          <a:ext cx="4630738" cy="1012825"/>
        </p:xfrm>
        <a:graphic>
          <a:graphicData uri="http://schemas.openxmlformats.org/presentationml/2006/ole">
            <mc:AlternateContent xmlns:mc="http://schemas.openxmlformats.org/markup-compatibility/2006">
              <mc:Choice xmlns:v="urn:schemas-microsoft-com:vml" Requires="v">
                <p:oleObj name="公式" r:id="rId22" imgW="49149000" imgH="10820400" progId="Equation.3">
                  <p:embed/>
                </p:oleObj>
              </mc:Choice>
              <mc:Fallback>
                <p:oleObj name="公式" r:id="rId22" imgW="49149000" imgH="10820400" progId="Equation.3">
                  <p:embed/>
                  <p:pic>
                    <p:nvPicPr>
                      <p:cNvPr id="489485" name="Object 13">
                        <a:extLst>
                          <a:ext uri="{FF2B5EF4-FFF2-40B4-BE49-F238E27FC236}">
                            <a16:creationId xmlns:a16="http://schemas.microsoft.com/office/drawing/2014/main" id="{CB42E859-B66F-B41D-59A0-4E05C29E464A}"/>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943475" y="4652964"/>
                        <a:ext cx="4630738" cy="101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86" name="Object 14">
            <a:extLst>
              <a:ext uri="{FF2B5EF4-FFF2-40B4-BE49-F238E27FC236}">
                <a16:creationId xmlns:a16="http://schemas.microsoft.com/office/drawing/2014/main" id="{9A288190-BC27-73D3-1543-327264F2C6EB}"/>
              </a:ext>
            </a:extLst>
          </p:cNvPr>
          <p:cNvGraphicFramePr>
            <a:graphicFrameLocks noChangeAspect="1"/>
          </p:cNvGraphicFramePr>
          <p:nvPr/>
        </p:nvGraphicFramePr>
        <p:xfrm>
          <a:off x="1992313" y="2636839"/>
          <a:ext cx="6013450" cy="757237"/>
        </p:xfrm>
        <a:graphic>
          <a:graphicData uri="http://schemas.openxmlformats.org/presentationml/2006/ole">
            <mc:AlternateContent xmlns:mc="http://schemas.openxmlformats.org/markup-compatibility/2006">
              <mc:Choice xmlns:v="urn:schemas-microsoft-com:vml" Requires="v">
                <p:oleObj name="公式" r:id="rId24" imgW="64655700" imgH="8191500" progId="Equation.3">
                  <p:embed/>
                </p:oleObj>
              </mc:Choice>
              <mc:Fallback>
                <p:oleObj name="公式" r:id="rId24" imgW="64655700" imgH="8191500" progId="Equation.3">
                  <p:embed/>
                  <p:pic>
                    <p:nvPicPr>
                      <p:cNvPr id="489486" name="Object 14">
                        <a:extLst>
                          <a:ext uri="{FF2B5EF4-FFF2-40B4-BE49-F238E27FC236}">
                            <a16:creationId xmlns:a16="http://schemas.microsoft.com/office/drawing/2014/main" id="{9A288190-BC27-73D3-1543-327264F2C6EB}"/>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992313" y="2636839"/>
                        <a:ext cx="6013450" cy="757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89481"/>
                                        </p:tgtEl>
                                        <p:attrNameLst>
                                          <p:attrName>style.visibility</p:attrName>
                                        </p:attrNameLst>
                                      </p:cBhvr>
                                      <p:to>
                                        <p:strVal val="visible"/>
                                      </p:to>
                                    </p:set>
                                    <p:animEffect transition="in" filter="wipe(left)">
                                      <p:cBhvr>
                                        <p:cTn id="7" dur="1000"/>
                                        <p:tgtEl>
                                          <p:spTgt spid="489481"/>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89476"/>
                                        </p:tgtEl>
                                        <p:attrNameLst>
                                          <p:attrName>style.visibility</p:attrName>
                                        </p:attrNameLst>
                                      </p:cBhvr>
                                      <p:to>
                                        <p:strVal val="visible"/>
                                      </p:to>
                                    </p:set>
                                    <p:animEffect transition="in" filter="wipe(left)">
                                      <p:cBhvr>
                                        <p:cTn id="11" dur="1000"/>
                                        <p:tgtEl>
                                          <p:spTgt spid="489476"/>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489477"/>
                                        </p:tgtEl>
                                        <p:attrNameLst>
                                          <p:attrName>style.visibility</p:attrName>
                                        </p:attrNameLst>
                                      </p:cBhvr>
                                      <p:to>
                                        <p:strVal val="visible"/>
                                      </p:to>
                                    </p:set>
                                    <p:animEffect transition="in" filter="wipe(left)">
                                      <p:cBhvr>
                                        <p:cTn id="15" dur="1000"/>
                                        <p:tgtEl>
                                          <p:spTgt spid="48947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489482"/>
                                        </p:tgtEl>
                                        <p:attrNameLst>
                                          <p:attrName>style.visibility</p:attrName>
                                        </p:attrNameLst>
                                      </p:cBhvr>
                                      <p:to>
                                        <p:strVal val="visible"/>
                                      </p:to>
                                    </p:set>
                                    <p:animEffect transition="in" filter="wipe(left)">
                                      <p:cBhvr>
                                        <p:cTn id="20" dur="1000"/>
                                        <p:tgtEl>
                                          <p:spTgt spid="489482"/>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489478"/>
                                        </p:tgtEl>
                                        <p:attrNameLst>
                                          <p:attrName>style.visibility</p:attrName>
                                        </p:attrNameLst>
                                      </p:cBhvr>
                                      <p:to>
                                        <p:strVal val="visible"/>
                                      </p:to>
                                    </p:set>
                                    <p:animEffect transition="in" filter="wipe(left)">
                                      <p:cBhvr>
                                        <p:cTn id="24" dur="1000"/>
                                        <p:tgtEl>
                                          <p:spTgt spid="489478"/>
                                        </p:tgtEl>
                                      </p:cBhvr>
                                    </p:animEffect>
                                  </p:childTnLst>
                                </p:cTn>
                              </p:par>
                            </p:childTnLst>
                          </p:cTn>
                        </p:par>
                        <p:par>
                          <p:cTn id="25" fill="hold" nodeType="afterGroup">
                            <p:stCondLst>
                              <p:cond delay="2000"/>
                            </p:stCondLst>
                            <p:childTnLst>
                              <p:par>
                                <p:cTn id="26" presetID="22" presetClass="entr" presetSubtype="8" fill="hold" nodeType="afterEffect">
                                  <p:stCondLst>
                                    <p:cond delay="0"/>
                                  </p:stCondLst>
                                  <p:childTnLst>
                                    <p:set>
                                      <p:cBhvr>
                                        <p:cTn id="27" dur="1" fill="hold">
                                          <p:stCondLst>
                                            <p:cond delay="0"/>
                                          </p:stCondLst>
                                        </p:cTn>
                                        <p:tgtEl>
                                          <p:spTgt spid="489479"/>
                                        </p:tgtEl>
                                        <p:attrNameLst>
                                          <p:attrName>style.visibility</p:attrName>
                                        </p:attrNameLst>
                                      </p:cBhvr>
                                      <p:to>
                                        <p:strVal val="visible"/>
                                      </p:to>
                                    </p:set>
                                    <p:animEffect transition="in" filter="wipe(left)">
                                      <p:cBhvr>
                                        <p:cTn id="28" dur="1000"/>
                                        <p:tgtEl>
                                          <p:spTgt spid="48947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489480"/>
                                        </p:tgtEl>
                                        <p:attrNameLst>
                                          <p:attrName>style.visibility</p:attrName>
                                        </p:attrNameLst>
                                      </p:cBhvr>
                                      <p:to>
                                        <p:strVal val="visible"/>
                                      </p:to>
                                    </p:set>
                                    <p:animEffect transition="in" filter="wipe(left)">
                                      <p:cBhvr>
                                        <p:cTn id="33" dur="1000"/>
                                        <p:tgtEl>
                                          <p:spTgt spid="48948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489475"/>
                                        </p:tgtEl>
                                        <p:attrNameLst>
                                          <p:attrName>style.visibility</p:attrName>
                                        </p:attrNameLst>
                                      </p:cBhvr>
                                      <p:to>
                                        <p:strVal val="visible"/>
                                      </p:to>
                                    </p:set>
                                    <p:animEffect transition="in" filter="wipe(up)">
                                      <p:cBhvr>
                                        <p:cTn id="38" dur="500"/>
                                        <p:tgtEl>
                                          <p:spTgt spid="48947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489486"/>
                                        </p:tgtEl>
                                        <p:attrNameLst>
                                          <p:attrName>style.visibility</p:attrName>
                                        </p:attrNameLst>
                                      </p:cBhvr>
                                      <p:to>
                                        <p:strVal val="visible"/>
                                      </p:to>
                                    </p:set>
                                    <p:animEffect transition="in" filter="wipe(up)">
                                      <p:cBhvr>
                                        <p:cTn id="43" dur="500"/>
                                        <p:tgtEl>
                                          <p:spTgt spid="48948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489474"/>
                                        </p:tgtEl>
                                        <p:attrNameLst>
                                          <p:attrName>style.visibility</p:attrName>
                                        </p:attrNameLst>
                                      </p:cBhvr>
                                      <p:to>
                                        <p:strVal val="visible"/>
                                      </p:to>
                                    </p:set>
                                    <p:animEffect transition="in" filter="wipe(left)">
                                      <p:cBhvr>
                                        <p:cTn id="48" dur="1000"/>
                                        <p:tgtEl>
                                          <p:spTgt spid="48947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489483"/>
                                        </p:tgtEl>
                                        <p:attrNameLst>
                                          <p:attrName>style.visibility</p:attrName>
                                        </p:attrNameLst>
                                      </p:cBhvr>
                                      <p:to>
                                        <p:strVal val="visible"/>
                                      </p:to>
                                    </p:set>
                                    <p:animEffect transition="in" filter="wipe(left)">
                                      <p:cBhvr>
                                        <p:cTn id="53" dur="1000"/>
                                        <p:tgtEl>
                                          <p:spTgt spid="48948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489484"/>
                                        </p:tgtEl>
                                        <p:attrNameLst>
                                          <p:attrName>style.visibility</p:attrName>
                                        </p:attrNameLst>
                                      </p:cBhvr>
                                      <p:to>
                                        <p:strVal val="visible"/>
                                      </p:to>
                                    </p:set>
                                    <p:animEffect transition="in" filter="wipe(left)">
                                      <p:cBhvr>
                                        <p:cTn id="58" dur="1000"/>
                                        <p:tgtEl>
                                          <p:spTgt spid="48948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489485"/>
                                        </p:tgtEl>
                                        <p:attrNameLst>
                                          <p:attrName>style.visibility</p:attrName>
                                        </p:attrNameLst>
                                      </p:cBhvr>
                                      <p:to>
                                        <p:strVal val="visible"/>
                                      </p:to>
                                    </p:set>
                                    <p:animEffect transition="in" filter="wipe(left)">
                                      <p:cBhvr>
                                        <p:cTn id="63" dur="1000"/>
                                        <p:tgtEl>
                                          <p:spTgt spid="489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48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0498" name="Object 2">
            <a:extLst>
              <a:ext uri="{FF2B5EF4-FFF2-40B4-BE49-F238E27FC236}">
                <a16:creationId xmlns:a16="http://schemas.microsoft.com/office/drawing/2014/main" id="{7ECB779D-00CB-A277-61F4-B74CF881569B}"/>
              </a:ext>
            </a:extLst>
          </p:cNvPr>
          <p:cNvGraphicFramePr>
            <a:graphicFrameLocks noChangeAspect="1"/>
          </p:cNvGraphicFramePr>
          <p:nvPr/>
        </p:nvGraphicFramePr>
        <p:xfrm>
          <a:off x="2063751" y="207964"/>
          <a:ext cx="4824413" cy="1546225"/>
        </p:xfrm>
        <a:graphic>
          <a:graphicData uri="http://schemas.openxmlformats.org/presentationml/2006/ole">
            <mc:AlternateContent xmlns:mc="http://schemas.openxmlformats.org/markup-compatibility/2006">
              <mc:Choice xmlns:v="urn:schemas-microsoft-com:vml" Requires="v">
                <p:oleObj name="公式" r:id="rId2" imgW="56172100" imgH="16383000" progId="Equation.3">
                  <p:embed/>
                </p:oleObj>
              </mc:Choice>
              <mc:Fallback>
                <p:oleObj name="公式" r:id="rId2" imgW="56172100" imgH="16383000" progId="Equation.3">
                  <p:embed/>
                  <p:pic>
                    <p:nvPicPr>
                      <p:cNvPr id="490498" name="Object 2">
                        <a:extLst>
                          <a:ext uri="{FF2B5EF4-FFF2-40B4-BE49-F238E27FC236}">
                            <a16:creationId xmlns:a16="http://schemas.microsoft.com/office/drawing/2014/main" id="{7ECB779D-00CB-A277-61F4-B74CF88156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1" y="207964"/>
                        <a:ext cx="4824413" cy="154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0499" name="Object 3">
            <a:extLst>
              <a:ext uri="{FF2B5EF4-FFF2-40B4-BE49-F238E27FC236}">
                <a16:creationId xmlns:a16="http://schemas.microsoft.com/office/drawing/2014/main" id="{B94FE054-C74C-D311-AD71-05A501088A20}"/>
              </a:ext>
            </a:extLst>
          </p:cNvPr>
          <p:cNvGraphicFramePr>
            <a:graphicFrameLocks noChangeAspect="1"/>
          </p:cNvGraphicFramePr>
          <p:nvPr/>
        </p:nvGraphicFramePr>
        <p:xfrm>
          <a:off x="2166939" y="2060575"/>
          <a:ext cx="4256087" cy="990600"/>
        </p:xfrm>
        <a:graphic>
          <a:graphicData uri="http://schemas.openxmlformats.org/presentationml/2006/ole">
            <mc:AlternateContent xmlns:mc="http://schemas.openxmlformats.org/markup-compatibility/2006">
              <mc:Choice xmlns:v="urn:schemas-microsoft-com:vml" Requires="v">
                <p:oleObj name="公式" r:id="rId4" imgW="44183300" imgH="9359900" progId="Equation.3">
                  <p:embed/>
                </p:oleObj>
              </mc:Choice>
              <mc:Fallback>
                <p:oleObj name="公式" r:id="rId4" imgW="44183300" imgH="9359900" progId="Equation.3">
                  <p:embed/>
                  <p:pic>
                    <p:nvPicPr>
                      <p:cNvPr id="490499" name="Object 3">
                        <a:extLst>
                          <a:ext uri="{FF2B5EF4-FFF2-40B4-BE49-F238E27FC236}">
                            <a16:creationId xmlns:a16="http://schemas.microsoft.com/office/drawing/2014/main" id="{B94FE054-C74C-D311-AD71-05A501088A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6939" y="2060575"/>
                        <a:ext cx="4256087"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0500" name="Object 4">
            <a:extLst>
              <a:ext uri="{FF2B5EF4-FFF2-40B4-BE49-F238E27FC236}">
                <a16:creationId xmlns:a16="http://schemas.microsoft.com/office/drawing/2014/main" id="{95DD3C26-3944-F7C8-29C7-C4665EC70A3D}"/>
              </a:ext>
            </a:extLst>
          </p:cNvPr>
          <p:cNvGraphicFramePr>
            <a:graphicFrameLocks noChangeAspect="1"/>
          </p:cNvGraphicFramePr>
          <p:nvPr/>
        </p:nvGraphicFramePr>
        <p:xfrm>
          <a:off x="6577014" y="2349501"/>
          <a:ext cx="1443037" cy="379413"/>
        </p:xfrm>
        <a:graphic>
          <a:graphicData uri="http://schemas.openxmlformats.org/presentationml/2006/ole">
            <mc:AlternateContent xmlns:mc="http://schemas.openxmlformats.org/markup-compatibility/2006">
              <mc:Choice xmlns:v="urn:schemas-microsoft-com:vml" Requires="v">
                <p:oleObj name="公式" r:id="rId6" imgW="15506700" imgH="4102100" progId="Equation.3">
                  <p:embed/>
                </p:oleObj>
              </mc:Choice>
              <mc:Fallback>
                <p:oleObj name="公式" r:id="rId6" imgW="15506700" imgH="4102100" progId="Equation.3">
                  <p:embed/>
                  <p:pic>
                    <p:nvPicPr>
                      <p:cNvPr id="490500" name="Object 4">
                        <a:extLst>
                          <a:ext uri="{FF2B5EF4-FFF2-40B4-BE49-F238E27FC236}">
                            <a16:creationId xmlns:a16="http://schemas.microsoft.com/office/drawing/2014/main" id="{95DD3C26-3944-F7C8-29C7-C4665EC70A3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77014" y="2349501"/>
                        <a:ext cx="1443037" cy="37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0501" name="Object 5">
            <a:extLst>
              <a:ext uri="{FF2B5EF4-FFF2-40B4-BE49-F238E27FC236}">
                <a16:creationId xmlns:a16="http://schemas.microsoft.com/office/drawing/2014/main" id="{ACADF8E9-DB92-0A8A-44F8-4B1F9414BCE3}"/>
              </a:ext>
            </a:extLst>
          </p:cNvPr>
          <p:cNvGraphicFramePr>
            <a:graphicFrameLocks noChangeAspect="1"/>
          </p:cNvGraphicFramePr>
          <p:nvPr/>
        </p:nvGraphicFramePr>
        <p:xfrm>
          <a:off x="3143250" y="3500438"/>
          <a:ext cx="839788" cy="366712"/>
        </p:xfrm>
        <a:graphic>
          <a:graphicData uri="http://schemas.openxmlformats.org/presentationml/2006/ole">
            <mc:AlternateContent xmlns:mc="http://schemas.openxmlformats.org/markup-compatibility/2006">
              <mc:Choice xmlns:v="urn:schemas-microsoft-com:vml" Requires="v">
                <p:oleObj name="公式" r:id="rId8" imgW="9359900" imgH="4102100" progId="Equation.3">
                  <p:embed/>
                </p:oleObj>
              </mc:Choice>
              <mc:Fallback>
                <p:oleObj name="公式" r:id="rId8" imgW="9359900" imgH="4102100" progId="Equation.3">
                  <p:embed/>
                  <p:pic>
                    <p:nvPicPr>
                      <p:cNvPr id="490501" name="Object 5">
                        <a:extLst>
                          <a:ext uri="{FF2B5EF4-FFF2-40B4-BE49-F238E27FC236}">
                            <a16:creationId xmlns:a16="http://schemas.microsoft.com/office/drawing/2014/main" id="{ACADF8E9-DB92-0A8A-44F8-4B1F9414BCE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43250" y="3500438"/>
                        <a:ext cx="839788"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0502" name="Rectangle 6">
            <a:extLst>
              <a:ext uri="{FF2B5EF4-FFF2-40B4-BE49-F238E27FC236}">
                <a16:creationId xmlns:a16="http://schemas.microsoft.com/office/drawing/2014/main" id="{A9E24A2C-6CE0-65E2-0E3A-0010EC8CDFB2}"/>
              </a:ext>
            </a:extLst>
          </p:cNvPr>
          <p:cNvSpPr>
            <a:spLocks noChangeArrowheads="1"/>
          </p:cNvSpPr>
          <p:nvPr/>
        </p:nvSpPr>
        <p:spPr bwMode="auto">
          <a:xfrm>
            <a:off x="4367213" y="3429001"/>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所以拒绝</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90503" name="Rectangle 7">
            <a:extLst>
              <a:ext uri="{FF2B5EF4-FFF2-40B4-BE49-F238E27FC236}">
                <a16:creationId xmlns:a16="http://schemas.microsoft.com/office/drawing/2014/main" id="{277451A9-85F4-95AA-8CD1-E30DDE43D740}"/>
              </a:ext>
            </a:extLst>
          </p:cNvPr>
          <p:cNvSpPr>
            <a:spLocks noChangeArrowheads="1"/>
          </p:cNvSpPr>
          <p:nvPr/>
        </p:nvSpPr>
        <p:spPr bwMode="auto">
          <a:xfrm>
            <a:off x="1847851" y="3429001"/>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490504" name="Rectangle 8">
            <a:extLst>
              <a:ext uri="{FF2B5EF4-FFF2-40B4-BE49-F238E27FC236}">
                <a16:creationId xmlns:a16="http://schemas.microsoft.com/office/drawing/2014/main" id="{5ED56BB4-D7C2-14E5-F8A8-0B35792CEF8D}"/>
              </a:ext>
            </a:extLst>
          </p:cNvPr>
          <p:cNvSpPr>
            <a:spLocks noChangeArrowheads="1"/>
          </p:cNvSpPr>
          <p:nvPr/>
        </p:nvSpPr>
        <p:spPr bwMode="auto">
          <a:xfrm>
            <a:off x="2063751" y="4076700"/>
            <a:ext cx="7921625"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认为第二家银行储户的平均年存款余额显著高于第一家银行储户的平均年存款余额</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0498"/>
                                        </p:tgtEl>
                                        <p:attrNameLst>
                                          <p:attrName>style.visibility</p:attrName>
                                        </p:attrNameLst>
                                      </p:cBhvr>
                                      <p:to>
                                        <p:strVal val="visible"/>
                                      </p:to>
                                    </p:set>
                                    <p:animEffect transition="in" filter="wipe(left)">
                                      <p:cBhvr>
                                        <p:cTn id="7" dur="1000"/>
                                        <p:tgtEl>
                                          <p:spTgt spid="4904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90499"/>
                                        </p:tgtEl>
                                        <p:attrNameLst>
                                          <p:attrName>style.visibility</p:attrName>
                                        </p:attrNameLst>
                                      </p:cBhvr>
                                      <p:to>
                                        <p:strVal val="visible"/>
                                      </p:to>
                                    </p:set>
                                    <p:animEffect transition="in" filter="wipe(left)">
                                      <p:cBhvr>
                                        <p:cTn id="12" dur="1000"/>
                                        <p:tgtEl>
                                          <p:spTgt spid="4904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90500"/>
                                        </p:tgtEl>
                                        <p:attrNameLst>
                                          <p:attrName>style.visibility</p:attrName>
                                        </p:attrNameLst>
                                      </p:cBhvr>
                                      <p:to>
                                        <p:strVal val="visible"/>
                                      </p:to>
                                    </p:set>
                                    <p:animEffect transition="in" filter="wipe(left)">
                                      <p:cBhvr>
                                        <p:cTn id="17" dur="1000"/>
                                        <p:tgtEl>
                                          <p:spTgt spid="4905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90503"/>
                                        </p:tgtEl>
                                        <p:attrNameLst>
                                          <p:attrName>style.visibility</p:attrName>
                                        </p:attrNameLst>
                                      </p:cBhvr>
                                      <p:to>
                                        <p:strVal val="visible"/>
                                      </p:to>
                                    </p:set>
                                    <p:animEffect transition="in" filter="wipe(left)">
                                      <p:cBhvr>
                                        <p:cTn id="22" dur="1000"/>
                                        <p:tgtEl>
                                          <p:spTgt spid="490503"/>
                                        </p:tgtEl>
                                      </p:cBhvr>
                                    </p:animEffect>
                                  </p:childTnLst>
                                </p:cTn>
                              </p:par>
                            </p:childTnLst>
                          </p:cTn>
                        </p:par>
                        <p:par>
                          <p:cTn id="23" fill="hold" nodeType="afterGroup">
                            <p:stCondLst>
                              <p:cond delay="1000"/>
                            </p:stCondLst>
                            <p:childTnLst>
                              <p:par>
                                <p:cTn id="24" presetID="22" presetClass="entr" presetSubtype="8" fill="hold" nodeType="afterEffect">
                                  <p:stCondLst>
                                    <p:cond delay="0"/>
                                  </p:stCondLst>
                                  <p:childTnLst>
                                    <p:set>
                                      <p:cBhvr>
                                        <p:cTn id="25" dur="1" fill="hold">
                                          <p:stCondLst>
                                            <p:cond delay="0"/>
                                          </p:stCondLst>
                                        </p:cTn>
                                        <p:tgtEl>
                                          <p:spTgt spid="490501"/>
                                        </p:tgtEl>
                                        <p:attrNameLst>
                                          <p:attrName>style.visibility</p:attrName>
                                        </p:attrNameLst>
                                      </p:cBhvr>
                                      <p:to>
                                        <p:strVal val="visible"/>
                                      </p:to>
                                    </p:set>
                                    <p:animEffect transition="in" filter="wipe(left)">
                                      <p:cBhvr>
                                        <p:cTn id="26" dur="1000"/>
                                        <p:tgtEl>
                                          <p:spTgt spid="490501"/>
                                        </p:tgtEl>
                                      </p:cBhvr>
                                    </p:animEffect>
                                  </p:childTnLst>
                                </p:cTn>
                              </p:par>
                            </p:childTnLst>
                          </p:cTn>
                        </p:par>
                        <p:par>
                          <p:cTn id="27" fill="hold" nodeType="afterGroup">
                            <p:stCondLst>
                              <p:cond delay="2000"/>
                            </p:stCondLst>
                            <p:childTnLst>
                              <p:par>
                                <p:cTn id="28" presetID="22" presetClass="entr" presetSubtype="8" fill="hold" nodeType="afterEffect">
                                  <p:stCondLst>
                                    <p:cond delay="0"/>
                                  </p:stCondLst>
                                  <p:childTnLst>
                                    <p:set>
                                      <p:cBhvr>
                                        <p:cTn id="29" dur="1" fill="hold">
                                          <p:stCondLst>
                                            <p:cond delay="0"/>
                                          </p:stCondLst>
                                        </p:cTn>
                                        <p:tgtEl>
                                          <p:spTgt spid="490502"/>
                                        </p:tgtEl>
                                        <p:attrNameLst>
                                          <p:attrName>style.visibility</p:attrName>
                                        </p:attrNameLst>
                                      </p:cBhvr>
                                      <p:to>
                                        <p:strVal val="visible"/>
                                      </p:to>
                                    </p:set>
                                    <p:animEffect transition="in" filter="wipe(left)">
                                      <p:cBhvr>
                                        <p:cTn id="30" dur="1000"/>
                                        <p:tgtEl>
                                          <p:spTgt spid="49050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4" fill="hold" nodeType="clickEffect">
                                  <p:stCondLst>
                                    <p:cond delay="0"/>
                                  </p:stCondLst>
                                  <p:childTnLst>
                                    <p:set>
                                      <p:cBhvr>
                                        <p:cTn id="34" dur="1" fill="hold">
                                          <p:stCondLst>
                                            <p:cond delay="0"/>
                                          </p:stCondLst>
                                        </p:cTn>
                                        <p:tgtEl>
                                          <p:spTgt spid="490504"/>
                                        </p:tgtEl>
                                        <p:attrNameLst>
                                          <p:attrName>style.visibility</p:attrName>
                                        </p:attrNameLst>
                                      </p:cBhvr>
                                      <p:to>
                                        <p:strVal val="visible"/>
                                      </p:to>
                                    </p:set>
                                    <p:animEffect transition="in" filter="slide(fromBottom)">
                                      <p:cBhvr>
                                        <p:cTn id="35" dur="1000"/>
                                        <p:tgtEl>
                                          <p:spTgt spid="490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502" grpId="0"/>
      <p:bldP spid="490503" grpId="0"/>
      <p:bldP spid="49050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a:extLst>
              <a:ext uri="{FF2B5EF4-FFF2-40B4-BE49-F238E27FC236}">
                <a16:creationId xmlns:a16="http://schemas.microsoft.com/office/drawing/2014/main" id="{8EBE7DB5-600C-17CB-BFEC-5E50D118D09A}"/>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1523" name="Rectangle 3">
            <a:extLst>
              <a:ext uri="{FF2B5EF4-FFF2-40B4-BE49-F238E27FC236}">
                <a16:creationId xmlns:a16="http://schemas.microsoft.com/office/drawing/2014/main" id="{02890378-7C72-5F82-69C4-D9F8490083D9}"/>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1524" name="Rectangle 4">
            <a:extLst>
              <a:ext uri="{FF2B5EF4-FFF2-40B4-BE49-F238E27FC236}">
                <a16:creationId xmlns:a16="http://schemas.microsoft.com/office/drawing/2014/main" id="{40555C4B-2E24-5267-CD8B-34F3F1D94CDD}"/>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1525" name="Rectangle 5">
            <a:extLst>
              <a:ext uri="{FF2B5EF4-FFF2-40B4-BE49-F238E27FC236}">
                <a16:creationId xmlns:a16="http://schemas.microsoft.com/office/drawing/2014/main" id="{7C1F3563-0F64-A339-9EAB-A460EE2918CA}"/>
              </a:ext>
            </a:extLst>
          </p:cNvPr>
          <p:cNvSpPr>
            <a:spLocks noChangeArrowheads="1"/>
          </p:cNvSpPr>
          <p:nvPr/>
        </p:nvSpPr>
        <p:spPr bwMode="auto">
          <a:xfrm>
            <a:off x="1416051" y="29822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1526" name="Rectangle 6">
            <a:extLst>
              <a:ext uri="{FF2B5EF4-FFF2-40B4-BE49-F238E27FC236}">
                <a16:creationId xmlns:a16="http://schemas.microsoft.com/office/drawing/2014/main" id="{7D18E4AB-145E-203B-76A1-099B5D3B5EC8}"/>
              </a:ext>
            </a:extLst>
          </p:cNvPr>
          <p:cNvSpPr>
            <a:spLocks noChangeArrowheads="1"/>
          </p:cNvSpPr>
          <p:nvPr/>
        </p:nvSpPr>
        <p:spPr bwMode="auto">
          <a:xfrm>
            <a:off x="1524001" y="34140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1527" name="Rectangle 7">
            <a:extLst>
              <a:ext uri="{FF2B5EF4-FFF2-40B4-BE49-F238E27FC236}">
                <a16:creationId xmlns:a16="http://schemas.microsoft.com/office/drawing/2014/main" id="{95506B0C-3391-190F-19A5-0D964CF85B4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1528" name="Rectangle 8">
            <a:extLst>
              <a:ext uri="{FF2B5EF4-FFF2-40B4-BE49-F238E27FC236}">
                <a16:creationId xmlns:a16="http://schemas.microsoft.com/office/drawing/2014/main" id="{6FFE511E-E6F6-964D-B0E5-F5541320B815}"/>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1529" name="Rectangle 9">
            <a:extLst>
              <a:ext uri="{FF2B5EF4-FFF2-40B4-BE49-F238E27FC236}">
                <a16:creationId xmlns:a16="http://schemas.microsoft.com/office/drawing/2014/main" id="{4CEFB043-69AB-E39C-D3A4-17ABBE8568BA}"/>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1530" name="Rectangle 10">
            <a:extLst>
              <a:ext uri="{FF2B5EF4-FFF2-40B4-BE49-F238E27FC236}">
                <a16:creationId xmlns:a16="http://schemas.microsoft.com/office/drawing/2014/main" id="{93E20C92-DE8F-2789-44CB-6C12C40AC3E4}"/>
              </a:ext>
            </a:extLst>
          </p:cNvPr>
          <p:cNvSpPr>
            <a:spLocks noChangeArrowheads="1"/>
          </p:cNvSpPr>
          <p:nvPr/>
        </p:nvSpPr>
        <p:spPr bwMode="auto">
          <a:xfrm>
            <a:off x="1847851" y="692150"/>
            <a:ext cx="877515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4000" b="1">
                <a:solidFill>
                  <a:srgbClr val="DC5900"/>
                </a:solidFill>
                <a:effectLst>
                  <a:outerShdw blurRad="38100" dist="38100" dir="2700000" algn="tl">
                    <a:srgbClr val="C0C0C0"/>
                  </a:outerShdw>
                </a:effectLst>
                <a:latin typeface="Times New Roman" panose="02020603050405020304" pitchFamily="18" charset="0"/>
                <a:ea typeface="宋体" panose="02010600030101010101" pitchFamily="2" charset="-122"/>
              </a:rPr>
              <a:t>第三节 </a:t>
            </a:r>
            <a:r>
              <a:rPr lang="en-US" altLang="zh-CN" sz="4000" b="1">
                <a:solidFill>
                  <a:srgbClr val="DC5900"/>
                </a:solidFill>
                <a:effectLst>
                  <a:outerShdw blurRad="38100" dist="38100" dir="2700000" algn="tl">
                    <a:srgbClr val="C0C0C0"/>
                  </a:outerShdw>
                </a:effectLst>
                <a:latin typeface="Times New Roman" panose="02020603050405020304" pitchFamily="18" charset="0"/>
                <a:ea typeface="宋体" panose="02010600030101010101" pitchFamily="2" charset="-122"/>
              </a:rPr>
              <a:t>(0-1) </a:t>
            </a:r>
            <a:r>
              <a:rPr lang="zh-CN" altLang="en-US" sz="4000" b="1">
                <a:solidFill>
                  <a:srgbClr val="DC5900"/>
                </a:solidFill>
                <a:effectLst>
                  <a:outerShdw blurRad="38100" dist="38100" dir="2700000" algn="tl">
                    <a:srgbClr val="C0C0C0"/>
                  </a:outerShdw>
                </a:effectLst>
                <a:latin typeface="Times New Roman" panose="02020603050405020304" pitchFamily="18" charset="0"/>
                <a:ea typeface="宋体" panose="02010600030101010101" pitchFamily="2" charset="-122"/>
              </a:rPr>
              <a:t>总体参数 </a:t>
            </a:r>
            <a:r>
              <a:rPr lang="en-US" altLang="zh-CN" sz="4000" b="1" i="1">
                <a:solidFill>
                  <a:srgbClr val="DC5900"/>
                </a:solidFill>
                <a:effectLst>
                  <a:outerShdw blurRad="38100" dist="38100" dir="2700000" algn="tl">
                    <a:srgbClr val="C0C0C0"/>
                  </a:outerShdw>
                </a:effectLst>
                <a:latin typeface="Times New Roman" panose="02020603050405020304" pitchFamily="18" charset="0"/>
                <a:ea typeface="宋体" panose="02010600030101010101" pitchFamily="2" charset="-122"/>
              </a:rPr>
              <a:t>p </a:t>
            </a:r>
            <a:r>
              <a:rPr lang="zh-CN" altLang="en-US" sz="4000" b="1">
                <a:solidFill>
                  <a:srgbClr val="DC5900"/>
                </a:solidFill>
                <a:effectLst>
                  <a:outerShdw blurRad="38100" dist="38100" dir="2700000" algn="tl">
                    <a:srgbClr val="C0C0C0"/>
                  </a:outerShdw>
                </a:effectLst>
                <a:latin typeface="Times New Roman" panose="02020603050405020304" pitchFamily="18" charset="0"/>
                <a:ea typeface="宋体" panose="02010600030101010101" pitchFamily="2" charset="-122"/>
              </a:rPr>
              <a:t>的大样本检验</a:t>
            </a:r>
          </a:p>
        </p:txBody>
      </p:sp>
      <p:sp>
        <p:nvSpPr>
          <p:cNvPr id="491531" name="Rectangle 11">
            <a:extLst>
              <a:ext uri="{FF2B5EF4-FFF2-40B4-BE49-F238E27FC236}">
                <a16:creationId xmlns:a16="http://schemas.microsoft.com/office/drawing/2014/main" id="{CB712DA9-973D-7D08-825E-6FEECD51332C}"/>
              </a:ext>
            </a:extLst>
          </p:cNvPr>
          <p:cNvSpPr>
            <a:spLocks noChangeArrowheads="1"/>
          </p:cNvSpPr>
          <p:nvPr/>
        </p:nvSpPr>
        <p:spPr bwMode="auto">
          <a:xfrm>
            <a:off x="2279650" y="1773239"/>
            <a:ext cx="7704138"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在实际问题中，经常会遇到要对（</a:t>
            </a:r>
            <a:r>
              <a:rPr kumimoji="1" lang="en-US" altLang="zh-CN" sz="2800" b="1">
                <a:solidFill>
                  <a:srgbClr val="007A77"/>
                </a:solidFill>
                <a:latin typeface="Times New Roman" panose="02020603050405020304" pitchFamily="18" charset="0"/>
                <a:ea typeface="楷体_GB2312" pitchFamily="49" charset="-122"/>
              </a:rPr>
              <a:t>0-1</a:t>
            </a:r>
            <a:r>
              <a:rPr kumimoji="1" lang="zh-CN" altLang="en-US" sz="2800" b="1">
                <a:solidFill>
                  <a:srgbClr val="007A77"/>
                </a:solidFill>
                <a:latin typeface="Times New Roman" panose="02020603050405020304" pitchFamily="18" charset="0"/>
                <a:ea typeface="楷体_GB2312" pitchFamily="49" charset="-122"/>
              </a:rPr>
              <a:t>）总体中参数 </a:t>
            </a:r>
            <a:r>
              <a:rPr kumimoji="1" lang="en-US" altLang="zh-CN" sz="2800" b="1" i="1">
                <a:solidFill>
                  <a:srgbClr val="007A77"/>
                </a:solidFill>
                <a:latin typeface="Times New Roman" panose="02020603050405020304" pitchFamily="18" charset="0"/>
                <a:ea typeface="楷体_GB2312" pitchFamily="49" charset="-122"/>
              </a:rPr>
              <a:t>p </a:t>
            </a:r>
            <a:r>
              <a:rPr kumimoji="1" lang="zh-CN" altLang="en-US" sz="2800" b="1">
                <a:solidFill>
                  <a:srgbClr val="007A77"/>
                </a:solidFill>
                <a:latin typeface="Times New Roman" panose="02020603050405020304" pitchFamily="18" charset="0"/>
                <a:ea typeface="楷体_GB2312" pitchFamily="49" charset="-122"/>
              </a:rPr>
              <a:t>进行检验的问题。这时，一般是抽取大容量（</a:t>
            </a:r>
            <a:r>
              <a:rPr kumimoji="1" lang="en-US" altLang="zh-CN" sz="2800" b="1" i="1">
                <a:solidFill>
                  <a:srgbClr val="007A77"/>
                </a:solidFill>
                <a:latin typeface="Times New Roman" panose="02020603050405020304" pitchFamily="18" charset="0"/>
                <a:ea typeface="楷体_GB2312" pitchFamily="49" charset="-122"/>
              </a:rPr>
              <a:t>n</a:t>
            </a:r>
            <a:r>
              <a:rPr kumimoji="1" lang="en-US" altLang="zh-CN" sz="2800" b="1">
                <a:solidFill>
                  <a:srgbClr val="007A77"/>
                </a:solidFill>
                <a:latin typeface="Times New Roman" panose="02020603050405020304" pitchFamily="18" charset="0"/>
                <a:ea typeface="楷体_GB2312" pitchFamily="49" charset="-122"/>
              </a:rPr>
              <a:t>&gt;30</a:t>
            </a:r>
            <a:r>
              <a:rPr kumimoji="1" lang="zh-CN" altLang="en-US" sz="2800" b="1">
                <a:solidFill>
                  <a:srgbClr val="007A77"/>
                </a:solidFill>
                <a:latin typeface="Times New Roman" panose="02020603050405020304" pitchFamily="18" charset="0"/>
                <a:ea typeface="楷体_GB2312" pitchFamily="49" charset="-122"/>
              </a:rPr>
              <a:t>）的样本，利用中心极限定理，对参数 </a:t>
            </a:r>
            <a:r>
              <a:rPr kumimoji="1" lang="en-US" altLang="zh-CN" sz="2800" b="1" i="1">
                <a:solidFill>
                  <a:srgbClr val="007A77"/>
                </a:solidFill>
                <a:latin typeface="Times New Roman" panose="02020603050405020304" pitchFamily="18" charset="0"/>
                <a:ea typeface="楷体_GB2312" pitchFamily="49" charset="-122"/>
              </a:rPr>
              <a:t>p </a:t>
            </a:r>
            <a:r>
              <a:rPr kumimoji="1" lang="zh-CN" altLang="en-US" sz="2800" b="1">
                <a:solidFill>
                  <a:srgbClr val="007A77"/>
                </a:solidFill>
                <a:latin typeface="Times New Roman" panose="02020603050405020304" pitchFamily="18" charset="0"/>
                <a:ea typeface="楷体_GB2312" pitchFamily="49" charset="-122"/>
              </a:rPr>
              <a:t>进行假设检验</a:t>
            </a:r>
            <a:r>
              <a:rPr kumimoji="1" lang="en-US" altLang="zh-CN" sz="2800" b="1">
                <a:solidFill>
                  <a:srgbClr val="007A77"/>
                </a:solidFill>
                <a:latin typeface="Times New Roman" panose="02020603050405020304" pitchFamily="18" charset="0"/>
                <a:ea typeface="楷体_GB2312" pitchFamily="49" charset="-122"/>
              </a:rPr>
              <a:t>.</a:t>
            </a:r>
          </a:p>
        </p:txBody>
      </p:sp>
      <p:sp>
        <p:nvSpPr>
          <p:cNvPr id="491532" name="Rectangle 12">
            <a:extLst>
              <a:ext uri="{FF2B5EF4-FFF2-40B4-BE49-F238E27FC236}">
                <a16:creationId xmlns:a16="http://schemas.microsoft.com/office/drawing/2014/main" id="{26E5EB48-00E4-B05D-46DA-F52CEA310DE4}"/>
              </a:ext>
            </a:extLst>
          </p:cNvPr>
          <p:cNvSpPr>
            <a:spLocks noChangeArrowheads="1"/>
          </p:cNvSpPr>
          <p:nvPr/>
        </p:nvSpPr>
        <p:spPr bwMode="auto">
          <a:xfrm>
            <a:off x="2566989" y="4581525"/>
            <a:ext cx="7559675"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下面先用此方法对双边检验进行假设检验，然后推广到单边检验。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91530"/>
                                        </p:tgtEl>
                                        <p:attrNameLst>
                                          <p:attrName>style.visibility</p:attrName>
                                        </p:attrNameLst>
                                      </p:cBhvr>
                                      <p:to>
                                        <p:strVal val="visible"/>
                                      </p:to>
                                    </p:set>
                                    <p:animEffect transition="in" filter="slide(fromRight)">
                                      <p:cBhvr>
                                        <p:cTn id="7" dur="1000"/>
                                        <p:tgtEl>
                                          <p:spTgt spid="4915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7" presetClass="entr" presetSubtype="0" fill="hold" nodeType="clickEffect">
                                  <p:stCondLst>
                                    <p:cond delay="0"/>
                                  </p:stCondLst>
                                  <p:iterate type="lt">
                                    <p:tmPct val="50000"/>
                                  </p:iterate>
                                  <p:childTnLst>
                                    <p:set>
                                      <p:cBhvr>
                                        <p:cTn id="11" dur="1" fill="hold">
                                          <p:stCondLst>
                                            <p:cond delay="0"/>
                                          </p:stCondLst>
                                        </p:cTn>
                                        <p:tgtEl>
                                          <p:spTgt spid="491531"/>
                                        </p:tgtEl>
                                        <p:attrNameLst>
                                          <p:attrName>style.visibility</p:attrName>
                                        </p:attrNameLst>
                                      </p:cBhvr>
                                      <p:to>
                                        <p:strVal val="visible"/>
                                      </p:to>
                                    </p:set>
                                    <p:anim calcmode="discrete" valueType="clr">
                                      <p:cBhvr override="childStyle">
                                        <p:cTn id="12" dur="80"/>
                                        <p:tgtEl>
                                          <p:spTgt spid="491531"/>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491531"/>
                                        </p:tgtEl>
                                        <p:attrNameLst>
                                          <p:attrName>fillcolor</p:attrName>
                                        </p:attrNameLst>
                                      </p:cBhvr>
                                      <p:tavLst>
                                        <p:tav tm="0">
                                          <p:val>
                                            <p:clrVal>
                                              <a:schemeClr val="accent2"/>
                                            </p:clrVal>
                                          </p:val>
                                        </p:tav>
                                        <p:tav tm="50000">
                                          <p:val>
                                            <p:clrVal>
                                              <a:schemeClr val="hlink"/>
                                            </p:clrVal>
                                          </p:val>
                                        </p:tav>
                                      </p:tavLst>
                                    </p:anim>
                                    <p:set>
                                      <p:cBhvr>
                                        <p:cTn id="14" dur="80"/>
                                        <p:tgtEl>
                                          <p:spTgt spid="491531"/>
                                        </p:tgtEl>
                                        <p:attrNameLst>
                                          <p:attrName>fill.type</p:attrName>
                                        </p:attrNameLst>
                                      </p:cBhvr>
                                      <p:to>
                                        <p:strVal val="solid"/>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nodeType="clickEffect">
                                  <p:stCondLst>
                                    <p:cond delay="0"/>
                                  </p:stCondLst>
                                  <p:childTnLst>
                                    <p:set>
                                      <p:cBhvr>
                                        <p:cTn id="18" dur="1" fill="hold">
                                          <p:stCondLst>
                                            <p:cond delay="0"/>
                                          </p:stCondLst>
                                        </p:cTn>
                                        <p:tgtEl>
                                          <p:spTgt spid="491532"/>
                                        </p:tgtEl>
                                        <p:attrNameLst>
                                          <p:attrName>style.visibility</p:attrName>
                                        </p:attrNameLst>
                                      </p:cBhvr>
                                      <p:to>
                                        <p:strVal val="visible"/>
                                      </p:to>
                                    </p:set>
                                    <p:animEffect transition="in" filter="slide(fromBottom)">
                                      <p:cBhvr>
                                        <p:cTn id="19" dur="1000"/>
                                        <p:tgtEl>
                                          <p:spTgt spid="491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30" grpId="0"/>
      <p:bldP spid="491531" grpId="0"/>
      <p:bldP spid="49153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a:extLst>
              <a:ext uri="{FF2B5EF4-FFF2-40B4-BE49-F238E27FC236}">
                <a16:creationId xmlns:a16="http://schemas.microsoft.com/office/drawing/2014/main" id="{00CD34C9-55AA-6F88-FD42-5F7BE7FBC302}"/>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2547" name="Rectangle 3">
            <a:extLst>
              <a:ext uri="{FF2B5EF4-FFF2-40B4-BE49-F238E27FC236}">
                <a16:creationId xmlns:a16="http://schemas.microsoft.com/office/drawing/2014/main" id="{961985D9-7F50-F8D4-FCF9-4A618F585851}"/>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2548" name="Rectangle 4">
            <a:extLst>
              <a:ext uri="{FF2B5EF4-FFF2-40B4-BE49-F238E27FC236}">
                <a16:creationId xmlns:a16="http://schemas.microsoft.com/office/drawing/2014/main" id="{40799734-A7CB-BB52-61C2-8A016264C043}"/>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92549" name="Object 5">
            <a:extLst>
              <a:ext uri="{FF2B5EF4-FFF2-40B4-BE49-F238E27FC236}">
                <a16:creationId xmlns:a16="http://schemas.microsoft.com/office/drawing/2014/main" id="{2F1D2F72-6801-C0C9-6626-66676637F3A9}"/>
              </a:ext>
            </a:extLst>
          </p:cNvPr>
          <p:cNvGraphicFramePr>
            <a:graphicFrameLocks noChangeAspect="1"/>
          </p:cNvGraphicFramePr>
          <p:nvPr/>
        </p:nvGraphicFramePr>
        <p:xfrm>
          <a:off x="2227264" y="1628776"/>
          <a:ext cx="4275137" cy="606425"/>
        </p:xfrm>
        <a:graphic>
          <a:graphicData uri="http://schemas.openxmlformats.org/presentationml/2006/ole">
            <mc:AlternateContent xmlns:mc="http://schemas.openxmlformats.org/markup-compatibility/2006">
              <mc:Choice xmlns:v="urn:schemas-microsoft-com:vml" Requires="v">
                <p:oleObj name="公式" r:id="rId2" imgW="37160200" imgH="5270500" progId="Equation.3">
                  <p:embed/>
                </p:oleObj>
              </mc:Choice>
              <mc:Fallback>
                <p:oleObj name="公式" r:id="rId2" imgW="37160200" imgH="5270500" progId="Equation.3">
                  <p:embed/>
                  <p:pic>
                    <p:nvPicPr>
                      <p:cNvPr id="492549" name="Object 5">
                        <a:extLst>
                          <a:ext uri="{FF2B5EF4-FFF2-40B4-BE49-F238E27FC236}">
                            <a16:creationId xmlns:a16="http://schemas.microsoft.com/office/drawing/2014/main" id="{2F1D2F72-6801-C0C9-6626-66676637F3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7264" y="1628776"/>
                        <a:ext cx="4275137" cy="606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2550" name="Rectangle 6">
            <a:extLst>
              <a:ext uri="{FF2B5EF4-FFF2-40B4-BE49-F238E27FC236}">
                <a16:creationId xmlns:a16="http://schemas.microsoft.com/office/drawing/2014/main" id="{FC522480-7294-263E-6123-6941EA40A6BB}"/>
              </a:ext>
            </a:extLst>
          </p:cNvPr>
          <p:cNvSpPr>
            <a:spLocks noChangeArrowheads="1"/>
          </p:cNvSpPr>
          <p:nvPr/>
        </p:nvSpPr>
        <p:spPr bwMode="auto">
          <a:xfrm>
            <a:off x="1416051" y="29822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2551" name="Rectangle 7">
            <a:extLst>
              <a:ext uri="{FF2B5EF4-FFF2-40B4-BE49-F238E27FC236}">
                <a16:creationId xmlns:a16="http://schemas.microsoft.com/office/drawing/2014/main" id="{BFE079E1-1516-3640-F964-4CE6694757F0}"/>
              </a:ext>
            </a:extLst>
          </p:cNvPr>
          <p:cNvSpPr>
            <a:spLocks noChangeArrowheads="1"/>
          </p:cNvSpPr>
          <p:nvPr/>
        </p:nvSpPr>
        <p:spPr bwMode="auto">
          <a:xfrm>
            <a:off x="1524001" y="34140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92552" name="Object 8">
            <a:extLst>
              <a:ext uri="{FF2B5EF4-FFF2-40B4-BE49-F238E27FC236}">
                <a16:creationId xmlns:a16="http://schemas.microsoft.com/office/drawing/2014/main" id="{3EBB971B-4898-A673-F884-4E8055875EF4}"/>
              </a:ext>
            </a:extLst>
          </p:cNvPr>
          <p:cNvGraphicFramePr>
            <a:graphicFrameLocks noChangeAspect="1"/>
          </p:cNvGraphicFramePr>
          <p:nvPr/>
        </p:nvGraphicFramePr>
        <p:xfrm>
          <a:off x="6743700" y="1700214"/>
          <a:ext cx="1296988" cy="534987"/>
        </p:xfrm>
        <a:graphic>
          <a:graphicData uri="http://schemas.openxmlformats.org/presentationml/2006/ole">
            <mc:AlternateContent xmlns:mc="http://schemas.openxmlformats.org/markup-compatibility/2006">
              <mc:Choice xmlns:v="urn:schemas-microsoft-com:vml" Requires="v">
                <p:oleObj name="公式" r:id="rId4" imgW="11112500" imgH="4686300" progId="Equation.3">
                  <p:embed/>
                </p:oleObj>
              </mc:Choice>
              <mc:Fallback>
                <p:oleObj name="公式" r:id="rId4" imgW="11112500" imgH="4686300" progId="Equation.3">
                  <p:embed/>
                  <p:pic>
                    <p:nvPicPr>
                      <p:cNvPr id="492552" name="Object 8">
                        <a:extLst>
                          <a:ext uri="{FF2B5EF4-FFF2-40B4-BE49-F238E27FC236}">
                            <a16:creationId xmlns:a16="http://schemas.microsoft.com/office/drawing/2014/main" id="{3EBB971B-4898-A673-F884-4E8055875E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3700" y="1700214"/>
                        <a:ext cx="1296988" cy="534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2553" name="Rectangle 9">
            <a:extLst>
              <a:ext uri="{FF2B5EF4-FFF2-40B4-BE49-F238E27FC236}">
                <a16:creationId xmlns:a16="http://schemas.microsoft.com/office/drawing/2014/main" id="{4A0FAAF9-7AC3-9DB4-ABD2-1A00AEFF7F5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2554" name="Rectangle 10">
            <a:extLst>
              <a:ext uri="{FF2B5EF4-FFF2-40B4-BE49-F238E27FC236}">
                <a16:creationId xmlns:a16="http://schemas.microsoft.com/office/drawing/2014/main" id="{95FAF168-EB27-7E83-8199-335458A15BFA}"/>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2555" name="Rectangle 11">
            <a:extLst>
              <a:ext uri="{FF2B5EF4-FFF2-40B4-BE49-F238E27FC236}">
                <a16:creationId xmlns:a16="http://schemas.microsoft.com/office/drawing/2014/main" id="{96E02D5B-9CCA-39B3-E523-0A7576B35337}"/>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2556" name="Rectangle 12">
            <a:extLst>
              <a:ext uri="{FF2B5EF4-FFF2-40B4-BE49-F238E27FC236}">
                <a16:creationId xmlns:a16="http://schemas.microsoft.com/office/drawing/2014/main" id="{AD48C069-8483-6C6E-EE63-187ED289E432}"/>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2557" name="Rectangle 13">
            <a:extLst>
              <a:ext uri="{FF2B5EF4-FFF2-40B4-BE49-F238E27FC236}">
                <a16:creationId xmlns:a16="http://schemas.microsoft.com/office/drawing/2014/main" id="{97EFA58C-7E1F-72CD-74F8-54DBDF2F6460}"/>
              </a:ext>
            </a:extLst>
          </p:cNvPr>
          <p:cNvSpPr>
            <a:spLocks noChangeArrowheads="1"/>
          </p:cNvSpPr>
          <p:nvPr/>
        </p:nvSpPr>
        <p:spPr bwMode="auto">
          <a:xfrm>
            <a:off x="2279650" y="765176"/>
            <a:ext cx="68087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已知总体</a:t>
            </a:r>
            <a:r>
              <a:rPr kumimoji="1" lang="en-US" altLang="zh-CN" sz="2800" b="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服从（</a:t>
            </a:r>
            <a:r>
              <a:rPr kumimoji="1" lang="en-US" altLang="zh-CN" sz="2800" b="1">
                <a:solidFill>
                  <a:srgbClr val="007A77"/>
                </a:solidFill>
                <a:latin typeface="Times New Roman" panose="02020603050405020304" pitchFamily="18" charset="0"/>
                <a:ea typeface="楷体_GB2312" pitchFamily="49" charset="-122"/>
              </a:rPr>
              <a:t>0-1</a:t>
            </a:r>
            <a:r>
              <a:rPr kumimoji="1" lang="zh-CN" altLang="en-US" sz="2800" b="1">
                <a:solidFill>
                  <a:srgbClr val="007A77"/>
                </a:solidFill>
                <a:latin typeface="Times New Roman" panose="02020603050405020304" pitchFamily="18" charset="0"/>
                <a:ea typeface="楷体_GB2312" pitchFamily="49" charset="-122"/>
              </a:rPr>
              <a:t>）分布，其分布律为 </a:t>
            </a:r>
          </a:p>
        </p:txBody>
      </p:sp>
      <p:sp>
        <p:nvSpPr>
          <p:cNvPr id="492558" name="Rectangle 14">
            <a:extLst>
              <a:ext uri="{FF2B5EF4-FFF2-40B4-BE49-F238E27FC236}">
                <a16:creationId xmlns:a16="http://schemas.microsoft.com/office/drawing/2014/main" id="{5ECEDE70-5302-509D-DB7F-CFD8CB99F136}"/>
              </a:ext>
            </a:extLst>
          </p:cNvPr>
          <p:cNvSpPr>
            <a:spLocks noChangeArrowheads="1"/>
          </p:cNvSpPr>
          <p:nvPr/>
        </p:nvSpPr>
        <p:spPr bwMode="auto">
          <a:xfrm>
            <a:off x="2279650" y="3500438"/>
            <a:ext cx="79200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现抽取容量为</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n</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n</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&gt;30</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）的样本</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X</a:t>
            </a:r>
            <a:r>
              <a:rPr kumimoji="1" lang="en-US" altLang="zh-CN" sz="2800" b="1" baseline="-25000">
                <a:solidFill>
                  <a:srgbClr val="007A77"/>
                </a:solidFill>
                <a:latin typeface="Times New Roman" panose="02020603050405020304" pitchFamily="18" charset="0"/>
                <a:ea typeface="楷体_GB2312" pitchFamily="49" charset="-122"/>
                <a:cs typeface="Times New Roman" panose="02020603050405020304" pitchFamily="18" charset="0"/>
              </a:rPr>
              <a:t>1 </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 </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X</a:t>
            </a:r>
            <a:r>
              <a:rPr kumimoji="1" lang="en-US" altLang="zh-CN" sz="2800" b="1" baseline="-25000">
                <a:solidFill>
                  <a:srgbClr val="007A77"/>
                </a:solidFill>
                <a:latin typeface="Times New Roman" panose="02020603050405020304" pitchFamily="18" charset="0"/>
                <a:ea typeface="楷体_GB2312" pitchFamily="49" charset="-122"/>
                <a:cs typeface="Times New Roman" panose="02020603050405020304" pitchFamily="18" charset="0"/>
              </a:rPr>
              <a:t>2 </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 … , </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X</a:t>
            </a:r>
            <a:r>
              <a:rPr kumimoji="1" lang="en-US" altLang="zh-CN" sz="2800" b="1" i="1" baseline="-25000">
                <a:solidFill>
                  <a:srgbClr val="007A77"/>
                </a:solidFill>
                <a:latin typeface="Times New Roman" panose="02020603050405020304" pitchFamily="18" charset="0"/>
                <a:ea typeface="楷体_GB2312" pitchFamily="49" charset="-122"/>
                <a:cs typeface="Times New Roman" panose="02020603050405020304" pitchFamily="18" charset="0"/>
              </a:rPr>
              <a:t>n</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p>
        </p:txBody>
      </p:sp>
      <p:grpSp>
        <p:nvGrpSpPr>
          <p:cNvPr id="492559" name="Group 15">
            <a:extLst>
              <a:ext uri="{FF2B5EF4-FFF2-40B4-BE49-F238E27FC236}">
                <a16:creationId xmlns:a16="http://schemas.microsoft.com/office/drawing/2014/main" id="{CA03FE86-E41B-91BA-B835-EF267F4DA523}"/>
              </a:ext>
            </a:extLst>
          </p:cNvPr>
          <p:cNvGrpSpPr>
            <a:grpSpLocks/>
          </p:cNvGrpSpPr>
          <p:nvPr/>
        </p:nvGrpSpPr>
        <p:grpSpPr bwMode="auto">
          <a:xfrm>
            <a:off x="1847851" y="4508500"/>
            <a:ext cx="3097213" cy="609600"/>
            <a:chOff x="249" y="2160"/>
            <a:chExt cx="1951" cy="384"/>
          </a:xfrm>
        </p:grpSpPr>
        <p:sp>
          <p:nvSpPr>
            <p:cNvPr id="492560" name="Rectangle 16">
              <a:extLst>
                <a:ext uri="{FF2B5EF4-FFF2-40B4-BE49-F238E27FC236}">
                  <a16:creationId xmlns:a16="http://schemas.microsoft.com/office/drawing/2014/main" id="{D3E78C19-58DD-A15D-F97F-F68C78D9F84B}"/>
                </a:ext>
              </a:extLst>
            </p:cNvPr>
            <p:cNvSpPr>
              <a:spLocks noChangeArrowheads="1"/>
            </p:cNvSpPr>
            <p:nvPr/>
          </p:nvSpPr>
          <p:spPr bwMode="auto">
            <a:xfrm>
              <a:off x="249" y="2160"/>
              <a:ext cx="19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楷体_GB2312" pitchFamily="49" charset="-122"/>
                  <a:ea typeface="楷体_GB2312" pitchFamily="49" charset="-122"/>
                  <a:sym typeface="Symbol" pitchFamily="2" charset="2"/>
                </a:rPr>
                <a:t>样本均值为</a:t>
              </a:r>
              <a:endParaRPr kumimoji="1" lang="zh-CN" altLang="en-US" sz="2800" b="1" baseline="30000">
                <a:solidFill>
                  <a:srgbClr val="007A77"/>
                </a:solidFill>
                <a:latin typeface="Times New Roman" panose="02020603050405020304" pitchFamily="18" charset="0"/>
                <a:ea typeface="楷体_GB2312" pitchFamily="49" charset="-122"/>
                <a:sym typeface="Symbol" pitchFamily="2" charset="2"/>
              </a:endParaRPr>
            </a:p>
          </p:txBody>
        </p:sp>
        <p:graphicFrame>
          <p:nvGraphicFramePr>
            <p:cNvPr id="492561" name="Object 17">
              <a:extLst>
                <a:ext uri="{FF2B5EF4-FFF2-40B4-BE49-F238E27FC236}">
                  <a16:creationId xmlns:a16="http://schemas.microsoft.com/office/drawing/2014/main" id="{9E59C072-B99B-48FC-2FB5-4D8F6258E24F}"/>
                </a:ext>
              </a:extLst>
            </p:cNvPr>
            <p:cNvGraphicFramePr>
              <a:graphicFrameLocks noChangeAspect="1"/>
            </p:cNvGraphicFramePr>
            <p:nvPr/>
          </p:nvGraphicFramePr>
          <p:xfrm>
            <a:off x="1383" y="2160"/>
            <a:ext cx="408" cy="384"/>
          </p:xfrm>
          <a:graphic>
            <a:graphicData uri="http://schemas.openxmlformats.org/presentationml/2006/ole">
              <mc:AlternateContent xmlns:mc="http://schemas.openxmlformats.org/markup-compatibility/2006">
                <mc:Choice xmlns:v="urn:schemas-microsoft-com:vml" Requires="v">
                  <p:oleObj name="公式" r:id="rId6" imgW="5270500" imgH="5562600" progId="Equation.3">
                    <p:embed/>
                  </p:oleObj>
                </mc:Choice>
                <mc:Fallback>
                  <p:oleObj name="公式" r:id="rId6" imgW="5270500" imgH="5562600" progId="Equation.3">
                    <p:embed/>
                    <p:pic>
                      <p:nvPicPr>
                        <p:cNvPr id="492561" name="Object 17">
                          <a:extLst>
                            <a:ext uri="{FF2B5EF4-FFF2-40B4-BE49-F238E27FC236}">
                              <a16:creationId xmlns:a16="http://schemas.microsoft.com/office/drawing/2014/main" id="{9E59C072-B99B-48FC-2FB5-4D8F6258E2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3" y="2160"/>
                          <a:ext cx="408" cy="384"/>
                        </a:xfrm>
                        <a:prstGeom prst="rect">
                          <a:avLst/>
                        </a:prstGeom>
                        <a:noFill/>
                        <a:extLst>
                          <a:ext uri="{909E8E84-426E-40DD-AFC4-6F175D3DCCD1}">
                            <a14:hiddenFill xmlns:a14="http://schemas.microsoft.com/office/drawing/2010/main">
                              <a:solidFill>
                                <a:srgbClr val="FFFF99">
                                  <a:alpha val="45000"/>
                                </a:srgbClr>
                              </a:solidFill>
                            </a14:hiddenFill>
                          </a:ext>
                        </a:extLst>
                      </p:spPr>
                    </p:pic>
                  </p:oleObj>
                </mc:Fallback>
              </mc:AlternateContent>
            </a:graphicData>
          </a:graphic>
        </p:graphicFrame>
      </p:grpSp>
      <p:sp>
        <p:nvSpPr>
          <p:cNvPr id="492562" name="Rectangle 18">
            <a:extLst>
              <a:ext uri="{FF2B5EF4-FFF2-40B4-BE49-F238E27FC236}">
                <a16:creationId xmlns:a16="http://schemas.microsoft.com/office/drawing/2014/main" id="{BF523FC2-46D6-AC07-DB34-0D3E913D9DE2}"/>
              </a:ext>
            </a:extLst>
          </p:cNvPr>
          <p:cNvSpPr>
            <a:spLocks noChangeArrowheads="1"/>
          </p:cNvSpPr>
          <p:nvPr/>
        </p:nvSpPr>
        <p:spPr bwMode="auto">
          <a:xfrm>
            <a:off x="2424114" y="2565401"/>
            <a:ext cx="5413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则</a:t>
            </a:r>
          </a:p>
        </p:txBody>
      </p:sp>
      <p:graphicFrame>
        <p:nvGraphicFramePr>
          <p:cNvPr id="492563" name="Object 19">
            <a:extLst>
              <a:ext uri="{FF2B5EF4-FFF2-40B4-BE49-F238E27FC236}">
                <a16:creationId xmlns:a16="http://schemas.microsoft.com/office/drawing/2014/main" id="{10367500-5846-D123-B847-23695048A658}"/>
              </a:ext>
            </a:extLst>
          </p:cNvPr>
          <p:cNvGraphicFramePr>
            <a:graphicFrameLocks noChangeAspect="1"/>
          </p:cNvGraphicFramePr>
          <p:nvPr/>
        </p:nvGraphicFramePr>
        <p:xfrm>
          <a:off x="3071813" y="2636838"/>
          <a:ext cx="1885950" cy="539750"/>
        </p:xfrm>
        <a:graphic>
          <a:graphicData uri="http://schemas.openxmlformats.org/presentationml/2006/ole">
            <mc:AlternateContent xmlns:mc="http://schemas.openxmlformats.org/markup-compatibility/2006">
              <mc:Choice xmlns:v="urn:schemas-microsoft-com:vml" Requires="v">
                <p:oleObj name="公式" r:id="rId8" imgW="16383000" imgH="4686300" progId="Equation.3">
                  <p:embed/>
                </p:oleObj>
              </mc:Choice>
              <mc:Fallback>
                <p:oleObj name="公式" r:id="rId8" imgW="16383000" imgH="4686300" progId="Equation.3">
                  <p:embed/>
                  <p:pic>
                    <p:nvPicPr>
                      <p:cNvPr id="492563" name="Object 19">
                        <a:extLst>
                          <a:ext uri="{FF2B5EF4-FFF2-40B4-BE49-F238E27FC236}">
                            <a16:creationId xmlns:a16="http://schemas.microsoft.com/office/drawing/2014/main" id="{10367500-5846-D123-B847-23695048A65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71813" y="2636838"/>
                        <a:ext cx="1885950"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2564" name="Object 20">
            <a:extLst>
              <a:ext uri="{FF2B5EF4-FFF2-40B4-BE49-F238E27FC236}">
                <a16:creationId xmlns:a16="http://schemas.microsoft.com/office/drawing/2014/main" id="{166D63F6-9181-21A1-C1A9-B6D6B1C6E305}"/>
              </a:ext>
            </a:extLst>
          </p:cNvPr>
          <p:cNvGraphicFramePr>
            <a:graphicFrameLocks noChangeAspect="1"/>
          </p:cNvGraphicFramePr>
          <p:nvPr/>
        </p:nvGraphicFramePr>
        <p:xfrm>
          <a:off x="5159376" y="2636838"/>
          <a:ext cx="2752725" cy="512762"/>
        </p:xfrm>
        <a:graphic>
          <a:graphicData uri="http://schemas.openxmlformats.org/presentationml/2006/ole">
            <mc:AlternateContent xmlns:mc="http://schemas.openxmlformats.org/markup-compatibility/2006">
              <mc:Choice xmlns:v="urn:schemas-microsoft-com:vml" Requires="v">
                <p:oleObj name="公式" r:id="rId10" imgW="25158700" imgH="4686300" progId="Equation.3">
                  <p:embed/>
                </p:oleObj>
              </mc:Choice>
              <mc:Fallback>
                <p:oleObj name="公式" r:id="rId10" imgW="25158700" imgH="4686300" progId="Equation.3">
                  <p:embed/>
                  <p:pic>
                    <p:nvPicPr>
                      <p:cNvPr id="492564" name="Object 20">
                        <a:extLst>
                          <a:ext uri="{FF2B5EF4-FFF2-40B4-BE49-F238E27FC236}">
                            <a16:creationId xmlns:a16="http://schemas.microsoft.com/office/drawing/2014/main" id="{166D63F6-9181-21A1-C1A9-B6D6B1C6E30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59376" y="2636838"/>
                        <a:ext cx="2752725" cy="512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2557"/>
                                        </p:tgtEl>
                                        <p:attrNameLst>
                                          <p:attrName>style.visibility</p:attrName>
                                        </p:attrNameLst>
                                      </p:cBhvr>
                                      <p:to>
                                        <p:strVal val="visible"/>
                                      </p:to>
                                    </p:set>
                                    <p:animEffect transition="in" filter="wipe(left)">
                                      <p:cBhvr>
                                        <p:cTn id="7" dur="500"/>
                                        <p:tgtEl>
                                          <p:spTgt spid="49255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492549"/>
                                        </p:tgtEl>
                                        <p:attrNameLst>
                                          <p:attrName>style.visibility</p:attrName>
                                        </p:attrNameLst>
                                      </p:cBhvr>
                                      <p:to>
                                        <p:strVal val="visible"/>
                                      </p:to>
                                    </p:set>
                                    <p:animEffect transition="in" filter="wipe(left)">
                                      <p:cBhvr>
                                        <p:cTn id="11" dur="1000"/>
                                        <p:tgtEl>
                                          <p:spTgt spid="492549"/>
                                        </p:tgtEl>
                                      </p:cBhvr>
                                    </p:animEffect>
                                  </p:childTnLst>
                                </p:cTn>
                              </p:par>
                            </p:childTnLst>
                          </p:cTn>
                        </p:par>
                        <p:par>
                          <p:cTn id="12" fill="hold" nodeType="afterGroup">
                            <p:stCondLst>
                              <p:cond delay="1500"/>
                            </p:stCondLst>
                            <p:childTnLst>
                              <p:par>
                                <p:cTn id="13" presetID="22" presetClass="entr" presetSubtype="8" fill="hold" nodeType="afterEffect">
                                  <p:stCondLst>
                                    <p:cond delay="0"/>
                                  </p:stCondLst>
                                  <p:childTnLst>
                                    <p:set>
                                      <p:cBhvr>
                                        <p:cTn id="14" dur="1" fill="hold">
                                          <p:stCondLst>
                                            <p:cond delay="0"/>
                                          </p:stCondLst>
                                        </p:cTn>
                                        <p:tgtEl>
                                          <p:spTgt spid="492552"/>
                                        </p:tgtEl>
                                        <p:attrNameLst>
                                          <p:attrName>style.visibility</p:attrName>
                                        </p:attrNameLst>
                                      </p:cBhvr>
                                      <p:to>
                                        <p:strVal val="visible"/>
                                      </p:to>
                                    </p:set>
                                    <p:animEffect transition="in" filter="wipe(left)">
                                      <p:cBhvr>
                                        <p:cTn id="15" dur="1000"/>
                                        <p:tgtEl>
                                          <p:spTgt spid="49255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nodeType="clickEffect">
                                  <p:stCondLst>
                                    <p:cond delay="0"/>
                                  </p:stCondLst>
                                  <p:childTnLst>
                                    <p:set>
                                      <p:cBhvr>
                                        <p:cTn id="19" dur="1" fill="hold">
                                          <p:stCondLst>
                                            <p:cond delay="0"/>
                                          </p:stCondLst>
                                        </p:cTn>
                                        <p:tgtEl>
                                          <p:spTgt spid="492562"/>
                                        </p:tgtEl>
                                        <p:attrNameLst>
                                          <p:attrName>style.visibility</p:attrName>
                                        </p:attrNameLst>
                                      </p:cBhvr>
                                      <p:to>
                                        <p:strVal val="visible"/>
                                      </p:to>
                                    </p:set>
                                    <p:animEffect transition="in" filter="wipe(down)">
                                      <p:cBhvr>
                                        <p:cTn id="20" dur="500"/>
                                        <p:tgtEl>
                                          <p:spTgt spid="492562"/>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492563"/>
                                        </p:tgtEl>
                                        <p:attrNameLst>
                                          <p:attrName>style.visibility</p:attrName>
                                        </p:attrNameLst>
                                      </p:cBhvr>
                                      <p:to>
                                        <p:strVal val="visible"/>
                                      </p:to>
                                    </p:set>
                                    <p:animEffect transition="in" filter="wipe(left)">
                                      <p:cBhvr>
                                        <p:cTn id="24" dur="1000"/>
                                        <p:tgtEl>
                                          <p:spTgt spid="492563"/>
                                        </p:tgtEl>
                                      </p:cBhvr>
                                    </p:animEffect>
                                  </p:childTnLst>
                                </p:cTn>
                              </p:par>
                            </p:childTnLst>
                          </p:cTn>
                        </p:par>
                        <p:par>
                          <p:cTn id="25" fill="hold" nodeType="afterGroup">
                            <p:stCondLst>
                              <p:cond delay="1500"/>
                            </p:stCondLst>
                            <p:childTnLst>
                              <p:par>
                                <p:cTn id="26" presetID="22" presetClass="entr" presetSubtype="8" fill="hold" nodeType="afterEffect">
                                  <p:stCondLst>
                                    <p:cond delay="0"/>
                                  </p:stCondLst>
                                  <p:childTnLst>
                                    <p:set>
                                      <p:cBhvr>
                                        <p:cTn id="27" dur="1" fill="hold">
                                          <p:stCondLst>
                                            <p:cond delay="0"/>
                                          </p:stCondLst>
                                        </p:cTn>
                                        <p:tgtEl>
                                          <p:spTgt spid="492564"/>
                                        </p:tgtEl>
                                        <p:attrNameLst>
                                          <p:attrName>style.visibility</p:attrName>
                                        </p:attrNameLst>
                                      </p:cBhvr>
                                      <p:to>
                                        <p:strVal val="visible"/>
                                      </p:to>
                                    </p:set>
                                    <p:animEffect transition="in" filter="wipe(left)">
                                      <p:cBhvr>
                                        <p:cTn id="28" dur="1000"/>
                                        <p:tgtEl>
                                          <p:spTgt spid="49256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492558"/>
                                        </p:tgtEl>
                                        <p:attrNameLst>
                                          <p:attrName>style.visibility</p:attrName>
                                        </p:attrNameLst>
                                      </p:cBhvr>
                                      <p:to>
                                        <p:strVal val="visible"/>
                                      </p:to>
                                    </p:set>
                                    <p:animEffect transition="in" filter="wipe(left)">
                                      <p:cBhvr>
                                        <p:cTn id="33" dur="1000"/>
                                        <p:tgtEl>
                                          <p:spTgt spid="492558"/>
                                        </p:tgtEl>
                                      </p:cBhvr>
                                    </p:animEffect>
                                  </p:childTnLst>
                                </p:cTn>
                              </p:par>
                            </p:childTnLst>
                          </p:cTn>
                        </p:par>
                        <p:par>
                          <p:cTn id="34" fill="hold" nodeType="afterGroup">
                            <p:stCondLst>
                              <p:cond delay="1000"/>
                            </p:stCondLst>
                            <p:childTnLst>
                              <p:par>
                                <p:cTn id="35" presetID="22" presetClass="entr" presetSubtype="4" fill="hold" nodeType="afterEffect">
                                  <p:stCondLst>
                                    <p:cond delay="0"/>
                                  </p:stCondLst>
                                  <p:childTnLst>
                                    <p:set>
                                      <p:cBhvr>
                                        <p:cTn id="36" dur="1" fill="hold">
                                          <p:stCondLst>
                                            <p:cond delay="0"/>
                                          </p:stCondLst>
                                        </p:cTn>
                                        <p:tgtEl>
                                          <p:spTgt spid="492559"/>
                                        </p:tgtEl>
                                        <p:attrNameLst>
                                          <p:attrName>style.visibility</p:attrName>
                                        </p:attrNameLst>
                                      </p:cBhvr>
                                      <p:to>
                                        <p:strVal val="visible"/>
                                      </p:to>
                                    </p:set>
                                    <p:animEffect transition="in" filter="wipe(down)">
                                      <p:cBhvr>
                                        <p:cTn id="37" dur="1000"/>
                                        <p:tgtEl>
                                          <p:spTgt spid="492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2557" grpId="0"/>
      <p:bldP spid="492558" grpId="0"/>
      <p:bldP spid="49256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2">
            <a:extLst>
              <a:ext uri="{FF2B5EF4-FFF2-40B4-BE49-F238E27FC236}">
                <a16:creationId xmlns:a16="http://schemas.microsoft.com/office/drawing/2014/main" id="{6BADCC1D-B811-AB3A-5006-0AC546F2C887}"/>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3571" name="Rectangle 3">
            <a:extLst>
              <a:ext uri="{FF2B5EF4-FFF2-40B4-BE49-F238E27FC236}">
                <a16:creationId xmlns:a16="http://schemas.microsoft.com/office/drawing/2014/main" id="{3F399044-B9D8-E836-6382-B8EF7FB23170}"/>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3572" name="Rectangle 4">
            <a:extLst>
              <a:ext uri="{FF2B5EF4-FFF2-40B4-BE49-F238E27FC236}">
                <a16:creationId xmlns:a16="http://schemas.microsoft.com/office/drawing/2014/main" id="{E59108F4-A5B4-8334-8808-B90D79A794D1}"/>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3573" name="Rectangle 5">
            <a:extLst>
              <a:ext uri="{FF2B5EF4-FFF2-40B4-BE49-F238E27FC236}">
                <a16:creationId xmlns:a16="http://schemas.microsoft.com/office/drawing/2014/main" id="{4418E1A9-F64B-3DD8-DD1F-D728692B95D9}"/>
              </a:ext>
            </a:extLst>
          </p:cNvPr>
          <p:cNvSpPr>
            <a:spLocks noChangeArrowheads="1"/>
          </p:cNvSpPr>
          <p:nvPr/>
        </p:nvSpPr>
        <p:spPr bwMode="auto">
          <a:xfrm>
            <a:off x="1416051" y="29822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3574" name="Rectangle 6">
            <a:extLst>
              <a:ext uri="{FF2B5EF4-FFF2-40B4-BE49-F238E27FC236}">
                <a16:creationId xmlns:a16="http://schemas.microsoft.com/office/drawing/2014/main" id="{84AE3F91-78BB-0852-F303-8A3F942C6AEF}"/>
              </a:ext>
            </a:extLst>
          </p:cNvPr>
          <p:cNvSpPr>
            <a:spLocks noChangeArrowheads="1"/>
          </p:cNvSpPr>
          <p:nvPr/>
        </p:nvSpPr>
        <p:spPr bwMode="auto">
          <a:xfrm>
            <a:off x="1524001" y="34140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3575" name="Rectangle 7">
            <a:extLst>
              <a:ext uri="{FF2B5EF4-FFF2-40B4-BE49-F238E27FC236}">
                <a16:creationId xmlns:a16="http://schemas.microsoft.com/office/drawing/2014/main" id="{2A0818EC-9576-D622-9ACA-E86A862F855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3576" name="Rectangle 8">
            <a:extLst>
              <a:ext uri="{FF2B5EF4-FFF2-40B4-BE49-F238E27FC236}">
                <a16:creationId xmlns:a16="http://schemas.microsoft.com/office/drawing/2014/main" id="{F542CE55-8B07-8124-882A-A71F83F3E988}"/>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3577" name="Rectangle 9">
            <a:extLst>
              <a:ext uri="{FF2B5EF4-FFF2-40B4-BE49-F238E27FC236}">
                <a16:creationId xmlns:a16="http://schemas.microsoft.com/office/drawing/2014/main" id="{F6AAA538-4B65-BD0E-CAEE-08676967502D}"/>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3578" name="Rectangle 10">
            <a:extLst>
              <a:ext uri="{FF2B5EF4-FFF2-40B4-BE49-F238E27FC236}">
                <a16:creationId xmlns:a16="http://schemas.microsoft.com/office/drawing/2014/main" id="{153FFF2C-B977-51E9-5EB2-A7BC9100248F}"/>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93579" name="Object 11">
            <a:extLst>
              <a:ext uri="{FF2B5EF4-FFF2-40B4-BE49-F238E27FC236}">
                <a16:creationId xmlns:a16="http://schemas.microsoft.com/office/drawing/2014/main" id="{31F09ABB-8D9A-EF14-C2FE-E4629FB4C92F}"/>
              </a:ext>
            </a:extLst>
          </p:cNvPr>
          <p:cNvGraphicFramePr>
            <a:graphicFrameLocks noChangeAspect="1"/>
          </p:cNvGraphicFramePr>
          <p:nvPr/>
        </p:nvGraphicFramePr>
        <p:xfrm>
          <a:off x="3721100" y="2674938"/>
          <a:ext cx="1943100" cy="514350"/>
        </p:xfrm>
        <a:graphic>
          <a:graphicData uri="http://schemas.openxmlformats.org/presentationml/2006/ole">
            <mc:AlternateContent xmlns:mc="http://schemas.openxmlformats.org/markup-compatibility/2006">
              <mc:Choice xmlns:v="urn:schemas-microsoft-com:vml" Requires="v">
                <p:oleObj name="公式" r:id="rId2" imgW="19900900" imgH="5270500" progId="Equation.3">
                  <p:embed/>
                </p:oleObj>
              </mc:Choice>
              <mc:Fallback>
                <p:oleObj name="公式" r:id="rId2" imgW="19900900" imgH="5270500" progId="Equation.3">
                  <p:embed/>
                  <p:pic>
                    <p:nvPicPr>
                      <p:cNvPr id="493579" name="Object 11">
                        <a:extLst>
                          <a:ext uri="{FF2B5EF4-FFF2-40B4-BE49-F238E27FC236}">
                            <a16:creationId xmlns:a16="http://schemas.microsoft.com/office/drawing/2014/main" id="{31F09ABB-8D9A-EF14-C2FE-E4629FB4C9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1100" y="2674938"/>
                        <a:ext cx="1943100"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580" name="Rectangle 12">
            <a:extLst>
              <a:ext uri="{FF2B5EF4-FFF2-40B4-BE49-F238E27FC236}">
                <a16:creationId xmlns:a16="http://schemas.microsoft.com/office/drawing/2014/main" id="{E0CA6B1B-84B9-C61B-A708-E28B506616A7}"/>
              </a:ext>
            </a:extLst>
          </p:cNvPr>
          <p:cNvSpPr>
            <a:spLocks noChangeArrowheads="1"/>
          </p:cNvSpPr>
          <p:nvPr/>
        </p:nvSpPr>
        <p:spPr bwMode="auto">
          <a:xfrm>
            <a:off x="1992314" y="692150"/>
            <a:ext cx="51831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3200" b="1">
                <a:solidFill>
                  <a:srgbClr val="FF5050"/>
                </a:solidFill>
                <a:effectLst>
                  <a:outerShdw blurRad="38100" dist="38100" dir="2700000" algn="tl">
                    <a:srgbClr val="C0C0C0"/>
                  </a:outerShdw>
                </a:effectLst>
                <a:latin typeface="Times New Roman" panose="02020603050405020304" pitchFamily="18" charset="0"/>
                <a:ea typeface="楷体_GB2312" pitchFamily="49" charset="-122"/>
              </a:rPr>
              <a:t>对参数 </a:t>
            </a:r>
            <a:r>
              <a:rPr kumimoji="1" lang="en-US" altLang="zh-CN" sz="3200" b="1" i="1">
                <a:solidFill>
                  <a:srgbClr val="FF5050"/>
                </a:solidFill>
                <a:effectLst>
                  <a:outerShdw blurRad="38100" dist="38100" dir="2700000" algn="tl">
                    <a:srgbClr val="C0C0C0"/>
                  </a:outerShdw>
                </a:effectLst>
                <a:latin typeface="Times New Roman" panose="02020603050405020304" pitchFamily="18" charset="0"/>
                <a:ea typeface="楷体_GB2312" pitchFamily="49" charset="-122"/>
              </a:rPr>
              <a:t>p</a:t>
            </a:r>
            <a:r>
              <a:rPr kumimoji="1" lang="en-US" altLang="zh-CN" sz="3200" b="1">
                <a:solidFill>
                  <a:srgbClr val="FF5050"/>
                </a:solidFill>
                <a:effectLst>
                  <a:outerShdw blurRad="38100" dist="38100" dir="2700000" algn="tl">
                    <a:srgbClr val="C0C0C0"/>
                  </a:outerShdw>
                </a:effectLst>
                <a:latin typeface="Times New Roman" panose="02020603050405020304" pitchFamily="18" charset="0"/>
                <a:ea typeface="楷体_GB2312" pitchFamily="49" charset="-122"/>
              </a:rPr>
              <a:t> </a:t>
            </a:r>
            <a:r>
              <a:rPr kumimoji="1" lang="zh-CN" altLang="en-US" sz="3200" b="1">
                <a:solidFill>
                  <a:srgbClr val="FF5050"/>
                </a:solidFill>
                <a:effectLst>
                  <a:outerShdw blurRad="38100" dist="38100" dir="2700000" algn="tl">
                    <a:srgbClr val="C0C0C0"/>
                  </a:outerShdw>
                </a:effectLst>
                <a:latin typeface="Times New Roman" panose="02020603050405020304" pitchFamily="18" charset="0"/>
                <a:ea typeface="楷体_GB2312" pitchFamily="49" charset="-122"/>
              </a:rPr>
              <a:t>的双边检验：</a:t>
            </a:r>
          </a:p>
        </p:txBody>
      </p:sp>
      <p:sp>
        <p:nvSpPr>
          <p:cNvPr id="493581" name="Rectangle 13">
            <a:extLst>
              <a:ext uri="{FF2B5EF4-FFF2-40B4-BE49-F238E27FC236}">
                <a16:creationId xmlns:a16="http://schemas.microsoft.com/office/drawing/2014/main" id="{C6296D1B-315F-18EC-D984-D7ABC1303DFC}"/>
              </a:ext>
            </a:extLst>
          </p:cNvPr>
          <p:cNvSpPr>
            <a:spLocks noChangeArrowheads="1"/>
          </p:cNvSpPr>
          <p:nvPr/>
        </p:nvSpPr>
        <p:spPr bwMode="auto">
          <a:xfrm>
            <a:off x="1847850" y="3429001"/>
            <a:ext cx="79200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极限定理可知：</a:t>
            </a:r>
          </a:p>
        </p:txBody>
      </p:sp>
      <p:sp>
        <p:nvSpPr>
          <p:cNvPr id="493582" name="Rectangle 14">
            <a:extLst>
              <a:ext uri="{FF2B5EF4-FFF2-40B4-BE49-F238E27FC236}">
                <a16:creationId xmlns:a16="http://schemas.microsoft.com/office/drawing/2014/main" id="{19561273-5D83-F588-F5F4-0B4C76156638}"/>
              </a:ext>
            </a:extLst>
          </p:cNvPr>
          <p:cNvSpPr>
            <a:spLocks noChangeArrowheads="1"/>
          </p:cNvSpPr>
          <p:nvPr/>
        </p:nvSpPr>
        <p:spPr bwMode="auto">
          <a:xfrm>
            <a:off x="1992314" y="2636838"/>
            <a:ext cx="2016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当原假设</a:t>
            </a:r>
          </a:p>
        </p:txBody>
      </p:sp>
      <p:sp>
        <p:nvSpPr>
          <p:cNvPr id="493583" name="Rectangle 15">
            <a:extLst>
              <a:ext uri="{FF2B5EF4-FFF2-40B4-BE49-F238E27FC236}">
                <a16:creationId xmlns:a16="http://schemas.microsoft.com/office/drawing/2014/main" id="{FAB3E6C4-7950-02BF-D6C9-C61E32E9CBD1}"/>
              </a:ext>
            </a:extLst>
          </p:cNvPr>
          <p:cNvSpPr>
            <a:spLocks noChangeArrowheads="1"/>
          </p:cNvSpPr>
          <p:nvPr/>
        </p:nvSpPr>
        <p:spPr bwMode="auto">
          <a:xfrm>
            <a:off x="5591175" y="2636838"/>
            <a:ext cx="4826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为真时，由独立同分布中心</a:t>
            </a:r>
          </a:p>
        </p:txBody>
      </p:sp>
      <p:grpSp>
        <p:nvGrpSpPr>
          <p:cNvPr id="493584" name="Group 16">
            <a:extLst>
              <a:ext uri="{FF2B5EF4-FFF2-40B4-BE49-F238E27FC236}">
                <a16:creationId xmlns:a16="http://schemas.microsoft.com/office/drawing/2014/main" id="{9EDDF7A4-317F-336A-3EA0-91A15B2B4BE3}"/>
              </a:ext>
            </a:extLst>
          </p:cNvPr>
          <p:cNvGrpSpPr>
            <a:grpSpLocks/>
          </p:cNvGrpSpPr>
          <p:nvPr/>
        </p:nvGrpSpPr>
        <p:grpSpPr bwMode="auto">
          <a:xfrm>
            <a:off x="2351089" y="1628776"/>
            <a:ext cx="3317875" cy="625475"/>
            <a:chOff x="113" y="119"/>
            <a:chExt cx="2090" cy="394"/>
          </a:xfrm>
        </p:grpSpPr>
        <p:graphicFrame>
          <p:nvGraphicFramePr>
            <p:cNvPr id="493585" name="Object 17">
              <a:extLst>
                <a:ext uri="{FF2B5EF4-FFF2-40B4-BE49-F238E27FC236}">
                  <a16:creationId xmlns:a16="http://schemas.microsoft.com/office/drawing/2014/main" id="{B3E5D45D-793B-A551-5678-3C459D4F1F53}"/>
                </a:ext>
              </a:extLst>
            </p:cNvPr>
            <p:cNvGraphicFramePr>
              <a:graphicFrameLocks noChangeAspect="1"/>
            </p:cNvGraphicFramePr>
            <p:nvPr/>
          </p:nvGraphicFramePr>
          <p:xfrm>
            <a:off x="921" y="155"/>
            <a:ext cx="1282" cy="358"/>
          </p:xfrm>
          <a:graphic>
            <a:graphicData uri="http://schemas.openxmlformats.org/presentationml/2006/ole">
              <mc:AlternateContent xmlns:mc="http://schemas.openxmlformats.org/markup-compatibility/2006">
                <mc:Choice xmlns:v="urn:schemas-microsoft-com:vml" Requires="v">
                  <p:oleObj name="公式" r:id="rId4" imgW="19900900" imgH="5562600" progId="Equation.3">
                    <p:embed/>
                  </p:oleObj>
                </mc:Choice>
                <mc:Fallback>
                  <p:oleObj name="公式" r:id="rId4" imgW="19900900" imgH="5562600" progId="Equation.3">
                    <p:embed/>
                    <p:pic>
                      <p:nvPicPr>
                        <p:cNvPr id="493585" name="Object 17">
                          <a:extLst>
                            <a:ext uri="{FF2B5EF4-FFF2-40B4-BE49-F238E27FC236}">
                              <a16:creationId xmlns:a16="http://schemas.microsoft.com/office/drawing/2014/main" id="{B3E5D45D-793B-A551-5678-3C459D4F1F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1" y="155"/>
                          <a:ext cx="1282" cy="3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3586" name="Text Box 18">
              <a:extLst>
                <a:ext uri="{FF2B5EF4-FFF2-40B4-BE49-F238E27FC236}">
                  <a16:creationId xmlns:a16="http://schemas.microsoft.com/office/drawing/2014/main" id="{2922A5CF-2AE4-88D8-F012-7A023A16164F}"/>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93587" name="Group 19">
            <a:extLst>
              <a:ext uri="{FF2B5EF4-FFF2-40B4-BE49-F238E27FC236}">
                <a16:creationId xmlns:a16="http://schemas.microsoft.com/office/drawing/2014/main" id="{57A845A8-DF59-0151-5DBB-2E28860DA239}"/>
              </a:ext>
            </a:extLst>
          </p:cNvPr>
          <p:cNvGrpSpPr>
            <a:grpSpLocks/>
          </p:cNvGrpSpPr>
          <p:nvPr/>
        </p:nvGrpSpPr>
        <p:grpSpPr bwMode="auto">
          <a:xfrm>
            <a:off x="5880100" y="1773238"/>
            <a:ext cx="3411538" cy="595312"/>
            <a:chOff x="2154" y="119"/>
            <a:chExt cx="2149" cy="375"/>
          </a:xfrm>
        </p:grpSpPr>
        <p:sp>
          <p:nvSpPr>
            <p:cNvPr id="493588" name="Text Box 20">
              <a:extLst>
                <a:ext uri="{FF2B5EF4-FFF2-40B4-BE49-F238E27FC236}">
                  <a16:creationId xmlns:a16="http://schemas.microsoft.com/office/drawing/2014/main" id="{FAE53E06-9DF1-282B-FB30-03C65C2B7F48}"/>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93589" name="Object 21">
              <a:extLst>
                <a:ext uri="{FF2B5EF4-FFF2-40B4-BE49-F238E27FC236}">
                  <a16:creationId xmlns:a16="http://schemas.microsoft.com/office/drawing/2014/main" id="{E8C5C167-B34E-DEA0-745A-98F30EB7FEF8}"/>
                </a:ext>
              </a:extLst>
            </p:cNvPr>
            <p:cNvGraphicFramePr>
              <a:graphicFrameLocks noChangeAspect="1"/>
            </p:cNvGraphicFramePr>
            <p:nvPr/>
          </p:nvGraphicFramePr>
          <p:xfrm>
            <a:off x="3152" y="155"/>
            <a:ext cx="1151" cy="339"/>
          </p:xfrm>
          <a:graphic>
            <a:graphicData uri="http://schemas.openxmlformats.org/presentationml/2006/ole">
              <mc:AlternateContent xmlns:mc="http://schemas.openxmlformats.org/markup-compatibility/2006">
                <mc:Choice xmlns:v="urn:schemas-microsoft-com:vml" Requires="v">
                  <p:oleObj name="公式" r:id="rId6" imgW="17843500" imgH="5270500" progId="Equation.3">
                    <p:embed/>
                  </p:oleObj>
                </mc:Choice>
                <mc:Fallback>
                  <p:oleObj name="公式" r:id="rId6" imgW="17843500" imgH="5270500" progId="Equation.3">
                    <p:embed/>
                    <p:pic>
                      <p:nvPicPr>
                        <p:cNvPr id="493589" name="Object 21">
                          <a:extLst>
                            <a:ext uri="{FF2B5EF4-FFF2-40B4-BE49-F238E27FC236}">
                              <a16:creationId xmlns:a16="http://schemas.microsoft.com/office/drawing/2014/main" id="{E8C5C167-B34E-DEA0-745A-98F30EB7FEF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2" y="155"/>
                          <a:ext cx="1151"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93590" name="Group 22">
            <a:extLst>
              <a:ext uri="{FF2B5EF4-FFF2-40B4-BE49-F238E27FC236}">
                <a16:creationId xmlns:a16="http://schemas.microsoft.com/office/drawing/2014/main" id="{F3788CFE-A168-0DEF-48FD-C3ADA6587C10}"/>
              </a:ext>
            </a:extLst>
          </p:cNvPr>
          <p:cNvGrpSpPr>
            <a:grpSpLocks/>
          </p:cNvGrpSpPr>
          <p:nvPr/>
        </p:nvGrpSpPr>
        <p:grpSpPr bwMode="auto">
          <a:xfrm>
            <a:off x="3216276" y="4365626"/>
            <a:ext cx="4983163" cy="1414463"/>
            <a:chOff x="1654" y="1888"/>
            <a:chExt cx="3139" cy="891"/>
          </a:xfrm>
        </p:grpSpPr>
        <p:graphicFrame>
          <p:nvGraphicFramePr>
            <p:cNvPr id="493591" name="Object 23">
              <a:extLst>
                <a:ext uri="{FF2B5EF4-FFF2-40B4-BE49-F238E27FC236}">
                  <a16:creationId xmlns:a16="http://schemas.microsoft.com/office/drawing/2014/main" id="{506CE5B7-D313-09BE-0AF7-146C5CD7958F}"/>
                </a:ext>
              </a:extLst>
            </p:cNvPr>
            <p:cNvGraphicFramePr>
              <a:graphicFrameLocks noChangeAspect="1"/>
            </p:cNvGraphicFramePr>
            <p:nvPr/>
          </p:nvGraphicFramePr>
          <p:xfrm>
            <a:off x="1654" y="1934"/>
            <a:ext cx="3139" cy="845"/>
          </p:xfrm>
          <a:graphic>
            <a:graphicData uri="http://schemas.openxmlformats.org/presentationml/2006/ole">
              <mc:AlternateContent xmlns:mc="http://schemas.openxmlformats.org/markup-compatibility/2006">
                <mc:Choice xmlns:v="urn:schemas-microsoft-com:vml" Requires="v">
                  <p:oleObj name="公式" r:id="rId8" imgW="38620700" imgH="15214600" progId="Equation.3">
                    <p:embed/>
                  </p:oleObj>
                </mc:Choice>
                <mc:Fallback>
                  <p:oleObj name="公式" r:id="rId8" imgW="38620700" imgH="15214600" progId="Equation.3">
                    <p:embed/>
                    <p:pic>
                      <p:nvPicPr>
                        <p:cNvPr id="493591" name="Object 23">
                          <a:extLst>
                            <a:ext uri="{FF2B5EF4-FFF2-40B4-BE49-F238E27FC236}">
                              <a16:creationId xmlns:a16="http://schemas.microsoft.com/office/drawing/2014/main" id="{506CE5B7-D313-09BE-0AF7-146C5CD7958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54" y="1934"/>
                          <a:ext cx="3139" cy="8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3592" name="Object 24">
              <a:extLst>
                <a:ext uri="{FF2B5EF4-FFF2-40B4-BE49-F238E27FC236}">
                  <a16:creationId xmlns:a16="http://schemas.microsoft.com/office/drawing/2014/main" id="{06B39FA6-2E0E-C274-E681-581010C1B5D3}"/>
                </a:ext>
              </a:extLst>
            </p:cNvPr>
            <p:cNvGraphicFramePr>
              <a:graphicFrameLocks noChangeAspect="1"/>
            </p:cNvGraphicFramePr>
            <p:nvPr/>
          </p:nvGraphicFramePr>
          <p:xfrm>
            <a:off x="3470" y="1888"/>
            <a:ext cx="494" cy="251"/>
          </p:xfrm>
          <a:graphic>
            <a:graphicData uri="http://schemas.openxmlformats.org/presentationml/2006/ole">
              <mc:AlternateContent xmlns:mc="http://schemas.openxmlformats.org/markup-compatibility/2006">
                <mc:Choice xmlns:v="urn:schemas-microsoft-com:vml" Requires="v">
                  <p:oleObj name="公式" r:id="rId10" imgW="7607300" imgH="4102100" progId="Equation.3">
                    <p:embed/>
                  </p:oleObj>
                </mc:Choice>
                <mc:Fallback>
                  <p:oleObj name="公式" r:id="rId10" imgW="7607300" imgH="4102100" progId="Equation.3">
                    <p:embed/>
                    <p:pic>
                      <p:nvPicPr>
                        <p:cNvPr id="493592" name="Object 24">
                          <a:extLst>
                            <a:ext uri="{FF2B5EF4-FFF2-40B4-BE49-F238E27FC236}">
                              <a16:creationId xmlns:a16="http://schemas.microsoft.com/office/drawing/2014/main" id="{06B39FA6-2E0E-C274-E681-581010C1B5D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70" y="1888"/>
                          <a:ext cx="494" cy="2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3580"/>
                                        </p:tgtEl>
                                        <p:attrNameLst>
                                          <p:attrName>style.visibility</p:attrName>
                                        </p:attrNameLst>
                                      </p:cBhvr>
                                      <p:to>
                                        <p:strVal val="visible"/>
                                      </p:to>
                                    </p:set>
                                    <p:animEffect transition="in" filter="wipe(left)">
                                      <p:cBhvr>
                                        <p:cTn id="7" dur="1000"/>
                                        <p:tgtEl>
                                          <p:spTgt spid="4935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93584"/>
                                        </p:tgtEl>
                                        <p:attrNameLst>
                                          <p:attrName>style.visibility</p:attrName>
                                        </p:attrNameLst>
                                      </p:cBhvr>
                                      <p:to>
                                        <p:strVal val="visible"/>
                                      </p:to>
                                    </p:set>
                                    <p:animEffect transition="in" filter="wipe(left)">
                                      <p:cBhvr>
                                        <p:cTn id="12" dur="1000"/>
                                        <p:tgtEl>
                                          <p:spTgt spid="493584"/>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493587"/>
                                        </p:tgtEl>
                                        <p:attrNameLst>
                                          <p:attrName>style.visibility</p:attrName>
                                        </p:attrNameLst>
                                      </p:cBhvr>
                                      <p:to>
                                        <p:strVal val="visible"/>
                                      </p:to>
                                    </p:set>
                                    <p:animEffect transition="in" filter="wipe(left)">
                                      <p:cBhvr>
                                        <p:cTn id="16" dur="1000"/>
                                        <p:tgtEl>
                                          <p:spTgt spid="49358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93582"/>
                                        </p:tgtEl>
                                        <p:attrNameLst>
                                          <p:attrName>style.visibility</p:attrName>
                                        </p:attrNameLst>
                                      </p:cBhvr>
                                      <p:to>
                                        <p:strVal val="visible"/>
                                      </p:to>
                                    </p:set>
                                    <p:animEffect transition="in" filter="wipe(left)">
                                      <p:cBhvr>
                                        <p:cTn id="21" dur="1000"/>
                                        <p:tgtEl>
                                          <p:spTgt spid="493582"/>
                                        </p:tgtEl>
                                      </p:cBhvr>
                                    </p:animEffect>
                                  </p:childTnLst>
                                </p:cTn>
                              </p:par>
                            </p:childTnLst>
                          </p:cTn>
                        </p:par>
                        <p:par>
                          <p:cTn id="22" fill="hold" nodeType="afterGroup">
                            <p:stCondLst>
                              <p:cond delay="1000"/>
                            </p:stCondLst>
                            <p:childTnLst>
                              <p:par>
                                <p:cTn id="23" presetID="22" presetClass="entr" presetSubtype="8" fill="hold" nodeType="afterEffect">
                                  <p:stCondLst>
                                    <p:cond delay="0"/>
                                  </p:stCondLst>
                                  <p:childTnLst>
                                    <p:set>
                                      <p:cBhvr>
                                        <p:cTn id="24" dur="1" fill="hold">
                                          <p:stCondLst>
                                            <p:cond delay="0"/>
                                          </p:stCondLst>
                                        </p:cTn>
                                        <p:tgtEl>
                                          <p:spTgt spid="493579"/>
                                        </p:tgtEl>
                                        <p:attrNameLst>
                                          <p:attrName>style.visibility</p:attrName>
                                        </p:attrNameLst>
                                      </p:cBhvr>
                                      <p:to>
                                        <p:strVal val="visible"/>
                                      </p:to>
                                    </p:set>
                                    <p:animEffect transition="in" filter="wipe(left)">
                                      <p:cBhvr>
                                        <p:cTn id="25" dur="1000"/>
                                        <p:tgtEl>
                                          <p:spTgt spid="493579"/>
                                        </p:tgtEl>
                                      </p:cBhvr>
                                    </p:animEffect>
                                  </p:childTnLst>
                                </p:cTn>
                              </p:par>
                            </p:childTnLst>
                          </p:cTn>
                        </p:par>
                        <p:par>
                          <p:cTn id="26" fill="hold" nodeType="afterGroup">
                            <p:stCondLst>
                              <p:cond delay="2000"/>
                            </p:stCondLst>
                            <p:childTnLst>
                              <p:par>
                                <p:cTn id="27" presetID="22" presetClass="entr" presetSubtype="8" fill="hold" nodeType="afterEffect">
                                  <p:stCondLst>
                                    <p:cond delay="0"/>
                                  </p:stCondLst>
                                  <p:childTnLst>
                                    <p:set>
                                      <p:cBhvr>
                                        <p:cTn id="28" dur="1" fill="hold">
                                          <p:stCondLst>
                                            <p:cond delay="0"/>
                                          </p:stCondLst>
                                        </p:cTn>
                                        <p:tgtEl>
                                          <p:spTgt spid="493583"/>
                                        </p:tgtEl>
                                        <p:attrNameLst>
                                          <p:attrName>style.visibility</p:attrName>
                                        </p:attrNameLst>
                                      </p:cBhvr>
                                      <p:to>
                                        <p:strVal val="visible"/>
                                      </p:to>
                                    </p:set>
                                    <p:animEffect transition="in" filter="wipe(left)">
                                      <p:cBhvr>
                                        <p:cTn id="29" dur="1000"/>
                                        <p:tgtEl>
                                          <p:spTgt spid="493583"/>
                                        </p:tgtEl>
                                      </p:cBhvr>
                                    </p:animEffect>
                                  </p:childTnLst>
                                </p:cTn>
                              </p:par>
                            </p:childTnLst>
                          </p:cTn>
                        </p:par>
                        <p:par>
                          <p:cTn id="30" fill="hold" nodeType="afterGroup">
                            <p:stCondLst>
                              <p:cond delay="3000"/>
                            </p:stCondLst>
                            <p:childTnLst>
                              <p:par>
                                <p:cTn id="31" presetID="22" presetClass="entr" presetSubtype="8" fill="hold" nodeType="afterEffect">
                                  <p:stCondLst>
                                    <p:cond delay="0"/>
                                  </p:stCondLst>
                                  <p:childTnLst>
                                    <p:set>
                                      <p:cBhvr>
                                        <p:cTn id="32" dur="1" fill="hold">
                                          <p:stCondLst>
                                            <p:cond delay="0"/>
                                          </p:stCondLst>
                                        </p:cTn>
                                        <p:tgtEl>
                                          <p:spTgt spid="493581"/>
                                        </p:tgtEl>
                                        <p:attrNameLst>
                                          <p:attrName>style.visibility</p:attrName>
                                        </p:attrNameLst>
                                      </p:cBhvr>
                                      <p:to>
                                        <p:strVal val="visible"/>
                                      </p:to>
                                    </p:set>
                                    <p:animEffect transition="in" filter="wipe(left)">
                                      <p:cBhvr>
                                        <p:cTn id="33" dur="1000"/>
                                        <p:tgtEl>
                                          <p:spTgt spid="49358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2" fill="hold" nodeType="clickEffect">
                                  <p:stCondLst>
                                    <p:cond delay="0"/>
                                  </p:stCondLst>
                                  <p:childTnLst>
                                    <p:set>
                                      <p:cBhvr>
                                        <p:cTn id="37" dur="1" fill="hold">
                                          <p:stCondLst>
                                            <p:cond delay="0"/>
                                          </p:stCondLst>
                                        </p:cTn>
                                        <p:tgtEl>
                                          <p:spTgt spid="493590"/>
                                        </p:tgtEl>
                                        <p:attrNameLst>
                                          <p:attrName>style.visibility</p:attrName>
                                        </p:attrNameLst>
                                      </p:cBhvr>
                                      <p:to>
                                        <p:strVal val="visible"/>
                                      </p:to>
                                    </p:set>
                                    <p:animEffect transition="in" filter="slide(fromRight)">
                                      <p:cBhvr>
                                        <p:cTn id="38" dur="1000"/>
                                        <p:tgtEl>
                                          <p:spTgt spid="493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3580" grpId="0"/>
      <p:bldP spid="493581" grpId="0"/>
      <p:bldP spid="493582" grpId="0"/>
      <p:bldP spid="49358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a:extLst>
              <a:ext uri="{FF2B5EF4-FFF2-40B4-BE49-F238E27FC236}">
                <a16:creationId xmlns:a16="http://schemas.microsoft.com/office/drawing/2014/main" id="{BD72231D-6A1B-B943-D655-00D1320EFEE9}"/>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4595" name="Rectangle 3">
            <a:extLst>
              <a:ext uri="{FF2B5EF4-FFF2-40B4-BE49-F238E27FC236}">
                <a16:creationId xmlns:a16="http://schemas.microsoft.com/office/drawing/2014/main" id="{43A31C0D-EFB7-518F-F0A2-66CB584634B8}"/>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4596" name="Rectangle 4">
            <a:extLst>
              <a:ext uri="{FF2B5EF4-FFF2-40B4-BE49-F238E27FC236}">
                <a16:creationId xmlns:a16="http://schemas.microsoft.com/office/drawing/2014/main" id="{8D174DFB-2C06-A7B8-63AD-0D271538E755}"/>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4597" name="Rectangle 5">
            <a:extLst>
              <a:ext uri="{FF2B5EF4-FFF2-40B4-BE49-F238E27FC236}">
                <a16:creationId xmlns:a16="http://schemas.microsoft.com/office/drawing/2014/main" id="{EDEFFB26-3CAF-C59B-132F-82FA51ED9847}"/>
              </a:ext>
            </a:extLst>
          </p:cNvPr>
          <p:cNvSpPr>
            <a:spLocks noChangeArrowheads="1"/>
          </p:cNvSpPr>
          <p:nvPr/>
        </p:nvSpPr>
        <p:spPr bwMode="auto">
          <a:xfrm>
            <a:off x="1416051" y="29822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4598" name="Rectangle 6">
            <a:extLst>
              <a:ext uri="{FF2B5EF4-FFF2-40B4-BE49-F238E27FC236}">
                <a16:creationId xmlns:a16="http://schemas.microsoft.com/office/drawing/2014/main" id="{0F1ACDE3-8D04-A673-321A-EFB025886794}"/>
              </a:ext>
            </a:extLst>
          </p:cNvPr>
          <p:cNvSpPr>
            <a:spLocks noChangeArrowheads="1"/>
          </p:cNvSpPr>
          <p:nvPr/>
        </p:nvSpPr>
        <p:spPr bwMode="auto">
          <a:xfrm>
            <a:off x="1524001" y="34140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4599" name="Rectangle 7">
            <a:extLst>
              <a:ext uri="{FF2B5EF4-FFF2-40B4-BE49-F238E27FC236}">
                <a16:creationId xmlns:a16="http://schemas.microsoft.com/office/drawing/2014/main" id="{4D9CC47C-8670-0066-7C14-1AABE35AF05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4600" name="Rectangle 8">
            <a:extLst>
              <a:ext uri="{FF2B5EF4-FFF2-40B4-BE49-F238E27FC236}">
                <a16:creationId xmlns:a16="http://schemas.microsoft.com/office/drawing/2014/main" id="{B43562B5-54CD-2F60-C9B7-173A2B93B7FA}"/>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4601" name="Rectangle 9">
            <a:extLst>
              <a:ext uri="{FF2B5EF4-FFF2-40B4-BE49-F238E27FC236}">
                <a16:creationId xmlns:a16="http://schemas.microsoft.com/office/drawing/2014/main" id="{6ED59C52-27C9-5D6B-FE88-8A6729C825BB}"/>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4602" name="Rectangle 10">
            <a:extLst>
              <a:ext uri="{FF2B5EF4-FFF2-40B4-BE49-F238E27FC236}">
                <a16:creationId xmlns:a16="http://schemas.microsoft.com/office/drawing/2014/main" id="{9D64E341-4E43-CD12-981C-FF9700E19E28}"/>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4603" name="Rectangle 11">
            <a:extLst>
              <a:ext uri="{FF2B5EF4-FFF2-40B4-BE49-F238E27FC236}">
                <a16:creationId xmlns:a16="http://schemas.microsoft.com/office/drawing/2014/main" id="{A1DBB28C-362A-1E8A-23ED-F2642C601A8F}"/>
              </a:ext>
            </a:extLst>
          </p:cNvPr>
          <p:cNvSpPr>
            <a:spLocks noChangeArrowheads="1"/>
          </p:cNvSpPr>
          <p:nvPr/>
        </p:nvSpPr>
        <p:spPr bwMode="auto">
          <a:xfrm>
            <a:off x="2640014" y="5373688"/>
            <a:ext cx="1584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得：</a:t>
            </a:r>
          </a:p>
        </p:txBody>
      </p:sp>
      <p:grpSp>
        <p:nvGrpSpPr>
          <p:cNvPr id="494604" name="Group 12">
            <a:extLst>
              <a:ext uri="{FF2B5EF4-FFF2-40B4-BE49-F238E27FC236}">
                <a16:creationId xmlns:a16="http://schemas.microsoft.com/office/drawing/2014/main" id="{0A47FF0B-730B-5785-348C-72654901F112}"/>
              </a:ext>
            </a:extLst>
          </p:cNvPr>
          <p:cNvGrpSpPr>
            <a:grpSpLocks/>
          </p:cNvGrpSpPr>
          <p:nvPr/>
        </p:nvGrpSpPr>
        <p:grpSpPr bwMode="auto">
          <a:xfrm>
            <a:off x="2794000" y="3716338"/>
            <a:ext cx="5397500" cy="1427162"/>
            <a:chOff x="1524" y="1888"/>
            <a:chExt cx="3400" cy="899"/>
          </a:xfrm>
        </p:grpSpPr>
        <p:graphicFrame>
          <p:nvGraphicFramePr>
            <p:cNvPr id="494605" name="Object 13">
              <a:extLst>
                <a:ext uri="{FF2B5EF4-FFF2-40B4-BE49-F238E27FC236}">
                  <a16:creationId xmlns:a16="http://schemas.microsoft.com/office/drawing/2014/main" id="{5F701DE6-53AA-E6F4-C689-F4ADCB395A7E}"/>
                </a:ext>
              </a:extLst>
            </p:cNvPr>
            <p:cNvGraphicFramePr>
              <a:graphicFrameLocks noChangeAspect="1"/>
            </p:cNvGraphicFramePr>
            <p:nvPr/>
          </p:nvGraphicFramePr>
          <p:xfrm>
            <a:off x="1524" y="1926"/>
            <a:ext cx="3400" cy="861"/>
          </p:xfrm>
          <a:graphic>
            <a:graphicData uri="http://schemas.openxmlformats.org/presentationml/2006/ole">
              <mc:AlternateContent xmlns:mc="http://schemas.openxmlformats.org/markup-compatibility/2006">
                <mc:Choice xmlns:v="urn:schemas-microsoft-com:vml" Requires="v">
                  <p:oleObj name="公式" r:id="rId2" imgW="41833800" imgH="15506700" progId="Equation.3">
                    <p:embed/>
                  </p:oleObj>
                </mc:Choice>
                <mc:Fallback>
                  <p:oleObj name="公式" r:id="rId2" imgW="41833800" imgH="15506700" progId="Equation.3">
                    <p:embed/>
                    <p:pic>
                      <p:nvPicPr>
                        <p:cNvPr id="494605" name="Object 13">
                          <a:extLst>
                            <a:ext uri="{FF2B5EF4-FFF2-40B4-BE49-F238E27FC236}">
                              <a16:creationId xmlns:a16="http://schemas.microsoft.com/office/drawing/2014/main" id="{5F701DE6-53AA-E6F4-C689-F4ADCB395A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 y="1926"/>
                          <a:ext cx="3400" cy="8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4606" name="Object 14">
              <a:extLst>
                <a:ext uri="{FF2B5EF4-FFF2-40B4-BE49-F238E27FC236}">
                  <a16:creationId xmlns:a16="http://schemas.microsoft.com/office/drawing/2014/main" id="{F680175F-D729-FA56-7A57-77AC22E60C32}"/>
                </a:ext>
              </a:extLst>
            </p:cNvPr>
            <p:cNvGraphicFramePr>
              <a:graphicFrameLocks noChangeAspect="1"/>
            </p:cNvGraphicFramePr>
            <p:nvPr/>
          </p:nvGraphicFramePr>
          <p:xfrm>
            <a:off x="3470" y="1888"/>
            <a:ext cx="494" cy="251"/>
          </p:xfrm>
          <a:graphic>
            <a:graphicData uri="http://schemas.openxmlformats.org/presentationml/2006/ole">
              <mc:AlternateContent xmlns:mc="http://schemas.openxmlformats.org/markup-compatibility/2006">
                <mc:Choice xmlns:v="urn:schemas-microsoft-com:vml" Requires="v">
                  <p:oleObj name="公式" r:id="rId4" imgW="7607300" imgH="4102100" progId="Equation.3">
                    <p:embed/>
                  </p:oleObj>
                </mc:Choice>
                <mc:Fallback>
                  <p:oleObj name="公式" r:id="rId4" imgW="7607300" imgH="4102100" progId="Equation.3">
                    <p:embed/>
                    <p:pic>
                      <p:nvPicPr>
                        <p:cNvPr id="494606" name="Object 14">
                          <a:extLst>
                            <a:ext uri="{FF2B5EF4-FFF2-40B4-BE49-F238E27FC236}">
                              <a16:creationId xmlns:a16="http://schemas.microsoft.com/office/drawing/2014/main" id="{F680175F-D729-FA56-7A57-77AC22E60C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70" y="1888"/>
                          <a:ext cx="494" cy="2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94607" name="Group 15">
            <a:extLst>
              <a:ext uri="{FF2B5EF4-FFF2-40B4-BE49-F238E27FC236}">
                <a16:creationId xmlns:a16="http://schemas.microsoft.com/office/drawing/2014/main" id="{263FB696-DE77-76EF-4A0F-4ECC5E05EC82}"/>
              </a:ext>
            </a:extLst>
          </p:cNvPr>
          <p:cNvGrpSpPr>
            <a:grpSpLocks/>
          </p:cNvGrpSpPr>
          <p:nvPr/>
        </p:nvGrpSpPr>
        <p:grpSpPr bwMode="auto">
          <a:xfrm>
            <a:off x="2566989" y="692151"/>
            <a:ext cx="7775575" cy="519113"/>
            <a:chOff x="567" y="2929"/>
            <a:chExt cx="4898" cy="327"/>
          </a:xfrm>
        </p:grpSpPr>
        <p:sp>
          <p:nvSpPr>
            <p:cNvPr id="494608" name="Rectangle 16">
              <a:extLst>
                <a:ext uri="{FF2B5EF4-FFF2-40B4-BE49-F238E27FC236}">
                  <a16:creationId xmlns:a16="http://schemas.microsoft.com/office/drawing/2014/main" id="{9F7051A3-ED5F-2246-6333-10821EB1B84A}"/>
                </a:ext>
              </a:extLst>
            </p:cNvPr>
            <p:cNvSpPr>
              <a:spLocks noChangeArrowheads="1"/>
            </p:cNvSpPr>
            <p:nvPr/>
          </p:nvSpPr>
          <p:spPr bwMode="auto">
            <a:xfrm>
              <a:off x="567" y="2929"/>
              <a:ext cx="489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因为      是 </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p </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的达到方差界的无偏估计，所以</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U</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的</a:t>
              </a:r>
            </a:p>
          </p:txBody>
        </p:sp>
        <p:graphicFrame>
          <p:nvGraphicFramePr>
            <p:cNvPr id="494609" name="Object 17">
              <a:extLst>
                <a:ext uri="{FF2B5EF4-FFF2-40B4-BE49-F238E27FC236}">
                  <a16:creationId xmlns:a16="http://schemas.microsoft.com/office/drawing/2014/main" id="{0212B084-58C6-CD0A-12D3-A53D5DFCDFCD}"/>
                </a:ext>
              </a:extLst>
            </p:cNvPr>
            <p:cNvGraphicFramePr>
              <a:graphicFrameLocks noChangeAspect="1"/>
            </p:cNvGraphicFramePr>
            <p:nvPr/>
          </p:nvGraphicFramePr>
          <p:xfrm>
            <a:off x="1111" y="2931"/>
            <a:ext cx="318" cy="297"/>
          </p:xfrm>
          <a:graphic>
            <a:graphicData uri="http://schemas.openxmlformats.org/presentationml/2006/ole">
              <mc:AlternateContent xmlns:mc="http://schemas.openxmlformats.org/markup-compatibility/2006">
                <mc:Choice xmlns:v="urn:schemas-microsoft-com:vml" Requires="v">
                  <p:oleObj name="公式" r:id="rId6" imgW="4102100" imgH="4394200" progId="Equation.3">
                    <p:embed/>
                  </p:oleObj>
                </mc:Choice>
                <mc:Fallback>
                  <p:oleObj name="公式" r:id="rId6" imgW="4102100" imgH="4394200" progId="Equation.3">
                    <p:embed/>
                    <p:pic>
                      <p:nvPicPr>
                        <p:cNvPr id="494609" name="Object 17">
                          <a:extLst>
                            <a:ext uri="{FF2B5EF4-FFF2-40B4-BE49-F238E27FC236}">
                              <a16:creationId xmlns:a16="http://schemas.microsoft.com/office/drawing/2014/main" id="{0212B084-58C6-CD0A-12D3-A53D5DFCDFC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1" y="2931"/>
                          <a:ext cx="318" cy="2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94610" name="Rectangle 18">
            <a:extLst>
              <a:ext uri="{FF2B5EF4-FFF2-40B4-BE49-F238E27FC236}">
                <a16:creationId xmlns:a16="http://schemas.microsoft.com/office/drawing/2014/main" id="{09BE2A10-C6B8-24A2-2E5C-99486D29CA86}"/>
              </a:ext>
            </a:extLst>
          </p:cNvPr>
          <p:cNvSpPr>
            <a:spLocks noChangeArrowheads="1"/>
          </p:cNvSpPr>
          <p:nvPr/>
        </p:nvSpPr>
        <p:spPr bwMode="auto">
          <a:xfrm>
            <a:off x="1774826" y="2349501"/>
            <a:ext cx="7273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为 </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|U| </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偏大。即拒绝域应形如：</a:t>
            </a:r>
          </a:p>
        </p:txBody>
      </p:sp>
      <p:sp>
        <p:nvSpPr>
          <p:cNvPr id="494611" name="Rectangle 19">
            <a:extLst>
              <a:ext uri="{FF2B5EF4-FFF2-40B4-BE49-F238E27FC236}">
                <a16:creationId xmlns:a16="http://schemas.microsoft.com/office/drawing/2014/main" id="{18A6364D-5C82-BBCC-84C3-17054B1E9A03}"/>
              </a:ext>
            </a:extLst>
          </p:cNvPr>
          <p:cNvSpPr>
            <a:spLocks noChangeArrowheads="1"/>
          </p:cNvSpPr>
          <p:nvPr/>
        </p:nvSpPr>
        <p:spPr bwMode="auto">
          <a:xfrm>
            <a:off x="2208213" y="3089276"/>
            <a:ext cx="4464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设显著性水平为</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，由</a:t>
            </a:r>
            <a:endParaRPr kumimoji="1" lang="el-GR" altLang="zh-CN" sz="2800" b="1">
              <a:solidFill>
                <a:srgbClr val="007A77"/>
              </a:solidFill>
              <a:latin typeface="Times New Roman" panose="02020603050405020304" pitchFamily="18" charset="0"/>
              <a:ea typeface="楷体_GB2312" pitchFamily="49" charset="-122"/>
              <a:cs typeface="Times New Roman" panose="02020603050405020304" pitchFamily="18" charset="0"/>
            </a:endParaRPr>
          </a:p>
        </p:txBody>
      </p:sp>
      <p:graphicFrame>
        <p:nvGraphicFramePr>
          <p:cNvPr id="494612" name="Object 20">
            <a:extLst>
              <a:ext uri="{FF2B5EF4-FFF2-40B4-BE49-F238E27FC236}">
                <a16:creationId xmlns:a16="http://schemas.microsoft.com/office/drawing/2014/main" id="{F2EFBC10-043C-6AC6-FAFE-814198CA3775}"/>
              </a:ext>
            </a:extLst>
          </p:cNvPr>
          <p:cNvGraphicFramePr>
            <a:graphicFrameLocks noChangeAspect="1"/>
          </p:cNvGraphicFramePr>
          <p:nvPr/>
        </p:nvGraphicFramePr>
        <p:xfrm>
          <a:off x="6816726" y="2420939"/>
          <a:ext cx="2170113" cy="454025"/>
        </p:xfrm>
        <a:graphic>
          <a:graphicData uri="http://schemas.openxmlformats.org/presentationml/2006/ole">
            <mc:AlternateContent xmlns:mc="http://schemas.openxmlformats.org/markup-compatibility/2006">
              <mc:Choice xmlns:v="urn:schemas-microsoft-com:vml" Requires="v">
                <p:oleObj name="公式" r:id="rId8" imgW="22237700" imgH="4686300" progId="Equation.3">
                  <p:embed/>
                </p:oleObj>
              </mc:Choice>
              <mc:Fallback>
                <p:oleObj name="公式" r:id="rId8" imgW="22237700" imgH="4686300" progId="Equation.3">
                  <p:embed/>
                  <p:pic>
                    <p:nvPicPr>
                      <p:cNvPr id="494612" name="Object 20">
                        <a:extLst>
                          <a:ext uri="{FF2B5EF4-FFF2-40B4-BE49-F238E27FC236}">
                            <a16:creationId xmlns:a16="http://schemas.microsoft.com/office/drawing/2014/main" id="{F2EFBC10-043C-6AC6-FAFE-814198CA377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16726" y="2420939"/>
                        <a:ext cx="2170113"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4613" name="Object 21">
            <a:extLst>
              <a:ext uri="{FF2B5EF4-FFF2-40B4-BE49-F238E27FC236}">
                <a16:creationId xmlns:a16="http://schemas.microsoft.com/office/drawing/2014/main" id="{84F89B8E-18A4-EED9-CA4C-A4FB290F9B31}"/>
              </a:ext>
            </a:extLst>
          </p:cNvPr>
          <p:cNvGraphicFramePr>
            <a:graphicFrameLocks noChangeAspect="1"/>
          </p:cNvGraphicFramePr>
          <p:nvPr/>
        </p:nvGraphicFramePr>
        <p:xfrm>
          <a:off x="3633789" y="5373689"/>
          <a:ext cx="1455737" cy="511175"/>
        </p:xfrm>
        <a:graphic>
          <a:graphicData uri="http://schemas.openxmlformats.org/presentationml/2006/ole">
            <mc:AlternateContent xmlns:mc="http://schemas.openxmlformats.org/markup-compatibility/2006">
              <mc:Choice xmlns:v="urn:schemas-microsoft-com:vml" Requires="v">
                <p:oleObj name="公式" r:id="rId10" imgW="14922500" imgH="5270500" progId="Equation.3">
                  <p:embed/>
                </p:oleObj>
              </mc:Choice>
              <mc:Fallback>
                <p:oleObj name="公式" r:id="rId10" imgW="14922500" imgH="5270500" progId="Equation.3">
                  <p:embed/>
                  <p:pic>
                    <p:nvPicPr>
                      <p:cNvPr id="494613" name="Object 21">
                        <a:extLst>
                          <a:ext uri="{FF2B5EF4-FFF2-40B4-BE49-F238E27FC236}">
                            <a16:creationId xmlns:a16="http://schemas.microsoft.com/office/drawing/2014/main" id="{84F89B8E-18A4-EED9-CA4C-A4FB290F9B3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33789" y="5373689"/>
                        <a:ext cx="1455737"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4614" name="Object 22">
            <a:extLst>
              <a:ext uri="{FF2B5EF4-FFF2-40B4-BE49-F238E27FC236}">
                <a16:creationId xmlns:a16="http://schemas.microsoft.com/office/drawing/2014/main" id="{4C2EB45B-2AD1-1C10-DAEA-72526756E8B8}"/>
              </a:ext>
            </a:extLst>
          </p:cNvPr>
          <p:cNvGraphicFramePr>
            <a:graphicFrameLocks noChangeAspect="1"/>
          </p:cNvGraphicFramePr>
          <p:nvPr/>
        </p:nvGraphicFramePr>
        <p:xfrm>
          <a:off x="5448301" y="5445126"/>
          <a:ext cx="2455863" cy="511175"/>
        </p:xfrm>
        <a:graphic>
          <a:graphicData uri="http://schemas.openxmlformats.org/presentationml/2006/ole">
            <mc:AlternateContent xmlns:mc="http://schemas.openxmlformats.org/markup-compatibility/2006">
              <mc:Choice xmlns:v="urn:schemas-microsoft-com:vml" Requires="v">
                <p:oleObj name="公式" r:id="rId12" imgW="25158700" imgH="5270500" progId="Equation.3">
                  <p:embed/>
                </p:oleObj>
              </mc:Choice>
              <mc:Fallback>
                <p:oleObj name="公式" r:id="rId12" imgW="25158700" imgH="5270500" progId="Equation.3">
                  <p:embed/>
                  <p:pic>
                    <p:nvPicPr>
                      <p:cNvPr id="494614" name="Object 22">
                        <a:extLst>
                          <a:ext uri="{FF2B5EF4-FFF2-40B4-BE49-F238E27FC236}">
                            <a16:creationId xmlns:a16="http://schemas.microsoft.com/office/drawing/2014/main" id="{4C2EB45B-2AD1-1C10-DAEA-72526756E8B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48301" y="5445126"/>
                        <a:ext cx="2455863"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94615" name="Group 23">
            <a:extLst>
              <a:ext uri="{FF2B5EF4-FFF2-40B4-BE49-F238E27FC236}">
                <a16:creationId xmlns:a16="http://schemas.microsoft.com/office/drawing/2014/main" id="{36098AC0-D3B1-D6C4-EAB4-12CA23050491}"/>
              </a:ext>
            </a:extLst>
          </p:cNvPr>
          <p:cNvGrpSpPr>
            <a:grpSpLocks/>
          </p:cNvGrpSpPr>
          <p:nvPr/>
        </p:nvGrpSpPr>
        <p:grpSpPr bwMode="auto">
          <a:xfrm>
            <a:off x="1774826" y="1557338"/>
            <a:ext cx="8893175" cy="519112"/>
            <a:chOff x="158" y="981"/>
            <a:chExt cx="5602" cy="327"/>
          </a:xfrm>
        </p:grpSpPr>
        <p:sp>
          <p:nvSpPr>
            <p:cNvPr id="494616" name="Rectangle 24">
              <a:extLst>
                <a:ext uri="{FF2B5EF4-FFF2-40B4-BE49-F238E27FC236}">
                  <a16:creationId xmlns:a16="http://schemas.microsoft.com/office/drawing/2014/main" id="{849A4B05-4BA0-0421-938D-58D73F899B7B}"/>
                </a:ext>
              </a:extLst>
            </p:cNvPr>
            <p:cNvSpPr>
              <a:spLocks noChangeArrowheads="1"/>
            </p:cNvSpPr>
            <p:nvPr/>
          </p:nvSpPr>
          <p:spPr bwMode="auto">
            <a:xfrm>
              <a:off x="158" y="981"/>
              <a:ext cx="56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值应较集中在零附近，而                      的拒绝域应体现</a:t>
              </a:r>
            </a:p>
          </p:txBody>
        </p:sp>
        <p:graphicFrame>
          <p:nvGraphicFramePr>
            <p:cNvPr id="494617" name="Object 25">
              <a:extLst>
                <a:ext uri="{FF2B5EF4-FFF2-40B4-BE49-F238E27FC236}">
                  <a16:creationId xmlns:a16="http://schemas.microsoft.com/office/drawing/2014/main" id="{6888850F-832C-DA91-1DCC-A2D01CB35AA1}"/>
                </a:ext>
              </a:extLst>
            </p:cNvPr>
            <p:cNvGraphicFramePr>
              <a:graphicFrameLocks noChangeAspect="1"/>
            </p:cNvGraphicFramePr>
            <p:nvPr/>
          </p:nvGraphicFramePr>
          <p:xfrm>
            <a:off x="2789" y="981"/>
            <a:ext cx="1224" cy="324"/>
          </p:xfrm>
          <a:graphic>
            <a:graphicData uri="http://schemas.openxmlformats.org/presentationml/2006/ole">
              <mc:AlternateContent xmlns:mc="http://schemas.openxmlformats.org/markup-compatibility/2006">
                <mc:Choice xmlns:v="urn:schemas-microsoft-com:vml" Requires="v">
                  <p:oleObj name="公式" r:id="rId14" imgW="19900900" imgH="5270500" progId="Equation.3">
                    <p:embed/>
                  </p:oleObj>
                </mc:Choice>
                <mc:Fallback>
                  <p:oleObj name="公式" r:id="rId14" imgW="19900900" imgH="5270500" progId="Equation.3">
                    <p:embed/>
                    <p:pic>
                      <p:nvPicPr>
                        <p:cNvPr id="494617" name="Object 25">
                          <a:extLst>
                            <a:ext uri="{FF2B5EF4-FFF2-40B4-BE49-F238E27FC236}">
                              <a16:creationId xmlns:a16="http://schemas.microsoft.com/office/drawing/2014/main" id="{6888850F-832C-DA91-1DCC-A2D01CB35AA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89" y="981"/>
                          <a:ext cx="1224" cy="3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4607"/>
                                        </p:tgtEl>
                                        <p:attrNameLst>
                                          <p:attrName>style.visibility</p:attrName>
                                        </p:attrNameLst>
                                      </p:cBhvr>
                                      <p:to>
                                        <p:strVal val="visible"/>
                                      </p:to>
                                    </p:set>
                                    <p:animEffect transition="in" filter="wipe(left)">
                                      <p:cBhvr>
                                        <p:cTn id="7" dur="1000"/>
                                        <p:tgtEl>
                                          <p:spTgt spid="494607"/>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94615"/>
                                        </p:tgtEl>
                                        <p:attrNameLst>
                                          <p:attrName>style.visibility</p:attrName>
                                        </p:attrNameLst>
                                      </p:cBhvr>
                                      <p:to>
                                        <p:strVal val="visible"/>
                                      </p:to>
                                    </p:set>
                                    <p:animEffect transition="in" filter="wipe(left)">
                                      <p:cBhvr>
                                        <p:cTn id="11" dur="1000"/>
                                        <p:tgtEl>
                                          <p:spTgt spid="494615"/>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494610"/>
                                        </p:tgtEl>
                                        <p:attrNameLst>
                                          <p:attrName>style.visibility</p:attrName>
                                        </p:attrNameLst>
                                      </p:cBhvr>
                                      <p:to>
                                        <p:strVal val="visible"/>
                                      </p:to>
                                    </p:set>
                                    <p:animEffect transition="in" filter="wipe(left)">
                                      <p:cBhvr>
                                        <p:cTn id="15" dur="1000"/>
                                        <p:tgtEl>
                                          <p:spTgt spid="494610"/>
                                        </p:tgtEl>
                                      </p:cBhvr>
                                    </p:animEffect>
                                  </p:childTnLst>
                                </p:cTn>
                              </p:par>
                            </p:childTnLst>
                          </p:cTn>
                        </p:par>
                        <p:par>
                          <p:cTn id="16" fill="hold" nodeType="afterGroup">
                            <p:stCondLst>
                              <p:cond delay="3000"/>
                            </p:stCondLst>
                            <p:childTnLst>
                              <p:par>
                                <p:cTn id="17" presetID="22" presetClass="entr" presetSubtype="8" fill="hold" nodeType="afterEffect">
                                  <p:stCondLst>
                                    <p:cond delay="0"/>
                                  </p:stCondLst>
                                  <p:childTnLst>
                                    <p:set>
                                      <p:cBhvr>
                                        <p:cTn id="18" dur="1" fill="hold">
                                          <p:stCondLst>
                                            <p:cond delay="0"/>
                                          </p:stCondLst>
                                        </p:cTn>
                                        <p:tgtEl>
                                          <p:spTgt spid="494612"/>
                                        </p:tgtEl>
                                        <p:attrNameLst>
                                          <p:attrName>style.visibility</p:attrName>
                                        </p:attrNameLst>
                                      </p:cBhvr>
                                      <p:to>
                                        <p:strVal val="visible"/>
                                      </p:to>
                                    </p:set>
                                    <p:animEffect transition="in" filter="wipe(left)">
                                      <p:cBhvr>
                                        <p:cTn id="19" dur="1000"/>
                                        <p:tgtEl>
                                          <p:spTgt spid="49461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494611"/>
                                        </p:tgtEl>
                                        <p:attrNameLst>
                                          <p:attrName>style.visibility</p:attrName>
                                        </p:attrNameLst>
                                      </p:cBhvr>
                                      <p:to>
                                        <p:strVal val="visible"/>
                                      </p:to>
                                    </p:set>
                                    <p:animEffect transition="in" filter="wipe(left)">
                                      <p:cBhvr>
                                        <p:cTn id="24" dur="1000"/>
                                        <p:tgtEl>
                                          <p:spTgt spid="49461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4" fill="hold" nodeType="clickEffect">
                                  <p:stCondLst>
                                    <p:cond delay="0"/>
                                  </p:stCondLst>
                                  <p:childTnLst>
                                    <p:set>
                                      <p:cBhvr>
                                        <p:cTn id="28" dur="1" fill="hold">
                                          <p:stCondLst>
                                            <p:cond delay="0"/>
                                          </p:stCondLst>
                                        </p:cTn>
                                        <p:tgtEl>
                                          <p:spTgt spid="494604"/>
                                        </p:tgtEl>
                                        <p:attrNameLst>
                                          <p:attrName>style.visibility</p:attrName>
                                        </p:attrNameLst>
                                      </p:cBhvr>
                                      <p:to>
                                        <p:strVal val="visible"/>
                                      </p:to>
                                    </p:set>
                                    <p:animEffect transition="in" filter="slide(fromBottom)">
                                      <p:cBhvr>
                                        <p:cTn id="29" dur="1000"/>
                                        <p:tgtEl>
                                          <p:spTgt spid="49460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494603"/>
                                        </p:tgtEl>
                                        <p:attrNameLst>
                                          <p:attrName>style.visibility</p:attrName>
                                        </p:attrNameLst>
                                      </p:cBhvr>
                                      <p:to>
                                        <p:strVal val="visible"/>
                                      </p:to>
                                    </p:set>
                                    <p:animEffect transition="in" filter="wipe(left)">
                                      <p:cBhvr>
                                        <p:cTn id="34" dur="500"/>
                                        <p:tgtEl>
                                          <p:spTgt spid="494603"/>
                                        </p:tgtEl>
                                      </p:cBhvr>
                                    </p:animEffect>
                                  </p:childTnLst>
                                </p:cTn>
                              </p:par>
                            </p:childTnLst>
                          </p:cTn>
                        </p:par>
                        <p:par>
                          <p:cTn id="35" fill="hold" nodeType="afterGroup">
                            <p:stCondLst>
                              <p:cond delay="500"/>
                            </p:stCondLst>
                            <p:childTnLst>
                              <p:par>
                                <p:cTn id="36" presetID="22" presetClass="entr" presetSubtype="8" fill="hold" nodeType="afterEffect">
                                  <p:stCondLst>
                                    <p:cond delay="0"/>
                                  </p:stCondLst>
                                  <p:childTnLst>
                                    <p:set>
                                      <p:cBhvr>
                                        <p:cTn id="37" dur="1" fill="hold">
                                          <p:stCondLst>
                                            <p:cond delay="0"/>
                                          </p:stCondLst>
                                        </p:cTn>
                                        <p:tgtEl>
                                          <p:spTgt spid="494613"/>
                                        </p:tgtEl>
                                        <p:attrNameLst>
                                          <p:attrName>style.visibility</p:attrName>
                                        </p:attrNameLst>
                                      </p:cBhvr>
                                      <p:to>
                                        <p:strVal val="visible"/>
                                      </p:to>
                                    </p:set>
                                    <p:animEffect transition="in" filter="wipe(left)">
                                      <p:cBhvr>
                                        <p:cTn id="38" dur="1000"/>
                                        <p:tgtEl>
                                          <p:spTgt spid="49461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494614"/>
                                        </p:tgtEl>
                                        <p:attrNameLst>
                                          <p:attrName>style.visibility</p:attrName>
                                        </p:attrNameLst>
                                      </p:cBhvr>
                                      <p:to>
                                        <p:strVal val="visible"/>
                                      </p:to>
                                    </p:set>
                                    <p:animEffect transition="in" filter="wipe(left)">
                                      <p:cBhvr>
                                        <p:cTn id="43" dur="1000"/>
                                        <p:tgtEl>
                                          <p:spTgt spid="494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603" grpId="0"/>
      <p:bldP spid="494610" grpId="0"/>
      <p:bldP spid="49461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Text Box 2">
            <a:extLst>
              <a:ext uri="{FF2B5EF4-FFF2-40B4-BE49-F238E27FC236}">
                <a16:creationId xmlns:a16="http://schemas.microsoft.com/office/drawing/2014/main" id="{46C59251-839B-9BA9-EF68-A886DED12297}"/>
              </a:ext>
            </a:extLst>
          </p:cNvPr>
          <p:cNvSpPr txBox="1">
            <a:spLocks noChangeArrowheads="1"/>
          </p:cNvSpPr>
          <p:nvPr/>
        </p:nvSpPr>
        <p:spPr bwMode="auto">
          <a:xfrm>
            <a:off x="2927350" y="2420938"/>
            <a:ext cx="104708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p  p</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95619" name="Text Box 3">
            <a:extLst>
              <a:ext uri="{FF2B5EF4-FFF2-40B4-BE49-F238E27FC236}">
                <a16:creationId xmlns:a16="http://schemas.microsoft.com/office/drawing/2014/main" id="{903E2713-996C-E9C6-F187-09EF5AFDD67A}"/>
              </a:ext>
            </a:extLst>
          </p:cNvPr>
          <p:cNvSpPr txBox="1">
            <a:spLocks noChangeArrowheads="1"/>
          </p:cNvSpPr>
          <p:nvPr/>
        </p:nvSpPr>
        <p:spPr bwMode="auto">
          <a:xfrm>
            <a:off x="4800600" y="2420938"/>
            <a:ext cx="1371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p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p</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95620" name="Text Box 4">
            <a:extLst>
              <a:ext uri="{FF2B5EF4-FFF2-40B4-BE49-F238E27FC236}">
                <a16:creationId xmlns:a16="http://schemas.microsoft.com/office/drawing/2014/main" id="{D81FEEE3-DB7F-3393-459A-78B1892A5E29}"/>
              </a:ext>
            </a:extLst>
          </p:cNvPr>
          <p:cNvSpPr txBox="1">
            <a:spLocks noChangeArrowheads="1"/>
          </p:cNvSpPr>
          <p:nvPr/>
        </p:nvSpPr>
        <p:spPr bwMode="auto">
          <a:xfrm>
            <a:off x="2855914" y="4581526"/>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p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p</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95621" name="Text Box 5">
            <a:extLst>
              <a:ext uri="{FF2B5EF4-FFF2-40B4-BE49-F238E27FC236}">
                <a16:creationId xmlns:a16="http://schemas.microsoft.com/office/drawing/2014/main" id="{3EAED335-DAEA-FCBB-CF22-F7D7827D46F8}"/>
              </a:ext>
            </a:extLst>
          </p:cNvPr>
          <p:cNvSpPr txBox="1">
            <a:spLocks noChangeArrowheads="1"/>
          </p:cNvSpPr>
          <p:nvPr/>
        </p:nvSpPr>
        <p:spPr bwMode="auto">
          <a:xfrm>
            <a:off x="2927351" y="3573463"/>
            <a:ext cx="14319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p</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p</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95622" name="Text Box 6">
            <a:extLst>
              <a:ext uri="{FF2B5EF4-FFF2-40B4-BE49-F238E27FC236}">
                <a16:creationId xmlns:a16="http://schemas.microsoft.com/office/drawing/2014/main" id="{CFCFAA9A-15DC-CB9B-D3CD-C0854598F5EE}"/>
              </a:ext>
            </a:extLst>
          </p:cNvPr>
          <p:cNvSpPr txBox="1">
            <a:spLocks noChangeArrowheads="1"/>
          </p:cNvSpPr>
          <p:nvPr/>
        </p:nvSpPr>
        <p:spPr bwMode="auto">
          <a:xfrm>
            <a:off x="4800600" y="4652963"/>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p</a:t>
            </a:r>
            <a:r>
              <a:rPr kumimoji="1" lang="en-US" altLang="zh-CN" sz="2800" b="1">
                <a:solidFill>
                  <a:srgbClr val="007A77"/>
                </a:solidFill>
                <a:latin typeface="Times New Roman" panose="02020603050405020304" pitchFamily="18" charset="0"/>
                <a:ea typeface="楷体_GB2312" pitchFamily="49" charset="-122"/>
                <a:sym typeface="Math1" pitchFamily="2" charset="2"/>
              </a:rPr>
              <a:t>&lt;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p</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95623" name="Text Box 7">
            <a:extLst>
              <a:ext uri="{FF2B5EF4-FFF2-40B4-BE49-F238E27FC236}">
                <a16:creationId xmlns:a16="http://schemas.microsoft.com/office/drawing/2014/main" id="{8EB6DD51-9748-DCB7-7BBA-152D4485259E}"/>
              </a:ext>
            </a:extLst>
          </p:cNvPr>
          <p:cNvSpPr txBox="1">
            <a:spLocks noChangeArrowheads="1"/>
          </p:cNvSpPr>
          <p:nvPr/>
        </p:nvSpPr>
        <p:spPr bwMode="auto">
          <a:xfrm>
            <a:off x="4800600" y="3644901"/>
            <a:ext cx="129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p</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Math1" pitchFamily="2" charset="2"/>
              </a:rPr>
              <a:t>&gt;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p</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graphicFrame>
        <p:nvGraphicFramePr>
          <p:cNvPr id="495624" name="Object 8">
            <a:extLst>
              <a:ext uri="{FF2B5EF4-FFF2-40B4-BE49-F238E27FC236}">
                <a16:creationId xmlns:a16="http://schemas.microsoft.com/office/drawing/2014/main" id="{A9B7E47B-27FF-6D9A-FE7D-561B0C2ED42D}"/>
              </a:ext>
            </a:extLst>
          </p:cNvPr>
          <p:cNvGraphicFramePr>
            <a:graphicFrameLocks noChangeAspect="1"/>
          </p:cNvGraphicFramePr>
          <p:nvPr/>
        </p:nvGraphicFramePr>
        <p:xfrm>
          <a:off x="9191625" y="2492375"/>
          <a:ext cx="1023938" cy="704850"/>
        </p:xfrm>
        <a:graphic>
          <a:graphicData uri="http://schemas.openxmlformats.org/presentationml/2006/ole">
            <mc:AlternateContent xmlns:mc="http://schemas.openxmlformats.org/markup-compatibility/2006">
              <mc:Choice xmlns:v="urn:schemas-microsoft-com:vml" Requires="v">
                <p:oleObj name="公式" r:id="rId2" imgW="13169900" imgH="8483600" progId="Equation.3">
                  <p:embed/>
                </p:oleObj>
              </mc:Choice>
              <mc:Fallback>
                <p:oleObj name="公式" r:id="rId2" imgW="13169900" imgH="8483600" progId="Equation.3">
                  <p:embed/>
                  <p:pic>
                    <p:nvPicPr>
                      <p:cNvPr id="495624" name="Object 8">
                        <a:extLst>
                          <a:ext uri="{FF2B5EF4-FFF2-40B4-BE49-F238E27FC236}">
                            <a16:creationId xmlns:a16="http://schemas.microsoft.com/office/drawing/2014/main" id="{A9B7E47B-27FF-6D9A-FE7D-561B0C2ED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1625" y="2492375"/>
                        <a:ext cx="1023938"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5625" name="Object 9">
            <a:extLst>
              <a:ext uri="{FF2B5EF4-FFF2-40B4-BE49-F238E27FC236}">
                <a16:creationId xmlns:a16="http://schemas.microsoft.com/office/drawing/2014/main" id="{9892062D-E44F-991C-FC39-65927BC02046}"/>
              </a:ext>
            </a:extLst>
          </p:cNvPr>
          <p:cNvGraphicFramePr>
            <a:graphicFrameLocks noChangeAspect="1"/>
          </p:cNvGraphicFramePr>
          <p:nvPr/>
        </p:nvGraphicFramePr>
        <p:xfrm>
          <a:off x="9048751" y="4724401"/>
          <a:ext cx="1216025" cy="481013"/>
        </p:xfrm>
        <a:graphic>
          <a:graphicData uri="http://schemas.openxmlformats.org/presentationml/2006/ole">
            <mc:AlternateContent xmlns:mc="http://schemas.openxmlformats.org/markup-compatibility/2006">
              <mc:Choice xmlns:v="urn:schemas-microsoft-com:vml" Requires="v">
                <p:oleObj name="公式" r:id="rId4" imgW="12585700" imgH="5270500" progId="Equation.3">
                  <p:embed/>
                </p:oleObj>
              </mc:Choice>
              <mc:Fallback>
                <p:oleObj name="公式" r:id="rId4" imgW="12585700" imgH="5270500" progId="Equation.3">
                  <p:embed/>
                  <p:pic>
                    <p:nvPicPr>
                      <p:cNvPr id="495625" name="Object 9">
                        <a:extLst>
                          <a:ext uri="{FF2B5EF4-FFF2-40B4-BE49-F238E27FC236}">
                            <a16:creationId xmlns:a16="http://schemas.microsoft.com/office/drawing/2014/main" id="{9892062D-E44F-991C-FC39-65927BC020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48751" y="4724401"/>
                        <a:ext cx="1216025"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5626" name="Object 10">
            <a:extLst>
              <a:ext uri="{FF2B5EF4-FFF2-40B4-BE49-F238E27FC236}">
                <a16:creationId xmlns:a16="http://schemas.microsoft.com/office/drawing/2014/main" id="{C99288FB-255A-2971-5D61-A6995E5F122A}"/>
              </a:ext>
            </a:extLst>
          </p:cNvPr>
          <p:cNvGraphicFramePr>
            <a:graphicFrameLocks noChangeAspect="1"/>
          </p:cNvGraphicFramePr>
          <p:nvPr/>
        </p:nvGraphicFramePr>
        <p:xfrm>
          <a:off x="9120188" y="3716339"/>
          <a:ext cx="1200150" cy="490537"/>
        </p:xfrm>
        <a:graphic>
          <a:graphicData uri="http://schemas.openxmlformats.org/presentationml/2006/ole">
            <mc:AlternateContent xmlns:mc="http://schemas.openxmlformats.org/markup-compatibility/2006">
              <mc:Choice xmlns:v="urn:schemas-microsoft-com:vml" Requires="v">
                <p:oleObj name="公式" r:id="rId6" imgW="10528300" imgH="5270500" progId="Equation.3">
                  <p:embed/>
                </p:oleObj>
              </mc:Choice>
              <mc:Fallback>
                <p:oleObj name="公式" r:id="rId6" imgW="10528300" imgH="5270500" progId="Equation.3">
                  <p:embed/>
                  <p:pic>
                    <p:nvPicPr>
                      <p:cNvPr id="495626" name="Object 10">
                        <a:extLst>
                          <a:ext uri="{FF2B5EF4-FFF2-40B4-BE49-F238E27FC236}">
                            <a16:creationId xmlns:a16="http://schemas.microsoft.com/office/drawing/2014/main" id="{C99288FB-255A-2971-5D61-A6995E5F122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20188" y="3716339"/>
                        <a:ext cx="1200150"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5627" name="Text Box 11">
            <a:extLst>
              <a:ext uri="{FF2B5EF4-FFF2-40B4-BE49-F238E27FC236}">
                <a16:creationId xmlns:a16="http://schemas.microsoft.com/office/drawing/2014/main" id="{6B629699-66C8-13EA-C4FE-B889BCC6B8B9}"/>
              </a:ext>
            </a:extLst>
          </p:cNvPr>
          <p:cNvSpPr txBox="1">
            <a:spLocks noChangeArrowheads="1"/>
          </p:cNvSpPr>
          <p:nvPr/>
        </p:nvSpPr>
        <p:spPr bwMode="auto">
          <a:xfrm>
            <a:off x="5087938" y="333375"/>
            <a:ext cx="1803400" cy="579438"/>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3200" b="1">
                <a:solidFill>
                  <a:srgbClr val="0000FF"/>
                </a:solidFill>
                <a:latin typeface="Times New Roman" panose="02020603050405020304" pitchFamily="18" charset="0"/>
                <a:ea typeface="楷体_GB2312" pitchFamily="49" charset="-122"/>
              </a:rPr>
              <a:t>U </a:t>
            </a:r>
            <a:r>
              <a:rPr kumimoji="1" lang="zh-CN" altLang="en-US" sz="3200" b="1">
                <a:solidFill>
                  <a:srgbClr val="0000FF"/>
                </a:solidFill>
                <a:latin typeface="Times New Roman" panose="02020603050405020304" pitchFamily="18" charset="0"/>
                <a:ea typeface="楷体_GB2312" pitchFamily="49" charset="-122"/>
              </a:rPr>
              <a:t>检验法</a:t>
            </a:r>
            <a:endParaRPr kumimoji="1" lang="zh-CN" altLang="en-US" sz="3200" b="1">
              <a:solidFill>
                <a:srgbClr val="0000FF"/>
              </a:solidFill>
              <a:latin typeface="Times New Roman" panose="02020603050405020304" pitchFamily="18" charset="0"/>
              <a:ea typeface="楷体_GB2312" pitchFamily="49" charset="-122"/>
              <a:sym typeface="Symbol" pitchFamily="2" charset="2"/>
            </a:endParaRPr>
          </a:p>
        </p:txBody>
      </p:sp>
      <p:grpSp>
        <p:nvGrpSpPr>
          <p:cNvPr id="495628" name="Group 12">
            <a:extLst>
              <a:ext uri="{FF2B5EF4-FFF2-40B4-BE49-F238E27FC236}">
                <a16:creationId xmlns:a16="http://schemas.microsoft.com/office/drawing/2014/main" id="{AC28C9F7-9839-A178-8505-B430FD03BDB7}"/>
              </a:ext>
            </a:extLst>
          </p:cNvPr>
          <p:cNvGrpSpPr>
            <a:grpSpLocks/>
          </p:cNvGrpSpPr>
          <p:nvPr/>
        </p:nvGrpSpPr>
        <p:grpSpPr bwMode="auto">
          <a:xfrm>
            <a:off x="1524000" y="3357563"/>
            <a:ext cx="9144000" cy="0"/>
            <a:chOff x="0" y="2115"/>
            <a:chExt cx="5760" cy="0"/>
          </a:xfrm>
        </p:grpSpPr>
        <p:sp>
          <p:nvSpPr>
            <p:cNvPr id="495629" name="Line 13">
              <a:extLst>
                <a:ext uri="{FF2B5EF4-FFF2-40B4-BE49-F238E27FC236}">
                  <a16:creationId xmlns:a16="http://schemas.microsoft.com/office/drawing/2014/main" id="{42471BE3-B0FF-C894-4C7E-B68126BACB1B}"/>
                </a:ext>
              </a:extLst>
            </p:cNvPr>
            <p:cNvSpPr>
              <a:spLocks noChangeShapeType="1"/>
            </p:cNvSpPr>
            <p:nvPr/>
          </p:nvSpPr>
          <p:spPr bwMode="auto">
            <a:xfrm>
              <a:off x="0" y="2115"/>
              <a:ext cx="306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5630" name="Line 14">
              <a:extLst>
                <a:ext uri="{FF2B5EF4-FFF2-40B4-BE49-F238E27FC236}">
                  <a16:creationId xmlns:a16="http://schemas.microsoft.com/office/drawing/2014/main" id="{A76FC960-C730-05EC-2947-D58E10447B44}"/>
                </a:ext>
              </a:extLst>
            </p:cNvPr>
            <p:cNvSpPr>
              <a:spLocks noChangeShapeType="1"/>
            </p:cNvSpPr>
            <p:nvPr/>
          </p:nvSpPr>
          <p:spPr bwMode="auto">
            <a:xfrm>
              <a:off x="4604" y="2115"/>
              <a:ext cx="11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nvGrpSpPr>
          <p:cNvPr id="495631" name="Group 15">
            <a:extLst>
              <a:ext uri="{FF2B5EF4-FFF2-40B4-BE49-F238E27FC236}">
                <a16:creationId xmlns:a16="http://schemas.microsoft.com/office/drawing/2014/main" id="{BE673AB9-D322-C3A5-89DF-4D0B30DE48CA}"/>
              </a:ext>
            </a:extLst>
          </p:cNvPr>
          <p:cNvGrpSpPr>
            <a:grpSpLocks/>
          </p:cNvGrpSpPr>
          <p:nvPr/>
        </p:nvGrpSpPr>
        <p:grpSpPr bwMode="auto">
          <a:xfrm>
            <a:off x="2640014" y="4437064"/>
            <a:ext cx="8027987" cy="71437"/>
            <a:chOff x="703" y="2795"/>
            <a:chExt cx="5057" cy="45"/>
          </a:xfrm>
        </p:grpSpPr>
        <p:sp>
          <p:nvSpPr>
            <p:cNvPr id="495632" name="Line 16">
              <a:extLst>
                <a:ext uri="{FF2B5EF4-FFF2-40B4-BE49-F238E27FC236}">
                  <a16:creationId xmlns:a16="http://schemas.microsoft.com/office/drawing/2014/main" id="{B2238A3A-D0BF-2BF6-9ADE-CCC0BE9BFF02}"/>
                </a:ext>
              </a:extLst>
            </p:cNvPr>
            <p:cNvSpPr>
              <a:spLocks noChangeShapeType="1"/>
            </p:cNvSpPr>
            <p:nvPr/>
          </p:nvSpPr>
          <p:spPr bwMode="auto">
            <a:xfrm>
              <a:off x="703" y="2795"/>
              <a:ext cx="235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5633" name="Line 17">
              <a:extLst>
                <a:ext uri="{FF2B5EF4-FFF2-40B4-BE49-F238E27FC236}">
                  <a16:creationId xmlns:a16="http://schemas.microsoft.com/office/drawing/2014/main" id="{63534245-6DDD-1DF9-81FE-4FCC6936D36F}"/>
                </a:ext>
              </a:extLst>
            </p:cNvPr>
            <p:cNvSpPr>
              <a:spLocks noChangeShapeType="1"/>
            </p:cNvSpPr>
            <p:nvPr/>
          </p:nvSpPr>
          <p:spPr bwMode="auto">
            <a:xfrm>
              <a:off x="4604" y="2840"/>
              <a:ext cx="11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95634" name="Line 18">
            <a:extLst>
              <a:ext uri="{FF2B5EF4-FFF2-40B4-BE49-F238E27FC236}">
                <a16:creationId xmlns:a16="http://schemas.microsoft.com/office/drawing/2014/main" id="{5AEE015C-E1D7-6CDF-9D3D-26128C4BCC14}"/>
              </a:ext>
            </a:extLst>
          </p:cNvPr>
          <p:cNvSpPr>
            <a:spLocks noChangeShapeType="1"/>
          </p:cNvSpPr>
          <p:nvPr/>
        </p:nvSpPr>
        <p:spPr bwMode="auto">
          <a:xfrm>
            <a:off x="1524000" y="551656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95635" name="Group 19">
            <a:extLst>
              <a:ext uri="{FF2B5EF4-FFF2-40B4-BE49-F238E27FC236}">
                <a16:creationId xmlns:a16="http://schemas.microsoft.com/office/drawing/2014/main" id="{0562E3BA-3405-A4B1-09BF-057E510536B6}"/>
              </a:ext>
            </a:extLst>
          </p:cNvPr>
          <p:cNvGrpSpPr>
            <a:grpSpLocks/>
          </p:cNvGrpSpPr>
          <p:nvPr/>
        </p:nvGrpSpPr>
        <p:grpSpPr bwMode="auto">
          <a:xfrm>
            <a:off x="1524000" y="1052513"/>
            <a:ext cx="9144000" cy="4464050"/>
            <a:chOff x="0" y="663"/>
            <a:chExt cx="5760" cy="2812"/>
          </a:xfrm>
        </p:grpSpPr>
        <p:sp>
          <p:nvSpPr>
            <p:cNvPr id="495636" name="Line 20">
              <a:extLst>
                <a:ext uri="{FF2B5EF4-FFF2-40B4-BE49-F238E27FC236}">
                  <a16:creationId xmlns:a16="http://schemas.microsoft.com/office/drawing/2014/main" id="{353AA812-E621-266F-8381-89A74BEECA44}"/>
                </a:ext>
              </a:extLst>
            </p:cNvPr>
            <p:cNvSpPr>
              <a:spLocks noChangeShapeType="1"/>
            </p:cNvSpPr>
            <p:nvPr/>
          </p:nvSpPr>
          <p:spPr bwMode="auto">
            <a:xfrm flipH="1">
              <a:off x="1837" y="663"/>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5637" name="Line 21">
              <a:extLst>
                <a:ext uri="{FF2B5EF4-FFF2-40B4-BE49-F238E27FC236}">
                  <a16:creationId xmlns:a16="http://schemas.microsoft.com/office/drawing/2014/main" id="{F6CAC17A-FC6B-DF86-5DE6-CD0129993214}"/>
                </a:ext>
              </a:extLst>
            </p:cNvPr>
            <p:cNvSpPr>
              <a:spLocks noChangeShapeType="1"/>
            </p:cNvSpPr>
            <p:nvPr/>
          </p:nvSpPr>
          <p:spPr bwMode="auto">
            <a:xfrm>
              <a:off x="3061" y="663"/>
              <a:ext cx="8" cy="280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5638" name="Line 22">
              <a:extLst>
                <a:ext uri="{FF2B5EF4-FFF2-40B4-BE49-F238E27FC236}">
                  <a16:creationId xmlns:a16="http://schemas.microsoft.com/office/drawing/2014/main" id="{92CAEA9D-3D05-A6D9-5434-FBBABE5629FA}"/>
                </a:ext>
              </a:extLst>
            </p:cNvPr>
            <p:cNvSpPr>
              <a:spLocks noChangeShapeType="1"/>
            </p:cNvSpPr>
            <p:nvPr/>
          </p:nvSpPr>
          <p:spPr bwMode="auto">
            <a:xfrm>
              <a:off x="4604" y="663"/>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5639" name="Line 23">
              <a:extLst>
                <a:ext uri="{FF2B5EF4-FFF2-40B4-BE49-F238E27FC236}">
                  <a16:creationId xmlns:a16="http://schemas.microsoft.com/office/drawing/2014/main" id="{9F22BF08-1163-D9FE-6473-A21350C07F5A}"/>
                </a:ext>
              </a:extLst>
            </p:cNvPr>
            <p:cNvSpPr>
              <a:spLocks noChangeShapeType="1"/>
            </p:cNvSpPr>
            <p:nvPr/>
          </p:nvSpPr>
          <p:spPr bwMode="auto">
            <a:xfrm flipH="1">
              <a:off x="703" y="663"/>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95640" name="Group 24">
              <a:extLst>
                <a:ext uri="{FF2B5EF4-FFF2-40B4-BE49-F238E27FC236}">
                  <a16:creationId xmlns:a16="http://schemas.microsoft.com/office/drawing/2014/main" id="{B9D966D9-C49E-4792-0A91-95CDD40C48BC}"/>
                </a:ext>
              </a:extLst>
            </p:cNvPr>
            <p:cNvGrpSpPr>
              <a:grpSpLocks/>
            </p:cNvGrpSpPr>
            <p:nvPr/>
          </p:nvGrpSpPr>
          <p:grpSpPr bwMode="auto">
            <a:xfrm>
              <a:off x="0" y="663"/>
              <a:ext cx="5760" cy="681"/>
              <a:chOff x="0" y="663"/>
              <a:chExt cx="5760" cy="681"/>
            </a:xfrm>
          </p:grpSpPr>
          <p:sp>
            <p:nvSpPr>
              <p:cNvPr id="495641" name="Text Box 25">
                <a:extLst>
                  <a:ext uri="{FF2B5EF4-FFF2-40B4-BE49-F238E27FC236}">
                    <a16:creationId xmlns:a16="http://schemas.microsoft.com/office/drawing/2014/main" id="{32C01644-2901-C74D-E04A-391DC69AF331}"/>
                  </a:ext>
                </a:extLst>
              </p:cNvPr>
              <p:cNvSpPr txBox="1">
                <a:spLocks noChangeArrowheads="1"/>
              </p:cNvSpPr>
              <p:nvPr/>
            </p:nvSpPr>
            <p:spPr bwMode="auto">
              <a:xfrm>
                <a:off x="839" y="709"/>
                <a:ext cx="791"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a:p>
                <a:pPr fontAlgn="base">
                  <a:spcBef>
                    <a:spcPct val="0"/>
                  </a:spcBef>
                  <a:spcAft>
                    <a:spcPct val="0"/>
                  </a:spcAft>
                </a:pP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95642" name="Text Box 26">
                <a:extLst>
                  <a:ext uri="{FF2B5EF4-FFF2-40B4-BE49-F238E27FC236}">
                    <a16:creationId xmlns:a16="http://schemas.microsoft.com/office/drawing/2014/main" id="{EED22BD4-175B-4366-A82F-5A1337AEF8DF}"/>
                  </a:ext>
                </a:extLst>
              </p:cNvPr>
              <p:cNvSpPr txBox="1">
                <a:spLocks noChangeArrowheads="1"/>
              </p:cNvSpPr>
              <p:nvPr/>
            </p:nvSpPr>
            <p:spPr bwMode="auto">
              <a:xfrm>
                <a:off x="1927" y="709"/>
                <a:ext cx="101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95643" name="Text Box 27">
                <a:extLst>
                  <a:ext uri="{FF2B5EF4-FFF2-40B4-BE49-F238E27FC236}">
                    <a16:creationId xmlns:a16="http://schemas.microsoft.com/office/drawing/2014/main" id="{1C9B4C54-4973-D301-E8CC-56B6DD86B61E}"/>
                  </a:ext>
                </a:extLst>
              </p:cNvPr>
              <p:cNvSpPr txBox="1">
                <a:spLocks noChangeArrowheads="1"/>
              </p:cNvSpPr>
              <p:nvPr/>
            </p:nvSpPr>
            <p:spPr bwMode="auto">
              <a:xfrm>
                <a:off x="3198" y="845"/>
                <a:ext cx="1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95644" name="Text Box 28">
                <a:extLst>
                  <a:ext uri="{FF2B5EF4-FFF2-40B4-BE49-F238E27FC236}">
                    <a16:creationId xmlns:a16="http://schemas.microsoft.com/office/drawing/2014/main" id="{6E66C5F0-53BF-E5D3-EFF1-5FE189B7E8F2}"/>
                  </a:ext>
                </a:extLst>
              </p:cNvPr>
              <p:cNvSpPr txBox="1">
                <a:spLocks noChangeArrowheads="1"/>
              </p:cNvSpPr>
              <p:nvPr/>
            </p:nvSpPr>
            <p:spPr bwMode="auto">
              <a:xfrm>
                <a:off x="4785" y="845"/>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95645" name="Line 29">
                <a:extLst>
                  <a:ext uri="{FF2B5EF4-FFF2-40B4-BE49-F238E27FC236}">
                    <a16:creationId xmlns:a16="http://schemas.microsoft.com/office/drawing/2014/main" id="{E02471C5-F874-BBCC-AA14-B9317BD1C7FE}"/>
                  </a:ext>
                </a:extLst>
              </p:cNvPr>
              <p:cNvSpPr>
                <a:spLocks noChangeShapeType="1"/>
              </p:cNvSpPr>
              <p:nvPr/>
            </p:nvSpPr>
            <p:spPr bwMode="auto">
              <a:xfrm>
                <a:off x="0" y="1344"/>
                <a:ext cx="57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5646" name="Line 30">
                <a:extLst>
                  <a:ext uri="{FF2B5EF4-FFF2-40B4-BE49-F238E27FC236}">
                    <a16:creationId xmlns:a16="http://schemas.microsoft.com/office/drawing/2014/main" id="{E49CD3C3-E858-F95F-FDC3-12E4CC962373}"/>
                  </a:ext>
                </a:extLst>
              </p:cNvPr>
              <p:cNvSpPr>
                <a:spLocks noChangeShapeType="1"/>
              </p:cNvSpPr>
              <p:nvPr/>
            </p:nvSpPr>
            <p:spPr bwMode="auto">
              <a:xfrm flipV="1">
                <a:off x="0" y="663"/>
                <a:ext cx="57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5647" name="Text Box 31">
                <a:extLst>
                  <a:ext uri="{FF2B5EF4-FFF2-40B4-BE49-F238E27FC236}">
                    <a16:creationId xmlns:a16="http://schemas.microsoft.com/office/drawing/2014/main" id="{20DE073E-8A73-A359-0137-93BAD8870327}"/>
                  </a:ext>
                </a:extLst>
              </p:cNvPr>
              <p:cNvSpPr txBox="1">
                <a:spLocks noChangeArrowheads="1"/>
              </p:cNvSpPr>
              <p:nvPr/>
            </p:nvSpPr>
            <p:spPr bwMode="auto">
              <a:xfrm>
                <a:off x="0" y="799"/>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类型</a:t>
                </a:r>
              </a:p>
            </p:txBody>
          </p:sp>
        </p:grpSp>
      </p:grpSp>
      <p:sp>
        <p:nvSpPr>
          <p:cNvPr id="495648" name="Text Box 32">
            <a:extLst>
              <a:ext uri="{FF2B5EF4-FFF2-40B4-BE49-F238E27FC236}">
                <a16:creationId xmlns:a16="http://schemas.microsoft.com/office/drawing/2014/main" id="{81BCF68B-718C-598C-0CE1-41297CED52EC}"/>
              </a:ext>
            </a:extLst>
          </p:cNvPr>
          <p:cNvSpPr txBox="1">
            <a:spLocks noChangeArrowheads="1"/>
          </p:cNvSpPr>
          <p:nvPr/>
        </p:nvSpPr>
        <p:spPr bwMode="auto">
          <a:xfrm>
            <a:off x="1524001" y="2205038"/>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双边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sp>
        <p:nvSpPr>
          <p:cNvPr id="495649" name="Text Box 33">
            <a:extLst>
              <a:ext uri="{FF2B5EF4-FFF2-40B4-BE49-F238E27FC236}">
                <a16:creationId xmlns:a16="http://schemas.microsoft.com/office/drawing/2014/main" id="{765223F0-5E00-AA93-464C-E3E0E3088638}"/>
              </a:ext>
            </a:extLst>
          </p:cNvPr>
          <p:cNvSpPr txBox="1">
            <a:spLocks noChangeArrowheads="1"/>
          </p:cNvSpPr>
          <p:nvPr/>
        </p:nvSpPr>
        <p:spPr bwMode="auto">
          <a:xfrm>
            <a:off x="1524001" y="3860800"/>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单边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graphicFrame>
        <p:nvGraphicFramePr>
          <p:cNvPr id="495650" name="Object 34">
            <a:extLst>
              <a:ext uri="{FF2B5EF4-FFF2-40B4-BE49-F238E27FC236}">
                <a16:creationId xmlns:a16="http://schemas.microsoft.com/office/drawing/2014/main" id="{A3B49BF8-8FA5-BFEE-8207-245BBD6DE4A6}"/>
              </a:ext>
            </a:extLst>
          </p:cNvPr>
          <p:cNvGraphicFramePr>
            <a:graphicFrameLocks noChangeAspect="1"/>
          </p:cNvGraphicFramePr>
          <p:nvPr/>
        </p:nvGraphicFramePr>
        <p:xfrm>
          <a:off x="6600825" y="2590801"/>
          <a:ext cx="2159000" cy="1978025"/>
        </p:xfrm>
        <a:graphic>
          <a:graphicData uri="http://schemas.openxmlformats.org/presentationml/2006/ole">
            <mc:AlternateContent xmlns:mc="http://schemas.openxmlformats.org/markup-compatibility/2006">
              <mc:Choice xmlns:v="urn:schemas-microsoft-com:vml" Requires="v">
                <p:oleObj name="公式" r:id="rId8" imgW="20485100" imgH="20193000" progId="Equation.3">
                  <p:embed/>
                </p:oleObj>
              </mc:Choice>
              <mc:Fallback>
                <p:oleObj name="公式" r:id="rId8" imgW="20485100" imgH="20193000" progId="Equation.3">
                  <p:embed/>
                  <p:pic>
                    <p:nvPicPr>
                      <p:cNvPr id="495650" name="Object 34">
                        <a:extLst>
                          <a:ext uri="{FF2B5EF4-FFF2-40B4-BE49-F238E27FC236}">
                            <a16:creationId xmlns:a16="http://schemas.microsoft.com/office/drawing/2014/main" id="{A3B49BF8-8FA5-BFEE-8207-245BBD6DE4A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00825" y="2590801"/>
                        <a:ext cx="2159000" cy="197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95627"/>
                                        </p:tgtEl>
                                        <p:attrNameLst>
                                          <p:attrName>style.visibility</p:attrName>
                                        </p:attrNameLst>
                                      </p:cBhvr>
                                      <p:to>
                                        <p:strVal val="visible"/>
                                      </p:to>
                                    </p:set>
                                    <p:animEffect transition="in" filter="wipe(up)">
                                      <p:cBhvr>
                                        <p:cTn id="7" dur="500"/>
                                        <p:tgtEl>
                                          <p:spTgt spid="4956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95635"/>
                                        </p:tgtEl>
                                        <p:attrNameLst>
                                          <p:attrName>style.visibility</p:attrName>
                                        </p:attrNameLst>
                                      </p:cBhvr>
                                      <p:to>
                                        <p:strVal val="visible"/>
                                      </p:to>
                                    </p:set>
                                    <p:animEffect transition="in" filter="wipe(up)">
                                      <p:cBhvr>
                                        <p:cTn id="12" dur="1000"/>
                                        <p:tgtEl>
                                          <p:spTgt spid="4956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95648"/>
                                        </p:tgtEl>
                                        <p:attrNameLst>
                                          <p:attrName>style.visibility</p:attrName>
                                        </p:attrNameLst>
                                      </p:cBhvr>
                                      <p:to>
                                        <p:strVal val="visible"/>
                                      </p:to>
                                    </p:set>
                                    <p:animEffect transition="in" filter="wipe(up)">
                                      <p:cBhvr>
                                        <p:cTn id="17" dur="1000"/>
                                        <p:tgtEl>
                                          <p:spTgt spid="4956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95618"/>
                                        </p:tgtEl>
                                        <p:attrNameLst>
                                          <p:attrName>style.visibility</p:attrName>
                                        </p:attrNameLst>
                                      </p:cBhvr>
                                      <p:to>
                                        <p:strVal val="visible"/>
                                      </p:to>
                                    </p:set>
                                    <p:animEffect transition="in" filter="wipe(up)">
                                      <p:cBhvr>
                                        <p:cTn id="22" dur="1000"/>
                                        <p:tgtEl>
                                          <p:spTgt spid="4956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95619"/>
                                        </p:tgtEl>
                                        <p:attrNameLst>
                                          <p:attrName>style.visibility</p:attrName>
                                        </p:attrNameLst>
                                      </p:cBhvr>
                                      <p:to>
                                        <p:strVal val="visible"/>
                                      </p:to>
                                    </p:set>
                                    <p:animEffect transition="in" filter="wipe(up)">
                                      <p:cBhvr>
                                        <p:cTn id="27" dur="1000"/>
                                        <p:tgtEl>
                                          <p:spTgt spid="4956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95650"/>
                                        </p:tgtEl>
                                        <p:attrNameLst>
                                          <p:attrName>style.visibility</p:attrName>
                                        </p:attrNameLst>
                                      </p:cBhvr>
                                      <p:to>
                                        <p:strVal val="visible"/>
                                      </p:to>
                                    </p:set>
                                    <p:animEffect transition="in" filter="wipe(up)">
                                      <p:cBhvr>
                                        <p:cTn id="32" dur="1000"/>
                                        <p:tgtEl>
                                          <p:spTgt spid="49565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495624"/>
                                        </p:tgtEl>
                                        <p:attrNameLst>
                                          <p:attrName>style.visibility</p:attrName>
                                        </p:attrNameLst>
                                      </p:cBhvr>
                                      <p:to>
                                        <p:strVal val="visible"/>
                                      </p:to>
                                    </p:set>
                                    <p:animEffect transition="in" filter="wipe(up)">
                                      <p:cBhvr>
                                        <p:cTn id="37" dur="500"/>
                                        <p:tgtEl>
                                          <p:spTgt spid="495624"/>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495628"/>
                                        </p:tgtEl>
                                        <p:attrNameLst>
                                          <p:attrName>style.visibility</p:attrName>
                                        </p:attrNameLst>
                                      </p:cBhvr>
                                      <p:to>
                                        <p:strVal val="visible"/>
                                      </p:to>
                                    </p:set>
                                    <p:animEffect transition="in" filter="wipe(left)">
                                      <p:cBhvr>
                                        <p:cTn id="41" dur="500"/>
                                        <p:tgtEl>
                                          <p:spTgt spid="49562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495649"/>
                                        </p:tgtEl>
                                        <p:attrNameLst>
                                          <p:attrName>style.visibility</p:attrName>
                                        </p:attrNameLst>
                                      </p:cBhvr>
                                      <p:to>
                                        <p:strVal val="visible"/>
                                      </p:to>
                                    </p:set>
                                    <p:animEffect transition="in" filter="wipe(up)">
                                      <p:cBhvr>
                                        <p:cTn id="46" dur="1000"/>
                                        <p:tgtEl>
                                          <p:spTgt spid="49564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95621"/>
                                        </p:tgtEl>
                                        <p:attrNameLst>
                                          <p:attrName>style.visibility</p:attrName>
                                        </p:attrNameLst>
                                      </p:cBhvr>
                                      <p:to>
                                        <p:strVal val="visible"/>
                                      </p:to>
                                    </p:set>
                                    <p:animEffect transition="in" filter="wipe(up)">
                                      <p:cBhvr>
                                        <p:cTn id="51" dur="500"/>
                                        <p:tgtEl>
                                          <p:spTgt spid="49562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495623"/>
                                        </p:tgtEl>
                                        <p:attrNameLst>
                                          <p:attrName>style.visibility</p:attrName>
                                        </p:attrNameLst>
                                      </p:cBhvr>
                                      <p:to>
                                        <p:strVal val="visible"/>
                                      </p:to>
                                    </p:set>
                                    <p:animEffect transition="in" filter="wipe(up)">
                                      <p:cBhvr>
                                        <p:cTn id="56" dur="500"/>
                                        <p:tgtEl>
                                          <p:spTgt spid="495623"/>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495626"/>
                                        </p:tgtEl>
                                        <p:attrNameLst>
                                          <p:attrName>style.visibility</p:attrName>
                                        </p:attrNameLst>
                                      </p:cBhvr>
                                      <p:to>
                                        <p:strVal val="visible"/>
                                      </p:to>
                                    </p:set>
                                    <p:animEffect transition="in" filter="wipe(up)">
                                      <p:cBhvr>
                                        <p:cTn id="61" dur="500"/>
                                        <p:tgtEl>
                                          <p:spTgt spid="495626"/>
                                        </p:tgtEl>
                                      </p:cBhvr>
                                    </p:animEffect>
                                  </p:childTnLst>
                                </p:cTn>
                              </p:par>
                            </p:childTnLst>
                          </p:cTn>
                        </p:par>
                        <p:par>
                          <p:cTn id="62" fill="hold" nodeType="afterGroup">
                            <p:stCondLst>
                              <p:cond delay="500"/>
                            </p:stCondLst>
                            <p:childTnLst>
                              <p:par>
                                <p:cTn id="63" presetID="22" presetClass="entr" presetSubtype="8" fill="hold" nodeType="afterEffect">
                                  <p:stCondLst>
                                    <p:cond delay="0"/>
                                  </p:stCondLst>
                                  <p:childTnLst>
                                    <p:set>
                                      <p:cBhvr>
                                        <p:cTn id="64" dur="1" fill="hold">
                                          <p:stCondLst>
                                            <p:cond delay="0"/>
                                          </p:stCondLst>
                                        </p:cTn>
                                        <p:tgtEl>
                                          <p:spTgt spid="495631"/>
                                        </p:tgtEl>
                                        <p:attrNameLst>
                                          <p:attrName>style.visibility</p:attrName>
                                        </p:attrNameLst>
                                      </p:cBhvr>
                                      <p:to>
                                        <p:strVal val="visible"/>
                                      </p:to>
                                    </p:set>
                                    <p:animEffect transition="in" filter="wipe(left)">
                                      <p:cBhvr>
                                        <p:cTn id="65" dur="500"/>
                                        <p:tgtEl>
                                          <p:spTgt spid="495631"/>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495620"/>
                                        </p:tgtEl>
                                        <p:attrNameLst>
                                          <p:attrName>style.visibility</p:attrName>
                                        </p:attrNameLst>
                                      </p:cBhvr>
                                      <p:to>
                                        <p:strVal val="visible"/>
                                      </p:to>
                                    </p:set>
                                    <p:animEffect transition="in" filter="wipe(up)">
                                      <p:cBhvr>
                                        <p:cTn id="70" dur="1000"/>
                                        <p:tgtEl>
                                          <p:spTgt spid="49562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495622"/>
                                        </p:tgtEl>
                                        <p:attrNameLst>
                                          <p:attrName>style.visibility</p:attrName>
                                        </p:attrNameLst>
                                      </p:cBhvr>
                                      <p:to>
                                        <p:strVal val="visible"/>
                                      </p:to>
                                    </p:set>
                                    <p:animEffect transition="in" filter="wipe(up)">
                                      <p:cBhvr>
                                        <p:cTn id="75" dur="1000"/>
                                        <p:tgtEl>
                                          <p:spTgt spid="495622"/>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495625"/>
                                        </p:tgtEl>
                                        <p:attrNameLst>
                                          <p:attrName>style.visibility</p:attrName>
                                        </p:attrNameLst>
                                      </p:cBhvr>
                                      <p:to>
                                        <p:strVal val="visible"/>
                                      </p:to>
                                    </p:set>
                                    <p:animEffect transition="in" filter="wipe(up)">
                                      <p:cBhvr>
                                        <p:cTn id="80" dur="500"/>
                                        <p:tgtEl>
                                          <p:spTgt spid="495625"/>
                                        </p:tgtEl>
                                      </p:cBhvr>
                                    </p:animEffect>
                                  </p:childTnLst>
                                </p:cTn>
                              </p:par>
                            </p:childTnLst>
                          </p:cTn>
                        </p:par>
                        <p:par>
                          <p:cTn id="81" fill="hold" nodeType="afterGroup">
                            <p:stCondLst>
                              <p:cond delay="500"/>
                            </p:stCondLst>
                            <p:childTnLst>
                              <p:par>
                                <p:cTn id="82" presetID="3" presetClass="entr" presetSubtype="10" fill="hold" nodeType="afterEffect">
                                  <p:stCondLst>
                                    <p:cond delay="0"/>
                                  </p:stCondLst>
                                  <p:childTnLst>
                                    <p:set>
                                      <p:cBhvr>
                                        <p:cTn id="83" dur="1" fill="hold">
                                          <p:stCondLst>
                                            <p:cond delay="0"/>
                                          </p:stCondLst>
                                        </p:cTn>
                                        <p:tgtEl>
                                          <p:spTgt spid="495634"/>
                                        </p:tgtEl>
                                        <p:attrNameLst>
                                          <p:attrName>style.visibility</p:attrName>
                                        </p:attrNameLst>
                                      </p:cBhvr>
                                      <p:to>
                                        <p:strVal val="visible"/>
                                      </p:to>
                                    </p:set>
                                    <p:animEffect transition="in" filter="blinds(horizontal)">
                                      <p:cBhvr>
                                        <p:cTn id="84" dur="500"/>
                                        <p:tgtEl>
                                          <p:spTgt spid="495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618" grpId="0" autoUpdateAnimBg="0"/>
      <p:bldP spid="495619" grpId="0" autoUpdateAnimBg="0"/>
      <p:bldP spid="495620" grpId="0" autoUpdateAnimBg="0"/>
      <p:bldP spid="495621" grpId="0" autoUpdateAnimBg="0"/>
      <p:bldP spid="495622" grpId="0" autoUpdateAnimBg="0"/>
      <p:bldP spid="495623" grpId="0" autoUpdateAnimBg="0"/>
      <p:bldP spid="495627" grpId="0"/>
      <p:bldP spid="495648" grpId="0"/>
      <p:bldP spid="495649"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a:extLst>
              <a:ext uri="{FF2B5EF4-FFF2-40B4-BE49-F238E27FC236}">
                <a16:creationId xmlns:a16="http://schemas.microsoft.com/office/drawing/2014/main" id="{5E011D03-FEA1-CCD3-A2E1-081EF0613021}"/>
              </a:ext>
            </a:extLst>
          </p:cNvPr>
          <p:cNvSpPr>
            <a:spLocks noChangeArrowheads="1"/>
          </p:cNvSpPr>
          <p:nvPr/>
        </p:nvSpPr>
        <p:spPr bwMode="auto">
          <a:xfrm>
            <a:off x="1847850" y="549276"/>
            <a:ext cx="8497888" cy="2106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1.</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某药厂在广告上声称该药品对某种疾病的治愈率为</a:t>
            </a:r>
            <a:r>
              <a:rPr kumimoji="1" lang="en-US" altLang="zh-CN" sz="2800" b="1">
                <a:solidFill>
                  <a:srgbClr val="007A77"/>
                </a:solidFill>
                <a:latin typeface="Times New Roman" panose="02020603050405020304" pitchFamily="18" charset="0"/>
                <a:ea typeface="楷体_GB2312" pitchFamily="49" charset="-122"/>
              </a:rPr>
              <a:t>80%</a:t>
            </a:r>
            <a:r>
              <a:rPr kumimoji="1" lang="zh-CN" altLang="en-US" sz="2800" b="1">
                <a:solidFill>
                  <a:srgbClr val="007A77"/>
                </a:solidFill>
                <a:latin typeface="Times New Roman" panose="02020603050405020304" pitchFamily="18" charset="0"/>
                <a:ea typeface="楷体_GB2312" pitchFamily="49" charset="-122"/>
              </a:rPr>
              <a:t>，一家医院对这种药品临床使用</a:t>
            </a:r>
            <a:r>
              <a:rPr kumimoji="1" lang="en-US" altLang="zh-CN" sz="2800" b="1">
                <a:solidFill>
                  <a:srgbClr val="007A77"/>
                </a:solidFill>
                <a:latin typeface="Times New Roman" panose="02020603050405020304" pitchFamily="18" charset="0"/>
                <a:ea typeface="楷体_GB2312" pitchFamily="49" charset="-122"/>
              </a:rPr>
              <a:t>120</a:t>
            </a:r>
            <a:r>
              <a:rPr kumimoji="1" lang="zh-CN" altLang="en-US" sz="2800" b="1">
                <a:solidFill>
                  <a:srgbClr val="007A77"/>
                </a:solidFill>
                <a:latin typeface="Times New Roman" panose="02020603050405020304" pitchFamily="18" charset="0"/>
                <a:ea typeface="楷体_GB2312" pitchFamily="49" charset="-122"/>
              </a:rPr>
              <a:t>例，治愈</a:t>
            </a:r>
            <a:r>
              <a:rPr kumimoji="1" lang="en-US" altLang="zh-CN" sz="2800" b="1">
                <a:solidFill>
                  <a:srgbClr val="007A77"/>
                </a:solidFill>
                <a:latin typeface="Times New Roman" panose="02020603050405020304" pitchFamily="18" charset="0"/>
                <a:ea typeface="楷体_GB2312" pitchFamily="49" charset="-122"/>
              </a:rPr>
              <a:t>85</a:t>
            </a:r>
            <a:r>
              <a:rPr kumimoji="1" lang="zh-CN" altLang="en-US" sz="2800" b="1">
                <a:solidFill>
                  <a:srgbClr val="007A77"/>
                </a:solidFill>
                <a:latin typeface="Times New Roman" panose="02020603050405020304" pitchFamily="18" charset="0"/>
                <a:ea typeface="楷体_GB2312" pitchFamily="49" charset="-122"/>
              </a:rPr>
              <a:t>人，问该药品的广告是否真实</a:t>
            </a:r>
            <a:r>
              <a:rPr kumimoji="1" lang="en-US" altLang="zh-CN" sz="2800" b="1">
                <a:solidFill>
                  <a:srgbClr val="007A77"/>
                </a:solidFill>
                <a:latin typeface="Times New Roman" panose="02020603050405020304" pitchFamily="18" charset="0"/>
                <a:ea typeface="楷体_GB2312" pitchFamily="49" charset="-122"/>
              </a:rPr>
              <a:t>(</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=0.02)</a:t>
            </a:r>
            <a:r>
              <a:rPr kumimoji="1" lang="zh-CN" altLang="en-US" sz="2800" b="1">
                <a:solidFill>
                  <a:srgbClr val="007A77"/>
                </a:solidFill>
                <a:latin typeface="Times New Roman" panose="02020603050405020304" pitchFamily="18" charset="0"/>
                <a:ea typeface="楷体_GB2312" pitchFamily="49" charset="-122"/>
              </a:rPr>
              <a:t>？</a:t>
            </a:r>
          </a:p>
        </p:txBody>
      </p:sp>
      <p:sp>
        <p:nvSpPr>
          <p:cNvPr id="496643" name="Rectangle 3">
            <a:extLst>
              <a:ext uri="{FF2B5EF4-FFF2-40B4-BE49-F238E27FC236}">
                <a16:creationId xmlns:a16="http://schemas.microsoft.com/office/drawing/2014/main" id="{F2FD4966-8F9E-E160-235A-D4E48651CD3A}"/>
              </a:ext>
            </a:extLst>
          </p:cNvPr>
          <p:cNvSpPr>
            <a:spLocks noChangeArrowheads="1"/>
          </p:cNvSpPr>
          <p:nvPr/>
        </p:nvSpPr>
        <p:spPr bwMode="auto">
          <a:xfrm>
            <a:off x="1774826" y="2781300"/>
            <a:ext cx="12239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p>
        </p:txBody>
      </p:sp>
      <p:sp>
        <p:nvSpPr>
          <p:cNvPr id="496644" name="Rectangle 4">
            <a:extLst>
              <a:ext uri="{FF2B5EF4-FFF2-40B4-BE49-F238E27FC236}">
                <a16:creationId xmlns:a16="http://schemas.microsoft.com/office/drawing/2014/main" id="{9143BF46-2E7C-68EA-9BB2-94EB21A8F926}"/>
              </a:ext>
            </a:extLst>
          </p:cNvPr>
          <p:cNvSpPr>
            <a:spLocks noChangeArrowheads="1"/>
          </p:cNvSpPr>
          <p:nvPr/>
        </p:nvSpPr>
        <p:spPr bwMode="auto">
          <a:xfrm>
            <a:off x="2711450" y="2852738"/>
            <a:ext cx="6019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由于</a:t>
            </a:r>
            <a:r>
              <a:rPr kumimoji="1" lang="en-US" altLang="zh-CN" sz="2800" b="1" i="1">
                <a:solidFill>
                  <a:srgbClr val="007A77"/>
                </a:solidFill>
                <a:latin typeface="Times New Roman" panose="02020603050405020304" pitchFamily="18" charset="0"/>
                <a:ea typeface="楷体_GB2312" pitchFamily="49" charset="-122"/>
              </a:rPr>
              <a:t>n</a:t>
            </a:r>
            <a:r>
              <a:rPr kumimoji="1" lang="en-US" altLang="zh-CN" sz="2800" b="1">
                <a:solidFill>
                  <a:srgbClr val="007A77"/>
                </a:solidFill>
                <a:latin typeface="Times New Roman" panose="02020603050405020304" pitchFamily="18" charset="0"/>
                <a:ea typeface="楷体_GB2312" pitchFamily="49" charset="-122"/>
              </a:rPr>
              <a:t>=120</a:t>
            </a:r>
            <a:r>
              <a:rPr kumimoji="1" lang="zh-CN" altLang="en-US" sz="2800" b="1">
                <a:solidFill>
                  <a:srgbClr val="007A77"/>
                </a:solidFill>
                <a:latin typeface="Times New Roman" panose="02020603050405020304" pitchFamily="18" charset="0"/>
                <a:ea typeface="楷体_GB2312" pitchFamily="49" charset="-122"/>
              </a:rPr>
              <a:t>为大样本，设随机变量</a:t>
            </a:r>
            <a:r>
              <a:rPr kumimoji="1" lang="en-US" altLang="zh-CN" sz="2800" b="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为</a:t>
            </a:r>
          </a:p>
        </p:txBody>
      </p:sp>
      <p:graphicFrame>
        <p:nvGraphicFramePr>
          <p:cNvPr id="496645" name="Object 5">
            <a:extLst>
              <a:ext uri="{FF2B5EF4-FFF2-40B4-BE49-F238E27FC236}">
                <a16:creationId xmlns:a16="http://schemas.microsoft.com/office/drawing/2014/main" id="{8CFA7F35-BDD8-1245-B917-2AEB251540F0}"/>
              </a:ext>
            </a:extLst>
          </p:cNvPr>
          <p:cNvGraphicFramePr>
            <a:graphicFrameLocks noChangeAspect="1"/>
          </p:cNvGraphicFramePr>
          <p:nvPr/>
        </p:nvGraphicFramePr>
        <p:xfrm>
          <a:off x="1919288" y="3644900"/>
          <a:ext cx="8532812" cy="1068388"/>
        </p:xfrm>
        <a:graphic>
          <a:graphicData uri="http://schemas.openxmlformats.org/presentationml/2006/ole">
            <mc:AlternateContent xmlns:mc="http://schemas.openxmlformats.org/markup-compatibility/2006">
              <mc:Choice xmlns:v="urn:schemas-microsoft-com:vml" Requires="v">
                <p:oleObj name="公式" r:id="rId2" imgW="86309200" imgH="10820400" progId="Equation.3">
                  <p:embed/>
                </p:oleObj>
              </mc:Choice>
              <mc:Fallback>
                <p:oleObj name="公式" r:id="rId2" imgW="86309200" imgH="10820400" progId="Equation.3">
                  <p:embed/>
                  <p:pic>
                    <p:nvPicPr>
                      <p:cNvPr id="496645" name="Object 5">
                        <a:extLst>
                          <a:ext uri="{FF2B5EF4-FFF2-40B4-BE49-F238E27FC236}">
                            <a16:creationId xmlns:a16="http://schemas.microsoft.com/office/drawing/2014/main" id="{8CFA7F35-BDD8-1245-B917-2AEB251540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9288" y="3644900"/>
                        <a:ext cx="8532812" cy="1068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6646" name="Rectangle 6">
            <a:extLst>
              <a:ext uri="{FF2B5EF4-FFF2-40B4-BE49-F238E27FC236}">
                <a16:creationId xmlns:a16="http://schemas.microsoft.com/office/drawing/2014/main" id="{D6F2170B-1FF2-EBB2-709E-DAB3D3B44754}"/>
              </a:ext>
            </a:extLst>
          </p:cNvPr>
          <p:cNvSpPr>
            <a:spLocks noChangeArrowheads="1"/>
          </p:cNvSpPr>
          <p:nvPr/>
        </p:nvSpPr>
        <p:spPr bwMode="auto">
          <a:xfrm>
            <a:off x="2495551" y="5013326"/>
            <a:ext cx="48244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则</a:t>
            </a:r>
            <a:r>
              <a:rPr kumimoji="1" lang="en-US" altLang="zh-CN" sz="2800" b="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0-1</a:t>
            </a:r>
            <a:r>
              <a:rPr kumimoji="1" lang="zh-CN" altLang="en-US" sz="2800" b="1">
                <a:solidFill>
                  <a:srgbClr val="007A77"/>
                </a:solidFill>
                <a:latin typeface="Times New Roman" panose="02020603050405020304" pitchFamily="18" charset="0"/>
                <a:ea typeface="楷体_GB2312" pitchFamily="49" charset="-122"/>
              </a:rPr>
              <a:t>）分布</a:t>
            </a:r>
            <a:r>
              <a:rPr kumimoji="1" lang="en-US" altLang="zh-CN" sz="2800" b="1">
                <a:solidFill>
                  <a:srgbClr val="007A77"/>
                </a:solidFill>
                <a:latin typeface="Times New Roman" panose="02020603050405020304" pitchFamily="18" charset="0"/>
                <a:ea typeface="楷体_GB2312" pitchFamily="49" charset="-122"/>
              </a:rPr>
              <a:t>. </a:t>
            </a:r>
            <a:endPar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496642"/>
                                        </p:tgtEl>
                                        <p:attrNameLst>
                                          <p:attrName>style.visibility</p:attrName>
                                        </p:attrNameLst>
                                      </p:cBhvr>
                                      <p:to>
                                        <p:strVal val="visible"/>
                                      </p:to>
                                    </p:set>
                                    <p:anim calcmode="lin" valueType="num">
                                      <p:cBhvr>
                                        <p:cTn id="7" dur="1000" fill="hold"/>
                                        <p:tgtEl>
                                          <p:spTgt spid="496642"/>
                                        </p:tgtEl>
                                        <p:attrNameLst>
                                          <p:attrName>ppt_w</p:attrName>
                                        </p:attrNameLst>
                                      </p:cBhvr>
                                      <p:tavLst>
                                        <p:tav tm="0">
                                          <p:val>
                                            <p:strVal val="2/3*#ppt_w"/>
                                          </p:val>
                                        </p:tav>
                                        <p:tav tm="100000">
                                          <p:val>
                                            <p:strVal val="#ppt_w"/>
                                          </p:val>
                                        </p:tav>
                                      </p:tavLst>
                                    </p:anim>
                                    <p:anim calcmode="lin" valueType="num">
                                      <p:cBhvr>
                                        <p:cTn id="8" dur="1000" fill="hold"/>
                                        <p:tgtEl>
                                          <p:spTgt spid="496642"/>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496643"/>
                                        </p:tgtEl>
                                        <p:attrNameLst>
                                          <p:attrName>style.visibility</p:attrName>
                                        </p:attrNameLst>
                                      </p:cBhvr>
                                      <p:to>
                                        <p:strVal val="visible"/>
                                      </p:to>
                                    </p:set>
                                    <p:animEffect transition="in" filter="wipe(left)">
                                      <p:cBhvr>
                                        <p:cTn id="13" dur="500"/>
                                        <p:tgtEl>
                                          <p:spTgt spid="49664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496644"/>
                                        </p:tgtEl>
                                        <p:attrNameLst>
                                          <p:attrName>style.visibility</p:attrName>
                                        </p:attrNameLst>
                                      </p:cBhvr>
                                      <p:to>
                                        <p:strVal val="visible"/>
                                      </p:to>
                                    </p:set>
                                    <p:animEffect transition="in" filter="wipe(left)">
                                      <p:cBhvr>
                                        <p:cTn id="18" dur="1000"/>
                                        <p:tgtEl>
                                          <p:spTgt spid="49664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4" fill="hold" nodeType="clickEffect">
                                  <p:stCondLst>
                                    <p:cond delay="0"/>
                                  </p:stCondLst>
                                  <p:childTnLst>
                                    <p:set>
                                      <p:cBhvr>
                                        <p:cTn id="22" dur="1" fill="hold">
                                          <p:stCondLst>
                                            <p:cond delay="0"/>
                                          </p:stCondLst>
                                        </p:cTn>
                                        <p:tgtEl>
                                          <p:spTgt spid="496645"/>
                                        </p:tgtEl>
                                        <p:attrNameLst>
                                          <p:attrName>style.visibility</p:attrName>
                                        </p:attrNameLst>
                                      </p:cBhvr>
                                      <p:to>
                                        <p:strVal val="visible"/>
                                      </p:to>
                                    </p:set>
                                    <p:animEffect transition="in" filter="slide(fromBottom)">
                                      <p:cBhvr>
                                        <p:cTn id="23" dur="500"/>
                                        <p:tgtEl>
                                          <p:spTgt spid="49664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496646"/>
                                        </p:tgtEl>
                                        <p:attrNameLst>
                                          <p:attrName>style.visibility</p:attrName>
                                        </p:attrNameLst>
                                      </p:cBhvr>
                                      <p:to>
                                        <p:strVal val="visible"/>
                                      </p:to>
                                    </p:set>
                                    <p:animEffect transition="in" filter="wipe(left)">
                                      <p:cBhvr>
                                        <p:cTn id="28" dur="1000"/>
                                        <p:tgtEl>
                                          <p:spTgt spid="4966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2" grpId="0"/>
      <p:bldP spid="496643" grpId="0"/>
      <p:bldP spid="496644" grpId="0"/>
      <p:bldP spid="49664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AutoShape 2">
            <a:hlinkClick r:id="" action="ppaction://hlinkshowjump?jump=previousslide" highlightClick="1"/>
            <a:extLst>
              <a:ext uri="{FF2B5EF4-FFF2-40B4-BE49-F238E27FC236}">
                <a16:creationId xmlns:a16="http://schemas.microsoft.com/office/drawing/2014/main" id="{6878BF2F-624B-2276-BA9D-A06BA19960AA}"/>
              </a:ext>
            </a:extLst>
          </p:cNvPr>
          <p:cNvSpPr>
            <a:spLocks noChangeArrowheads="1"/>
          </p:cNvSpPr>
          <p:nvPr/>
        </p:nvSpPr>
        <p:spPr bwMode="auto">
          <a:xfrm>
            <a:off x="67056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7667" name="AutoShape 3">
            <a:hlinkClick r:id="" action="ppaction://hlinkshowjump?jump=nextslide" highlightClick="1"/>
            <a:extLst>
              <a:ext uri="{FF2B5EF4-FFF2-40B4-BE49-F238E27FC236}">
                <a16:creationId xmlns:a16="http://schemas.microsoft.com/office/drawing/2014/main" id="{AC329ACF-F786-5E7B-79DD-68AA576AD3F6}"/>
              </a:ext>
            </a:extLst>
          </p:cNvPr>
          <p:cNvSpPr>
            <a:spLocks noChangeArrowheads="1"/>
          </p:cNvSpPr>
          <p:nvPr/>
        </p:nvSpPr>
        <p:spPr bwMode="auto">
          <a:xfrm>
            <a:off x="79248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7668" name="AutoShape 4">
            <a:hlinkClick r:id="" action="ppaction://hlinkshowjump?jump=endshow" highlightClick="1"/>
            <a:extLst>
              <a:ext uri="{FF2B5EF4-FFF2-40B4-BE49-F238E27FC236}">
                <a16:creationId xmlns:a16="http://schemas.microsoft.com/office/drawing/2014/main" id="{D9AD7576-AD1B-A680-C012-C49771EF62CB}"/>
              </a:ext>
            </a:extLst>
          </p:cNvPr>
          <p:cNvSpPr>
            <a:spLocks noChangeArrowheads="1"/>
          </p:cNvSpPr>
          <p:nvPr/>
        </p:nvSpPr>
        <p:spPr bwMode="auto">
          <a:xfrm>
            <a:off x="92202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97669" name="Group 5">
            <a:extLst>
              <a:ext uri="{FF2B5EF4-FFF2-40B4-BE49-F238E27FC236}">
                <a16:creationId xmlns:a16="http://schemas.microsoft.com/office/drawing/2014/main" id="{74A7E6EB-2B37-C3AE-4828-9E1F1B7794FB}"/>
              </a:ext>
            </a:extLst>
          </p:cNvPr>
          <p:cNvGrpSpPr>
            <a:grpSpLocks/>
          </p:cNvGrpSpPr>
          <p:nvPr/>
        </p:nvGrpSpPr>
        <p:grpSpPr bwMode="auto">
          <a:xfrm>
            <a:off x="1847850" y="620713"/>
            <a:ext cx="3468688" cy="609600"/>
            <a:chOff x="113" y="119"/>
            <a:chExt cx="2185" cy="384"/>
          </a:xfrm>
        </p:grpSpPr>
        <p:graphicFrame>
          <p:nvGraphicFramePr>
            <p:cNvPr id="497670" name="Object 6">
              <a:extLst>
                <a:ext uri="{FF2B5EF4-FFF2-40B4-BE49-F238E27FC236}">
                  <a16:creationId xmlns:a16="http://schemas.microsoft.com/office/drawing/2014/main" id="{87923D67-00C5-11F2-F010-EA27B74749CC}"/>
                </a:ext>
              </a:extLst>
            </p:cNvPr>
            <p:cNvGraphicFramePr>
              <a:graphicFrameLocks noChangeAspect="1"/>
            </p:cNvGraphicFramePr>
            <p:nvPr/>
          </p:nvGraphicFramePr>
          <p:xfrm>
            <a:off x="826" y="164"/>
            <a:ext cx="1472" cy="339"/>
          </p:xfrm>
          <a:graphic>
            <a:graphicData uri="http://schemas.openxmlformats.org/presentationml/2006/ole">
              <mc:AlternateContent xmlns:mc="http://schemas.openxmlformats.org/markup-compatibility/2006">
                <mc:Choice xmlns:v="urn:schemas-microsoft-com:vml" Requires="v">
                  <p:oleObj name="公式" r:id="rId2" imgW="22821900" imgH="5270500" progId="Equation.3">
                    <p:embed/>
                  </p:oleObj>
                </mc:Choice>
                <mc:Fallback>
                  <p:oleObj name="公式" r:id="rId2" imgW="22821900" imgH="5270500" progId="Equation.3">
                    <p:embed/>
                    <p:pic>
                      <p:nvPicPr>
                        <p:cNvPr id="497670" name="Object 6">
                          <a:extLst>
                            <a:ext uri="{FF2B5EF4-FFF2-40B4-BE49-F238E27FC236}">
                              <a16:creationId xmlns:a16="http://schemas.microsoft.com/office/drawing/2014/main" id="{87923D67-00C5-11F2-F010-EA27B74749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 y="164"/>
                          <a:ext cx="1472"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7671" name="Text Box 7">
              <a:extLst>
                <a:ext uri="{FF2B5EF4-FFF2-40B4-BE49-F238E27FC236}">
                  <a16:creationId xmlns:a16="http://schemas.microsoft.com/office/drawing/2014/main" id="{1AD5683D-D2FE-F80F-ACE2-12B8DBC512F0}"/>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97672" name="Group 8">
            <a:extLst>
              <a:ext uri="{FF2B5EF4-FFF2-40B4-BE49-F238E27FC236}">
                <a16:creationId xmlns:a16="http://schemas.microsoft.com/office/drawing/2014/main" id="{592C3E19-9BA7-78F3-5126-1FA1DC4EE53C}"/>
              </a:ext>
            </a:extLst>
          </p:cNvPr>
          <p:cNvGrpSpPr>
            <a:grpSpLocks/>
          </p:cNvGrpSpPr>
          <p:nvPr/>
        </p:nvGrpSpPr>
        <p:grpSpPr bwMode="auto">
          <a:xfrm>
            <a:off x="5664201" y="620714"/>
            <a:ext cx="3833813" cy="579437"/>
            <a:chOff x="2154" y="119"/>
            <a:chExt cx="2263" cy="365"/>
          </a:xfrm>
        </p:grpSpPr>
        <p:sp>
          <p:nvSpPr>
            <p:cNvPr id="497673" name="Text Box 9">
              <a:extLst>
                <a:ext uri="{FF2B5EF4-FFF2-40B4-BE49-F238E27FC236}">
                  <a16:creationId xmlns:a16="http://schemas.microsoft.com/office/drawing/2014/main" id="{48463169-F77D-4D43-5B70-67A729A5932C}"/>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97674" name="Object 10">
              <a:extLst>
                <a:ext uri="{FF2B5EF4-FFF2-40B4-BE49-F238E27FC236}">
                  <a16:creationId xmlns:a16="http://schemas.microsoft.com/office/drawing/2014/main" id="{FCBA1A85-8B48-58BB-1331-8D49CAD55CDA}"/>
                </a:ext>
              </a:extLst>
            </p:cNvPr>
            <p:cNvGraphicFramePr>
              <a:graphicFrameLocks noChangeAspect="1"/>
            </p:cNvGraphicFramePr>
            <p:nvPr/>
          </p:nvGraphicFramePr>
          <p:xfrm>
            <a:off x="3039" y="164"/>
            <a:ext cx="1378" cy="320"/>
          </p:xfrm>
          <a:graphic>
            <a:graphicData uri="http://schemas.openxmlformats.org/presentationml/2006/ole">
              <mc:AlternateContent xmlns:mc="http://schemas.openxmlformats.org/markup-compatibility/2006">
                <mc:Choice xmlns:v="urn:schemas-microsoft-com:vml" Requires="v">
                  <p:oleObj name="公式" r:id="rId4" imgW="21361400" imgH="4978400" progId="Equation.3">
                    <p:embed/>
                  </p:oleObj>
                </mc:Choice>
                <mc:Fallback>
                  <p:oleObj name="公式" r:id="rId4" imgW="21361400" imgH="4978400" progId="Equation.3">
                    <p:embed/>
                    <p:pic>
                      <p:nvPicPr>
                        <p:cNvPr id="497674" name="Object 10">
                          <a:extLst>
                            <a:ext uri="{FF2B5EF4-FFF2-40B4-BE49-F238E27FC236}">
                              <a16:creationId xmlns:a16="http://schemas.microsoft.com/office/drawing/2014/main" id="{FCBA1A85-8B48-58BB-1331-8D49CAD55C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9" y="164"/>
                          <a:ext cx="1378"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97675" name="Rectangle 11">
            <a:extLst>
              <a:ext uri="{FF2B5EF4-FFF2-40B4-BE49-F238E27FC236}">
                <a16:creationId xmlns:a16="http://schemas.microsoft.com/office/drawing/2014/main" id="{4D6E9F76-79E6-305B-F51C-B12F7D59D743}"/>
              </a:ext>
            </a:extLst>
          </p:cNvPr>
          <p:cNvSpPr>
            <a:spLocks noChangeArrowheads="1"/>
          </p:cNvSpPr>
          <p:nvPr/>
        </p:nvSpPr>
        <p:spPr bwMode="auto">
          <a:xfrm>
            <a:off x="1774826" y="1557338"/>
            <a:ext cx="2879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检验统计量为</a:t>
            </a:r>
          </a:p>
        </p:txBody>
      </p:sp>
      <p:sp>
        <p:nvSpPr>
          <p:cNvPr id="497676" name="Text Box 12">
            <a:extLst>
              <a:ext uri="{FF2B5EF4-FFF2-40B4-BE49-F238E27FC236}">
                <a16:creationId xmlns:a16="http://schemas.microsoft.com/office/drawing/2014/main" id="{4A855605-DABA-09D7-A019-2CD2044458BF}"/>
              </a:ext>
            </a:extLst>
          </p:cNvPr>
          <p:cNvSpPr txBox="1">
            <a:spLocks noChangeArrowheads="1"/>
          </p:cNvSpPr>
          <p:nvPr/>
        </p:nvSpPr>
        <p:spPr bwMode="auto">
          <a:xfrm>
            <a:off x="6816726" y="1557338"/>
            <a:ext cx="22320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aphicFrame>
        <p:nvGraphicFramePr>
          <p:cNvPr id="497677" name="Object 13">
            <a:extLst>
              <a:ext uri="{FF2B5EF4-FFF2-40B4-BE49-F238E27FC236}">
                <a16:creationId xmlns:a16="http://schemas.microsoft.com/office/drawing/2014/main" id="{64A15FA4-B536-5051-26A9-B058F723C78E}"/>
              </a:ext>
            </a:extLst>
          </p:cNvPr>
          <p:cNvGraphicFramePr>
            <a:graphicFrameLocks noChangeAspect="1"/>
          </p:cNvGraphicFramePr>
          <p:nvPr/>
        </p:nvGraphicFramePr>
        <p:xfrm>
          <a:off x="3940175" y="1412876"/>
          <a:ext cx="2655888" cy="892175"/>
        </p:xfrm>
        <a:graphic>
          <a:graphicData uri="http://schemas.openxmlformats.org/presentationml/2006/ole">
            <mc:AlternateContent xmlns:mc="http://schemas.openxmlformats.org/markup-compatibility/2006">
              <mc:Choice xmlns:v="urn:schemas-microsoft-com:vml" Requires="v">
                <p:oleObj name="公式" r:id="rId6" imgW="30721300" imgH="11112500" progId="Equation.3">
                  <p:embed/>
                </p:oleObj>
              </mc:Choice>
              <mc:Fallback>
                <p:oleObj name="公式" r:id="rId6" imgW="30721300" imgH="11112500" progId="Equation.3">
                  <p:embed/>
                  <p:pic>
                    <p:nvPicPr>
                      <p:cNvPr id="497677" name="Object 13">
                        <a:extLst>
                          <a:ext uri="{FF2B5EF4-FFF2-40B4-BE49-F238E27FC236}">
                            <a16:creationId xmlns:a16="http://schemas.microsoft.com/office/drawing/2014/main" id="{64A15FA4-B536-5051-26A9-B058F723C78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40175" y="1412876"/>
                        <a:ext cx="2655888"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7678" name="Object 14">
            <a:extLst>
              <a:ext uri="{FF2B5EF4-FFF2-40B4-BE49-F238E27FC236}">
                <a16:creationId xmlns:a16="http://schemas.microsoft.com/office/drawing/2014/main" id="{FF28E889-70D3-CDC7-60CB-D6802E551460}"/>
              </a:ext>
            </a:extLst>
          </p:cNvPr>
          <p:cNvGraphicFramePr>
            <a:graphicFrameLocks noChangeAspect="1"/>
          </p:cNvGraphicFramePr>
          <p:nvPr/>
        </p:nvGraphicFramePr>
        <p:xfrm>
          <a:off x="8291513" y="1628775"/>
          <a:ext cx="2159000" cy="503238"/>
        </p:xfrm>
        <a:graphic>
          <a:graphicData uri="http://schemas.openxmlformats.org/presentationml/2006/ole">
            <mc:AlternateContent xmlns:mc="http://schemas.openxmlformats.org/markup-compatibility/2006">
              <mc:Choice xmlns:v="urn:schemas-microsoft-com:vml" Requires="v">
                <p:oleObj name="公式" r:id="rId8" imgW="25450800" imgH="5562600" progId="Equation.3">
                  <p:embed/>
                </p:oleObj>
              </mc:Choice>
              <mc:Fallback>
                <p:oleObj name="公式" r:id="rId8" imgW="25450800" imgH="5562600" progId="Equation.3">
                  <p:embed/>
                  <p:pic>
                    <p:nvPicPr>
                      <p:cNvPr id="497678" name="Object 14">
                        <a:extLst>
                          <a:ext uri="{FF2B5EF4-FFF2-40B4-BE49-F238E27FC236}">
                            <a16:creationId xmlns:a16="http://schemas.microsoft.com/office/drawing/2014/main" id="{FF28E889-70D3-CDC7-60CB-D6802E55146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91513" y="1628775"/>
                        <a:ext cx="2159000"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7679" name="Rectangle 15">
            <a:extLst>
              <a:ext uri="{FF2B5EF4-FFF2-40B4-BE49-F238E27FC236}">
                <a16:creationId xmlns:a16="http://schemas.microsoft.com/office/drawing/2014/main" id="{F3142AD5-92AA-761E-2213-3E21219525E5}"/>
              </a:ext>
            </a:extLst>
          </p:cNvPr>
          <p:cNvSpPr>
            <a:spLocks noChangeArrowheads="1"/>
          </p:cNvSpPr>
          <p:nvPr/>
        </p:nvSpPr>
        <p:spPr bwMode="auto">
          <a:xfrm>
            <a:off x="1919289" y="2492376"/>
            <a:ext cx="20161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0.02</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p>
        </p:txBody>
      </p:sp>
      <p:graphicFrame>
        <p:nvGraphicFramePr>
          <p:cNvPr id="497680" name="Object 16">
            <a:extLst>
              <a:ext uri="{FF2B5EF4-FFF2-40B4-BE49-F238E27FC236}">
                <a16:creationId xmlns:a16="http://schemas.microsoft.com/office/drawing/2014/main" id="{98C212A4-4AE2-F82B-BBDA-34DD5E136D82}"/>
              </a:ext>
            </a:extLst>
          </p:cNvPr>
          <p:cNvGraphicFramePr>
            <a:graphicFrameLocks noChangeAspect="1"/>
          </p:cNvGraphicFramePr>
          <p:nvPr/>
        </p:nvGraphicFramePr>
        <p:xfrm>
          <a:off x="3575050" y="2492376"/>
          <a:ext cx="2808288" cy="563563"/>
        </p:xfrm>
        <a:graphic>
          <a:graphicData uri="http://schemas.openxmlformats.org/presentationml/2006/ole">
            <mc:AlternateContent xmlns:mc="http://schemas.openxmlformats.org/markup-compatibility/2006">
              <mc:Choice xmlns:v="urn:schemas-microsoft-com:vml" Requires="v">
                <p:oleObj name="公式" r:id="rId10" imgW="26327100" imgH="5270500" progId="Equation.3">
                  <p:embed/>
                </p:oleObj>
              </mc:Choice>
              <mc:Fallback>
                <p:oleObj name="公式" r:id="rId10" imgW="26327100" imgH="5270500" progId="Equation.3">
                  <p:embed/>
                  <p:pic>
                    <p:nvPicPr>
                      <p:cNvPr id="497680" name="Object 16">
                        <a:extLst>
                          <a:ext uri="{FF2B5EF4-FFF2-40B4-BE49-F238E27FC236}">
                            <a16:creationId xmlns:a16="http://schemas.microsoft.com/office/drawing/2014/main" id="{98C212A4-4AE2-F82B-BBDA-34DD5E136D8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75050" y="2492376"/>
                        <a:ext cx="2808288" cy="563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7681" name="Object 17">
            <a:extLst>
              <a:ext uri="{FF2B5EF4-FFF2-40B4-BE49-F238E27FC236}">
                <a16:creationId xmlns:a16="http://schemas.microsoft.com/office/drawing/2014/main" id="{9C4F2482-554B-33F3-5D0D-7AC715FA2C86}"/>
              </a:ext>
            </a:extLst>
          </p:cNvPr>
          <p:cNvGraphicFramePr>
            <a:graphicFrameLocks noChangeAspect="1"/>
          </p:cNvGraphicFramePr>
          <p:nvPr/>
        </p:nvGraphicFramePr>
        <p:xfrm>
          <a:off x="2063750" y="3284539"/>
          <a:ext cx="2159000" cy="503237"/>
        </p:xfrm>
        <a:graphic>
          <a:graphicData uri="http://schemas.openxmlformats.org/presentationml/2006/ole">
            <mc:AlternateContent xmlns:mc="http://schemas.openxmlformats.org/markup-compatibility/2006">
              <mc:Choice xmlns:v="urn:schemas-microsoft-com:vml" Requires="v">
                <p:oleObj name="公式" r:id="rId12" imgW="25450800" imgH="5562600" progId="Equation.3">
                  <p:embed/>
                </p:oleObj>
              </mc:Choice>
              <mc:Fallback>
                <p:oleObj name="公式" r:id="rId12" imgW="25450800" imgH="5562600" progId="Equation.3">
                  <p:embed/>
                  <p:pic>
                    <p:nvPicPr>
                      <p:cNvPr id="497681" name="Object 17">
                        <a:extLst>
                          <a:ext uri="{FF2B5EF4-FFF2-40B4-BE49-F238E27FC236}">
                            <a16:creationId xmlns:a16="http://schemas.microsoft.com/office/drawing/2014/main" id="{9C4F2482-554B-33F3-5D0D-7AC715FA2C8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63750" y="3284539"/>
                        <a:ext cx="2159000"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7682" name="Object 18">
            <a:extLst>
              <a:ext uri="{FF2B5EF4-FFF2-40B4-BE49-F238E27FC236}">
                <a16:creationId xmlns:a16="http://schemas.microsoft.com/office/drawing/2014/main" id="{B8FF5E18-26D2-D742-43DC-89B3D9D6B1B8}"/>
              </a:ext>
            </a:extLst>
          </p:cNvPr>
          <p:cNvGraphicFramePr>
            <a:graphicFrameLocks noChangeAspect="1"/>
          </p:cNvGraphicFramePr>
          <p:nvPr/>
        </p:nvGraphicFramePr>
        <p:xfrm>
          <a:off x="4367214" y="3284539"/>
          <a:ext cx="1836737" cy="503237"/>
        </p:xfrm>
        <a:graphic>
          <a:graphicData uri="http://schemas.openxmlformats.org/presentationml/2006/ole">
            <mc:AlternateContent xmlns:mc="http://schemas.openxmlformats.org/markup-compatibility/2006">
              <mc:Choice xmlns:v="urn:schemas-microsoft-com:vml" Requires="v">
                <p:oleObj name="公式" r:id="rId13" imgW="21653500" imgH="5562600" progId="Equation.3">
                  <p:embed/>
                </p:oleObj>
              </mc:Choice>
              <mc:Fallback>
                <p:oleObj name="公式" r:id="rId13" imgW="21653500" imgH="5562600" progId="Equation.3">
                  <p:embed/>
                  <p:pic>
                    <p:nvPicPr>
                      <p:cNvPr id="497682" name="Object 18">
                        <a:extLst>
                          <a:ext uri="{FF2B5EF4-FFF2-40B4-BE49-F238E27FC236}">
                            <a16:creationId xmlns:a16="http://schemas.microsoft.com/office/drawing/2014/main" id="{B8FF5E18-26D2-D742-43DC-89B3D9D6B1B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67214" y="3284539"/>
                        <a:ext cx="1836737"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7683" name="Object 19">
            <a:extLst>
              <a:ext uri="{FF2B5EF4-FFF2-40B4-BE49-F238E27FC236}">
                <a16:creationId xmlns:a16="http://schemas.microsoft.com/office/drawing/2014/main" id="{F5751C32-D736-458F-1E19-65DFBA4330A5}"/>
              </a:ext>
            </a:extLst>
          </p:cNvPr>
          <p:cNvGraphicFramePr>
            <a:graphicFrameLocks noChangeAspect="1"/>
          </p:cNvGraphicFramePr>
          <p:nvPr/>
        </p:nvGraphicFramePr>
        <p:xfrm>
          <a:off x="2063751" y="4076700"/>
          <a:ext cx="2519363" cy="831850"/>
        </p:xfrm>
        <a:graphic>
          <a:graphicData uri="http://schemas.openxmlformats.org/presentationml/2006/ole">
            <mc:AlternateContent xmlns:mc="http://schemas.openxmlformats.org/markup-compatibility/2006">
              <mc:Choice xmlns:v="urn:schemas-microsoft-com:vml" Requires="v">
                <p:oleObj name="公式" r:id="rId15" imgW="26327100" imgH="9359900" progId="Equation.3">
                  <p:embed/>
                </p:oleObj>
              </mc:Choice>
              <mc:Fallback>
                <p:oleObj name="公式" r:id="rId15" imgW="26327100" imgH="9359900" progId="Equation.3">
                  <p:embed/>
                  <p:pic>
                    <p:nvPicPr>
                      <p:cNvPr id="497683" name="Object 19">
                        <a:extLst>
                          <a:ext uri="{FF2B5EF4-FFF2-40B4-BE49-F238E27FC236}">
                            <a16:creationId xmlns:a16="http://schemas.microsoft.com/office/drawing/2014/main" id="{F5751C32-D736-458F-1E19-65DFBA4330A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63751" y="4076700"/>
                        <a:ext cx="2519363" cy="831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7684" name="Object 20">
            <a:extLst>
              <a:ext uri="{FF2B5EF4-FFF2-40B4-BE49-F238E27FC236}">
                <a16:creationId xmlns:a16="http://schemas.microsoft.com/office/drawing/2014/main" id="{1B176C13-C4D1-F846-70FC-5A3C57307A5F}"/>
              </a:ext>
            </a:extLst>
          </p:cNvPr>
          <p:cNvGraphicFramePr>
            <a:graphicFrameLocks noChangeAspect="1"/>
          </p:cNvGraphicFramePr>
          <p:nvPr/>
        </p:nvGraphicFramePr>
        <p:xfrm>
          <a:off x="2132014" y="5013325"/>
          <a:ext cx="2478087" cy="869950"/>
        </p:xfrm>
        <a:graphic>
          <a:graphicData uri="http://schemas.openxmlformats.org/presentationml/2006/ole">
            <mc:AlternateContent xmlns:mc="http://schemas.openxmlformats.org/markup-compatibility/2006">
              <mc:Choice xmlns:v="urn:schemas-microsoft-com:vml" Requires="v">
                <p:oleObj name="公式" r:id="rId17" imgW="28676600" imgH="10820400" progId="Equation.3">
                  <p:embed/>
                </p:oleObj>
              </mc:Choice>
              <mc:Fallback>
                <p:oleObj name="公式" r:id="rId17" imgW="28676600" imgH="10820400" progId="Equation.3">
                  <p:embed/>
                  <p:pic>
                    <p:nvPicPr>
                      <p:cNvPr id="497684" name="Object 20">
                        <a:extLst>
                          <a:ext uri="{FF2B5EF4-FFF2-40B4-BE49-F238E27FC236}">
                            <a16:creationId xmlns:a16="http://schemas.microsoft.com/office/drawing/2014/main" id="{1B176C13-C4D1-F846-70FC-5A3C57307A5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32014" y="5013325"/>
                        <a:ext cx="2478087" cy="869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7685" name="Object 21">
            <a:extLst>
              <a:ext uri="{FF2B5EF4-FFF2-40B4-BE49-F238E27FC236}">
                <a16:creationId xmlns:a16="http://schemas.microsoft.com/office/drawing/2014/main" id="{FE2B0494-B305-DA43-529F-9A5F39E24D88}"/>
              </a:ext>
            </a:extLst>
          </p:cNvPr>
          <p:cNvGraphicFramePr>
            <a:graphicFrameLocks noChangeAspect="1"/>
          </p:cNvGraphicFramePr>
          <p:nvPr/>
        </p:nvGraphicFramePr>
        <p:xfrm>
          <a:off x="4559300" y="5013326"/>
          <a:ext cx="3335338" cy="1198563"/>
        </p:xfrm>
        <a:graphic>
          <a:graphicData uri="http://schemas.openxmlformats.org/presentationml/2006/ole">
            <mc:AlternateContent xmlns:mc="http://schemas.openxmlformats.org/markup-compatibility/2006">
              <mc:Choice xmlns:v="urn:schemas-microsoft-com:vml" Requires="v">
                <p:oleObj name="公式" r:id="rId19" imgW="38620700" imgH="14922500" progId="Equation.3">
                  <p:embed/>
                </p:oleObj>
              </mc:Choice>
              <mc:Fallback>
                <p:oleObj name="公式" r:id="rId19" imgW="38620700" imgH="14922500" progId="Equation.3">
                  <p:embed/>
                  <p:pic>
                    <p:nvPicPr>
                      <p:cNvPr id="497685" name="Object 21">
                        <a:extLst>
                          <a:ext uri="{FF2B5EF4-FFF2-40B4-BE49-F238E27FC236}">
                            <a16:creationId xmlns:a16="http://schemas.microsoft.com/office/drawing/2014/main" id="{FE2B0494-B305-DA43-529F-9A5F39E24D88}"/>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559300" y="5013326"/>
                        <a:ext cx="3335338" cy="1198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7686" name="Object 22">
            <a:extLst>
              <a:ext uri="{FF2B5EF4-FFF2-40B4-BE49-F238E27FC236}">
                <a16:creationId xmlns:a16="http://schemas.microsoft.com/office/drawing/2014/main" id="{23E073B3-490C-01B6-39D9-7A8B1862A4DC}"/>
              </a:ext>
            </a:extLst>
          </p:cNvPr>
          <p:cNvGraphicFramePr>
            <a:graphicFrameLocks noChangeAspect="1"/>
          </p:cNvGraphicFramePr>
          <p:nvPr/>
        </p:nvGraphicFramePr>
        <p:xfrm>
          <a:off x="7896226" y="5157789"/>
          <a:ext cx="868363" cy="371475"/>
        </p:xfrm>
        <a:graphic>
          <a:graphicData uri="http://schemas.openxmlformats.org/presentationml/2006/ole">
            <mc:AlternateContent xmlns:mc="http://schemas.openxmlformats.org/markup-compatibility/2006">
              <mc:Choice xmlns:v="urn:schemas-microsoft-com:vml" Requires="v">
                <p:oleObj name="公式" r:id="rId21" imgW="10236200" imgH="4102100" progId="Equation.3">
                  <p:embed/>
                </p:oleObj>
              </mc:Choice>
              <mc:Fallback>
                <p:oleObj name="公式" r:id="rId21" imgW="10236200" imgH="4102100" progId="Equation.3">
                  <p:embed/>
                  <p:pic>
                    <p:nvPicPr>
                      <p:cNvPr id="497686" name="Object 22">
                        <a:extLst>
                          <a:ext uri="{FF2B5EF4-FFF2-40B4-BE49-F238E27FC236}">
                            <a16:creationId xmlns:a16="http://schemas.microsoft.com/office/drawing/2014/main" id="{23E073B3-490C-01B6-39D9-7A8B1862A4DC}"/>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896226" y="5157789"/>
                        <a:ext cx="868363"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7669"/>
                                        </p:tgtEl>
                                        <p:attrNameLst>
                                          <p:attrName>style.visibility</p:attrName>
                                        </p:attrNameLst>
                                      </p:cBhvr>
                                      <p:to>
                                        <p:strVal val="visible"/>
                                      </p:to>
                                    </p:set>
                                    <p:animEffect transition="in" filter="wipe(left)">
                                      <p:cBhvr>
                                        <p:cTn id="7" dur="1000"/>
                                        <p:tgtEl>
                                          <p:spTgt spid="4976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97672"/>
                                        </p:tgtEl>
                                        <p:attrNameLst>
                                          <p:attrName>style.visibility</p:attrName>
                                        </p:attrNameLst>
                                      </p:cBhvr>
                                      <p:to>
                                        <p:strVal val="visible"/>
                                      </p:to>
                                    </p:set>
                                    <p:animEffect transition="in" filter="wipe(left)">
                                      <p:cBhvr>
                                        <p:cTn id="12" dur="1000"/>
                                        <p:tgtEl>
                                          <p:spTgt spid="4976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97675"/>
                                        </p:tgtEl>
                                        <p:attrNameLst>
                                          <p:attrName>style.visibility</p:attrName>
                                        </p:attrNameLst>
                                      </p:cBhvr>
                                      <p:to>
                                        <p:strVal val="visible"/>
                                      </p:to>
                                    </p:set>
                                    <p:animEffect transition="in" filter="wipe(left)">
                                      <p:cBhvr>
                                        <p:cTn id="17" dur="1000"/>
                                        <p:tgtEl>
                                          <p:spTgt spid="497675"/>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97677"/>
                                        </p:tgtEl>
                                        <p:attrNameLst>
                                          <p:attrName>style.visibility</p:attrName>
                                        </p:attrNameLst>
                                      </p:cBhvr>
                                      <p:to>
                                        <p:strVal val="visible"/>
                                      </p:to>
                                    </p:set>
                                    <p:animEffect transition="in" filter="wipe(left)">
                                      <p:cBhvr>
                                        <p:cTn id="21" dur="1000"/>
                                        <p:tgtEl>
                                          <p:spTgt spid="49767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97676"/>
                                        </p:tgtEl>
                                        <p:attrNameLst>
                                          <p:attrName>style.visibility</p:attrName>
                                        </p:attrNameLst>
                                      </p:cBhvr>
                                      <p:to>
                                        <p:strVal val="visible"/>
                                      </p:to>
                                    </p:set>
                                    <p:animEffect transition="in" filter="wipe(left)">
                                      <p:cBhvr>
                                        <p:cTn id="26" dur="1000"/>
                                        <p:tgtEl>
                                          <p:spTgt spid="497676"/>
                                        </p:tgtEl>
                                      </p:cBhvr>
                                    </p:animEffect>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497678"/>
                                        </p:tgtEl>
                                        <p:attrNameLst>
                                          <p:attrName>style.visibility</p:attrName>
                                        </p:attrNameLst>
                                      </p:cBhvr>
                                      <p:to>
                                        <p:strVal val="visible"/>
                                      </p:to>
                                    </p:set>
                                    <p:animEffect transition="in" filter="wipe(left)">
                                      <p:cBhvr>
                                        <p:cTn id="30" dur="1000"/>
                                        <p:tgtEl>
                                          <p:spTgt spid="49767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497679"/>
                                        </p:tgtEl>
                                        <p:attrNameLst>
                                          <p:attrName>style.visibility</p:attrName>
                                        </p:attrNameLst>
                                      </p:cBhvr>
                                      <p:to>
                                        <p:strVal val="visible"/>
                                      </p:to>
                                    </p:set>
                                    <p:animEffect transition="in" filter="wipe(left)">
                                      <p:cBhvr>
                                        <p:cTn id="35" dur="1000"/>
                                        <p:tgtEl>
                                          <p:spTgt spid="49767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97680"/>
                                        </p:tgtEl>
                                        <p:attrNameLst>
                                          <p:attrName>style.visibility</p:attrName>
                                        </p:attrNameLst>
                                      </p:cBhvr>
                                      <p:to>
                                        <p:strVal val="visible"/>
                                      </p:to>
                                    </p:set>
                                    <p:animEffect transition="in" filter="wipe(left)">
                                      <p:cBhvr>
                                        <p:cTn id="40" dur="1000"/>
                                        <p:tgtEl>
                                          <p:spTgt spid="49768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497681"/>
                                        </p:tgtEl>
                                        <p:attrNameLst>
                                          <p:attrName>style.visibility</p:attrName>
                                        </p:attrNameLst>
                                      </p:cBhvr>
                                      <p:to>
                                        <p:strVal val="visible"/>
                                      </p:to>
                                    </p:set>
                                    <p:animEffect transition="in" filter="wipe(left)">
                                      <p:cBhvr>
                                        <p:cTn id="45" dur="1000"/>
                                        <p:tgtEl>
                                          <p:spTgt spid="497681"/>
                                        </p:tgtEl>
                                      </p:cBhvr>
                                    </p:animEffect>
                                  </p:childTnLst>
                                </p:cTn>
                              </p:par>
                            </p:childTnLst>
                          </p:cTn>
                        </p:par>
                        <p:par>
                          <p:cTn id="46" fill="hold" nodeType="afterGroup">
                            <p:stCondLst>
                              <p:cond delay="1000"/>
                            </p:stCondLst>
                            <p:childTnLst>
                              <p:par>
                                <p:cTn id="47" presetID="22" presetClass="entr" presetSubtype="8" fill="hold" nodeType="afterEffect">
                                  <p:stCondLst>
                                    <p:cond delay="0"/>
                                  </p:stCondLst>
                                  <p:childTnLst>
                                    <p:set>
                                      <p:cBhvr>
                                        <p:cTn id="48" dur="1" fill="hold">
                                          <p:stCondLst>
                                            <p:cond delay="0"/>
                                          </p:stCondLst>
                                        </p:cTn>
                                        <p:tgtEl>
                                          <p:spTgt spid="497682"/>
                                        </p:tgtEl>
                                        <p:attrNameLst>
                                          <p:attrName>style.visibility</p:attrName>
                                        </p:attrNameLst>
                                      </p:cBhvr>
                                      <p:to>
                                        <p:strVal val="visible"/>
                                      </p:to>
                                    </p:set>
                                    <p:animEffect transition="in" filter="wipe(left)">
                                      <p:cBhvr>
                                        <p:cTn id="49" dur="1000"/>
                                        <p:tgtEl>
                                          <p:spTgt spid="49768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497683"/>
                                        </p:tgtEl>
                                        <p:attrNameLst>
                                          <p:attrName>style.visibility</p:attrName>
                                        </p:attrNameLst>
                                      </p:cBhvr>
                                      <p:to>
                                        <p:strVal val="visible"/>
                                      </p:to>
                                    </p:set>
                                    <p:animEffect transition="in" filter="wipe(left)">
                                      <p:cBhvr>
                                        <p:cTn id="54" dur="1000"/>
                                        <p:tgtEl>
                                          <p:spTgt spid="49768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497684"/>
                                        </p:tgtEl>
                                        <p:attrNameLst>
                                          <p:attrName>style.visibility</p:attrName>
                                        </p:attrNameLst>
                                      </p:cBhvr>
                                      <p:to>
                                        <p:strVal val="visible"/>
                                      </p:to>
                                    </p:set>
                                    <p:animEffect transition="in" filter="wipe(left)">
                                      <p:cBhvr>
                                        <p:cTn id="59" dur="1000"/>
                                        <p:tgtEl>
                                          <p:spTgt spid="49768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497685"/>
                                        </p:tgtEl>
                                        <p:attrNameLst>
                                          <p:attrName>style.visibility</p:attrName>
                                        </p:attrNameLst>
                                      </p:cBhvr>
                                      <p:to>
                                        <p:strVal val="visible"/>
                                      </p:to>
                                    </p:set>
                                    <p:animEffect transition="in" filter="wipe(left)">
                                      <p:cBhvr>
                                        <p:cTn id="64" dur="1000"/>
                                        <p:tgtEl>
                                          <p:spTgt spid="497685"/>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497686"/>
                                        </p:tgtEl>
                                        <p:attrNameLst>
                                          <p:attrName>style.visibility</p:attrName>
                                        </p:attrNameLst>
                                      </p:cBhvr>
                                      <p:to>
                                        <p:strVal val="visible"/>
                                      </p:to>
                                    </p:set>
                                    <p:animEffect transition="in" filter="wipe(left)">
                                      <p:cBhvr>
                                        <p:cTn id="69" dur="1000"/>
                                        <p:tgtEl>
                                          <p:spTgt spid="497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7675" grpId="0"/>
      <p:bldP spid="497676" grpId="0"/>
      <p:bldP spid="49767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AutoShape 2">
            <a:hlinkClick r:id="" action="ppaction://hlinkshowjump?jump=previousslide" highlightClick="1"/>
            <a:extLst>
              <a:ext uri="{FF2B5EF4-FFF2-40B4-BE49-F238E27FC236}">
                <a16:creationId xmlns:a16="http://schemas.microsoft.com/office/drawing/2014/main" id="{4325EE7D-A064-03A4-8716-6AFA460DBE6F}"/>
              </a:ext>
            </a:extLst>
          </p:cNvPr>
          <p:cNvSpPr>
            <a:spLocks noChangeArrowheads="1"/>
          </p:cNvSpPr>
          <p:nvPr/>
        </p:nvSpPr>
        <p:spPr bwMode="auto">
          <a:xfrm>
            <a:off x="67056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8691" name="AutoShape 3">
            <a:hlinkClick r:id="" action="ppaction://hlinkshowjump?jump=nextslide" highlightClick="1"/>
            <a:extLst>
              <a:ext uri="{FF2B5EF4-FFF2-40B4-BE49-F238E27FC236}">
                <a16:creationId xmlns:a16="http://schemas.microsoft.com/office/drawing/2014/main" id="{B09A7926-F07A-A72E-0FC9-C08807E8EBCC}"/>
              </a:ext>
            </a:extLst>
          </p:cNvPr>
          <p:cNvSpPr>
            <a:spLocks noChangeArrowheads="1"/>
          </p:cNvSpPr>
          <p:nvPr/>
        </p:nvSpPr>
        <p:spPr bwMode="auto">
          <a:xfrm>
            <a:off x="79248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8692" name="AutoShape 4">
            <a:hlinkClick r:id="" action="ppaction://hlinkshowjump?jump=endshow" highlightClick="1"/>
            <a:extLst>
              <a:ext uri="{FF2B5EF4-FFF2-40B4-BE49-F238E27FC236}">
                <a16:creationId xmlns:a16="http://schemas.microsoft.com/office/drawing/2014/main" id="{A3A544EC-1A5D-5F26-194D-8B6F53B673BB}"/>
              </a:ext>
            </a:extLst>
          </p:cNvPr>
          <p:cNvSpPr>
            <a:spLocks noChangeArrowheads="1"/>
          </p:cNvSpPr>
          <p:nvPr/>
        </p:nvSpPr>
        <p:spPr bwMode="auto">
          <a:xfrm>
            <a:off x="92202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98693" name="Object 5">
            <a:extLst>
              <a:ext uri="{FF2B5EF4-FFF2-40B4-BE49-F238E27FC236}">
                <a16:creationId xmlns:a16="http://schemas.microsoft.com/office/drawing/2014/main" id="{F7FC5C61-2260-DC84-120F-40E168B382D1}"/>
              </a:ext>
            </a:extLst>
          </p:cNvPr>
          <p:cNvGraphicFramePr>
            <a:graphicFrameLocks noChangeAspect="1"/>
          </p:cNvGraphicFramePr>
          <p:nvPr/>
        </p:nvGraphicFramePr>
        <p:xfrm>
          <a:off x="2782888" y="331789"/>
          <a:ext cx="1141412" cy="460375"/>
        </p:xfrm>
        <a:graphic>
          <a:graphicData uri="http://schemas.openxmlformats.org/presentationml/2006/ole">
            <mc:AlternateContent xmlns:mc="http://schemas.openxmlformats.org/markup-compatibility/2006">
              <mc:Choice xmlns:v="urn:schemas-microsoft-com:vml" Requires="v">
                <p:oleObj name="公式" r:id="rId2" imgW="10236200" imgH="4102100" progId="Equation.3">
                  <p:embed/>
                </p:oleObj>
              </mc:Choice>
              <mc:Fallback>
                <p:oleObj name="公式" r:id="rId2" imgW="10236200" imgH="4102100" progId="Equation.3">
                  <p:embed/>
                  <p:pic>
                    <p:nvPicPr>
                      <p:cNvPr id="498693" name="Object 5">
                        <a:extLst>
                          <a:ext uri="{FF2B5EF4-FFF2-40B4-BE49-F238E27FC236}">
                            <a16:creationId xmlns:a16="http://schemas.microsoft.com/office/drawing/2014/main" id="{F7FC5C61-2260-DC84-120F-40E168B382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2888" y="331789"/>
                        <a:ext cx="1141412"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8694" name="Rectangle 6">
            <a:extLst>
              <a:ext uri="{FF2B5EF4-FFF2-40B4-BE49-F238E27FC236}">
                <a16:creationId xmlns:a16="http://schemas.microsoft.com/office/drawing/2014/main" id="{07263FD9-F8E7-AD82-B45D-7C4B1DD145C9}"/>
              </a:ext>
            </a:extLst>
          </p:cNvPr>
          <p:cNvSpPr>
            <a:spLocks noChangeArrowheads="1"/>
          </p:cNvSpPr>
          <p:nvPr/>
        </p:nvSpPr>
        <p:spPr bwMode="auto">
          <a:xfrm>
            <a:off x="4222750" y="260351"/>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所以拒绝</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98695" name="Rectangle 7">
            <a:extLst>
              <a:ext uri="{FF2B5EF4-FFF2-40B4-BE49-F238E27FC236}">
                <a16:creationId xmlns:a16="http://schemas.microsoft.com/office/drawing/2014/main" id="{25918DBC-5ADA-2216-205A-6AD6E024E742}"/>
              </a:ext>
            </a:extLst>
          </p:cNvPr>
          <p:cNvSpPr>
            <a:spLocks noChangeArrowheads="1"/>
          </p:cNvSpPr>
          <p:nvPr/>
        </p:nvSpPr>
        <p:spPr bwMode="auto">
          <a:xfrm>
            <a:off x="1774825" y="260351"/>
            <a:ext cx="17287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498696" name="Rectangle 8">
            <a:extLst>
              <a:ext uri="{FF2B5EF4-FFF2-40B4-BE49-F238E27FC236}">
                <a16:creationId xmlns:a16="http://schemas.microsoft.com/office/drawing/2014/main" id="{0C3CCE5A-2EB9-FDE8-780F-8760BD5BDF1C}"/>
              </a:ext>
            </a:extLst>
          </p:cNvPr>
          <p:cNvSpPr>
            <a:spLocks noChangeArrowheads="1"/>
          </p:cNvSpPr>
          <p:nvPr/>
        </p:nvSpPr>
        <p:spPr bwMode="auto">
          <a:xfrm>
            <a:off x="1919289" y="1052513"/>
            <a:ext cx="47513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认为该药品的广告不真实</a:t>
            </a:r>
            <a:r>
              <a:rPr kumimoji="1" lang="en-US" altLang="zh-CN" sz="2800" b="1">
                <a:solidFill>
                  <a:srgbClr val="007A77"/>
                </a:solidFill>
                <a:latin typeface="Times New Roman" panose="02020603050405020304" pitchFamily="18" charset="0"/>
                <a:ea typeface="楷体_GB2312" pitchFamily="49" charset="-122"/>
              </a:rPr>
              <a:t>.</a:t>
            </a:r>
          </a:p>
        </p:txBody>
      </p:sp>
      <p:sp>
        <p:nvSpPr>
          <p:cNvPr id="498697" name="Rectangle 9">
            <a:extLst>
              <a:ext uri="{FF2B5EF4-FFF2-40B4-BE49-F238E27FC236}">
                <a16:creationId xmlns:a16="http://schemas.microsoft.com/office/drawing/2014/main" id="{FA1B2D49-1F73-B56E-6F40-ED90A354AF50}"/>
              </a:ext>
            </a:extLst>
          </p:cNvPr>
          <p:cNvSpPr>
            <a:spLocks noChangeArrowheads="1"/>
          </p:cNvSpPr>
          <p:nvPr/>
        </p:nvSpPr>
        <p:spPr bwMode="auto">
          <a:xfrm>
            <a:off x="1774825" y="1700214"/>
            <a:ext cx="8497888" cy="1400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2.</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若在猜硬币正反面的游戏中，某人在</a:t>
            </a:r>
            <a:r>
              <a:rPr kumimoji="1" lang="en-US" altLang="zh-CN" sz="2800" b="1">
                <a:solidFill>
                  <a:srgbClr val="007A77"/>
                </a:solidFill>
                <a:latin typeface="Times New Roman" panose="02020603050405020304" pitchFamily="18" charset="0"/>
                <a:ea typeface="楷体_GB2312" pitchFamily="49" charset="-122"/>
              </a:rPr>
              <a:t>100</a:t>
            </a:r>
            <a:r>
              <a:rPr kumimoji="1" lang="zh-CN" altLang="en-US" sz="2800" b="1">
                <a:solidFill>
                  <a:srgbClr val="007A77"/>
                </a:solidFill>
                <a:latin typeface="Times New Roman" panose="02020603050405020304" pitchFamily="18" charset="0"/>
                <a:ea typeface="楷体_GB2312" pitchFamily="49" charset="-122"/>
              </a:rPr>
              <a:t>次试猜中共猜中 </a:t>
            </a:r>
            <a:r>
              <a:rPr kumimoji="1" lang="en-US" altLang="zh-CN" sz="2800" b="1">
                <a:solidFill>
                  <a:srgbClr val="007A77"/>
                </a:solidFill>
                <a:latin typeface="Times New Roman" panose="02020603050405020304" pitchFamily="18" charset="0"/>
                <a:ea typeface="楷体_GB2312" pitchFamily="49" charset="-122"/>
              </a:rPr>
              <a:t>60</a:t>
            </a:r>
            <a:r>
              <a:rPr kumimoji="1" lang="zh-CN" altLang="en-US" sz="2800" b="1">
                <a:solidFill>
                  <a:srgbClr val="007A77"/>
                </a:solidFill>
                <a:latin typeface="Times New Roman" panose="02020603050405020304" pitchFamily="18" charset="0"/>
                <a:ea typeface="楷体_GB2312" pitchFamily="49" charset="-122"/>
              </a:rPr>
              <a:t>次，是否可以认为此人有诀窍？</a:t>
            </a:r>
            <a:r>
              <a:rPr kumimoji="1" lang="en-US" altLang="zh-CN" sz="2800" b="1">
                <a:solidFill>
                  <a:srgbClr val="007A77"/>
                </a:solidFill>
                <a:latin typeface="Times New Roman" panose="02020603050405020304" pitchFamily="18" charset="0"/>
                <a:ea typeface="楷体_GB2312" pitchFamily="49" charset="-122"/>
              </a:rPr>
              <a:t>(</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=0.05</a:t>
            </a:r>
            <a:r>
              <a:rPr kumimoji="1" lang="en-US" altLang="zh-CN" sz="2800" b="1">
                <a:solidFill>
                  <a:srgbClr val="007A77"/>
                </a:solidFill>
                <a:latin typeface="Times New Roman" panose="02020603050405020304" pitchFamily="18" charset="0"/>
                <a:ea typeface="楷体_GB2312" pitchFamily="49" charset="-122"/>
              </a:rPr>
              <a:t>)</a:t>
            </a:r>
          </a:p>
        </p:txBody>
      </p:sp>
      <p:sp>
        <p:nvSpPr>
          <p:cNvPr id="498698" name="Rectangle 10">
            <a:extLst>
              <a:ext uri="{FF2B5EF4-FFF2-40B4-BE49-F238E27FC236}">
                <a16:creationId xmlns:a16="http://schemas.microsoft.com/office/drawing/2014/main" id="{D3F6E7AC-CA16-FF5D-9FEE-A7D490AD8A10}"/>
              </a:ext>
            </a:extLst>
          </p:cNvPr>
          <p:cNvSpPr>
            <a:spLocks noChangeArrowheads="1"/>
          </p:cNvSpPr>
          <p:nvPr/>
        </p:nvSpPr>
        <p:spPr bwMode="auto">
          <a:xfrm>
            <a:off x="2063751" y="3286125"/>
            <a:ext cx="12239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p>
        </p:txBody>
      </p:sp>
      <p:sp>
        <p:nvSpPr>
          <p:cNvPr id="498699" name="Rectangle 11">
            <a:extLst>
              <a:ext uri="{FF2B5EF4-FFF2-40B4-BE49-F238E27FC236}">
                <a16:creationId xmlns:a16="http://schemas.microsoft.com/office/drawing/2014/main" id="{33F3452F-48B7-EA1A-942A-ADE0712E005B}"/>
              </a:ext>
            </a:extLst>
          </p:cNvPr>
          <p:cNvSpPr>
            <a:spLocks noChangeArrowheads="1"/>
          </p:cNvSpPr>
          <p:nvPr/>
        </p:nvSpPr>
        <p:spPr bwMode="auto">
          <a:xfrm>
            <a:off x="3000375" y="3357563"/>
            <a:ext cx="6019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由于</a:t>
            </a:r>
            <a:r>
              <a:rPr kumimoji="1" lang="en-US" altLang="zh-CN" sz="2800" b="1" i="1">
                <a:solidFill>
                  <a:srgbClr val="007A77"/>
                </a:solidFill>
                <a:latin typeface="Times New Roman" panose="02020603050405020304" pitchFamily="18" charset="0"/>
                <a:ea typeface="楷体_GB2312" pitchFamily="49" charset="-122"/>
              </a:rPr>
              <a:t>n</a:t>
            </a:r>
            <a:r>
              <a:rPr kumimoji="1" lang="en-US" altLang="zh-CN" sz="2800" b="1">
                <a:solidFill>
                  <a:srgbClr val="007A77"/>
                </a:solidFill>
                <a:latin typeface="Times New Roman" panose="02020603050405020304" pitchFamily="18" charset="0"/>
                <a:ea typeface="楷体_GB2312" pitchFamily="49" charset="-122"/>
              </a:rPr>
              <a:t>=100</a:t>
            </a:r>
            <a:r>
              <a:rPr kumimoji="1" lang="zh-CN" altLang="en-US" sz="2800" b="1">
                <a:solidFill>
                  <a:srgbClr val="007A77"/>
                </a:solidFill>
                <a:latin typeface="Times New Roman" panose="02020603050405020304" pitchFamily="18" charset="0"/>
                <a:ea typeface="楷体_GB2312" pitchFamily="49" charset="-122"/>
              </a:rPr>
              <a:t>为大样本，设随机变量</a:t>
            </a:r>
            <a:r>
              <a:rPr kumimoji="1" lang="en-US" altLang="zh-CN" sz="2800" b="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为</a:t>
            </a:r>
          </a:p>
        </p:txBody>
      </p:sp>
      <p:graphicFrame>
        <p:nvGraphicFramePr>
          <p:cNvPr id="498700" name="Object 12">
            <a:extLst>
              <a:ext uri="{FF2B5EF4-FFF2-40B4-BE49-F238E27FC236}">
                <a16:creationId xmlns:a16="http://schemas.microsoft.com/office/drawing/2014/main" id="{DD62B1C6-18F1-4FC2-FA0D-F01E381F3BAC}"/>
              </a:ext>
            </a:extLst>
          </p:cNvPr>
          <p:cNvGraphicFramePr>
            <a:graphicFrameLocks noChangeAspect="1"/>
          </p:cNvGraphicFramePr>
          <p:nvPr/>
        </p:nvGraphicFramePr>
        <p:xfrm>
          <a:off x="2711451" y="4076701"/>
          <a:ext cx="5934075" cy="1204913"/>
        </p:xfrm>
        <a:graphic>
          <a:graphicData uri="http://schemas.openxmlformats.org/presentationml/2006/ole">
            <mc:AlternateContent xmlns:mc="http://schemas.openxmlformats.org/markup-compatibility/2006">
              <mc:Choice xmlns:v="urn:schemas-microsoft-com:vml" Requires="v">
                <p:oleObj name="公式" r:id="rId4" imgW="53543200" imgH="10820400" progId="Equation.3">
                  <p:embed/>
                </p:oleObj>
              </mc:Choice>
              <mc:Fallback>
                <p:oleObj name="公式" r:id="rId4" imgW="53543200" imgH="10820400" progId="Equation.3">
                  <p:embed/>
                  <p:pic>
                    <p:nvPicPr>
                      <p:cNvPr id="498700" name="Object 12">
                        <a:extLst>
                          <a:ext uri="{FF2B5EF4-FFF2-40B4-BE49-F238E27FC236}">
                            <a16:creationId xmlns:a16="http://schemas.microsoft.com/office/drawing/2014/main" id="{DD62B1C6-18F1-4FC2-FA0D-F01E381F3B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1451" y="4076701"/>
                        <a:ext cx="5934075" cy="1204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8701" name="Rectangle 13">
            <a:extLst>
              <a:ext uri="{FF2B5EF4-FFF2-40B4-BE49-F238E27FC236}">
                <a16:creationId xmlns:a16="http://schemas.microsoft.com/office/drawing/2014/main" id="{30FEA62C-CA79-6780-C625-475417A82BDF}"/>
              </a:ext>
            </a:extLst>
          </p:cNvPr>
          <p:cNvSpPr>
            <a:spLocks noChangeArrowheads="1"/>
          </p:cNvSpPr>
          <p:nvPr/>
        </p:nvSpPr>
        <p:spPr bwMode="auto">
          <a:xfrm>
            <a:off x="2640013" y="5516563"/>
            <a:ext cx="48244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则</a:t>
            </a:r>
            <a:r>
              <a:rPr kumimoji="1" lang="en-US" altLang="zh-CN" sz="2800" b="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0-1</a:t>
            </a:r>
            <a:r>
              <a:rPr kumimoji="1" lang="zh-CN" altLang="en-US" sz="2800" b="1">
                <a:solidFill>
                  <a:srgbClr val="007A77"/>
                </a:solidFill>
                <a:latin typeface="Times New Roman" panose="02020603050405020304" pitchFamily="18" charset="0"/>
                <a:ea typeface="楷体_GB2312" pitchFamily="49" charset="-122"/>
              </a:rPr>
              <a:t>）分布</a:t>
            </a:r>
            <a:r>
              <a:rPr kumimoji="1" lang="en-US" altLang="zh-CN"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8695"/>
                                        </p:tgtEl>
                                        <p:attrNameLst>
                                          <p:attrName>style.visibility</p:attrName>
                                        </p:attrNameLst>
                                      </p:cBhvr>
                                      <p:to>
                                        <p:strVal val="visible"/>
                                      </p:to>
                                    </p:set>
                                    <p:animEffect transition="in" filter="wipe(left)">
                                      <p:cBhvr>
                                        <p:cTn id="7" dur="1000"/>
                                        <p:tgtEl>
                                          <p:spTgt spid="498695"/>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98693"/>
                                        </p:tgtEl>
                                        <p:attrNameLst>
                                          <p:attrName>style.visibility</p:attrName>
                                        </p:attrNameLst>
                                      </p:cBhvr>
                                      <p:to>
                                        <p:strVal val="visible"/>
                                      </p:to>
                                    </p:set>
                                    <p:animEffect transition="in" filter="wipe(left)">
                                      <p:cBhvr>
                                        <p:cTn id="11" dur="1000"/>
                                        <p:tgtEl>
                                          <p:spTgt spid="498693"/>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498694"/>
                                        </p:tgtEl>
                                        <p:attrNameLst>
                                          <p:attrName>style.visibility</p:attrName>
                                        </p:attrNameLst>
                                      </p:cBhvr>
                                      <p:to>
                                        <p:strVal val="visible"/>
                                      </p:to>
                                    </p:set>
                                    <p:animEffect transition="in" filter="wipe(left)">
                                      <p:cBhvr>
                                        <p:cTn id="15" dur="1000"/>
                                        <p:tgtEl>
                                          <p:spTgt spid="49869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498696"/>
                                        </p:tgtEl>
                                        <p:attrNameLst>
                                          <p:attrName>style.visibility</p:attrName>
                                        </p:attrNameLst>
                                      </p:cBhvr>
                                      <p:to>
                                        <p:strVal val="visible"/>
                                      </p:to>
                                    </p:set>
                                    <p:animEffect transition="in" filter="wipe(left)">
                                      <p:cBhvr>
                                        <p:cTn id="20" dur="1000"/>
                                        <p:tgtEl>
                                          <p:spTgt spid="49869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272" fill="hold" nodeType="clickEffect">
                                  <p:stCondLst>
                                    <p:cond delay="0"/>
                                  </p:stCondLst>
                                  <p:childTnLst>
                                    <p:set>
                                      <p:cBhvr>
                                        <p:cTn id="24" dur="1" fill="hold">
                                          <p:stCondLst>
                                            <p:cond delay="0"/>
                                          </p:stCondLst>
                                        </p:cTn>
                                        <p:tgtEl>
                                          <p:spTgt spid="498697"/>
                                        </p:tgtEl>
                                        <p:attrNameLst>
                                          <p:attrName>style.visibility</p:attrName>
                                        </p:attrNameLst>
                                      </p:cBhvr>
                                      <p:to>
                                        <p:strVal val="visible"/>
                                      </p:to>
                                    </p:set>
                                    <p:anim calcmode="lin" valueType="num">
                                      <p:cBhvr>
                                        <p:cTn id="25" dur="1000" fill="hold"/>
                                        <p:tgtEl>
                                          <p:spTgt spid="498697"/>
                                        </p:tgtEl>
                                        <p:attrNameLst>
                                          <p:attrName>ppt_w</p:attrName>
                                        </p:attrNameLst>
                                      </p:cBhvr>
                                      <p:tavLst>
                                        <p:tav tm="0">
                                          <p:val>
                                            <p:strVal val="2/3*#ppt_w"/>
                                          </p:val>
                                        </p:tav>
                                        <p:tav tm="100000">
                                          <p:val>
                                            <p:strVal val="#ppt_w"/>
                                          </p:val>
                                        </p:tav>
                                      </p:tavLst>
                                    </p:anim>
                                    <p:anim calcmode="lin" valueType="num">
                                      <p:cBhvr>
                                        <p:cTn id="26" dur="1000" fill="hold"/>
                                        <p:tgtEl>
                                          <p:spTgt spid="498697"/>
                                        </p:tgtEl>
                                        <p:attrNameLst>
                                          <p:attrName>ppt_h</p:attrName>
                                        </p:attrNameLst>
                                      </p:cBhvr>
                                      <p:tavLst>
                                        <p:tav tm="0">
                                          <p:val>
                                            <p:strVal val="2/3*#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98698"/>
                                        </p:tgtEl>
                                        <p:attrNameLst>
                                          <p:attrName>style.visibility</p:attrName>
                                        </p:attrNameLst>
                                      </p:cBhvr>
                                      <p:to>
                                        <p:strVal val="visible"/>
                                      </p:to>
                                    </p:set>
                                    <p:animEffect transition="in" filter="wipe(left)">
                                      <p:cBhvr>
                                        <p:cTn id="31" dur="1000"/>
                                        <p:tgtEl>
                                          <p:spTgt spid="49869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98699"/>
                                        </p:tgtEl>
                                        <p:attrNameLst>
                                          <p:attrName>style.visibility</p:attrName>
                                        </p:attrNameLst>
                                      </p:cBhvr>
                                      <p:to>
                                        <p:strVal val="visible"/>
                                      </p:to>
                                    </p:set>
                                    <p:animEffect transition="in" filter="wipe(left)">
                                      <p:cBhvr>
                                        <p:cTn id="36" dur="1000"/>
                                        <p:tgtEl>
                                          <p:spTgt spid="49869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2" presetClass="entr" presetSubtype="4" fill="hold" nodeType="clickEffect">
                                  <p:stCondLst>
                                    <p:cond delay="0"/>
                                  </p:stCondLst>
                                  <p:childTnLst>
                                    <p:set>
                                      <p:cBhvr>
                                        <p:cTn id="40" dur="1" fill="hold">
                                          <p:stCondLst>
                                            <p:cond delay="0"/>
                                          </p:stCondLst>
                                        </p:cTn>
                                        <p:tgtEl>
                                          <p:spTgt spid="498700"/>
                                        </p:tgtEl>
                                        <p:attrNameLst>
                                          <p:attrName>style.visibility</p:attrName>
                                        </p:attrNameLst>
                                      </p:cBhvr>
                                      <p:to>
                                        <p:strVal val="visible"/>
                                      </p:to>
                                    </p:set>
                                    <p:animEffect transition="in" filter="slide(fromBottom)">
                                      <p:cBhvr>
                                        <p:cTn id="41" dur="1000"/>
                                        <p:tgtEl>
                                          <p:spTgt spid="49870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498701"/>
                                        </p:tgtEl>
                                        <p:attrNameLst>
                                          <p:attrName>style.visibility</p:attrName>
                                        </p:attrNameLst>
                                      </p:cBhvr>
                                      <p:to>
                                        <p:strVal val="visible"/>
                                      </p:to>
                                    </p:set>
                                    <p:animEffect transition="in" filter="wipe(left)">
                                      <p:cBhvr>
                                        <p:cTn id="46" dur="1000"/>
                                        <p:tgtEl>
                                          <p:spTgt spid="4987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694" grpId="0"/>
      <p:bldP spid="498695" grpId="0"/>
      <p:bldP spid="498696" grpId="0"/>
      <p:bldP spid="498697" grpId="0"/>
      <p:bldP spid="498698" grpId="0"/>
      <p:bldP spid="498699" grpId="0"/>
      <p:bldP spid="49870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AutoShape 2">
            <a:hlinkClick r:id="" action="ppaction://hlinkshowjump?jump=previousslide" highlightClick="1"/>
            <a:extLst>
              <a:ext uri="{FF2B5EF4-FFF2-40B4-BE49-F238E27FC236}">
                <a16:creationId xmlns:a16="http://schemas.microsoft.com/office/drawing/2014/main" id="{96FB6B8D-38B7-C65E-9747-F0650B1C3D10}"/>
              </a:ext>
            </a:extLst>
          </p:cNvPr>
          <p:cNvSpPr>
            <a:spLocks noChangeArrowheads="1"/>
          </p:cNvSpPr>
          <p:nvPr/>
        </p:nvSpPr>
        <p:spPr bwMode="auto">
          <a:xfrm>
            <a:off x="67056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9715" name="AutoShape 3">
            <a:hlinkClick r:id="" action="ppaction://hlinkshowjump?jump=nextslide" highlightClick="1"/>
            <a:extLst>
              <a:ext uri="{FF2B5EF4-FFF2-40B4-BE49-F238E27FC236}">
                <a16:creationId xmlns:a16="http://schemas.microsoft.com/office/drawing/2014/main" id="{E3F88282-268F-7486-37F5-1883F7DD728D}"/>
              </a:ext>
            </a:extLst>
          </p:cNvPr>
          <p:cNvSpPr>
            <a:spLocks noChangeArrowheads="1"/>
          </p:cNvSpPr>
          <p:nvPr/>
        </p:nvSpPr>
        <p:spPr bwMode="auto">
          <a:xfrm>
            <a:off x="79248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9716" name="AutoShape 4">
            <a:hlinkClick r:id="" action="ppaction://hlinkshowjump?jump=endshow" highlightClick="1"/>
            <a:extLst>
              <a:ext uri="{FF2B5EF4-FFF2-40B4-BE49-F238E27FC236}">
                <a16:creationId xmlns:a16="http://schemas.microsoft.com/office/drawing/2014/main" id="{9CC62790-212A-64C7-E987-19B5803EB98B}"/>
              </a:ext>
            </a:extLst>
          </p:cNvPr>
          <p:cNvSpPr>
            <a:spLocks noChangeArrowheads="1"/>
          </p:cNvSpPr>
          <p:nvPr/>
        </p:nvSpPr>
        <p:spPr bwMode="auto">
          <a:xfrm>
            <a:off x="92202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99717" name="Group 5">
            <a:extLst>
              <a:ext uri="{FF2B5EF4-FFF2-40B4-BE49-F238E27FC236}">
                <a16:creationId xmlns:a16="http://schemas.microsoft.com/office/drawing/2014/main" id="{71015B51-1B39-DA31-C2EB-1087A0BAE7AB}"/>
              </a:ext>
            </a:extLst>
          </p:cNvPr>
          <p:cNvGrpSpPr>
            <a:grpSpLocks/>
          </p:cNvGrpSpPr>
          <p:nvPr/>
        </p:nvGrpSpPr>
        <p:grpSpPr bwMode="auto">
          <a:xfrm>
            <a:off x="2208214" y="1844676"/>
            <a:ext cx="3228975" cy="955675"/>
            <a:chOff x="113" y="33"/>
            <a:chExt cx="2034" cy="602"/>
          </a:xfrm>
        </p:grpSpPr>
        <p:graphicFrame>
          <p:nvGraphicFramePr>
            <p:cNvPr id="499718" name="Object 6">
              <a:extLst>
                <a:ext uri="{FF2B5EF4-FFF2-40B4-BE49-F238E27FC236}">
                  <a16:creationId xmlns:a16="http://schemas.microsoft.com/office/drawing/2014/main" id="{0A34A0F6-614D-677F-D1DD-AE3BEE0D7AD1}"/>
                </a:ext>
              </a:extLst>
            </p:cNvPr>
            <p:cNvGraphicFramePr>
              <a:graphicFrameLocks noChangeAspect="1"/>
            </p:cNvGraphicFramePr>
            <p:nvPr/>
          </p:nvGraphicFramePr>
          <p:xfrm>
            <a:off x="977" y="33"/>
            <a:ext cx="1170" cy="602"/>
          </p:xfrm>
          <a:graphic>
            <a:graphicData uri="http://schemas.openxmlformats.org/presentationml/2006/ole">
              <mc:AlternateContent xmlns:mc="http://schemas.openxmlformats.org/markup-compatibility/2006">
                <mc:Choice xmlns:v="urn:schemas-microsoft-com:vml" Requires="v">
                  <p:oleObj name="公式" r:id="rId2" imgW="18135600" imgH="9359900" progId="Equation.3">
                    <p:embed/>
                  </p:oleObj>
                </mc:Choice>
                <mc:Fallback>
                  <p:oleObj name="公式" r:id="rId2" imgW="18135600" imgH="9359900" progId="Equation.3">
                    <p:embed/>
                    <p:pic>
                      <p:nvPicPr>
                        <p:cNvPr id="499718" name="Object 6">
                          <a:extLst>
                            <a:ext uri="{FF2B5EF4-FFF2-40B4-BE49-F238E27FC236}">
                              <a16:creationId xmlns:a16="http://schemas.microsoft.com/office/drawing/2014/main" id="{0A34A0F6-614D-677F-D1DD-AE3BEE0D7A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 y="33"/>
                          <a:ext cx="1170" cy="6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9719" name="Text Box 7">
              <a:extLst>
                <a:ext uri="{FF2B5EF4-FFF2-40B4-BE49-F238E27FC236}">
                  <a16:creationId xmlns:a16="http://schemas.microsoft.com/office/drawing/2014/main" id="{C0B3F3EA-5053-E634-054D-C5CA142EDE67}"/>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99720" name="Group 8">
            <a:extLst>
              <a:ext uri="{FF2B5EF4-FFF2-40B4-BE49-F238E27FC236}">
                <a16:creationId xmlns:a16="http://schemas.microsoft.com/office/drawing/2014/main" id="{869BC90D-9791-38C1-BA63-B766A5D7F04C}"/>
              </a:ext>
            </a:extLst>
          </p:cNvPr>
          <p:cNvGrpSpPr>
            <a:grpSpLocks/>
          </p:cNvGrpSpPr>
          <p:nvPr/>
        </p:nvGrpSpPr>
        <p:grpSpPr bwMode="auto">
          <a:xfrm>
            <a:off x="5808664" y="1844676"/>
            <a:ext cx="3576637" cy="955675"/>
            <a:chOff x="2154" y="23"/>
            <a:chExt cx="2111" cy="602"/>
          </a:xfrm>
        </p:grpSpPr>
        <p:sp>
          <p:nvSpPr>
            <p:cNvPr id="499721" name="Text Box 9">
              <a:extLst>
                <a:ext uri="{FF2B5EF4-FFF2-40B4-BE49-F238E27FC236}">
                  <a16:creationId xmlns:a16="http://schemas.microsoft.com/office/drawing/2014/main" id="{08778510-5AE0-2337-19B8-8AD1CAB7C5C3}"/>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99722" name="Object 10">
              <a:extLst>
                <a:ext uri="{FF2B5EF4-FFF2-40B4-BE49-F238E27FC236}">
                  <a16:creationId xmlns:a16="http://schemas.microsoft.com/office/drawing/2014/main" id="{127FBE84-9F29-84AB-C62E-93C9D7391907}"/>
                </a:ext>
              </a:extLst>
            </p:cNvPr>
            <p:cNvGraphicFramePr>
              <a:graphicFrameLocks noChangeAspect="1"/>
            </p:cNvGraphicFramePr>
            <p:nvPr/>
          </p:nvGraphicFramePr>
          <p:xfrm>
            <a:off x="3189" y="23"/>
            <a:ext cx="1076" cy="602"/>
          </p:xfrm>
          <a:graphic>
            <a:graphicData uri="http://schemas.openxmlformats.org/presentationml/2006/ole">
              <mc:AlternateContent xmlns:mc="http://schemas.openxmlformats.org/markup-compatibility/2006">
                <mc:Choice xmlns:v="urn:schemas-microsoft-com:vml" Requires="v">
                  <p:oleObj name="公式" r:id="rId4" imgW="16675100" imgH="9359900" progId="Equation.3">
                    <p:embed/>
                  </p:oleObj>
                </mc:Choice>
                <mc:Fallback>
                  <p:oleObj name="公式" r:id="rId4" imgW="16675100" imgH="9359900" progId="Equation.3">
                    <p:embed/>
                    <p:pic>
                      <p:nvPicPr>
                        <p:cNvPr id="499722" name="Object 10">
                          <a:extLst>
                            <a:ext uri="{FF2B5EF4-FFF2-40B4-BE49-F238E27FC236}">
                              <a16:creationId xmlns:a16="http://schemas.microsoft.com/office/drawing/2014/main" id="{127FBE84-9F29-84AB-C62E-93C9D73919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89" y="23"/>
                          <a:ext cx="1076" cy="6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99723" name="Rectangle 11">
            <a:extLst>
              <a:ext uri="{FF2B5EF4-FFF2-40B4-BE49-F238E27FC236}">
                <a16:creationId xmlns:a16="http://schemas.microsoft.com/office/drawing/2014/main" id="{29DDFB0C-3C75-221F-8236-9AB2A66E9C8A}"/>
              </a:ext>
            </a:extLst>
          </p:cNvPr>
          <p:cNvSpPr>
            <a:spLocks noChangeArrowheads="1"/>
          </p:cNvSpPr>
          <p:nvPr/>
        </p:nvSpPr>
        <p:spPr bwMode="auto">
          <a:xfrm>
            <a:off x="1992314" y="2998788"/>
            <a:ext cx="2879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检验统计量为</a:t>
            </a:r>
          </a:p>
        </p:txBody>
      </p:sp>
      <p:sp>
        <p:nvSpPr>
          <p:cNvPr id="499724" name="Text Box 12">
            <a:extLst>
              <a:ext uri="{FF2B5EF4-FFF2-40B4-BE49-F238E27FC236}">
                <a16:creationId xmlns:a16="http://schemas.microsoft.com/office/drawing/2014/main" id="{72B34F9A-D386-D88B-58A4-80B24292F70A}"/>
              </a:ext>
            </a:extLst>
          </p:cNvPr>
          <p:cNvSpPr txBox="1">
            <a:spLocks noChangeArrowheads="1"/>
          </p:cNvSpPr>
          <p:nvPr/>
        </p:nvSpPr>
        <p:spPr bwMode="auto">
          <a:xfrm>
            <a:off x="7034214" y="2998788"/>
            <a:ext cx="22320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aphicFrame>
        <p:nvGraphicFramePr>
          <p:cNvPr id="499725" name="Object 13">
            <a:extLst>
              <a:ext uri="{FF2B5EF4-FFF2-40B4-BE49-F238E27FC236}">
                <a16:creationId xmlns:a16="http://schemas.microsoft.com/office/drawing/2014/main" id="{46B9952A-D7DA-E469-EF4D-572DD21095D1}"/>
              </a:ext>
            </a:extLst>
          </p:cNvPr>
          <p:cNvGraphicFramePr>
            <a:graphicFrameLocks noChangeAspect="1"/>
          </p:cNvGraphicFramePr>
          <p:nvPr/>
        </p:nvGraphicFramePr>
        <p:xfrm>
          <a:off x="4157664" y="2854326"/>
          <a:ext cx="2655887" cy="892175"/>
        </p:xfrm>
        <a:graphic>
          <a:graphicData uri="http://schemas.openxmlformats.org/presentationml/2006/ole">
            <mc:AlternateContent xmlns:mc="http://schemas.openxmlformats.org/markup-compatibility/2006">
              <mc:Choice xmlns:v="urn:schemas-microsoft-com:vml" Requires="v">
                <p:oleObj name="公式" r:id="rId6" imgW="30721300" imgH="11112500" progId="Equation.3">
                  <p:embed/>
                </p:oleObj>
              </mc:Choice>
              <mc:Fallback>
                <p:oleObj name="公式" r:id="rId6" imgW="30721300" imgH="11112500" progId="Equation.3">
                  <p:embed/>
                  <p:pic>
                    <p:nvPicPr>
                      <p:cNvPr id="499725" name="Object 13">
                        <a:extLst>
                          <a:ext uri="{FF2B5EF4-FFF2-40B4-BE49-F238E27FC236}">
                            <a16:creationId xmlns:a16="http://schemas.microsoft.com/office/drawing/2014/main" id="{46B9952A-D7DA-E469-EF4D-572DD21095D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57664" y="2854326"/>
                        <a:ext cx="2655887"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26" name="Object 14">
            <a:extLst>
              <a:ext uri="{FF2B5EF4-FFF2-40B4-BE49-F238E27FC236}">
                <a16:creationId xmlns:a16="http://schemas.microsoft.com/office/drawing/2014/main" id="{8A60B2AC-1884-75AB-FBA5-A285C8C9B7E5}"/>
              </a:ext>
            </a:extLst>
          </p:cNvPr>
          <p:cNvGraphicFramePr>
            <a:graphicFrameLocks noChangeAspect="1"/>
          </p:cNvGraphicFramePr>
          <p:nvPr/>
        </p:nvGraphicFramePr>
        <p:xfrm>
          <a:off x="8688389" y="3141663"/>
          <a:ext cx="1762125" cy="476250"/>
        </p:xfrm>
        <a:graphic>
          <a:graphicData uri="http://schemas.openxmlformats.org/presentationml/2006/ole">
            <mc:AlternateContent xmlns:mc="http://schemas.openxmlformats.org/markup-compatibility/2006">
              <mc:Choice xmlns:v="urn:schemas-microsoft-com:vml" Requires="v">
                <p:oleObj name="公式" r:id="rId8" imgW="20777200" imgH="5270500" progId="Equation.3">
                  <p:embed/>
                </p:oleObj>
              </mc:Choice>
              <mc:Fallback>
                <p:oleObj name="公式" r:id="rId8" imgW="20777200" imgH="5270500" progId="Equation.3">
                  <p:embed/>
                  <p:pic>
                    <p:nvPicPr>
                      <p:cNvPr id="499726" name="Object 14">
                        <a:extLst>
                          <a:ext uri="{FF2B5EF4-FFF2-40B4-BE49-F238E27FC236}">
                            <a16:creationId xmlns:a16="http://schemas.microsoft.com/office/drawing/2014/main" id="{8A60B2AC-1884-75AB-FBA5-A285C8C9B7E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88389" y="3141663"/>
                        <a:ext cx="1762125"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9727" name="Rectangle 15">
            <a:extLst>
              <a:ext uri="{FF2B5EF4-FFF2-40B4-BE49-F238E27FC236}">
                <a16:creationId xmlns:a16="http://schemas.microsoft.com/office/drawing/2014/main" id="{E36FEB15-1C80-5176-93B7-8C0B3DFF3DBE}"/>
              </a:ext>
            </a:extLst>
          </p:cNvPr>
          <p:cNvSpPr>
            <a:spLocks noChangeArrowheads="1"/>
          </p:cNvSpPr>
          <p:nvPr/>
        </p:nvSpPr>
        <p:spPr bwMode="auto">
          <a:xfrm>
            <a:off x="2136776" y="3860801"/>
            <a:ext cx="20161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0.05</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p>
        </p:txBody>
      </p:sp>
      <p:graphicFrame>
        <p:nvGraphicFramePr>
          <p:cNvPr id="499728" name="Object 16">
            <a:extLst>
              <a:ext uri="{FF2B5EF4-FFF2-40B4-BE49-F238E27FC236}">
                <a16:creationId xmlns:a16="http://schemas.microsoft.com/office/drawing/2014/main" id="{7B0CE23F-DA1B-2E11-7B3F-BC262C551560}"/>
              </a:ext>
            </a:extLst>
          </p:cNvPr>
          <p:cNvGraphicFramePr>
            <a:graphicFrameLocks noChangeAspect="1"/>
          </p:cNvGraphicFramePr>
          <p:nvPr/>
        </p:nvGraphicFramePr>
        <p:xfrm>
          <a:off x="4348164" y="3860801"/>
          <a:ext cx="2746375" cy="563563"/>
        </p:xfrm>
        <a:graphic>
          <a:graphicData uri="http://schemas.openxmlformats.org/presentationml/2006/ole">
            <mc:AlternateContent xmlns:mc="http://schemas.openxmlformats.org/markup-compatibility/2006">
              <mc:Choice xmlns:v="urn:schemas-microsoft-com:vml" Requires="v">
                <p:oleObj name="公式" r:id="rId10" imgW="25742900" imgH="5270500" progId="Equation.3">
                  <p:embed/>
                </p:oleObj>
              </mc:Choice>
              <mc:Fallback>
                <p:oleObj name="公式" r:id="rId10" imgW="25742900" imgH="5270500" progId="Equation.3">
                  <p:embed/>
                  <p:pic>
                    <p:nvPicPr>
                      <p:cNvPr id="499728" name="Object 16">
                        <a:extLst>
                          <a:ext uri="{FF2B5EF4-FFF2-40B4-BE49-F238E27FC236}">
                            <a16:creationId xmlns:a16="http://schemas.microsoft.com/office/drawing/2014/main" id="{7B0CE23F-DA1B-2E11-7B3F-BC262C55156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48164" y="3860801"/>
                        <a:ext cx="2746375" cy="563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9729" name="Object 17">
            <a:extLst>
              <a:ext uri="{FF2B5EF4-FFF2-40B4-BE49-F238E27FC236}">
                <a16:creationId xmlns:a16="http://schemas.microsoft.com/office/drawing/2014/main" id="{68B4A27E-37DB-1CFF-6B4F-F09486B4D39A}"/>
              </a:ext>
            </a:extLst>
          </p:cNvPr>
          <p:cNvGraphicFramePr>
            <a:graphicFrameLocks noChangeAspect="1"/>
          </p:cNvGraphicFramePr>
          <p:nvPr/>
        </p:nvGraphicFramePr>
        <p:xfrm>
          <a:off x="2351089" y="5229225"/>
          <a:ext cx="2579687" cy="869950"/>
        </p:xfrm>
        <a:graphic>
          <a:graphicData uri="http://schemas.openxmlformats.org/presentationml/2006/ole">
            <mc:AlternateContent xmlns:mc="http://schemas.openxmlformats.org/markup-compatibility/2006">
              <mc:Choice xmlns:v="urn:schemas-microsoft-com:vml" Requires="v">
                <p:oleObj name="公式" r:id="rId12" imgW="29845000" imgH="10820400" progId="Equation.3">
                  <p:embed/>
                </p:oleObj>
              </mc:Choice>
              <mc:Fallback>
                <p:oleObj name="公式" r:id="rId12" imgW="29845000" imgH="10820400" progId="Equation.3">
                  <p:embed/>
                  <p:pic>
                    <p:nvPicPr>
                      <p:cNvPr id="499729" name="Object 17">
                        <a:extLst>
                          <a:ext uri="{FF2B5EF4-FFF2-40B4-BE49-F238E27FC236}">
                            <a16:creationId xmlns:a16="http://schemas.microsoft.com/office/drawing/2014/main" id="{68B4A27E-37DB-1CFF-6B4F-F09486B4D39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51089" y="5229225"/>
                        <a:ext cx="2579687" cy="869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30" name="Object 18">
            <a:extLst>
              <a:ext uri="{FF2B5EF4-FFF2-40B4-BE49-F238E27FC236}">
                <a16:creationId xmlns:a16="http://schemas.microsoft.com/office/drawing/2014/main" id="{5A53CEE5-7168-89FE-A6C5-D5965BFB0D2E}"/>
              </a:ext>
            </a:extLst>
          </p:cNvPr>
          <p:cNvGraphicFramePr>
            <a:graphicFrameLocks noChangeAspect="1"/>
          </p:cNvGraphicFramePr>
          <p:nvPr/>
        </p:nvGraphicFramePr>
        <p:xfrm>
          <a:off x="5016500" y="5229226"/>
          <a:ext cx="2147888" cy="1198563"/>
        </p:xfrm>
        <a:graphic>
          <a:graphicData uri="http://schemas.openxmlformats.org/presentationml/2006/ole">
            <mc:AlternateContent xmlns:mc="http://schemas.openxmlformats.org/markup-compatibility/2006">
              <mc:Choice xmlns:v="urn:schemas-microsoft-com:vml" Requires="v">
                <p:oleObj name="公式" r:id="rId14" imgW="24866600" imgH="14922500" progId="Equation.3">
                  <p:embed/>
                </p:oleObj>
              </mc:Choice>
              <mc:Fallback>
                <p:oleObj name="公式" r:id="rId14" imgW="24866600" imgH="14922500" progId="Equation.3">
                  <p:embed/>
                  <p:pic>
                    <p:nvPicPr>
                      <p:cNvPr id="499730" name="Object 18">
                        <a:extLst>
                          <a:ext uri="{FF2B5EF4-FFF2-40B4-BE49-F238E27FC236}">
                            <a16:creationId xmlns:a16="http://schemas.microsoft.com/office/drawing/2014/main" id="{5A53CEE5-7168-89FE-A6C5-D5965BFB0D2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16500" y="5229226"/>
                        <a:ext cx="2147888" cy="1198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31" name="Object 19">
            <a:extLst>
              <a:ext uri="{FF2B5EF4-FFF2-40B4-BE49-F238E27FC236}">
                <a16:creationId xmlns:a16="http://schemas.microsoft.com/office/drawing/2014/main" id="{58F95782-8F84-1FC2-6650-3235CF7F0304}"/>
              </a:ext>
            </a:extLst>
          </p:cNvPr>
          <p:cNvGraphicFramePr>
            <a:graphicFrameLocks noChangeAspect="1"/>
          </p:cNvGraphicFramePr>
          <p:nvPr/>
        </p:nvGraphicFramePr>
        <p:xfrm>
          <a:off x="7175500" y="5373689"/>
          <a:ext cx="992188" cy="371475"/>
        </p:xfrm>
        <a:graphic>
          <a:graphicData uri="http://schemas.openxmlformats.org/presentationml/2006/ole">
            <mc:AlternateContent xmlns:mc="http://schemas.openxmlformats.org/markup-compatibility/2006">
              <mc:Choice xmlns:v="urn:schemas-microsoft-com:vml" Requires="v">
                <p:oleObj name="公式" r:id="rId16" imgW="11696700" imgH="4102100" progId="Equation.3">
                  <p:embed/>
                </p:oleObj>
              </mc:Choice>
              <mc:Fallback>
                <p:oleObj name="公式" r:id="rId16" imgW="11696700" imgH="4102100" progId="Equation.3">
                  <p:embed/>
                  <p:pic>
                    <p:nvPicPr>
                      <p:cNvPr id="499731" name="Object 19">
                        <a:extLst>
                          <a:ext uri="{FF2B5EF4-FFF2-40B4-BE49-F238E27FC236}">
                            <a16:creationId xmlns:a16="http://schemas.microsoft.com/office/drawing/2014/main" id="{58F95782-8F84-1FC2-6650-3235CF7F030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175500" y="5373689"/>
                        <a:ext cx="992188"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9732" name="Rectangle 20">
            <a:extLst>
              <a:ext uri="{FF2B5EF4-FFF2-40B4-BE49-F238E27FC236}">
                <a16:creationId xmlns:a16="http://schemas.microsoft.com/office/drawing/2014/main" id="{2F3B9145-8F55-93A6-254A-05778CE5C914}"/>
              </a:ext>
            </a:extLst>
          </p:cNvPr>
          <p:cNvSpPr>
            <a:spLocks noChangeArrowheads="1"/>
          </p:cNvSpPr>
          <p:nvPr/>
        </p:nvSpPr>
        <p:spPr bwMode="auto">
          <a:xfrm>
            <a:off x="1992313" y="404813"/>
            <a:ext cx="61198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若有诀窍，则 猜中的概率 </a:t>
            </a:r>
            <a:r>
              <a:rPr kumimoji="1" lang="en-US" altLang="zh-CN" sz="2800" b="1" i="1">
                <a:solidFill>
                  <a:srgbClr val="007A77"/>
                </a:solidFill>
                <a:latin typeface="Times New Roman" panose="02020603050405020304" pitchFamily="18" charset="0"/>
                <a:ea typeface="楷体_GB2312" pitchFamily="49" charset="-122"/>
              </a:rPr>
              <a:t>p </a:t>
            </a:r>
            <a:r>
              <a:rPr kumimoji="1" lang="zh-CN" altLang="en-US" sz="2800" b="1">
                <a:solidFill>
                  <a:srgbClr val="007A77"/>
                </a:solidFill>
                <a:latin typeface="Times New Roman" panose="02020603050405020304" pitchFamily="18" charset="0"/>
                <a:ea typeface="楷体_GB2312" pitchFamily="49" charset="-122"/>
              </a:rPr>
              <a:t>应大于</a:t>
            </a:r>
            <a:r>
              <a:rPr kumimoji="1" lang="en-US" altLang="zh-CN" sz="2800" b="1">
                <a:solidFill>
                  <a:srgbClr val="007A77"/>
                </a:solidFill>
                <a:latin typeface="Times New Roman" panose="02020603050405020304" pitchFamily="18" charset="0"/>
                <a:ea typeface="楷体_GB2312" pitchFamily="49" charset="-122"/>
              </a:rPr>
              <a:t>1/2.</a:t>
            </a:r>
          </a:p>
        </p:txBody>
      </p:sp>
      <p:graphicFrame>
        <p:nvGraphicFramePr>
          <p:cNvPr id="499733" name="Object 21">
            <a:extLst>
              <a:ext uri="{FF2B5EF4-FFF2-40B4-BE49-F238E27FC236}">
                <a16:creationId xmlns:a16="http://schemas.microsoft.com/office/drawing/2014/main" id="{6FDB2B18-C277-A570-27C6-1CA13882F991}"/>
              </a:ext>
            </a:extLst>
          </p:cNvPr>
          <p:cNvGraphicFramePr>
            <a:graphicFrameLocks noChangeAspect="1"/>
          </p:cNvGraphicFramePr>
          <p:nvPr/>
        </p:nvGraphicFramePr>
        <p:xfrm>
          <a:off x="2309813" y="981075"/>
          <a:ext cx="2603500" cy="831850"/>
        </p:xfrm>
        <a:graphic>
          <a:graphicData uri="http://schemas.openxmlformats.org/presentationml/2006/ole">
            <mc:AlternateContent xmlns:mc="http://schemas.openxmlformats.org/markup-compatibility/2006">
              <mc:Choice xmlns:v="urn:schemas-microsoft-com:vml" Requires="v">
                <p:oleObj name="公式" r:id="rId18" imgW="27203400" imgH="9359900" progId="Equation.3">
                  <p:embed/>
                </p:oleObj>
              </mc:Choice>
              <mc:Fallback>
                <p:oleObj name="公式" r:id="rId18" imgW="27203400" imgH="9359900" progId="Equation.3">
                  <p:embed/>
                  <p:pic>
                    <p:nvPicPr>
                      <p:cNvPr id="499733" name="Object 21">
                        <a:extLst>
                          <a:ext uri="{FF2B5EF4-FFF2-40B4-BE49-F238E27FC236}">
                            <a16:creationId xmlns:a16="http://schemas.microsoft.com/office/drawing/2014/main" id="{6FDB2B18-C277-A570-27C6-1CA13882F99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09813" y="981075"/>
                        <a:ext cx="2603500" cy="831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34" name="Object 22">
            <a:extLst>
              <a:ext uri="{FF2B5EF4-FFF2-40B4-BE49-F238E27FC236}">
                <a16:creationId xmlns:a16="http://schemas.microsoft.com/office/drawing/2014/main" id="{5C684FCC-8C19-236B-CD5A-FDD33B29DF2F}"/>
              </a:ext>
            </a:extLst>
          </p:cNvPr>
          <p:cNvGraphicFramePr>
            <a:graphicFrameLocks noChangeAspect="1"/>
          </p:cNvGraphicFramePr>
          <p:nvPr/>
        </p:nvGraphicFramePr>
        <p:xfrm>
          <a:off x="2351089" y="4652963"/>
          <a:ext cx="1762125" cy="476250"/>
        </p:xfrm>
        <a:graphic>
          <a:graphicData uri="http://schemas.openxmlformats.org/presentationml/2006/ole">
            <mc:AlternateContent xmlns:mc="http://schemas.openxmlformats.org/markup-compatibility/2006">
              <mc:Choice xmlns:v="urn:schemas-microsoft-com:vml" Requires="v">
                <p:oleObj name="公式" r:id="rId20" imgW="20777200" imgH="5270500" progId="Equation.3">
                  <p:embed/>
                </p:oleObj>
              </mc:Choice>
              <mc:Fallback>
                <p:oleObj name="公式" r:id="rId20" imgW="20777200" imgH="5270500" progId="Equation.3">
                  <p:embed/>
                  <p:pic>
                    <p:nvPicPr>
                      <p:cNvPr id="499734" name="Object 22">
                        <a:extLst>
                          <a:ext uri="{FF2B5EF4-FFF2-40B4-BE49-F238E27FC236}">
                            <a16:creationId xmlns:a16="http://schemas.microsoft.com/office/drawing/2014/main" id="{5C684FCC-8C19-236B-CD5A-FDD33B29DF2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51089" y="4652963"/>
                        <a:ext cx="1762125"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35" name="Object 23">
            <a:extLst>
              <a:ext uri="{FF2B5EF4-FFF2-40B4-BE49-F238E27FC236}">
                <a16:creationId xmlns:a16="http://schemas.microsoft.com/office/drawing/2014/main" id="{1E0451B5-C9FC-EF9E-C225-3D711DE29216}"/>
              </a:ext>
            </a:extLst>
          </p:cNvPr>
          <p:cNvGraphicFramePr>
            <a:graphicFrameLocks noChangeAspect="1"/>
          </p:cNvGraphicFramePr>
          <p:nvPr/>
        </p:nvGraphicFramePr>
        <p:xfrm>
          <a:off x="4151314" y="4652963"/>
          <a:ext cx="1762125" cy="423862"/>
        </p:xfrm>
        <a:graphic>
          <a:graphicData uri="http://schemas.openxmlformats.org/presentationml/2006/ole">
            <mc:AlternateContent xmlns:mc="http://schemas.openxmlformats.org/markup-compatibility/2006">
              <mc:Choice xmlns:v="urn:schemas-microsoft-com:vml" Requires="v">
                <p:oleObj name="公式" r:id="rId21" imgW="20777200" imgH="4686300" progId="Equation.3">
                  <p:embed/>
                </p:oleObj>
              </mc:Choice>
              <mc:Fallback>
                <p:oleObj name="公式" r:id="rId21" imgW="20777200" imgH="4686300" progId="Equation.3">
                  <p:embed/>
                  <p:pic>
                    <p:nvPicPr>
                      <p:cNvPr id="499735" name="Object 23">
                        <a:extLst>
                          <a:ext uri="{FF2B5EF4-FFF2-40B4-BE49-F238E27FC236}">
                            <a16:creationId xmlns:a16="http://schemas.microsoft.com/office/drawing/2014/main" id="{1E0451B5-C9FC-EF9E-C225-3D711DE29216}"/>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151314" y="4652963"/>
                        <a:ext cx="1762125" cy="423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9732"/>
                                        </p:tgtEl>
                                        <p:attrNameLst>
                                          <p:attrName>style.visibility</p:attrName>
                                        </p:attrNameLst>
                                      </p:cBhvr>
                                      <p:to>
                                        <p:strVal val="visible"/>
                                      </p:to>
                                    </p:set>
                                    <p:animEffect transition="in" filter="wipe(left)">
                                      <p:cBhvr>
                                        <p:cTn id="7" dur="1000"/>
                                        <p:tgtEl>
                                          <p:spTgt spid="4997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99733"/>
                                        </p:tgtEl>
                                        <p:attrNameLst>
                                          <p:attrName>style.visibility</p:attrName>
                                        </p:attrNameLst>
                                      </p:cBhvr>
                                      <p:to>
                                        <p:strVal val="visible"/>
                                      </p:to>
                                    </p:set>
                                    <p:animEffect transition="in" filter="wipe(left)">
                                      <p:cBhvr>
                                        <p:cTn id="12" dur="1000"/>
                                        <p:tgtEl>
                                          <p:spTgt spid="4997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99720"/>
                                        </p:tgtEl>
                                        <p:attrNameLst>
                                          <p:attrName>style.visibility</p:attrName>
                                        </p:attrNameLst>
                                      </p:cBhvr>
                                      <p:to>
                                        <p:strVal val="visible"/>
                                      </p:to>
                                    </p:set>
                                    <p:animEffect transition="in" filter="wipe(left)">
                                      <p:cBhvr>
                                        <p:cTn id="17" dur="1000"/>
                                        <p:tgtEl>
                                          <p:spTgt spid="4997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99717"/>
                                        </p:tgtEl>
                                        <p:attrNameLst>
                                          <p:attrName>style.visibility</p:attrName>
                                        </p:attrNameLst>
                                      </p:cBhvr>
                                      <p:to>
                                        <p:strVal val="visible"/>
                                      </p:to>
                                    </p:set>
                                    <p:animEffect transition="in" filter="wipe(left)">
                                      <p:cBhvr>
                                        <p:cTn id="22" dur="1000"/>
                                        <p:tgtEl>
                                          <p:spTgt spid="4997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99723"/>
                                        </p:tgtEl>
                                        <p:attrNameLst>
                                          <p:attrName>style.visibility</p:attrName>
                                        </p:attrNameLst>
                                      </p:cBhvr>
                                      <p:to>
                                        <p:strVal val="visible"/>
                                      </p:to>
                                    </p:set>
                                    <p:animEffect transition="in" filter="wipe(left)">
                                      <p:cBhvr>
                                        <p:cTn id="27" dur="1000"/>
                                        <p:tgtEl>
                                          <p:spTgt spid="499723"/>
                                        </p:tgtEl>
                                      </p:cBhvr>
                                    </p:animEffect>
                                  </p:childTnLst>
                                </p:cTn>
                              </p:par>
                            </p:childTnLst>
                          </p:cTn>
                        </p:par>
                        <p:par>
                          <p:cTn id="28" fill="hold" nodeType="afterGroup">
                            <p:stCondLst>
                              <p:cond delay="1000"/>
                            </p:stCondLst>
                            <p:childTnLst>
                              <p:par>
                                <p:cTn id="29" presetID="22" presetClass="entr" presetSubtype="8" fill="hold" nodeType="afterEffect">
                                  <p:stCondLst>
                                    <p:cond delay="0"/>
                                  </p:stCondLst>
                                  <p:childTnLst>
                                    <p:set>
                                      <p:cBhvr>
                                        <p:cTn id="30" dur="1" fill="hold">
                                          <p:stCondLst>
                                            <p:cond delay="0"/>
                                          </p:stCondLst>
                                        </p:cTn>
                                        <p:tgtEl>
                                          <p:spTgt spid="499725"/>
                                        </p:tgtEl>
                                        <p:attrNameLst>
                                          <p:attrName>style.visibility</p:attrName>
                                        </p:attrNameLst>
                                      </p:cBhvr>
                                      <p:to>
                                        <p:strVal val="visible"/>
                                      </p:to>
                                    </p:set>
                                    <p:animEffect transition="in" filter="wipe(left)">
                                      <p:cBhvr>
                                        <p:cTn id="31" dur="1000"/>
                                        <p:tgtEl>
                                          <p:spTgt spid="49972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99724"/>
                                        </p:tgtEl>
                                        <p:attrNameLst>
                                          <p:attrName>style.visibility</p:attrName>
                                        </p:attrNameLst>
                                      </p:cBhvr>
                                      <p:to>
                                        <p:strVal val="visible"/>
                                      </p:to>
                                    </p:set>
                                    <p:animEffect transition="in" filter="wipe(left)">
                                      <p:cBhvr>
                                        <p:cTn id="36" dur="1000"/>
                                        <p:tgtEl>
                                          <p:spTgt spid="499724"/>
                                        </p:tgtEl>
                                      </p:cBhvr>
                                    </p:animEffect>
                                  </p:childTnLst>
                                </p:cTn>
                              </p:par>
                            </p:childTnLst>
                          </p:cTn>
                        </p:par>
                        <p:par>
                          <p:cTn id="37" fill="hold" nodeType="afterGroup">
                            <p:stCondLst>
                              <p:cond delay="1000"/>
                            </p:stCondLst>
                            <p:childTnLst>
                              <p:par>
                                <p:cTn id="38" presetID="22" presetClass="entr" presetSubtype="8" fill="hold" nodeType="afterEffect">
                                  <p:stCondLst>
                                    <p:cond delay="0"/>
                                  </p:stCondLst>
                                  <p:childTnLst>
                                    <p:set>
                                      <p:cBhvr>
                                        <p:cTn id="39" dur="1" fill="hold">
                                          <p:stCondLst>
                                            <p:cond delay="0"/>
                                          </p:stCondLst>
                                        </p:cTn>
                                        <p:tgtEl>
                                          <p:spTgt spid="499726"/>
                                        </p:tgtEl>
                                        <p:attrNameLst>
                                          <p:attrName>style.visibility</p:attrName>
                                        </p:attrNameLst>
                                      </p:cBhvr>
                                      <p:to>
                                        <p:strVal val="visible"/>
                                      </p:to>
                                    </p:set>
                                    <p:animEffect transition="in" filter="wipe(left)">
                                      <p:cBhvr>
                                        <p:cTn id="40" dur="1000"/>
                                        <p:tgtEl>
                                          <p:spTgt spid="49972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499727"/>
                                        </p:tgtEl>
                                        <p:attrNameLst>
                                          <p:attrName>style.visibility</p:attrName>
                                        </p:attrNameLst>
                                      </p:cBhvr>
                                      <p:to>
                                        <p:strVal val="visible"/>
                                      </p:to>
                                    </p:set>
                                    <p:animEffect transition="in" filter="wipe(left)">
                                      <p:cBhvr>
                                        <p:cTn id="45" dur="1000"/>
                                        <p:tgtEl>
                                          <p:spTgt spid="49972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499728"/>
                                        </p:tgtEl>
                                        <p:attrNameLst>
                                          <p:attrName>style.visibility</p:attrName>
                                        </p:attrNameLst>
                                      </p:cBhvr>
                                      <p:to>
                                        <p:strVal val="visible"/>
                                      </p:to>
                                    </p:set>
                                    <p:animEffect transition="in" filter="wipe(left)">
                                      <p:cBhvr>
                                        <p:cTn id="50" dur="1000"/>
                                        <p:tgtEl>
                                          <p:spTgt spid="49972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499734"/>
                                        </p:tgtEl>
                                        <p:attrNameLst>
                                          <p:attrName>style.visibility</p:attrName>
                                        </p:attrNameLst>
                                      </p:cBhvr>
                                      <p:to>
                                        <p:strVal val="visible"/>
                                      </p:to>
                                    </p:set>
                                    <p:animEffect transition="in" filter="wipe(left)">
                                      <p:cBhvr>
                                        <p:cTn id="55" dur="1000"/>
                                        <p:tgtEl>
                                          <p:spTgt spid="499734"/>
                                        </p:tgtEl>
                                      </p:cBhvr>
                                    </p:animEffect>
                                  </p:childTnLst>
                                </p:cTn>
                              </p:par>
                            </p:childTnLst>
                          </p:cTn>
                        </p:par>
                        <p:par>
                          <p:cTn id="56" fill="hold" nodeType="afterGroup">
                            <p:stCondLst>
                              <p:cond delay="1000"/>
                            </p:stCondLst>
                            <p:childTnLst>
                              <p:par>
                                <p:cTn id="57" presetID="22" presetClass="entr" presetSubtype="8" fill="hold" nodeType="afterEffect">
                                  <p:stCondLst>
                                    <p:cond delay="0"/>
                                  </p:stCondLst>
                                  <p:childTnLst>
                                    <p:set>
                                      <p:cBhvr>
                                        <p:cTn id="58" dur="1" fill="hold">
                                          <p:stCondLst>
                                            <p:cond delay="0"/>
                                          </p:stCondLst>
                                        </p:cTn>
                                        <p:tgtEl>
                                          <p:spTgt spid="499735"/>
                                        </p:tgtEl>
                                        <p:attrNameLst>
                                          <p:attrName>style.visibility</p:attrName>
                                        </p:attrNameLst>
                                      </p:cBhvr>
                                      <p:to>
                                        <p:strVal val="visible"/>
                                      </p:to>
                                    </p:set>
                                    <p:animEffect transition="in" filter="wipe(left)">
                                      <p:cBhvr>
                                        <p:cTn id="59" dur="1000"/>
                                        <p:tgtEl>
                                          <p:spTgt spid="49973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499729"/>
                                        </p:tgtEl>
                                        <p:attrNameLst>
                                          <p:attrName>style.visibility</p:attrName>
                                        </p:attrNameLst>
                                      </p:cBhvr>
                                      <p:to>
                                        <p:strVal val="visible"/>
                                      </p:to>
                                    </p:set>
                                    <p:animEffect transition="in" filter="wipe(left)">
                                      <p:cBhvr>
                                        <p:cTn id="64" dur="1000"/>
                                        <p:tgtEl>
                                          <p:spTgt spid="499729"/>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499730"/>
                                        </p:tgtEl>
                                        <p:attrNameLst>
                                          <p:attrName>style.visibility</p:attrName>
                                        </p:attrNameLst>
                                      </p:cBhvr>
                                      <p:to>
                                        <p:strVal val="visible"/>
                                      </p:to>
                                    </p:set>
                                    <p:animEffect transition="in" filter="wipe(left)">
                                      <p:cBhvr>
                                        <p:cTn id="69" dur="1000"/>
                                        <p:tgtEl>
                                          <p:spTgt spid="499730"/>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499731"/>
                                        </p:tgtEl>
                                        <p:attrNameLst>
                                          <p:attrName>style.visibility</p:attrName>
                                        </p:attrNameLst>
                                      </p:cBhvr>
                                      <p:to>
                                        <p:strVal val="visible"/>
                                      </p:to>
                                    </p:set>
                                    <p:animEffect transition="in" filter="wipe(left)">
                                      <p:cBhvr>
                                        <p:cTn id="74" dur="1000"/>
                                        <p:tgtEl>
                                          <p:spTgt spid="499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23" grpId="0"/>
      <p:bldP spid="499724" grpId="0"/>
      <p:bldP spid="499727" grpId="0"/>
      <p:bldP spid="49973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AutoShape 2">
            <a:hlinkClick r:id="" action="ppaction://hlinkshowjump?jump=previousslide" highlightClick="1"/>
            <a:extLst>
              <a:ext uri="{FF2B5EF4-FFF2-40B4-BE49-F238E27FC236}">
                <a16:creationId xmlns:a16="http://schemas.microsoft.com/office/drawing/2014/main" id="{1FA45143-2E4E-33B9-45D0-B7A3EA338BCC}"/>
              </a:ext>
            </a:extLst>
          </p:cNvPr>
          <p:cNvSpPr>
            <a:spLocks noChangeArrowheads="1"/>
          </p:cNvSpPr>
          <p:nvPr/>
        </p:nvSpPr>
        <p:spPr bwMode="auto">
          <a:xfrm>
            <a:off x="67056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500739" name="AutoShape 3">
            <a:hlinkClick r:id="" action="ppaction://hlinkshowjump?jump=nextslide" highlightClick="1"/>
            <a:extLst>
              <a:ext uri="{FF2B5EF4-FFF2-40B4-BE49-F238E27FC236}">
                <a16:creationId xmlns:a16="http://schemas.microsoft.com/office/drawing/2014/main" id="{B882B3D3-ED50-EB99-9D1E-33DB5A85426C}"/>
              </a:ext>
            </a:extLst>
          </p:cNvPr>
          <p:cNvSpPr>
            <a:spLocks noChangeArrowheads="1"/>
          </p:cNvSpPr>
          <p:nvPr/>
        </p:nvSpPr>
        <p:spPr bwMode="auto">
          <a:xfrm>
            <a:off x="79248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500740" name="AutoShape 4">
            <a:hlinkClick r:id="" action="ppaction://hlinkshowjump?jump=endshow" highlightClick="1"/>
            <a:extLst>
              <a:ext uri="{FF2B5EF4-FFF2-40B4-BE49-F238E27FC236}">
                <a16:creationId xmlns:a16="http://schemas.microsoft.com/office/drawing/2014/main" id="{9B41851A-CC0A-0084-0326-4CA9A8A0A99A}"/>
              </a:ext>
            </a:extLst>
          </p:cNvPr>
          <p:cNvSpPr>
            <a:spLocks noChangeArrowheads="1"/>
          </p:cNvSpPr>
          <p:nvPr/>
        </p:nvSpPr>
        <p:spPr bwMode="auto">
          <a:xfrm>
            <a:off x="92202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500741" name="Object 5">
            <a:extLst>
              <a:ext uri="{FF2B5EF4-FFF2-40B4-BE49-F238E27FC236}">
                <a16:creationId xmlns:a16="http://schemas.microsoft.com/office/drawing/2014/main" id="{26316A8A-5483-9AE4-D2DB-6B4E483C0A3D}"/>
              </a:ext>
            </a:extLst>
          </p:cNvPr>
          <p:cNvGraphicFramePr>
            <a:graphicFrameLocks noChangeAspect="1"/>
          </p:cNvGraphicFramePr>
          <p:nvPr/>
        </p:nvGraphicFramePr>
        <p:xfrm>
          <a:off x="3357563" y="1266826"/>
          <a:ext cx="1141412" cy="460375"/>
        </p:xfrm>
        <a:graphic>
          <a:graphicData uri="http://schemas.openxmlformats.org/presentationml/2006/ole">
            <mc:AlternateContent xmlns:mc="http://schemas.openxmlformats.org/markup-compatibility/2006">
              <mc:Choice xmlns:v="urn:schemas-microsoft-com:vml" Requires="v">
                <p:oleObj name="公式" r:id="rId2" imgW="10236200" imgH="4102100" progId="Equation.3">
                  <p:embed/>
                </p:oleObj>
              </mc:Choice>
              <mc:Fallback>
                <p:oleObj name="公式" r:id="rId2" imgW="10236200" imgH="4102100" progId="Equation.3">
                  <p:embed/>
                  <p:pic>
                    <p:nvPicPr>
                      <p:cNvPr id="500741" name="Object 5">
                        <a:extLst>
                          <a:ext uri="{FF2B5EF4-FFF2-40B4-BE49-F238E27FC236}">
                            <a16:creationId xmlns:a16="http://schemas.microsoft.com/office/drawing/2014/main" id="{26316A8A-5483-9AE4-D2DB-6B4E483C0A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7563" y="1266826"/>
                        <a:ext cx="1141412"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0742" name="Rectangle 6">
            <a:extLst>
              <a:ext uri="{FF2B5EF4-FFF2-40B4-BE49-F238E27FC236}">
                <a16:creationId xmlns:a16="http://schemas.microsoft.com/office/drawing/2014/main" id="{48BDFA8C-754B-7FD4-4577-01A76C8F17E3}"/>
              </a:ext>
            </a:extLst>
          </p:cNvPr>
          <p:cNvSpPr>
            <a:spLocks noChangeArrowheads="1"/>
          </p:cNvSpPr>
          <p:nvPr/>
        </p:nvSpPr>
        <p:spPr bwMode="auto">
          <a:xfrm>
            <a:off x="4797425" y="1195388"/>
            <a:ext cx="2520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所以拒绝</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500743" name="Rectangle 7">
            <a:extLst>
              <a:ext uri="{FF2B5EF4-FFF2-40B4-BE49-F238E27FC236}">
                <a16:creationId xmlns:a16="http://schemas.microsoft.com/office/drawing/2014/main" id="{97DC59B0-8185-A8A9-FB6F-69A51D08CAC7}"/>
              </a:ext>
            </a:extLst>
          </p:cNvPr>
          <p:cNvSpPr>
            <a:spLocks noChangeArrowheads="1"/>
          </p:cNvSpPr>
          <p:nvPr/>
        </p:nvSpPr>
        <p:spPr bwMode="auto">
          <a:xfrm>
            <a:off x="2349500" y="1195388"/>
            <a:ext cx="17287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500744" name="Rectangle 8">
            <a:extLst>
              <a:ext uri="{FF2B5EF4-FFF2-40B4-BE49-F238E27FC236}">
                <a16:creationId xmlns:a16="http://schemas.microsoft.com/office/drawing/2014/main" id="{4FF7FC17-117C-8E55-FE10-CC246266D0DE}"/>
              </a:ext>
            </a:extLst>
          </p:cNvPr>
          <p:cNvSpPr>
            <a:spLocks noChangeArrowheads="1"/>
          </p:cNvSpPr>
          <p:nvPr/>
        </p:nvSpPr>
        <p:spPr bwMode="auto">
          <a:xfrm>
            <a:off x="2495551" y="2133600"/>
            <a:ext cx="563086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90000"/>
              </a:lnSpc>
              <a:spcBef>
                <a:spcPct val="20000"/>
              </a:spcBef>
              <a:spcAft>
                <a:spcPct val="0"/>
              </a:spcAft>
            </a:pPr>
            <a:r>
              <a:rPr kumimoji="1" lang="zh-CN" altLang="en-US" sz="2800" b="1">
                <a:solidFill>
                  <a:srgbClr val="007A77"/>
                </a:solidFill>
                <a:latin typeface="Times New Roman" panose="02020603050405020304" pitchFamily="18" charset="0"/>
                <a:ea typeface="楷体_GB2312" pitchFamily="49" charset="-122"/>
              </a:rPr>
              <a:t>可以认为此人猜硬币有某种诀窍。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00743"/>
                                        </p:tgtEl>
                                        <p:attrNameLst>
                                          <p:attrName>style.visibility</p:attrName>
                                        </p:attrNameLst>
                                      </p:cBhvr>
                                      <p:to>
                                        <p:strVal val="visible"/>
                                      </p:to>
                                    </p:set>
                                    <p:animEffect transition="in" filter="wipe(left)">
                                      <p:cBhvr>
                                        <p:cTn id="7" dur="1000"/>
                                        <p:tgtEl>
                                          <p:spTgt spid="500743"/>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500741"/>
                                        </p:tgtEl>
                                        <p:attrNameLst>
                                          <p:attrName>style.visibility</p:attrName>
                                        </p:attrNameLst>
                                      </p:cBhvr>
                                      <p:to>
                                        <p:strVal val="visible"/>
                                      </p:to>
                                    </p:set>
                                    <p:animEffect transition="in" filter="wipe(left)">
                                      <p:cBhvr>
                                        <p:cTn id="11" dur="1000"/>
                                        <p:tgtEl>
                                          <p:spTgt spid="500741"/>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500742"/>
                                        </p:tgtEl>
                                        <p:attrNameLst>
                                          <p:attrName>style.visibility</p:attrName>
                                        </p:attrNameLst>
                                      </p:cBhvr>
                                      <p:to>
                                        <p:strVal val="visible"/>
                                      </p:to>
                                    </p:set>
                                    <p:animEffect transition="in" filter="wipe(left)">
                                      <p:cBhvr>
                                        <p:cTn id="15" dur="1000"/>
                                        <p:tgtEl>
                                          <p:spTgt spid="50074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500744"/>
                                        </p:tgtEl>
                                        <p:attrNameLst>
                                          <p:attrName>style.visibility</p:attrName>
                                        </p:attrNameLst>
                                      </p:cBhvr>
                                      <p:to>
                                        <p:strVal val="visible"/>
                                      </p:to>
                                    </p:set>
                                    <p:animEffect transition="in" filter="wipe(left)">
                                      <p:cBhvr>
                                        <p:cTn id="20" dur="1000"/>
                                        <p:tgtEl>
                                          <p:spTgt spid="5007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42" grpId="0"/>
      <p:bldP spid="500743" grpId="0"/>
      <p:bldP spid="50074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Text Box 2">
            <a:extLst>
              <a:ext uri="{FF2B5EF4-FFF2-40B4-BE49-F238E27FC236}">
                <a16:creationId xmlns:a16="http://schemas.microsoft.com/office/drawing/2014/main" id="{CCD0F96D-0BAE-12BF-A9E7-51DEE528FF1B}"/>
              </a:ext>
            </a:extLst>
          </p:cNvPr>
          <p:cNvSpPr txBox="1">
            <a:spLocks noChangeArrowheads="1"/>
          </p:cNvSpPr>
          <p:nvPr/>
        </p:nvSpPr>
        <p:spPr bwMode="auto">
          <a:xfrm>
            <a:off x="1992313" y="692151"/>
            <a:ext cx="8280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4000" b="1">
                <a:solidFill>
                  <a:srgbClr val="DC5900"/>
                </a:solidFill>
                <a:effectLst>
                  <a:outerShdw blurRad="38100" dist="38100" dir="2700000" algn="tl">
                    <a:srgbClr val="C0C0C0"/>
                  </a:outerShdw>
                </a:effectLst>
                <a:latin typeface="Times New Roman" panose="02020603050405020304" pitchFamily="18" charset="0"/>
                <a:ea typeface="宋体" panose="02010600030101010101" pitchFamily="2" charset="-122"/>
              </a:rPr>
              <a:t>第四节    分布函数的拟合优度检验</a:t>
            </a:r>
          </a:p>
        </p:txBody>
      </p:sp>
      <p:sp>
        <p:nvSpPr>
          <p:cNvPr id="695299" name="AutoShape 3">
            <a:hlinkClick r:id="" action="ppaction://hlinkshowjump?jump=endshow" highlightClick="1"/>
            <a:extLst>
              <a:ext uri="{FF2B5EF4-FFF2-40B4-BE49-F238E27FC236}">
                <a16:creationId xmlns:a16="http://schemas.microsoft.com/office/drawing/2014/main" id="{C62E26B2-5D5E-F45C-F8E5-33C2F1A1FB56}"/>
              </a:ext>
            </a:extLst>
          </p:cNvPr>
          <p:cNvSpPr>
            <a:spLocks noChangeArrowheads="1"/>
          </p:cNvSpPr>
          <p:nvPr/>
        </p:nvSpPr>
        <p:spPr bwMode="auto">
          <a:xfrm>
            <a:off x="67056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695300" name="AutoShape 4">
            <a:hlinkClick r:id="" action="ppaction://hlinkshowjump?jump=nextslide" highlightClick="1"/>
            <a:extLst>
              <a:ext uri="{FF2B5EF4-FFF2-40B4-BE49-F238E27FC236}">
                <a16:creationId xmlns:a16="http://schemas.microsoft.com/office/drawing/2014/main" id="{8F742352-B9BD-BB7C-3C0E-DB248B8149C7}"/>
              </a:ext>
            </a:extLst>
          </p:cNvPr>
          <p:cNvSpPr>
            <a:spLocks noChangeArrowheads="1"/>
          </p:cNvSpPr>
          <p:nvPr/>
        </p:nvSpPr>
        <p:spPr bwMode="auto">
          <a:xfrm>
            <a:off x="79248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695301" name="AutoShape 5">
            <a:hlinkClick r:id="" action="ppaction://hlinkshowjump?jump=endshow" highlightClick="1"/>
            <a:extLst>
              <a:ext uri="{FF2B5EF4-FFF2-40B4-BE49-F238E27FC236}">
                <a16:creationId xmlns:a16="http://schemas.microsoft.com/office/drawing/2014/main" id="{9BD8F157-4BEC-3450-6C90-77F832682E9B}"/>
              </a:ext>
            </a:extLst>
          </p:cNvPr>
          <p:cNvSpPr>
            <a:spLocks noChangeArrowheads="1"/>
          </p:cNvSpPr>
          <p:nvPr/>
        </p:nvSpPr>
        <p:spPr bwMode="auto">
          <a:xfrm>
            <a:off x="92202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695302" name="Group 6">
            <a:extLst>
              <a:ext uri="{FF2B5EF4-FFF2-40B4-BE49-F238E27FC236}">
                <a16:creationId xmlns:a16="http://schemas.microsoft.com/office/drawing/2014/main" id="{89865707-D193-6E05-CCF0-3C4D2FBFC8CE}"/>
              </a:ext>
            </a:extLst>
          </p:cNvPr>
          <p:cNvGrpSpPr>
            <a:grpSpLocks/>
          </p:cNvGrpSpPr>
          <p:nvPr/>
        </p:nvGrpSpPr>
        <p:grpSpPr bwMode="auto">
          <a:xfrm>
            <a:off x="2135188" y="1628776"/>
            <a:ext cx="7923212" cy="3940175"/>
            <a:chOff x="385" y="1026"/>
            <a:chExt cx="4991" cy="2482"/>
          </a:xfrm>
        </p:grpSpPr>
        <p:sp>
          <p:nvSpPr>
            <p:cNvPr id="695303" name="Text Box 7">
              <a:extLst>
                <a:ext uri="{FF2B5EF4-FFF2-40B4-BE49-F238E27FC236}">
                  <a16:creationId xmlns:a16="http://schemas.microsoft.com/office/drawing/2014/main" id="{9F901568-1F9A-3583-1C89-D61A8AB0B65A}"/>
                </a:ext>
              </a:extLst>
            </p:cNvPr>
            <p:cNvSpPr txBox="1">
              <a:spLocks noChangeArrowheads="1"/>
            </p:cNvSpPr>
            <p:nvPr/>
          </p:nvSpPr>
          <p:spPr bwMode="auto">
            <a:xfrm>
              <a:off x="385" y="1026"/>
              <a:ext cx="4991" cy="2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前面几节中讨论了总体分布形式已知时关于总体参数的假设检验。但在许多实际问题中并不能预先知道总体分布的形式。这时，就需要根据样本提供的信息，对总体的分布作出假设，并对此假设进行检验。本节我们将介绍由英国统计学家卡尔</a:t>
              </a:r>
              <a:r>
                <a:rPr kumimoji="1" lang="en-US" altLang="zh-CN" sz="2400" b="1">
                  <a:solidFill>
                    <a:srgbClr val="007A77"/>
                  </a:solidFill>
                  <a:latin typeface="Times New Roman" panose="02020603050405020304" pitchFamily="18" charset="0"/>
                  <a:ea typeface="宋体" panose="02010600030101010101" pitchFamily="2" charset="-122"/>
                </a:rPr>
                <a:t>·</a:t>
              </a:r>
              <a:r>
                <a:rPr kumimoji="1" lang="zh-CN" altLang="en-US" sz="2800" b="1">
                  <a:solidFill>
                    <a:srgbClr val="007A77"/>
                  </a:solidFill>
                  <a:latin typeface="Times New Roman" panose="02020603050405020304" pitchFamily="18" charset="0"/>
                  <a:ea typeface="楷体_GB2312" pitchFamily="49" charset="-122"/>
                </a:rPr>
                <a:t>皮尔逊提出的        拟合优度检验法。</a:t>
              </a:r>
            </a:p>
          </p:txBody>
        </p:sp>
        <p:graphicFrame>
          <p:nvGraphicFramePr>
            <p:cNvPr id="695304" name="Object 8">
              <a:extLst>
                <a:ext uri="{FF2B5EF4-FFF2-40B4-BE49-F238E27FC236}">
                  <a16:creationId xmlns:a16="http://schemas.microsoft.com/office/drawing/2014/main" id="{C375DD2F-4332-8D87-A679-1F8AA87EA940}"/>
                </a:ext>
              </a:extLst>
            </p:cNvPr>
            <p:cNvGraphicFramePr>
              <a:graphicFrameLocks noChangeAspect="1"/>
            </p:cNvGraphicFramePr>
            <p:nvPr/>
          </p:nvGraphicFramePr>
          <p:xfrm>
            <a:off x="2562" y="3113"/>
            <a:ext cx="327" cy="363"/>
          </p:xfrm>
          <a:graphic>
            <a:graphicData uri="http://schemas.openxmlformats.org/presentationml/2006/ole">
              <mc:AlternateContent xmlns:mc="http://schemas.openxmlformats.org/markup-compatibility/2006">
                <mc:Choice xmlns:v="urn:schemas-microsoft-com:vml" Requires="v">
                  <p:oleObj name="公式" r:id="rId2" imgW="4686300" imgH="5270500" progId="Equation.3">
                    <p:embed/>
                  </p:oleObj>
                </mc:Choice>
                <mc:Fallback>
                  <p:oleObj name="公式" r:id="rId2" imgW="4686300" imgH="5270500" progId="Equation.3">
                    <p:embed/>
                    <p:pic>
                      <p:nvPicPr>
                        <p:cNvPr id="695304" name="Object 8">
                          <a:extLst>
                            <a:ext uri="{FF2B5EF4-FFF2-40B4-BE49-F238E27FC236}">
                              <a16:creationId xmlns:a16="http://schemas.microsoft.com/office/drawing/2014/main" id="{C375DD2F-4332-8D87-A679-1F8AA87EA9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2" y="3113"/>
                          <a:ext cx="327" cy="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695298"/>
                                        </p:tgtEl>
                                        <p:attrNameLst>
                                          <p:attrName>style.visibility</p:attrName>
                                        </p:attrNameLst>
                                      </p:cBhvr>
                                      <p:to>
                                        <p:strVal val="visible"/>
                                      </p:to>
                                    </p:set>
                                    <p:animEffect transition="in" filter="slide(fromRight)">
                                      <p:cBhvr>
                                        <p:cTn id="7" dur="1000"/>
                                        <p:tgtEl>
                                          <p:spTgt spid="6952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695302"/>
                                        </p:tgtEl>
                                        <p:attrNameLst>
                                          <p:attrName>style.visibility</p:attrName>
                                        </p:attrNameLst>
                                      </p:cBhvr>
                                      <p:to>
                                        <p:strVal val="visible"/>
                                      </p:to>
                                    </p:set>
                                    <p:animEffect transition="in" filter="slide(fromBottom)">
                                      <p:cBhvr>
                                        <p:cTn id="12" dur="1000"/>
                                        <p:tgtEl>
                                          <p:spTgt spid="695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529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6322" name="Object 2">
            <a:extLst>
              <a:ext uri="{FF2B5EF4-FFF2-40B4-BE49-F238E27FC236}">
                <a16:creationId xmlns:a16="http://schemas.microsoft.com/office/drawing/2014/main" id="{BF127EFA-E477-0750-EB0A-11102F670858}"/>
              </a:ext>
            </a:extLst>
          </p:cNvPr>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name="公式" r:id="rId2" imgW="2628900" imgH="4978400" progId="Equation.3">
                  <p:embed/>
                </p:oleObj>
              </mc:Choice>
              <mc:Fallback>
                <p:oleObj name="公式" r:id="rId2" imgW="2628900" imgH="4978400" progId="Equation.3">
                  <p:embed/>
                  <p:pic>
                    <p:nvPicPr>
                      <p:cNvPr id="696322" name="Object 2">
                        <a:extLst>
                          <a:ext uri="{FF2B5EF4-FFF2-40B4-BE49-F238E27FC236}">
                            <a16:creationId xmlns:a16="http://schemas.microsoft.com/office/drawing/2014/main" id="{BF127EFA-E477-0750-EB0A-11102F6708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96323" name="Group 3">
            <a:extLst>
              <a:ext uri="{FF2B5EF4-FFF2-40B4-BE49-F238E27FC236}">
                <a16:creationId xmlns:a16="http://schemas.microsoft.com/office/drawing/2014/main" id="{1218BBC0-CE73-C34E-E02D-C68359FEC407}"/>
              </a:ext>
            </a:extLst>
          </p:cNvPr>
          <p:cNvGrpSpPr>
            <a:grpSpLocks/>
          </p:cNvGrpSpPr>
          <p:nvPr/>
        </p:nvGrpSpPr>
        <p:grpSpPr bwMode="auto">
          <a:xfrm>
            <a:off x="1774826" y="260350"/>
            <a:ext cx="6265863" cy="609600"/>
            <a:chOff x="158" y="164"/>
            <a:chExt cx="3947" cy="384"/>
          </a:xfrm>
        </p:grpSpPr>
        <p:graphicFrame>
          <p:nvGraphicFramePr>
            <p:cNvPr id="696324" name="Object 4">
              <a:extLst>
                <a:ext uri="{FF2B5EF4-FFF2-40B4-BE49-F238E27FC236}">
                  <a16:creationId xmlns:a16="http://schemas.microsoft.com/office/drawing/2014/main" id="{19D35352-2456-8323-D1A8-ECD90944C956}"/>
                </a:ext>
              </a:extLst>
            </p:cNvPr>
            <p:cNvGraphicFramePr>
              <a:graphicFrameLocks noChangeAspect="1"/>
            </p:cNvGraphicFramePr>
            <p:nvPr/>
          </p:nvGraphicFramePr>
          <p:xfrm>
            <a:off x="158" y="164"/>
            <a:ext cx="339" cy="384"/>
          </p:xfrm>
          <a:graphic>
            <a:graphicData uri="http://schemas.openxmlformats.org/presentationml/2006/ole">
              <mc:AlternateContent xmlns:mc="http://schemas.openxmlformats.org/markup-compatibility/2006">
                <mc:Choice xmlns:v="urn:schemas-microsoft-com:vml" Requires="v">
                  <p:oleObj name="公式" r:id="rId4" imgW="4686300" imgH="5270500" progId="Equation.3">
                    <p:embed/>
                  </p:oleObj>
                </mc:Choice>
                <mc:Fallback>
                  <p:oleObj name="公式" r:id="rId4" imgW="4686300" imgH="5270500" progId="Equation.3">
                    <p:embed/>
                    <p:pic>
                      <p:nvPicPr>
                        <p:cNvPr id="696324" name="Object 4">
                          <a:extLst>
                            <a:ext uri="{FF2B5EF4-FFF2-40B4-BE49-F238E27FC236}">
                              <a16:creationId xmlns:a16="http://schemas.microsoft.com/office/drawing/2014/main" id="{19D35352-2456-8323-D1A8-ECD90944C9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 y="164"/>
                          <a:ext cx="33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325" name="Rectangle 5">
              <a:extLst>
                <a:ext uri="{FF2B5EF4-FFF2-40B4-BE49-F238E27FC236}">
                  <a16:creationId xmlns:a16="http://schemas.microsoft.com/office/drawing/2014/main" id="{C3E6EF30-DC56-7099-00F8-C1F25209FB0F}"/>
                </a:ext>
              </a:extLst>
            </p:cNvPr>
            <p:cNvSpPr>
              <a:spLocks noChangeArrowheads="1"/>
            </p:cNvSpPr>
            <p:nvPr/>
          </p:nvSpPr>
          <p:spPr bwMode="auto">
            <a:xfrm>
              <a:off x="384" y="210"/>
              <a:ext cx="372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拟合优度检验法的基本原理和步骤：</a:t>
              </a:r>
            </a:p>
          </p:txBody>
        </p:sp>
      </p:grpSp>
      <p:sp>
        <p:nvSpPr>
          <p:cNvPr id="696326" name="Rectangle 6">
            <a:extLst>
              <a:ext uri="{FF2B5EF4-FFF2-40B4-BE49-F238E27FC236}">
                <a16:creationId xmlns:a16="http://schemas.microsoft.com/office/drawing/2014/main" id="{3074D545-C3C1-F4A0-F0E2-36BAE78DE087}"/>
              </a:ext>
            </a:extLst>
          </p:cNvPr>
          <p:cNvSpPr>
            <a:spLocks noChangeArrowheads="1"/>
          </p:cNvSpPr>
          <p:nvPr/>
        </p:nvSpPr>
        <p:spPr bwMode="auto">
          <a:xfrm>
            <a:off x="1919289" y="981076"/>
            <a:ext cx="3311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 </a:t>
            </a:r>
            <a:r>
              <a:rPr kumimoji="1" lang="zh-CN" altLang="en-US" sz="2800" b="1">
                <a:solidFill>
                  <a:srgbClr val="007A77"/>
                </a:solidFill>
                <a:latin typeface="Times New Roman" panose="02020603050405020304" pitchFamily="18" charset="0"/>
                <a:ea typeface="楷体_GB2312" pitchFamily="49" charset="-122"/>
              </a:rPr>
              <a:t>提出原假设</a:t>
            </a:r>
          </a:p>
        </p:txBody>
      </p:sp>
      <p:sp>
        <p:nvSpPr>
          <p:cNvPr id="696327" name="Rectangle 7">
            <a:extLst>
              <a:ext uri="{FF2B5EF4-FFF2-40B4-BE49-F238E27FC236}">
                <a16:creationId xmlns:a16="http://schemas.microsoft.com/office/drawing/2014/main" id="{CC97B3B6-B7FD-4486-1394-655915D1F51B}"/>
              </a:ext>
            </a:extLst>
          </p:cNvPr>
          <p:cNvSpPr>
            <a:spLocks noChangeArrowheads="1"/>
          </p:cNvSpPr>
          <p:nvPr/>
        </p:nvSpPr>
        <p:spPr bwMode="auto">
          <a:xfrm>
            <a:off x="4151313" y="981076"/>
            <a:ext cx="568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H</a:t>
            </a:r>
            <a:r>
              <a:rPr kumimoji="1" lang="en-US" altLang="zh-CN" sz="2800" b="1" baseline="-25000">
                <a:solidFill>
                  <a:srgbClr val="007A77"/>
                </a:solidFill>
                <a:latin typeface="Times New Roman" panose="02020603050405020304" pitchFamily="18" charset="0"/>
                <a:ea typeface="楷体_GB2312" pitchFamily="49" charset="-122"/>
              </a:rPr>
              <a:t>0 </a:t>
            </a:r>
            <a:r>
              <a:rPr kumimoji="1" lang="zh-CN" altLang="en-US" sz="2800" b="1">
                <a:solidFill>
                  <a:srgbClr val="007A77"/>
                </a:solidFill>
                <a:latin typeface="Times New Roman" panose="02020603050405020304" pitchFamily="18" charset="0"/>
                <a:ea typeface="楷体_GB2312" pitchFamily="49" charset="-122"/>
              </a:rPr>
              <a:t>：总体 </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的分布函数为</a:t>
            </a:r>
            <a:r>
              <a:rPr kumimoji="1" lang="en-US" altLang="zh-CN" sz="2800" b="1" i="1">
                <a:solidFill>
                  <a:srgbClr val="007A77"/>
                </a:solidFill>
                <a:latin typeface="Times New Roman" panose="02020603050405020304" pitchFamily="18" charset="0"/>
                <a:ea typeface="楷体_GB2312" pitchFamily="49" charset="-122"/>
              </a:rPr>
              <a:t>F </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a:t>
            </a:r>
          </a:p>
        </p:txBody>
      </p:sp>
      <p:sp>
        <p:nvSpPr>
          <p:cNvPr id="696328" name="Rectangle 8">
            <a:extLst>
              <a:ext uri="{FF2B5EF4-FFF2-40B4-BE49-F238E27FC236}">
                <a16:creationId xmlns:a16="http://schemas.microsoft.com/office/drawing/2014/main" id="{8DDAB347-9F03-6A18-1FEB-F04EEE5E2DB4}"/>
              </a:ext>
            </a:extLst>
          </p:cNvPr>
          <p:cNvSpPr>
            <a:spLocks noChangeArrowheads="1"/>
          </p:cNvSpPr>
          <p:nvPr/>
        </p:nvSpPr>
        <p:spPr bwMode="auto">
          <a:xfrm>
            <a:off x="2927351" y="1844676"/>
            <a:ext cx="28813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 </a:t>
            </a:r>
            <a:r>
              <a:rPr kumimoji="1" lang="zh-CN" altLang="en-US" sz="2800" b="1">
                <a:solidFill>
                  <a:srgbClr val="007A77"/>
                </a:solidFill>
                <a:latin typeface="Times New Roman" panose="02020603050405020304" pitchFamily="18" charset="0"/>
                <a:ea typeface="楷体_GB2312" pitchFamily="49" charset="-122"/>
              </a:rPr>
              <a:t>：</a:t>
            </a:r>
          </a:p>
        </p:txBody>
      </p:sp>
      <p:sp>
        <p:nvSpPr>
          <p:cNvPr id="696329" name="Rectangle 9">
            <a:extLst>
              <a:ext uri="{FF2B5EF4-FFF2-40B4-BE49-F238E27FC236}">
                <a16:creationId xmlns:a16="http://schemas.microsoft.com/office/drawing/2014/main" id="{A57E63A7-2CCE-11F5-AF77-0BB6A77EBEA3}"/>
              </a:ext>
            </a:extLst>
          </p:cNvPr>
          <p:cNvSpPr>
            <a:spLocks noChangeArrowheads="1"/>
          </p:cNvSpPr>
          <p:nvPr/>
        </p:nvSpPr>
        <p:spPr bwMode="auto">
          <a:xfrm>
            <a:off x="5087939" y="1773238"/>
            <a:ext cx="4738687"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总体 </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的分布函不是</a:t>
            </a:r>
            <a:r>
              <a:rPr kumimoji="1" lang="en-US" altLang="zh-CN" sz="2800" b="1" i="1">
                <a:solidFill>
                  <a:srgbClr val="007A77"/>
                </a:solidFill>
                <a:latin typeface="Times New Roman" panose="02020603050405020304" pitchFamily="18" charset="0"/>
                <a:ea typeface="楷体_GB2312" pitchFamily="49" charset="-122"/>
              </a:rPr>
              <a:t>F </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a:t>
            </a:r>
          </a:p>
        </p:txBody>
      </p:sp>
      <p:sp>
        <p:nvSpPr>
          <p:cNvPr id="696330" name="Rectangle 10">
            <a:extLst>
              <a:ext uri="{FF2B5EF4-FFF2-40B4-BE49-F238E27FC236}">
                <a16:creationId xmlns:a16="http://schemas.microsoft.com/office/drawing/2014/main" id="{9225ED99-1DA9-8A6D-9B9D-FCF6B41B2C06}"/>
              </a:ext>
            </a:extLst>
          </p:cNvPr>
          <p:cNvSpPr>
            <a:spLocks noChangeArrowheads="1"/>
          </p:cNvSpPr>
          <p:nvPr/>
        </p:nvSpPr>
        <p:spPr bwMode="auto">
          <a:xfrm>
            <a:off x="2782889" y="2708276"/>
            <a:ext cx="5183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sym typeface="Wingdings" pitchFamily="2" charset="2"/>
              </a:rPr>
              <a:t>1)</a:t>
            </a:r>
            <a:r>
              <a:rPr kumimoji="1" lang="zh-CN" altLang="en-US" sz="2800" b="1">
                <a:solidFill>
                  <a:srgbClr val="007A77"/>
                </a:solidFill>
                <a:latin typeface="Times New Roman" panose="02020603050405020304" pitchFamily="18" charset="0"/>
                <a:ea typeface="楷体_GB2312" pitchFamily="49" charset="-122"/>
              </a:rPr>
              <a:t>备择假设可以不必写出</a:t>
            </a:r>
            <a:r>
              <a:rPr kumimoji="1" lang="en-US" altLang="zh-CN" sz="2800" b="1">
                <a:solidFill>
                  <a:srgbClr val="007A77"/>
                </a:solidFill>
                <a:latin typeface="Times New Roman" panose="02020603050405020304" pitchFamily="18" charset="0"/>
                <a:ea typeface="楷体_GB2312" pitchFamily="49" charset="-122"/>
              </a:rPr>
              <a:t>.</a:t>
            </a:r>
          </a:p>
        </p:txBody>
      </p:sp>
      <p:sp>
        <p:nvSpPr>
          <p:cNvPr id="696331" name="Rectangle 11">
            <a:extLst>
              <a:ext uri="{FF2B5EF4-FFF2-40B4-BE49-F238E27FC236}">
                <a16:creationId xmlns:a16="http://schemas.microsoft.com/office/drawing/2014/main" id="{3276032A-D807-1E74-F9CA-9E7574EA20E6}"/>
              </a:ext>
            </a:extLst>
          </p:cNvPr>
          <p:cNvSpPr>
            <a:spLocks noChangeArrowheads="1"/>
          </p:cNvSpPr>
          <p:nvPr/>
        </p:nvSpPr>
        <p:spPr bwMode="auto">
          <a:xfrm>
            <a:off x="2855913" y="3500438"/>
            <a:ext cx="71294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sym typeface="Wingdings" pitchFamily="2" charset="2"/>
              </a:rPr>
              <a:t>2)</a:t>
            </a:r>
            <a:r>
              <a:rPr kumimoji="1" lang="zh-CN" altLang="en-US" sz="2800" b="1">
                <a:solidFill>
                  <a:srgbClr val="007A77"/>
                </a:solidFill>
                <a:latin typeface="Times New Roman" panose="02020603050405020304" pitchFamily="18" charset="0"/>
                <a:ea typeface="楷体_GB2312" pitchFamily="49" charset="-122"/>
              </a:rPr>
              <a:t>若</a:t>
            </a:r>
            <a:r>
              <a:rPr kumimoji="1" lang="en-US" altLang="zh-CN" sz="2800" b="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是离散型总体，原假设相当于：</a:t>
            </a:r>
          </a:p>
        </p:txBody>
      </p:sp>
      <p:sp>
        <p:nvSpPr>
          <p:cNvPr id="696332" name="Rectangle 12">
            <a:extLst>
              <a:ext uri="{FF2B5EF4-FFF2-40B4-BE49-F238E27FC236}">
                <a16:creationId xmlns:a16="http://schemas.microsoft.com/office/drawing/2014/main" id="{9D95932C-830B-505F-1B6F-E55BE398E626}"/>
              </a:ext>
            </a:extLst>
          </p:cNvPr>
          <p:cNvSpPr>
            <a:spLocks noChangeArrowheads="1"/>
          </p:cNvSpPr>
          <p:nvPr/>
        </p:nvSpPr>
        <p:spPr bwMode="auto">
          <a:xfrm>
            <a:off x="2424114" y="4221163"/>
            <a:ext cx="82438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 </a:t>
            </a:r>
            <a:r>
              <a:rPr kumimoji="1" lang="zh-CN" altLang="en-US" sz="2800" b="1">
                <a:solidFill>
                  <a:srgbClr val="007A77"/>
                </a:solidFill>
                <a:latin typeface="Times New Roman" panose="02020603050405020304" pitchFamily="18" charset="0"/>
                <a:ea typeface="楷体_GB2312" pitchFamily="49" charset="-122"/>
              </a:rPr>
              <a:t>：总体 </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的分布律为：</a:t>
            </a:r>
            <a:r>
              <a:rPr kumimoji="1" lang="en-US" altLang="zh-CN" sz="2800" b="1">
                <a:solidFill>
                  <a:srgbClr val="007A77"/>
                </a:solidFill>
                <a:latin typeface="Times New Roman" panose="02020603050405020304" pitchFamily="18" charset="0"/>
                <a:ea typeface="楷体_GB2312" pitchFamily="49" charset="-122"/>
              </a:rPr>
              <a:t>P{X=</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p</a:t>
            </a:r>
            <a:r>
              <a:rPr kumimoji="1" lang="en-US" altLang="zh-CN" sz="2800" b="1" i="1" baseline="-25000">
                <a:solidFill>
                  <a:srgbClr val="007A77"/>
                </a:solidFill>
                <a:latin typeface="Times New Roman" panose="02020603050405020304" pitchFamily="18" charset="0"/>
                <a:ea typeface="楷体_GB2312" pitchFamily="49" charset="-122"/>
              </a:rPr>
              <a:t>i </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i</a:t>
            </a:r>
            <a:r>
              <a:rPr kumimoji="1" lang="en-US" altLang="zh-CN" sz="2800" b="1">
                <a:solidFill>
                  <a:srgbClr val="007A77"/>
                </a:solidFill>
                <a:latin typeface="Times New Roman" panose="02020603050405020304" pitchFamily="18" charset="0"/>
                <a:ea typeface="楷体_GB2312" pitchFamily="49" charset="-122"/>
              </a:rPr>
              <a:t>=1,2, </a:t>
            </a:r>
            <a:r>
              <a:rPr kumimoji="1" lang="en-US" altLang="zh-CN" sz="2800" b="1">
                <a:solidFill>
                  <a:srgbClr val="007A77"/>
                </a:solidFill>
                <a:latin typeface="宋体" panose="02010600030101010101" pitchFamily="2" charset="-122"/>
                <a:ea typeface="宋体" panose="02010600030101010101" pitchFamily="2" charset="-122"/>
              </a:rPr>
              <a:t>…</a:t>
            </a:r>
            <a:r>
              <a:rPr kumimoji="1" lang="en-US" altLang="zh-CN" sz="2800" b="1">
                <a:solidFill>
                  <a:srgbClr val="007A77"/>
                </a:solidFill>
                <a:latin typeface="Times New Roman" panose="02020603050405020304" pitchFamily="18" charset="0"/>
                <a:ea typeface="宋体" panose="02010600030101010101" pitchFamily="2" charset="-122"/>
              </a:rPr>
              <a:t> </a:t>
            </a:r>
            <a:r>
              <a:rPr kumimoji="1" lang="en-US" altLang="zh-CN" sz="2800" b="1">
                <a:solidFill>
                  <a:srgbClr val="007A77"/>
                </a:solidFill>
                <a:latin typeface="宋体" panose="02010600030101010101" pitchFamily="2" charset="-122"/>
                <a:ea typeface="宋体" panose="02010600030101010101" pitchFamily="2" charset="-122"/>
              </a:rPr>
              <a:t>…</a:t>
            </a:r>
            <a:endParaRPr kumimoji="1" lang="en-US" altLang="zh-CN" sz="2800" b="1">
              <a:solidFill>
                <a:srgbClr val="007A77"/>
              </a:solidFill>
              <a:latin typeface="Times New Roman" panose="02020603050405020304" pitchFamily="18" charset="0"/>
              <a:ea typeface="宋体" panose="02010600030101010101" pitchFamily="2" charset="-122"/>
            </a:endParaRPr>
          </a:p>
        </p:txBody>
      </p:sp>
      <p:sp>
        <p:nvSpPr>
          <p:cNvPr id="696333" name="Rectangle 13">
            <a:extLst>
              <a:ext uri="{FF2B5EF4-FFF2-40B4-BE49-F238E27FC236}">
                <a16:creationId xmlns:a16="http://schemas.microsoft.com/office/drawing/2014/main" id="{AD789B22-AE40-0561-C6EA-B77C6AEC6405}"/>
              </a:ext>
            </a:extLst>
          </p:cNvPr>
          <p:cNvSpPr>
            <a:spLocks noChangeArrowheads="1"/>
          </p:cNvSpPr>
          <p:nvPr/>
        </p:nvSpPr>
        <p:spPr bwMode="auto">
          <a:xfrm>
            <a:off x="3071813" y="4868863"/>
            <a:ext cx="71294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若</a:t>
            </a:r>
            <a:r>
              <a:rPr kumimoji="1" lang="en-US" altLang="zh-CN" sz="2800" b="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是连续型总体，原假设相当于：</a:t>
            </a:r>
          </a:p>
        </p:txBody>
      </p:sp>
      <p:sp>
        <p:nvSpPr>
          <p:cNvPr id="696334" name="Rectangle 14">
            <a:extLst>
              <a:ext uri="{FF2B5EF4-FFF2-40B4-BE49-F238E27FC236}">
                <a16:creationId xmlns:a16="http://schemas.microsoft.com/office/drawing/2014/main" id="{1AFFA9C7-5656-5951-6534-C8E163E3146D}"/>
              </a:ext>
            </a:extLst>
          </p:cNvPr>
          <p:cNvSpPr>
            <a:spLocks noChangeArrowheads="1"/>
          </p:cNvSpPr>
          <p:nvPr/>
        </p:nvSpPr>
        <p:spPr bwMode="auto">
          <a:xfrm>
            <a:off x="2424114" y="5589588"/>
            <a:ext cx="61928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 </a:t>
            </a:r>
            <a:r>
              <a:rPr kumimoji="1" lang="zh-CN" altLang="en-US" sz="2800" b="1">
                <a:solidFill>
                  <a:srgbClr val="007A77"/>
                </a:solidFill>
                <a:latin typeface="Times New Roman" panose="02020603050405020304" pitchFamily="18" charset="0"/>
                <a:ea typeface="楷体_GB2312" pitchFamily="49" charset="-122"/>
              </a:rPr>
              <a:t>：总体 </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的概率密度为</a:t>
            </a:r>
            <a:r>
              <a:rPr kumimoji="1" lang="en-US" altLang="zh-CN" sz="2800" b="1" i="1">
                <a:solidFill>
                  <a:srgbClr val="007A77"/>
                </a:solidFill>
                <a:latin typeface="Times New Roman" panose="02020603050405020304" pitchFamily="18" charset="0"/>
                <a:ea typeface="楷体_GB2312" pitchFamily="49" charset="-122"/>
              </a:rPr>
              <a:t>f </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a:t>
            </a:r>
          </a:p>
        </p:txBody>
      </p:sp>
      <p:sp>
        <p:nvSpPr>
          <p:cNvPr id="696335" name="Rectangle 15">
            <a:extLst>
              <a:ext uri="{FF2B5EF4-FFF2-40B4-BE49-F238E27FC236}">
                <a16:creationId xmlns:a16="http://schemas.microsoft.com/office/drawing/2014/main" id="{CE0A30AD-799D-3FCC-6E73-1A2561FB8B49}"/>
              </a:ext>
            </a:extLst>
          </p:cNvPr>
          <p:cNvSpPr>
            <a:spLocks noChangeArrowheads="1"/>
          </p:cNvSpPr>
          <p:nvPr/>
        </p:nvSpPr>
        <p:spPr bwMode="auto">
          <a:xfrm>
            <a:off x="1703388" y="2708276"/>
            <a:ext cx="1441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00FF"/>
                </a:solidFill>
                <a:latin typeface="Times New Roman" panose="02020603050405020304" pitchFamily="18" charset="0"/>
                <a:ea typeface="楷体_GB2312" pitchFamily="49" charset="-122"/>
              </a:rPr>
              <a:t>说明</a:t>
            </a:r>
            <a:r>
              <a:rPr kumimoji="1" lang="en-US" altLang="zh-CN" sz="2800" b="1">
                <a:solidFill>
                  <a:srgbClr val="0000FF"/>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696323"/>
                                        </p:tgtEl>
                                        <p:attrNameLst>
                                          <p:attrName>style.visibility</p:attrName>
                                        </p:attrNameLst>
                                      </p:cBhvr>
                                      <p:to>
                                        <p:strVal val="visible"/>
                                      </p:to>
                                    </p:set>
                                    <p:animEffect transition="in" filter="slide(fromRight)">
                                      <p:cBhvr>
                                        <p:cTn id="7" dur="1000"/>
                                        <p:tgtEl>
                                          <p:spTgt spid="6963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96326"/>
                                        </p:tgtEl>
                                        <p:attrNameLst>
                                          <p:attrName>style.visibility</p:attrName>
                                        </p:attrNameLst>
                                      </p:cBhvr>
                                      <p:to>
                                        <p:strVal val="visible"/>
                                      </p:to>
                                    </p:set>
                                    <p:animEffect transition="in" filter="wipe(left)">
                                      <p:cBhvr>
                                        <p:cTn id="12" dur="1000"/>
                                        <p:tgtEl>
                                          <p:spTgt spid="696326"/>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696327"/>
                                        </p:tgtEl>
                                        <p:attrNameLst>
                                          <p:attrName>style.visibility</p:attrName>
                                        </p:attrNameLst>
                                      </p:cBhvr>
                                      <p:to>
                                        <p:strVal val="visible"/>
                                      </p:to>
                                    </p:set>
                                    <p:animEffect transition="in" filter="wipe(left)">
                                      <p:cBhvr>
                                        <p:cTn id="16" dur="1000"/>
                                        <p:tgtEl>
                                          <p:spTgt spid="696327"/>
                                        </p:tgtEl>
                                      </p:cBhvr>
                                    </p:animEffect>
                                  </p:childTnLst>
                                </p:cTn>
                              </p:par>
                            </p:childTnLst>
                          </p:cTn>
                        </p:par>
                        <p:par>
                          <p:cTn id="17" fill="hold" nodeType="afterGroup">
                            <p:stCondLst>
                              <p:cond delay="2000"/>
                            </p:stCondLst>
                            <p:childTnLst>
                              <p:par>
                                <p:cTn id="18" presetID="22" presetClass="entr" presetSubtype="8" fill="hold" nodeType="afterEffect">
                                  <p:stCondLst>
                                    <p:cond delay="0"/>
                                  </p:stCondLst>
                                  <p:childTnLst>
                                    <p:set>
                                      <p:cBhvr>
                                        <p:cTn id="19" dur="1" fill="hold">
                                          <p:stCondLst>
                                            <p:cond delay="0"/>
                                          </p:stCondLst>
                                        </p:cTn>
                                        <p:tgtEl>
                                          <p:spTgt spid="696328"/>
                                        </p:tgtEl>
                                        <p:attrNameLst>
                                          <p:attrName>style.visibility</p:attrName>
                                        </p:attrNameLst>
                                      </p:cBhvr>
                                      <p:to>
                                        <p:strVal val="visible"/>
                                      </p:to>
                                    </p:set>
                                    <p:animEffect transition="in" filter="wipe(left)">
                                      <p:cBhvr>
                                        <p:cTn id="20" dur="1000"/>
                                        <p:tgtEl>
                                          <p:spTgt spid="696328"/>
                                        </p:tgtEl>
                                      </p:cBhvr>
                                    </p:animEffect>
                                  </p:childTnLst>
                                </p:cTn>
                              </p:par>
                            </p:childTnLst>
                          </p:cTn>
                        </p:par>
                        <p:par>
                          <p:cTn id="21" fill="hold" nodeType="afterGroup">
                            <p:stCondLst>
                              <p:cond delay="3000"/>
                            </p:stCondLst>
                            <p:childTnLst>
                              <p:par>
                                <p:cTn id="22" presetID="22" presetClass="entr" presetSubtype="8" fill="hold" nodeType="afterEffect">
                                  <p:stCondLst>
                                    <p:cond delay="0"/>
                                  </p:stCondLst>
                                  <p:childTnLst>
                                    <p:set>
                                      <p:cBhvr>
                                        <p:cTn id="23" dur="1" fill="hold">
                                          <p:stCondLst>
                                            <p:cond delay="0"/>
                                          </p:stCondLst>
                                        </p:cTn>
                                        <p:tgtEl>
                                          <p:spTgt spid="696329"/>
                                        </p:tgtEl>
                                        <p:attrNameLst>
                                          <p:attrName>style.visibility</p:attrName>
                                        </p:attrNameLst>
                                      </p:cBhvr>
                                      <p:to>
                                        <p:strVal val="visible"/>
                                      </p:to>
                                    </p:set>
                                    <p:animEffect transition="in" filter="wipe(left)">
                                      <p:cBhvr>
                                        <p:cTn id="24" dur="1000"/>
                                        <p:tgtEl>
                                          <p:spTgt spid="69632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696335"/>
                                        </p:tgtEl>
                                        <p:attrNameLst>
                                          <p:attrName>style.visibility</p:attrName>
                                        </p:attrNameLst>
                                      </p:cBhvr>
                                      <p:to>
                                        <p:strVal val="visible"/>
                                      </p:to>
                                    </p:set>
                                    <p:animEffect transition="in" filter="wipe(left)">
                                      <p:cBhvr>
                                        <p:cTn id="29" dur="500"/>
                                        <p:tgtEl>
                                          <p:spTgt spid="69633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696330"/>
                                        </p:tgtEl>
                                        <p:attrNameLst>
                                          <p:attrName>style.visibility</p:attrName>
                                        </p:attrNameLst>
                                      </p:cBhvr>
                                      <p:to>
                                        <p:strVal val="visible"/>
                                      </p:to>
                                    </p:set>
                                    <p:animEffect transition="in" filter="wipe(left)">
                                      <p:cBhvr>
                                        <p:cTn id="34" dur="1000"/>
                                        <p:tgtEl>
                                          <p:spTgt spid="69633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696331"/>
                                        </p:tgtEl>
                                        <p:attrNameLst>
                                          <p:attrName>style.visibility</p:attrName>
                                        </p:attrNameLst>
                                      </p:cBhvr>
                                      <p:to>
                                        <p:strVal val="visible"/>
                                      </p:to>
                                    </p:set>
                                    <p:animEffect transition="in" filter="wipe(left)">
                                      <p:cBhvr>
                                        <p:cTn id="39" dur="1000"/>
                                        <p:tgtEl>
                                          <p:spTgt spid="696331"/>
                                        </p:tgtEl>
                                      </p:cBhvr>
                                    </p:animEffect>
                                  </p:childTnLst>
                                </p:cTn>
                              </p:par>
                            </p:childTnLst>
                          </p:cTn>
                        </p:par>
                        <p:par>
                          <p:cTn id="40" fill="hold" nodeType="afterGroup">
                            <p:stCondLst>
                              <p:cond delay="1000"/>
                            </p:stCondLst>
                            <p:childTnLst>
                              <p:par>
                                <p:cTn id="41" presetID="22" presetClass="entr" presetSubtype="8" fill="hold" nodeType="afterEffect">
                                  <p:stCondLst>
                                    <p:cond delay="0"/>
                                  </p:stCondLst>
                                  <p:childTnLst>
                                    <p:set>
                                      <p:cBhvr>
                                        <p:cTn id="42" dur="1" fill="hold">
                                          <p:stCondLst>
                                            <p:cond delay="0"/>
                                          </p:stCondLst>
                                        </p:cTn>
                                        <p:tgtEl>
                                          <p:spTgt spid="696332"/>
                                        </p:tgtEl>
                                        <p:attrNameLst>
                                          <p:attrName>style.visibility</p:attrName>
                                        </p:attrNameLst>
                                      </p:cBhvr>
                                      <p:to>
                                        <p:strVal val="visible"/>
                                      </p:to>
                                    </p:set>
                                    <p:animEffect transition="in" filter="wipe(left)">
                                      <p:cBhvr>
                                        <p:cTn id="43" dur="1000"/>
                                        <p:tgtEl>
                                          <p:spTgt spid="69633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696333"/>
                                        </p:tgtEl>
                                        <p:attrNameLst>
                                          <p:attrName>style.visibility</p:attrName>
                                        </p:attrNameLst>
                                      </p:cBhvr>
                                      <p:to>
                                        <p:strVal val="visible"/>
                                      </p:to>
                                    </p:set>
                                    <p:animEffect transition="in" filter="wipe(left)">
                                      <p:cBhvr>
                                        <p:cTn id="48" dur="1000"/>
                                        <p:tgtEl>
                                          <p:spTgt spid="696333"/>
                                        </p:tgtEl>
                                      </p:cBhvr>
                                    </p:animEffect>
                                  </p:childTnLst>
                                </p:cTn>
                              </p:par>
                            </p:childTnLst>
                          </p:cTn>
                        </p:par>
                        <p:par>
                          <p:cTn id="49" fill="hold" nodeType="afterGroup">
                            <p:stCondLst>
                              <p:cond delay="1000"/>
                            </p:stCondLst>
                            <p:childTnLst>
                              <p:par>
                                <p:cTn id="50" presetID="22" presetClass="entr" presetSubtype="8" fill="hold" nodeType="afterEffect">
                                  <p:stCondLst>
                                    <p:cond delay="0"/>
                                  </p:stCondLst>
                                  <p:childTnLst>
                                    <p:set>
                                      <p:cBhvr>
                                        <p:cTn id="51" dur="1" fill="hold">
                                          <p:stCondLst>
                                            <p:cond delay="0"/>
                                          </p:stCondLst>
                                        </p:cTn>
                                        <p:tgtEl>
                                          <p:spTgt spid="696334"/>
                                        </p:tgtEl>
                                        <p:attrNameLst>
                                          <p:attrName>style.visibility</p:attrName>
                                        </p:attrNameLst>
                                      </p:cBhvr>
                                      <p:to>
                                        <p:strVal val="visible"/>
                                      </p:to>
                                    </p:set>
                                    <p:animEffect transition="in" filter="wipe(left)">
                                      <p:cBhvr>
                                        <p:cTn id="52" dur="1000"/>
                                        <p:tgtEl>
                                          <p:spTgt spid="696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26" grpId="0"/>
      <p:bldP spid="696327" grpId="0"/>
      <p:bldP spid="696328" grpId="0"/>
      <p:bldP spid="696329" grpId="0"/>
      <p:bldP spid="696330" grpId="0"/>
      <p:bldP spid="696331" grpId="0"/>
      <p:bldP spid="696332" grpId="0"/>
      <p:bldP spid="696333" grpId="0"/>
      <p:bldP spid="696334" grpId="0"/>
      <p:bldP spid="69633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7346" name="Object 2">
            <a:extLst>
              <a:ext uri="{FF2B5EF4-FFF2-40B4-BE49-F238E27FC236}">
                <a16:creationId xmlns:a16="http://schemas.microsoft.com/office/drawing/2014/main" id="{381B5950-DA6C-9DF7-4A99-7C9ADEB87884}"/>
              </a:ext>
            </a:extLst>
          </p:cNvPr>
          <p:cNvGraphicFramePr>
            <a:graphicFrameLocks noChangeAspect="1"/>
          </p:cNvGraphicFramePr>
          <p:nvPr/>
        </p:nvGraphicFramePr>
        <p:xfrm>
          <a:off x="2640013" y="3213101"/>
          <a:ext cx="5840412" cy="576263"/>
        </p:xfrm>
        <a:graphic>
          <a:graphicData uri="http://schemas.openxmlformats.org/presentationml/2006/ole">
            <mc:AlternateContent xmlns:mc="http://schemas.openxmlformats.org/markup-compatibility/2006">
              <mc:Choice xmlns:v="urn:schemas-microsoft-com:vml" Requires="v">
                <p:oleObj name="公式" r:id="rId2" imgW="50901600" imgH="4978400" progId="Equation.3">
                  <p:embed/>
                </p:oleObj>
              </mc:Choice>
              <mc:Fallback>
                <p:oleObj name="公式" r:id="rId2" imgW="50901600" imgH="4978400" progId="Equation.3">
                  <p:embed/>
                  <p:pic>
                    <p:nvPicPr>
                      <p:cNvPr id="697346" name="Object 2">
                        <a:extLst>
                          <a:ext uri="{FF2B5EF4-FFF2-40B4-BE49-F238E27FC236}">
                            <a16:creationId xmlns:a16="http://schemas.microsoft.com/office/drawing/2014/main" id="{381B5950-DA6C-9DF7-4A99-7C9ADEB878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0013" y="3213101"/>
                        <a:ext cx="5840412"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7347" name="Object 3">
            <a:extLst>
              <a:ext uri="{FF2B5EF4-FFF2-40B4-BE49-F238E27FC236}">
                <a16:creationId xmlns:a16="http://schemas.microsoft.com/office/drawing/2014/main" id="{6E96CF1E-9D4F-6AF6-5563-9BD91984B3BB}"/>
              </a:ext>
            </a:extLst>
          </p:cNvPr>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name="公式" r:id="rId4" imgW="2628900" imgH="4978400" progId="Equation.3">
                  <p:embed/>
                </p:oleObj>
              </mc:Choice>
              <mc:Fallback>
                <p:oleObj name="公式" r:id="rId4" imgW="2628900" imgH="4978400" progId="Equation.3">
                  <p:embed/>
                  <p:pic>
                    <p:nvPicPr>
                      <p:cNvPr id="697347" name="Object 3">
                        <a:extLst>
                          <a:ext uri="{FF2B5EF4-FFF2-40B4-BE49-F238E27FC236}">
                            <a16:creationId xmlns:a16="http://schemas.microsoft.com/office/drawing/2014/main" id="{6E96CF1E-9D4F-6AF6-5563-9BD91984B3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7348" name="Rectangle 4">
            <a:extLst>
              <a:ext uri="{FF2B5EF4-FFF2-40B4-BE49-F238E27FC236}">
                <a16:creationId xmlns:a16="http://schemas.microsoft.com/office/drawing/2014/main" id="{FD4477CC-2FCF-F6F2-98D4-72D820713D16}"/>
              </a:ext>
            </a:extLst>
          </p:cNvPr>
          <p:cNvSpPr>
            <a:spLocks noChangeArrowheads="1"/>
          </p:cNvSpPr>
          <p:nvPr/>
        </p:nvSpPr>
        <p:spPr bwMode="auto">
          <a:xfrm>
            <a:off x="1919288" y="476251"/>
            <a:ext cx="8208962"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(3) </a:t>
            </a:r>
            <a:r>
              <a:rPr kumimoji="1" lang="zh-CN" altLang="en-US" sz="2800" b="1">
                <a:solidFill>
                  <a:srgbClr val="007A77"/>
                </a:solidFill>
                <a:latin typeface="Times New Roman" panose="02020603050405020304" pitchFamily="18" charset="0"/>
                <a:ea typeface="楷体_GB2312" pitchFamily="49" charset="-122"/>
              </a:rPr>
              <a:t>若在原假设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下，总体分布的形式已知，但有</a:t>
            </a:r>
            <a:r>
              <a:rPr kumimoji="1" lang="en-US" altLang="zh-CN" sz="2800" b="1" i="1">
                <a:solidFill>
                  <a:srgbClr val="007A77"/>
                </a:solidFill>
                <a:latin typeface="Times New Roman" panose="02020603050405020304" pitchFamily="18" charset="0"/>
                <a:ea typeface="楷体_GB2312" pitchFamily="49" charset="-122"/>
              </a:rPr>
              <a:t>r </a:t>
            </a:r>
            <a:r>
              <a:rPr kumimoji="1" lang="zh-CN" altLang="en-US" sz="2800" b="1">
                <a:solidFill>
                  <a:srgbClr val="007A77"/>
                </a:solidFill>
                <a:latin typeface="Times New Roman" panose="02020603050405020304" pitchFamily="18" charset="0"/>
                <a:ea typeface="楷体_GB2312" pitchFamily="49" charset="-122"/>
              </a:rPr>
              <a:t>个参数未知，这时需要用极大似然估计法先估计这 </a:t>
            </a:r>
            <a:r>
              <a:rPr kumimoji="1" lang="en-US" altLang="zh-CN" sz="2800" b="1" i="1">
                <a:solidFill>
                  <a:srgbClr val="007A77"/>
                </a:solidFill>
                <a:latin typeface="Times New Roman" panose="02020603050405020304" pitchFamily="18" charset="0"/>
                <a:ea typeface="楷体_GB2312" pitchFamily="49" charset="-122"/>
              </a:rPr>
              <a:t>r </a:t>
            </a:r>
            <a:r>
              <a:rPr kumimoji="1" lang="zh-CN" altLang="en-US" sz="2800" b="1">
                <a:solidFill>
                  <a:srgbClr val="007A77"/>
                </a:solidFill>
                <a:latin typeface="Times New Roman" panose="02020603050405020304" pitchFamily="18" charset="0"/>
                <a:ea typeface="楷体_GB2312" pitchFamily="49" charset="-122"/>
              </a:rPr>
              <a:t>个参数</a:t>
            </a:r>
            <a:r>
              <a:rPr kumimoji="1" lang="en-US" altLang="zh-CN" sz="2800" b="1">
                <a:solidFill>
                  <a:srgbClr val="007A77"/>
                </a:solidFill>
                <a:latin typeface="Times New Roman" panose="02020603050405020304" pitchFamily="18" charset="0"/>
                <a:ea typeface="楷体_GB2312" pitchFamily="49" charset="-122"/>
              </a:rPr>
              <a:t>.</a:t>
            </a:r>
          </a:p>
        </p:txBody>
      </p:sp>
      <p:sp>
        <p:nvSpPr>
          <p:cNvPr id="697349" name="Rectangle 5">
            <a:extLst>
              <a:ext uri="{FF2B5EF4-FFF2-40B4-BE49-F238E27FC236}">
                <a16:creationId xmlns:a16="http://schemas.microsoft.com/office/drawing/2014/main" id="{60AC26BD-5D2B-A6D0-5FDC-528DBB660858}"/>
              </a:ext>
            </a:extLst>
          </p:cNvPr>
          <p:cNvSpPr>
            <a:spLocks noChangeArrowheads="1"/>
          </p:cNvSpPr>
          <p:nvPr/>
        </p:nvSpPr>
        <p:spPr bwMode="auto">
          <a:xfrm>
            <a:off x="1919288" y="2565401"/>
            <a:ext cx="8147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fontAlgn="base" hangingPunct="0">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 </a:t>
            </a:r>
            <a:r>
              <a:rPr kumimoji="1" lang="zh-CN" altLang="en-US" sz="2800" b="1">
                <a:solidFill>
                  <a:srgbClr val="007A77"/>
                </a:solidFill>
                <a:latin typeface="Times New Roman" panose="02020603050405020304" pitchFamily="18" charset="0"/>
                <a:ea typeface="楷体_GB2312" pitchFamily="49" charset="-122"/>
              </a:rPr>
              <a:t>将 </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轴分成</a:t>
            </a:r>
            <a:r>
              <a:rPr kumimoji="1" lang="en-US" altLang="zh-CN" sz="2800" b="1">
                <a:solidFill>
                  <a:srgbClr val="007A77"/>
                </a:solidFill>
                <a:latin typeface="Times New Roman" panose="02020603050405020304" pitchFamily="18" charset="0"/>
                <a:ea typeface="楷体_GB2312" pitchFamily="49" charset="-122"/>
              </a:rPr>
              <a:t>K</a:t>
            </a:r>
            <a:r>
              <a:rPr kumimoji="1" lang="zh-CN" altLang="en-US" sz="2800" b="1">
                <a:solidFill>
                  <a:srgbClr val="007A77"/>
                </a:solidFill>
                <a:latin typeface="Times New Roman" panose="02020603050405020304" pitchFamily="18" charset="0"/>
                <a:ea typeface="楷体_GB2312" pitchFamily="49" charset="-122"/>
              </a:rPr>
              <a:t>个互不重迭的小区间</a:t>
            </a:r>
            <a:r>
              <a:rPr kumimoji="1" lang="zh-CN" altLang="en-US" sz="2800" b="1">
                <a:solidFill>
                  <a:srgbClr val="007A77"/>
                </a:solidFill>
                <a:latin typeface="Times New Roman" panose="02020603050405020304" pitchFamily="18" charset="0"/>
                <a:ea typeface="楷体_GB2312" pitchFamily="49" charset="-122"/>
                <a:sym typeface="Wingdings" pitchFamily="2" charset="2"/>
              </a:rPr>
              <a:t>：</a:t>
            </a:r>
            <a:endParaRPr kumimoji="1" lang="zh-CN" altLang="en-US" sz="2800" b="1">
              <a:solidFill>
                <a:srgbClr val="007A77"/>
              </a:solidFill>
              <a:latin typeface="Times New Roman" panose="02020603050405020304" pitchFamily="18" charset="0"/>
              <a:ea typeface="楷体_GB2312" pitchFamily="49" charset="-122"/>
            </a:endParaRPr>
          </a:p>
        </p:txBody>
      </p:sp>
      <p:sp>
        <p:nvSpPr>
          <p:cNvPr id="697350" name="Rectangle 6">
            <a:extLst>
              <a:ext uri="{FF2B5EF4-FFF2-40B4-BE49-F238E27FC236}">
                <a16:creationId xmlns:a16="http://schemas.microsoft.com/office/drawing/2014/main" id="{824E7F60-47AC-2896-16A4-65978BD8454F}"/>
              </a:ext>
            </a:extLst>
          </p:cNvPr>
          <p:cNvSpPr>
            <a:spLocks noChangeArrowheads="1"/>
          </p:cNvSpPr>
          <p:nvPr/>
        </p:nvSpPr>
        <p:spPr bwMode="auto">
          <a:xfrm>
            <a:off x="1992314" y="3933826"/>
            <a:ext cx="8207375"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fontAlgn="base" hangingPunct="0">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3.</a:t>
            </a:r>
            <a:r>
              <a:rPr kumimoji="1" lang="zh-CN" altLang="en-US" sz="2800" b="1">
                <a:solidFill>
                  <a:srgbClr val="007A77"/>
                </a:solidFill>
                <a:latin typeface="Times New Roman" panose="02020603050405020304" pitchFamily="18" charset="0"/>
                <a:ea typeface="楷体_GB2312" pitchFamily="49" charset="-122"/>
              </a:rPr>
              <a:t>计算样本的</a:t>
            </a:r>
            <a:r>
              <a:rPr kumimoji="1" lang="en-US" altLang="zh-CN" sz="2800" b="1" i="1">
                <a:solidFill>
                  <a:srgbClr val="007A77"/>
                </a:solidFill>
                <a:latin typeface="Times New Roman" panose="02020603050405020304" pitchFamily="18" charset="0"/>
                <a:ea typeface="楷体_GB2312" pitchFamily="49" charset="-122"/>
              </a:rPr>
              <a:t>n</a:t>
            </a:r>
            <a:r>
              <a:rPr kumimoji="1" lang="zh-CN" altLang="en-US" sz="2800" b="1">
                <a:solidFill>
                  <a:srgbClr val="007A77"/>
                </a:solidFill>
                <a:latin typeface="Times New Roman" panose="02020603050405020304" pitchFamily="18" charset="0"/>
                <a:ea typeface="楷体_GB2312" pitchFamily="49" charset="-122"/>
              </a:rPr>
              <a:t>个观察值落入以上每个区间的个数，记为</a:t>
            </a:r>
            <a:r>
              <a:rPr kumimoji="1" lang="en-US" altLang="zh-CN" sz="2800" b="1" i="1">
                <a:solidFill>
                  <a:srgbClr val="007A77"/>
                </a:solidFill>
                <a:latin typeface="Times New Roman" panose="02020603050405020304" pitchFamily="18" charset="0"/>
                <a:ea typeface="楷体_GB2312" pitchFamily="49" charset="-122"/>
              </a:rPr>
              <a:t>f</a:t>
            </a:r>
            <a:r>
              <a:rPr kumimoji="1" lang="en-US" altLang="zh-CN" sz="2800" b="1" i="1" baseline="-25000">
                <a:solidFill>
                  <a:srgbClr val="007A77"/>
                </a:solidFill>
                <a:latin typeface="Times New Roman" panose="02020603050405020304" pitchFamily="18" charset="0"/>
                <a:ea typeface="楷体_GB2312" pitchFamily="49" charset="-122"/>
              </a:rPr>
              <a:t>i </a:t>
            </a: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i=1,2, </a:t>
            </a:r>
            <a:r>
              <a:rPr kumimoji="1" lang="en-US" altLang="zh-CN" sz="2800" b="1" i="1">
                <a:solidFill>
                  <a:srgbClr val="007A77"/>
                </a:solidFill>
                <a:latin typeface="宋体" panose="02010600030101010101" pitchFamily="2" charset="-122"/>
                <a:ea typeface="宋体" panose="02010600030101010101" pitchFamily="2" charset="-122"/>
              </a:rPr>
              <a:t>……</a:t>
            </a:r>
            <a:r>
              <a:rPr kumimoji="1" lang="en-US" altLang="zh-CN" sz="2800" b="1" i="1">
                <a:solidFill>
                  <a:srgbClr val="007A77"/>
                </a:solidFill>
                <a:latin typeface="Times New Roman" panose="02020603050405020304" pitchFamily="18" charset="0"/>
                <a:ea typeface="楷体_GB2312" pitchFamily="49" charset="-122"/>
              </a:rPr>
              <a:t>,K</a:t>
            </a:r>
            <a:r>
              <a:rPr kumimoji="1" lang="zh-CN" altLang="en-US" sz="2800" b="1">
                <a:solidFill>
                  <a:srgbClr val="007A77"/>
                </a:solidFill>
                <a:latin typeface="Times New Roman" panose="02020603050405020304" pitchFamily="18" charset="0"/>
                <a:ea typeface="楷体_GB2312" pitchFamily="49" charset="-122"/>
              </a:rPr>
              <a:t>），称其为</a:t>
            </a:r>
            <a:r>
              <a:rPr kumimoji="1" lang="zh-CN" altLang="en-US" sz="2800" b="1">
                <a:solidFill>
                  <a:srgbClr val="0000FF"/>
                </a:solidFill>
                <a:latin typeface="Times New Roman" panose="02020603050405020304" pitchFamily="18" charset="0"/>
                <a:ea typeface="楷体_GB2312" pitchFamily="49" charset="-122"/>
              </a:rPr>
              <a:t>实际频数</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所有实际频数之和 </a:t>
            </a:r>
            <a:r>
              <a:rPr kumimoji="1" lang="en-US" altLang="zh-CN" sz="2800" b="1" i="1">
                <a:solidFill>
                  <a:srgbClr val="007A77"/>
                </a:solidFill>
                <a:latin typeface="Times New Roman" panose="02020603050405020304" pitchFamily="18" charset="0"/>
                <a:ea typeface="楷体_GB2312" pitchFamily="49" charset="-122"/>
              </a:rPr>
              <a:t>f</a:t>
            </a:r>
            <a:r>
              <a:rPr kumimoji="1" lang="en-US" altLang="zh-CN" sz="2800" b="1" baseline="-25000">
                <a:solidFill>
                  <a:srgbClr val="007A77"/>
                </a:solidFill>
                <a:latin typeface="Times New Roman" panose="02020603050405020304" pitchFamily="18" charset="0"/>
                <a:ea typeface="楷体_GB2312" pitchFamily="49" charset="-122"/>
              </a:rPr>
              <a:t>1</a:t>
            </a: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f</a:t>
            </a:r>
            <a:r>
              <a:rPr kumimoji="1" lang="en-US" altLang="zh-CN" sz="2800" b="1" baseline="-25000">
                <a:solidFill>
                  <a:srgbClr val="007A77"/>
                </a:solidFill>
                <a:latin typeface="Times New Roman" panose="02020603050405020304" pitchFamily="18" charset="0"/>
                <a:ea typeface="楷体_GB2312" pitchFamily="49" charset="-122"/>
              </a:rPr>
              <a:t>2</a:t>
            </a:r>
            <a:r>
              <a:rPr kumimoji="1" lang="en-US" altLang="zh-CN" sz="2800" b="1">
                <a:solidFill>
                  <a:srgbClr val="007A77"/>
                </a:solidFill>
                <a:latin typeface="Times New Roman" panose="02020603050405020304" pitchFamily="18" charset="0"/>
                <a:ea typeface="楷体_GB2312" pitchFamily="49" charset="-122"/>
              </a:rPr>
              <a:t>+ …+ </a:t>
            </a:r>
            <a:r>
              <a:rPr kumimoji="1" lang="en-US" altLang="zh-CN" sz="2800" b="1" i="1">
                <a:solidFill>
                  <a:srgbClr val="007A77"/>
                </a:solidFill>
                <a:latin typeface="Times New Roman" panose="02020603050405020304" pitchFamily="18" charset="0"/>
                <a:ea typeface="楷体_GB2312" pitchFamily="49" charset="-122"/>
              </a:rPr>
              <a:t>f</a:t>
            </a:r>
            <a:r>
              <a:rPr kumimoji="1" lang="en-US" altLang="zh-CN" sz="2800" b="1" i="1" baseline="-25000">
                <a:solidFill>
                  <a:srgbClr val="007A77"/>
                </a:solidFill>
                <a:latin typeface="Times New Roman" panose="02020603050405020304" pitchFamily="18" charset="0"/>
                <a:ea typeface="楷体_GB2312" pitchFamily="49" charset="-122"/>
              </a:rPr>
              <a:t>k </a:t>
            </a:r>
            <a:r>
              <a:rPr kumimoji="1" lang="zh-CN" altLang="en-US" sz="2800" b="1">
                <a:solidFill>
                  <a:srgbClr val="007A77"/>
                </a:solidFill>
                <a:latin typeface="Times New Roman" panose="02020603050405020304" pitchFamily="18" charset="0"/>
                <a:ea typeface="楷体_GB2312" pitchFamily="49" charset="-122"/>
              </a:rPr>
              <a:t>等于样本容量</a:t>
            </a:r>
            <a:r>
              <a:rPr kumimoji="1" lang="en-US" altLang="zh-CN" sz="2800" b="1" i="1">
                <a:solidFill>
                  <a:srgbClr val="007A77"/>
                </a:solidFill>
                <a:latin typeface="Times New Roman" panose="02020603050405020304" pitchFamily="18" charset="0"/>
                <a:ea typeface="楷体_GB2312" pitchFamily="49" charset="-122"/>
              </a:rPr>
              <a:t>n</a:t>
            </a:r>
            <a:r>
              <a:rPr kumimoji="1" lang="en-US" altLang="zh-CN"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nodeType="afterEffect">
                                  <p:stCondLst>
                                    <p:cond delay="0"/>
                                  </p:stCondLst>
                                  <p:childTnLst>
                                    <p:set>
                                      <p:cBhvr>
                                        <p:cTn id="6" dur="1" fill="hold">
                                          <p:stCondLst>
                                            <p:cond delay="0"/>
                                          </p:stCondLst>
                                        </p:cTn>
                                        <p:tgtEl>
                                          <p:spTgt spid="697348"/>
                                        </p:tgtEl>
                                        <p:attrNameLst>
                                          <p:attrName>style.visibility</p:attrName>
                                        </p:attrNameLst>
                                      </p:cBhvr>
                                      <p:to>
                                        <p:strVal val="visible"/>
                                      </p:to>
                                    </p:set>
                                    <p:animEffect transition="in" filter="slide(fromBottom)">
                                      <p:cBhvr>
                                        <p:cTn id="7" dur="1000"/>
                                        <p:tgtEl>
                                          <p:spTgt spid="6973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97349"/>
                                        </p:tgtEl>
                                        <p:attrNameLst>
                                          <p:attrName>style.visibility</p:attrName>
                                        </p:attrNameLst>
                                      </p:cBhvr>
                                      <p:to>
                                        <p:strVal val="visible"/>
                                      </p:to>
                                    </p:set>
                                    <p:animEffect transition="in" filter="wipe(left)">
                                      <p:cBhvr>
                                        <p:cTn id="12" dur="1000"/>
                                        <p:tgtEl>
                                          <p:spTgt spid="697349"/>
                                        </p:tgtEl>
                                      </p:cBhvr>
                                    </p:animEffect>
                                  </p:childTnLst>
                                </p:cTn>
                              </p:par>
                            </p:childTnLst>
                          </p:cTn>
                        </p:par>
                        <p:par>
                          <p:cTn id="13" fill="hold" nodeType="afterGroup">
                            <p:stCondLst>
                              <p:cond delay="1000"/>
                            </p:stCondLst>
                            <p:childTnLst>
                              <p:par>
                                <p:cTn id="14" presetID="12" presetClass="entr" presetSubtype="4" fill="hold" nodeType="afterEffect">
                                  <p:stCondLst>
                                    <p:cond delay="0"/>
                                  </p:stCondLst>
                                  <p:childTnLst>
                                    <p:set>
                                      <p:cBhvr>
                                        <p:cTn id="15" dur="1" fill="hold">
                                          <p:stCondLst>
                                            <p:cond delay="0"/>
                                          </p:stCondLst>
                                        </p:cTn>
                                        <p:tgtEl>
                                          <p:spTgt spid="697346"/>
                                        </p:tgtEl>
                                        <p:attrNameLst>
                                          <p:attrName>style.visibility</p:attrName>
                                        </p:attrNameLst>
                                      </p:cBhvr>
                                      <p:to>
                                        <p:strVal val="visible"/>
                                      </p:to>
                                    </p:set>
                                    <p:animEffect transition="in" filter="slide(fromBottom)">
                                      <p:cBhvr>
                                        <p:cTn id="16" dur="1000"/>
                                        <p:tgtEl>
                                          <p:spTgt spid="69734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nodeType="clickEffect">
                                  <p:stCondLst>
                                    <p:cond delay="0"/>
                                  </p:stCondLst>
                                  <p:childTnLst>
                                    <p:set>
                                      <p:cBhvr>
                                        <p:cTn id="20" dur="1" fill="hold">
                                          <p:stCondLst>
                                            <p:cond delay="0"/>
                                          </p:stCondLst>
                                        </p:cTn>
                                        <p:tgtEl>
                                          <p:spTgt spid="697350"/>
                                        </p:tgtEl>
                                        <p:attrNameLst>
                                          <p:attrName>style.visibility</p:attrName>
                                        </p:attrNameLst>
                                      </p:cBhvr>
                                      <p:to>
                                        <p:strVal val="visible"/>
                                      </p:to>
                                    </p:set>
                                    <p:animEffect transition="in" filter="slide(fromBottom)">
                                      <p:cBhvr>
                                        <p:cTn id="21" dur="1000"/>
                                        <p:tgtEl>
                                          <p:spTgt spid="697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348" grpId="0"/>
      <p:bldP spid="697349" grpId="0" autoUpdateAnimBg="0"/>
      <p:bldP spid="697350"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8370" name="Object 2">
            <a:extLst>
              <a:ext uri="{FF2B5EF4-FFF2-40B4-BE49-F238E27FC236}">
                <a16:creationId xmlns:a16="http://schemas.microsoft.com/office/drawing/2014/main" id="{62EE2E93-C6B2-ED7D-64BF-72053E282C79}"/>
              </a:ext>
            </a:extLst>
          </p:cNvPr>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name="公式" r:id="rId2" imgW="2628900" imgH="4978400" progId="Equation.3">
                  <p:embed/>
                </p:oleObj>
              </mc:Choice>
              <mc:Fallback>
                <p:oleObj name="公式" r:id="rId2" imgW="2628900" imgH="4978400" progId="Equation.3">
                  <p:embed/>
                  <p:pic>
                    <p:nvPicPr>
                      <p:cNvPr id="698370" name="Object 2">
                        <a:extLst>
                          <a:ext uri="{FF2B5EF4-FFF2-40B4-BE49-F238E27FC236}">
                            <a16:creationId xmlns:a16="http://schemas.microsoft.com/office/drawing/2014/main" id="{62EE2E93-C6B2-ED7D-64BF-72053E282C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8371" name="Rectangle 3">
            <a:extLst>
              <a:ext uri="{FF2B5EF4-FFF2-40B4-BE49-F238E27FC236}">
                <a16:creationId xmlns:a16="http://schemas.microsoft.com/office/drawing/2014/main" id="{A22807F4-4CEC-1427-175A-BF3CB87ABD11}"/>
              </a:ext>
            </a:extLst>
          </p:cNvPr>
          <p:cNvSpPr>
            <a:spLocks noChangeArrowheads="1"/>
          </p:cNvSpPr>
          <p:nvPr/>
        </p:nvSpPr>
        <p:spPr bwMode="auto">
          <a:xfrm>
            <a:off x="1919288" y="476251"/>
            <a:ext cx="8280400"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fontAlgn="base" hangingPunct="0">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4.</a:t>
            </a:r>
            <a:r>
              <a:rPr kumimoji="1" lang="zh-CN" altLang="en-US" sz="2800" b="1">
                <a:solidFill>
                  <a:srgbClr val="007A77"/>
                </a:solidFill>
                <a:latin typeface="Times New Roman" panose="02020603050405020304" pitchFamily="18" charset="0"/>
                <a:ea typeface="楷体_GB2312" pitchFamily="49" charset="-122"/>
              </a:rPr>
              <a:t>在原假设</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为真时，计算总体落入每个区间的概率</a:t>
            </a:r>
            <a:r>
              <a:rPr kumimoji="1" lang="en-US" altLang="zh-CN" sz="2800" b="1" i="1">
                <a:solidFill>
                  <a:srgbClr val="007A77"/>
                </a:solidFill>
                <a:latin typeface="Times New Roman" panose="02020603050405020304" pitchFamily="18" charset="0"/>
                <a:ea typeface="楷体_GB2312" pitchFamily="49" charset="-122"/>
              </a:rPr>
              <a:t>P</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F</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b</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宋体" panose="02010600030101010101" pitchFamily="2" charset="-122"/>
                <a:ea typeface="宋体" panose="02010600030101010101" pitchFamily="2" charset="-122"/>
              </a:rPr>
              <a:t>-</a:t>
            </a: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F</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b</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en-US" altLang="zh-CN" sz="2800" b="1" baseline="-25000">
                <a:solidFill>
                  <a:srgbClr val="007A77"/>
                </a:solidFill>
                <a:latin typeface="Times New Roman" panose="02020603050405020304" pitchFamily="18" charset="0"/>
                <a:ea typeface="楷体_GB2312" pitchFamily="49" charset="-122"/>
              </a:rPr>
              <a:t>1</a:t>
            </a: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i=1,2, </a:t>
            </a:r>
            <a:r>
              <a:rPr kumimoji="1" lang="en-US" altLang="zh-CN" sz="2800" b="1" i="1">
                <a:solidFill>
                  <a:srgbClr val="007A77"/>
                </a:solidFill>
                <a:latin typeface="宋体" panose="02010600030101010101" pitchFamily="2" charset="-122"/>
                <a:ea typeface="宋体" panose="02010600030101010101" pitchFamily="2" charset="-122"/>
              </a:rPr>
              <a:t>……</a:t>
            </a:r>
            <a:r>
              <a:rPr kumimoji="1" lang="en-US" altLang="zh-CN" sz="2800" b="1" i="1">
                <a:solidFill>
                  <a:srgbClr val="007A77"/>
                </a:solidFill>
                <a:latin typeface="Times New Roman" panose="02020603050405020304" pitchFamily="18" charset="0"/>
                <a:ea typeface="楷体_GB2312" pitchFamily="49" charset="-122"/>
              </a:rPr>
              <a:t>,K</a:t>
            </a:r>
            <a:r>
              <a:rPr kumimoji="1" lang="zh-CN" altLang="en-US" sz="2800" b="1">
                <a:solidFill>
                  <a:srgbClr val="007A77"/>
                </a:solidFill>
                <a:latin typeface="Times New Roman" panose="02020603050405020304" pitchFamily="18" charset="0"/>
                <a:ea typeface="楷体_GB2312" pitchFamily="49" charset="-122"/>
              </a:rPr>
              <a:t>），于是</a:t>
            </a:r>
            <a:r>
              <a:rPr kumimoji="1" lang="en-US" altLang="zh-CN" sz="2800" b="1" i="1">
                <a:solidFill>
                  <a:srgbClr val="007A77"/>
                </a:solidFill>
                <a:latin typeface="Times New Roman" panose="02020603050405020304" pitchFamily="18" charset="0"/>
                <a:ea typeface="楷体_GB2312" pitchFamily="49" charset="-122"/>
              </a:rPr>
              <a:t>np</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zh-CN" altLang="en-US" sz="2800" b="1">
                <a:solidFill>
                  <a:srgbClr val="007A77"/>
                </a:solidFill>
                <a:latin typeface="Times New Roman" panose="02020603050405020304" pitchFamily="18" charset="0"/>
                <a:ea typeface="楷体_GB2312" pitchFamily="49" charset="-122"/>
              </a:rPr>
              <a:t>就是落入第</a:t>
            </a:r>
            <a:r>
              <a:rPr kumimoji="1" lang="en-US" altLang="zh-CN" sz="2800" b="1" i="1">
                <a:solidFill>
                  <a:srgbClr val="007A77"/>
                </a:solidFill>
                <a:latin typeface="Times New Roman" panose="02020603050405020304" pitchFamily="18" charset="0"/>
                <a:ea typeface="楷体_GB2312" pitchFamily="49" charset="-122"/>
              </a:rPr>
              <a:t>i</a:t>
            </a:r>
            <a:r>
              <a:rPr kumimoji="1" lang="zh-CN" altLang="en-US" sz="2800" b="1">
                <a:solidFill>
                  <a:srgbClr val="007A77"/>
                </a:solidFill>
                <a:latin typeface="Times New Roman" panose="02020603050405020304" pitchFamily="18" charset="0"/>
                <a:ea typeface="楷体_GB2312" pitchFamily="49" charset="-122"/>
              </a:rPr>
              <a:t>个区间的样本值的</a:t>
            </a:r>
            <a:r>
              <a:rPr kumimoji="1" lang="zh-CN" altLang="en-US" sz="2800" b="1">
                <a:solidFill>
                  <a:srgbClr val="0000FF"/>
                </a:solidFill>
                <a:latin typeface="Times New Roman" panose="02020603050405020304" pitchFamily="18" charset="0"/>
                <a:ea typeface="楷体_GB2312" pitchFamily="49" charset="-122"/>
              </a:rPr>
              <a:t>理论频数</a:t>
            </a:r>
            <a:r>
              <a:rPr kumimoji="1" lang="en-US" altLang="zh-CN" sz="2800" b="1">
                <a:solidFill>
                  <a:srgbClr val="007A77"/>
                </a:solidFill>
                <a:latin typeface="Times New Roman" panose="02020603050405020304" pitchFamily="18" charset="0"/>
                <a:ea typeface="楷体_GB2312" pitchFamily="49" charset="-122"/>
              </a:rPr>
              <a:t>.</a:t>
            </a:r>
          </a:p>
        </p:txBody>
      </p:sp>
      <p:grpSp>
        <p:nvGrpSpPr>
          <p:cNvPr id="698372" name="Group 4">
            <a:extLst>
              <a:ext uri="{FF2B5EF4-FFF2-40B4-BE49-F238E27FC236}">
                <a16:creationId xmlns:a16="http://schemas.microsoft.com/office/drawing/2014/main" id="{95BD2C5C-2DC2-9F95-750D-943621B98702}"/>
              </a:ext>
            </a:extLst>
          </p:cNvPr>
          <p:cNvGrpSpPr>
            <a:grpSpLocks/>
          </p:cNvGrpSpPr>
          <p:nvPr/>
        </p:nvGrpSpPr>
        <p:grpSpPr bwMode="auto">
          <a:xfrm>
            <a:off x="2640013" y="2636838"/>
            <a:ext cx="7721600" cy="609600"/>
            <a:chOff x="761" y="1843"/>
            <a:chExt cx="4864" cy="384"/>
          </a:xfrm>
        </p:grpSpPr>
        <p:graphicFrame>
          <p:nvGraphicFramePr>
            <p:cNvPr id="698373" name="Object 5">
              <a:extLst>
                <a:ext uri="{FF2B5EF4-FFF2-40B4-BE49-F238E27FC236}">
                  <a16:creationId xmlns:a16="http://schemas.microsoft.com/office/drawing/2014/main" id="{7768B782-F250-0E71-4076-C54401C7DD72}"/>
                </a:ext>
              </a:extLst>
            </p:cNvPr>
            <p:cNvGraphicFramePr>
              <a:graphicFrameLocks noChangeAspect="1"/>
            </p:cNvGraphicFramePr>
            <p:nvPr/>
          </p:nvGraphicFramePr>
          <p:xfrm>
            <a:off x="761" y="1843"/>
            <a:ext cx="927" cy="384"/>
          </p:xfrm>
          <a:graphic>
            <a:graphicData uri="http://schemas.openxmlformats.org/presentationml/2006/ole">
              <mc:AlternateContent xmlns:mc="http://schemas.openxmlformats.org/markup-compatibility/2006">
                <mc:Choice xmlns:v="urn:schemas-microsoft-com:vml" Requires="v">
                  <p:oleObj name="公式" r:id="rId4" imgW="12585700" imgH="5270500" progId="Equation.3">
                    <p:embed/>
                  </p:oleObj>
                </mc:Choice>
                <mc:Fallback>
                  <p:oleObj name="公式" r:id="rId4" imgW="12585700" imgH="5270500" progId="Equation.3">
                    <p:embed/>
                    <p:pic>
                      <p:nvPicPr>
                        <p:cNvPr id="698373" name="Object 5">
                          <a:extLst>
                            <a:ext uri="{FF2B5EF4-FFF2-40B4-BE49-F238E27FC236}">
                              <a16:creationId xmlns:a16="http://schemas.microsoft.com/office/drawing/2014/main" id="{7768B782-F250-0E71-4076-C54401C7DD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1" y="1843"/>
                          <a:ext cx="92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8374" name="Rectangle 6">
              <a:extLst>
                <a:ext uri="{FF2B5EF4-FFF2-40B4-BE49-F238E27FC236}">
                  <a16:creationId xmlns:a16="http://schemas.microsoft.com/office/drawing/2014/main" id="{4EF140F3-7F70-D783-D6FD-1606204FE009}"/>
                </a:ext>
              </a:extLst>
            </p:cNvPr>
            <p:cNvSpPr>
              <a:spLocks noChangeArrowheads="1"/>
            </p:cNvSpPr>
            <p:nvPr/>
          </p:nvSpPr>
          <p:spPr bwMode="auto">
            <a:xfrm>
              <a:off x="1610" y="1888"/>
              <a:ext cx="40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反映了实际频数与理论频数的差异</a:t>
              </a:r>
              <a:r>
                <a:rPr kumimoji="1" lang="en-US" altLang="zh-CN" sz="2800" b="1">
                  <a:solidFill>
                    <a:srgbClr val="007A77"/>
                  </a:solidFill>
                  <a:latin typeface="Times New Roman" panose="02020603050405020304" pitchFamily="18" charset="0"/>
                  <a:ea typeface="楷体_GB2312" pitchFamily="49" charset="-122"/>
                </a:rPr>
                <a:t>.</a:t>
              </a:r>
              <a:endParaRPr kumimoji="1" lang="en-US" altLang="zh-CN" sz="2800" b="1">
                <a:solidFill>
                  <a:srgbClr val="007A77"/>
                </a:solidFill>
                <a:latin typeface="楷体_GB2312" pitchFamily="49" charset="-122"/>
                <a:ea typeface="楷体_GB2312" pitchFamily="49" charset="-122"/>
              </a:endParaRPr>
            </a:p>
          </p:txBody>
        </p:sp>
      </p:grpSp>
      <p:sp>
        <p:nvSpPr>
          <p:cNvPr id="698375" name="Rectangle 7">
            <a:extLst>
              <a:ext uri="{FF2B5EF4-FFF2-40B4-BE49-F238E27FC236}">
                <a16:creationId xmlns:a16="http://schemas.microsoft.com/office/drawing/2014/main" id="{E517914E-2B9E-3DF7-F72B-CD087C84864C}"/>
              </a:ext>
            </a:extLst>
          </p:cNvPr>
          <p:cNvSpPr>
            <a:spLocks noChangeArrowheads="1"/>
          </p:cNvSpPr>
          <p:nvPr/>
        </p:nvSpPr>
        <p:spPr bwMode="auto">
          <a:xfrm>
            <a:off x="1774825" y="3320103"/>
            <a:ext cx="8362950"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当原假设</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为真，样本容量又充分大时，两者</a:t>
            </a:r>
          </a:p>
        </p:txBody>
      </p:sp>
      <p:graphicFrame>
        <p:nvGraphicFramePr>
          <p:cNvPr id="698376" name="Object 8">
            <a:extLst>
              <a:ext uri="{FF2B5EF4-FFF2-40B4-BE49-F238E27FC236}">
                <a16:creationId xmlns:a16="http://schemas.microsoft.com/office/drawing/2014/main" id="{5A8BF4E3-6DAB-4B72-0988-320D73F9376A}"/>
              </a:ext>
            </a:extLst>
          </p:cNvPr>
          <p:cNvGraphicFramePr>
            <a:graphicFrameLocks noChangeAspect="1"/>
          </p:cNvGraphicFramePr>
          <p:nvPr/>
        </p:nvGraphicFramePr>
        <p:xfrm>
          <a:off x="4079876" y="4652964"/>
          <a:ext cx="3095625" cy="1082675"/>
        </p:xfrm>
        <a:graphic>
          <a:graphicData uri="http://schemas.openxmlformats.org/presentationml/2006/ole">
            <mc:AlternateContent xmlns:mc="http://schemas.openxmlformats.org/markup-compatibility/2006">
              <mc:Choice xmlns:v="urn:schemas-microsoft-com:vml" Requires="v">
                <p:oleObj name="公式" r:id="rId6" imgW="29845000" imgH="10528300" progId="Equation.3">
                  <p:embed/>
                </p:oleObj>
              </mc:Choice>
              <mc:Fallback>
                <p:oleObj name="公式" r:id="rId6" imgW="29845000" imgH="10528300" progId="Equation.3">
                  <p:embed/>
                  <p:pic>
                    <p:nvPicPr>
                      <p:cNvPr id="698376" name="Object 8">
                        <a:extLst>
                          <a:ext uri="{FF2B5EF4-FFF2-40B4-BE49-F238E27FC236}">
                            <a16:creationId xmlns:a16="http://schemas.microsoft.com/office/drawing/2014/main" id="{5A8BF4E3-6DAB-4B72-0988-320D73F9376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79876" y="4652964"/>
                        <a:ext cx="3095625" cy="1082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8377" name="Rectangle 9">
            <a:extLst>
              <a:ext uri="{FF2B5EF4-FFF2-40B4-BE49-F238E27FC236}">
                <a16:creationId xmlns:a16="http://schemas.microsoft.com/office/drawing/2014/main" id="{C76401CC-A9D9-D50B-31E9-1808FA80A981}"/>
              </a:ext>
            </a:extLst>
          </p:cNvPr>
          <p:cNvSpPr>
            <a:spLocks noChangeArrowheads="1"/>
          </p:cNvSpPr>
          <p:nvPr/>
        </p:nvSpPr>
        <p:spPr bwMode="auto">
          <a:xfrm>
            <a:off x="3000376" y="5734051"/>
            <a:ext cx="43926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并证明了如下定理：</a:t>
            </a:r>
          </a:p>
        </p:txBody>
      </p:sp>
      <p:sp>
        <p:nvSpPr>
          <p:cNvPr id="698378" name="Rectangle 10">
            <a:extLst>
              <a:ext uri="{FF2B5EF4-FFF2-40B4-BE49-F238E27FC236}">
                <a16:creationId xmlns:a16="http://schemas.microsoft.com/office/drawing/2014/main" id="{50FBBBF0-68A9-ECE5-D0C6-720F1147CFE8}"/>
              </a:ext>
            </a:extLst>
          </p:cNvPr>
          <p:cNvSpPr>
            <a:spLocks noChangeArrowheads="1"/>
          </p:cNvSpPr>
          <p:nvPr/>
        </p:nvSpPr>
        <p:spPr bwMode="auto">
          <a:xfrm>
            <a:off x="1774825" y="4149726"/>
            <a:ext cx="7327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的差异应不会太大，皮尔逊由此引进统计量：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nodeType="afterEffect">
                                  <p:stCondLst>
                                    <p:cond delay="0"/>
                                  </p:stCondLst>
                                  <p:childTnLst>
                                    <p:set>
                                      <p:cBhvr>
                                        <p:cTn id="6" dur="1" fill="hold">
                                          <p:stCondLst>
                                            <p:cond delay="0"/>
                                          </p:stCondLst>
                                        </p:cTn>
                                        <p:tgtEl>
                                          <p:spTgt spid="698371"/>
                                        </p:tgtEl>
                                        <p:attrNameLst>
                                          <p:attrName>style.visibility</p:attrName>
                                        </p:attrNameLst>
                                      </p:cBhvr>
                                      <p:to>
                                        <p:strVal val="visible"/>
                                      </p:to>
                                    </p:set>
                                    <p:animEffect transition="in" filter="slide(fromBottom)">
                                      <p:cBhvr>
                                        <p:cTn id="7" dur="1000"/>
                                        <p:tgtEl>
                                          <p:spTgt spid="6983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98372"/>
                                        </p:tgtEl>
                                        <p:attrNameLst>
                                          <p:attrName>style.visibility</p:attrName>
                                        </p:attrNameLst>
                                      </p:cBhvr>
                                      <p:to>
                                        <p:strVal val="visible"/>
                                      </p:to>
                                    </p:set>
                                    <p:animEffect transition="in" filter="wipe(left)">
                                      <p:cBhvr>
                                        <p:cTn id="12" dur="1000"/>
                                        <p:tgtEl>
                                          <p:spTgt spid="6983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98375"/>
                                        </p:tgtEl>
                                        <p:attrNameLst>
                                          <p:attrName>style.visibility</p:attrName>
                                        </p:attrNameLst>
                                      </p:cBhvr>
                                      <p:to>
                                        <p:strVal val="visible"/>
                                      </p:to>
                                    </p:set>
                                    <p:animEffect transition="in" filter="wipe(left)">
                                      <p:cBhvr>
                                        <p:cTn id="17" dur="1000"/>
                                        <p:tgtEl>
                                          <p:spTgt spid="698375"/>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698378"/>
                                        </p:tgtEl>
                                        <p:attrNameLst>
                                          <p:attrName>style.visibility</p:attrName>
                                        </p:attrNameLst>
                                      </p:cBhvr>
                                      <p:to>
                                        <p:strVal val="visible"/>
                                      </p:to>
                                    </p:set>
                                    <p:animEffect transition="in" filter="wipe(left)">
                                      <p:cBhvr>
                                        <p:cTn id="21" dur="1000"/>
                                        <p:tgtEl>
                                          <p:spTgt spid="698378"/>
                                        </p:tgtEl>
                                      </p:cBhvr>
                                    </p:animEffect>
                                  </p:childTnLst>
                                </p:cTn>
                              </p:par>
                            </p:childTnLst>
                          </p:cTn>
                        </p:par>
                        <p:par>
                          <p:cTn id="22" fill="hold" nodeType="afterGroup">
                            <p:stCondLst>
                              <p:cond delay="2000"/>
                            </p:stCondLst>
                            <p:childTnLst>
                              <p:par>
                                <p:cTn id="23" presetID="2" presetClass="entr" presetSubtype="4" fill="hold" nodeType="afterEffect">
                                  <p:stCondLst>
                                    <p:cond delay="0"/>
                                  </p:stCondLst>
                                  <p:childTnLst>
                                    <p:set>
                                      <p:cBhvr>
                                        <p:cTn id="24" dur="1" fill="hold">
                                          <p:stCondLst>
                                            <p:cond delay="0"/>
                                          </p:stCondLst>
                                        </p:cTn>
                                        <p:tgtEl>
                                          <p:spTgt spid="698376"/>
                                        </p:tgtEl>
                                        <p:attrNameLst>
                                          <p:attrName>style.visibility</p:attrName>
                                        </p:attrNameLst>
                                      </p:cBhvr>
                                      <p:to>
                                        <p:strVal val="visible"/>
                                      </p:to>
                                    </p:set>
                                    <p:anim calcmode="lin" valueType="num">
                                      <p:cBhvr additive="base">
                                        <p:cTn id="25" dur="1000" fill="hold"/>
                                        <p:tgtEl>
                                          <p:spTgt spid="698376"/>
                                        </p:tgtEl>
                                        <p:attrNameLst>
                                          <p:attrName>ppt_x</p:attrName>
                                        </p:attrNameLst>
                                      </p:cBhvr>
                                      <p:tavLst>
                                        <p:tav tm="0">
                                          <p:val>
                                            <p:strVal val="#ppt_x"/>
                                          </p:val>
                                        </p:tav>
                                        <p:tav tm="100000">
                                          <p:val>
                                            <p:strVal val="#ppt_x"/>
                                          </p:val>
                                        </p:tav>
                                      </p:tavLst>
                                    </p:anim>
                                    <p:anim calcmode="lin" valueType="num">
                                      <p:cBhvr additive="base">
                                        <p:cTn id="26" dur="1000" fill="hold"/>
                                        <p:tgtEl>
                                          <p:spTgt spid="698376"/>
                                        </p:tgtEl>
                                        <p:attrNameLst>
                                          <p:attrName>ppt_y</p:attrName>
                                        </p:attrNameLst>
                                      </p:cBhvr>
                                      <p:tavLst>
                                        <p:tav tm="0">
                                          <p:val>
                                            <p:strVal val="1+#ppt_h/2"/>
                                          </p:val>
                                        </p:tav>
                                        <p:tav tm="100000">
                                          <p:val>
                                            <p:strVal val="#ppt_y"/>
                                          </p:val>
                                        </p:tav>
                                      </p:tavLst>
                                    </p:anim>
                                  </p:childTnLst>
                                </p:cTn>
                              </p:par>
                            </p:childTnLst>
                          </p:cTn>
                        </p:par>
                        <p:par>
                          <p:cTn id="27" fill="hold" nodeType="afterGroup">
                            <p:stCondLst>
                              <p:cond delay="3000"/>
                            </p:stCondLst>
                            <p:childTnLst>
                              <p:par>
                                <p:cTn id="28" presetID="22" presetClass="entr" presetSubtype="8" fill="hold" nodeType="afterEffect">
                                  <p:stCondLst>
                                    <p:cond delay="0"/>
                                  </p:stCondLst>
                                  <p:childTnLst>
                                    <p:set>
                                      <p:cBhvr>
                                        <p:cTn id="29" dur="1" fill="hold">
                                          <p:stCondLst>
                                            <p:cond delay="0"/>
                                          </p:stCondLst>
                                        </p:cTn>
                                        <p:tgtEl>
                                          <p:spTgt spid="698377"/>
                                        </p:tgtEl>
                                        <p:attrNameLst>
                                          <p:attrName>style.visibility</p:attrName>
                                        </p:attrNameLst>
                                      </p:cBhvr>
                                      <p:to>
                                        <p:strVal val="visible"/>
                                      </p:to>
                                    </p:set>
                                    <p:animEffect transition="in" filter="wipe(left)">
                                      <p:cBhvr>
                                        <p:cTn id="30" dur="1000"/>
                                        <p:tgtEl>
                                          <p:spTgt spid="698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8371" grpId="0" autoUpdateAnimBg="0"/>
      <p:bldP spid="698375" grpId="0" autoUpdateAnimBg="0"/>
      <p:bldP spid="698377" grpId="0"/>
      <p:bldP spid="69837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9394" name="Object 2">
            <a:extLst>
              <a:ext uri="{FF2B5EF4-FFF2-40B4-BE49-F238E27FC236}">
                <a16:creationId xmlns:a16="http://schemas.microsoft.com/office/drawing/2014/main" id="{25B3C12E-72CB-28FB-5A0A-D55A9DF35731}"/>
              </a:ext>
            </a:extLst>
          </p:cNvPr>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name="公式" r:id="rId2" imgW="2628900" imgH="4978400" progId="Equation.3">
                  <p:embed/>
                </p:oleObj>
              </mc:Choice>
              <mc:Fallback>
                <p:oleObj name="公式" r:id="rId2" imgW="2628900" imgH="4978400" progId="Equation.3">
                  <p:embed/>
                  <p:pic>
                    <p:nvPicPr>
                      <p:cNvPr id="699394" name="Object 2">
                        <a:extLst>
                          <a:ext uri="{FF2B5EF4-FFF2-40B4-BE49-F238E27FC236}">
                            <a16:creationId xmlns:a16="http://schemas.microsoft.com/office/drawing/2014/main" id="{25B3C12E-72CB-28FB-5A0A-D55A9DF357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9395" name="Object 3">
            <a:extLst>
              <a:ext uri="{FF2B5EF4-FFF2-40B4-BE49-F238E27FC236}">
                <a16:creationId xmlns:a16="http://schemas.microsoft.com/office/drawing/2014/main" id="{3C14101B-6E3E-02E9-7C91-7DC573335840}"/>
              </a:ext>
            </a:extLst>
          </p:cNvPr>
          <p:cNvGraphicFramePr>
            <a:graphicFrameLocks noChangeAspect="1"/>
          </p:cNvGraphicFramePr>
          <p:nvPr/>
        </p:nvGraphicFramePr>
        <p:xfrm>
          <a:off x="4079876" y="1916114"/>
          <a:ext cx="3095625" cy="1082675"/>
        </p:xfrm>
        <a:graphic>
          <a:graphicData uri="http://schemas.openxmlformats.org/presentationml/2006/ole">
            <mc:AlternateContent xmlns:mc="http://schemas.openxmlformats.org/markup-compatibility/2006">
              <mc:Choice xmlns:v="urn:schemas-microsoft-com:vml" Requires="v">
                <p:oleObj name="公式" r:id="rId4" imgW="29845000" imgH="10528300" progId="Equation.3">
                  <p:embed/>
                </p:oleObj>
              </mc:Choice>
              <mc:Fallback>
                <p:oleObj name="公式" r:id="rId4" imgW="29845000" imgH="10528300" progId="Equation.3">
                  <p:embed/>
                  <p:pic>
                    <p:nvPicPr>
                      <p:cNvPr id="699395" name="Object 3">
                        <a:extLst>
                          <a:ext uri="{FF2B5EF4-FFF2-40B4-BE49-F238E27FC236}">
                            <a16:creationId xmlns:a16="http://schemas.microsoft.com/office/drawing/2014/main" id="{3C14101B-6E3E-02E9-7C91-7DC5733358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9876" y="1916114"/>
                        <a:ext cx="3095625" cy="1082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9396" name="Rectangle 4">
            <a:extLst>
              <a:ext uri="{FF2B5EF4-FFF2-40B4-BE49-F238E27FC236}">
                <a16:creationId xmlns:a16="http://schemas.microsoft.com/office/drawing/2014/main" id="{9BFAE3BF-A987-B80C-5957-40BB7596054B}"/>
              </a:ext>
            </a:extLst>
          </p:cNvPr>
          <p:cNvSpPr>
            <a:spLocks noChangeArrowheads="1"/>
          </p:cNvSpPr>
          <p:nvPr/>
        </p:nvSpPr>
        <p:spPr bwMode="auto">
          <a:xfrm>
            <a:off x="1919289" y="404814"/>
            <a:ext cx="8353425" cy="1400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定理（皮尔逊）</a:t>
            </a:r>
            <a:r>
              <a:rPr kumimoji="1" lang="zh-CN" altLang="en-US" sz="2800" b="1">
                <a:solidFill>
                  <a:srgbClr val="007A77"/>
                </a:solidFill>
                <a:latin typeface="Times New Roman" panose="02020603050405020304" pitchFamily="18" charset="0"/>
                <a:ea typeface="楷体_GB2312" pitchFamily="49" charset="-122"/>
              </a:rPr>
              <a:t>若 </a:t>
            </a:r>
            <a:r>
              <a:rPr kumimoji="1" lang="en-US" altLang="zh-CN" sz="2800" b="1" i="1">
                <a:solidFill>
                  <a:srgbClr val="007A77"/>
                </a:solidFill>
                <a:latin typeface="Times New Roman" panose="02020603050405020304" pitchFamily="18" charset="0"/>
                <a:ea typeface="楷体_GB2312" pitchFamily="49" charset="-122"/>
              </a:rPr>
              <a:t>n </a:t>
            </a:r>
            <a:r>
              <a:rPr kumimoji="1" lang="zh-CN" altLang="en-US" sz="2800" b="1">
                <a:solidFill>
                  <a:srgbClr val="007A77"/>
                </a:solidFill>
                <a:latin typeface="Times New Roman" panose="02020603050405020304" pitchFamily="18" charset="0"/>
                <a:ea typeface="楷体_GB2312" pitchFamily="49" charset="-122"/>
              </a:rPr>
              <a:t>充分大，</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为真时，不论 </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中的分布属于什么类型，统计量</a:t>
            </a:r>
          </a:p>
        </p:txBody>
      </p:sp>
      <p:grpSp>
        <p:nvGrpSpPr>
          <p:cNvPr id="699397" name="Group 5">
            <a:extLst>
              <a:ext uri="{FF2B5EF4-FFF2-40B4-BE49-F238E27FC236}">
                <a16:creationId xmlns:a16="http://schemas.microsoft.com/office/drawing/2014/main" id="{03AF742E-9848-C52E-362F-4054316A680A}"/>
              </a:ext>
            </a:extLst>
          </p:cNvPr>
          <p:cNvGrpSpPr>
            <a:grpSpLocks/>
          </p:cNvGrpSpPr>
          <p:nvPr/>
        </p:nvGrpSpPr>
        <p:grpSpPr bwMode="auto">
          <a:xfrm>
            <a:off x="1847851" y="3068639"/>
            <a:ext cx="6816725" cy="549275"/>
            <a:chOff x="204" y="1933"/>
            <a:chExt cx="4294" cy="346"/>
          </a:xfrm>
        </p:grpSpPr>
        <p:sp>
          <p:nvSpPr>
            <p:cNvPr id="699398" name="Rectangle 6">
              <a:extLst>
                <a:ext uri="{FF2B5EF4-FFF2-40B4-BE49-F238E27FC236}">
                  <a16:creationId xmlns:a16="http://schemas.microsoft.com/office/drawing/2014/main" id="{0694043B-924F-1432-3971-CDE6C9BC1622}"/>
                </a:ext>
              </a:extLst>
            </p:cNvPr>
            <p:cNvSpPr>
              <a:spLocks noChangeArrowheads="1"/>
            </p:cNvSpPr>
            <p:nvPr/>
          </p:nvSpPr>
          <p:spPr bwMode="auto">
            <a:xfrm>
              <a:off x="204" y="1979"/>
              <a:ext cx="4294"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90000"/>
                </a:lnSpc>
                <a:spcBef>
                  <a:spcPct val="20000"/>
                </a:spcBef>
                <a:spcAft>
                  <a:spcPct val="0"/>
                </a:spcAft>
              </a:pPr>
              <a:r>
                <a:rPr kumimoji="1" lang="zh-CN" altLang="en-US" sz="2800" b="1">
                  <a:solidFill>
                    <a:srgbClr val="007A77"/>
                  </a:solidFill>
                  <a:latin typeface="Times New Roman" panose="02020603050405020304" pitchFamily="18" charset="0"/>
                  <a:ea typeface="楷体_GB2312" pitchFamily="49" charset="-122"/>
                </a:rPr>
                <a:t>总是近似服从自由度为</a:t>
              </a:r>
              <a:r>
                <a:rPr kumimoji="1" lang="en-US" altLang="zh-CN" sz="2800" b="1">
                  <a:solidFill>
                    <a:srgbClr val="007A77"/>
                  </a:solidFill>
                  <a:latin typeface="Times New Roman" panose="02020603050405020304" pitchFamily="18" charset="0"/>
                  <a:ea typeface="楷体_GB2312" pitchFamily="49" charset="-122"/>
                </a:rPr>
                <a:t>K-</a:t>
              </a:r>
              <a:r>
                <a:rPr kumimoji="1" lang="en-US" altLang="zh-CN" sz="2800" b="1" i="1">
                  <a:solidFill>
                    <a:srgbClr val="007A77"/>
                  </a:solidFill>
                  <a:latin typeface="Times New Roman" panose="02020603050405020304" pitchFamily="18" charset="0"/>
                  <a:ea typeface="楷体_GB2312" pitchFamily="49" charset="-122"/>
                </a:rPr>
                <a:t>r</a:t>
              </a:r>
              <a:r>
                <a:rPr kumimoji="1" lang="en-US" altLang="zh-CN" sz="2800" b="1">
                  <a:solidFill>
                    <a:srgbClr val="007A77"/>
                  </a:solidFill>
                  <a:latin typeface="Times New Roman" panose="02020603050405020304" pitchFamily="18" charset="0"/>
                  <a:ea typeface="楷体_GB2312" pitchFamily="49" charset="-122"/>
                </a:rPr>
                <a:t>-1</a:t>
              </a:r>
              <a:r>
                <a:rPr kumimoji="1" lang="zh-CN" altLang="en-US" sz="2800" b="1">
                  <a:solidFill>
                    <a:srgbClr val="007A77"/>
                  </a:solidFill>
                  <a:latin typeface="Times New Roman" panose="02020603050405020304" pitchFamily="18" charset="0"/>
                  <a:ea typeface="楷体_GB2312" pitchFamily="49" charset="-122"/>
                </a:rPr>
                <a:t>的     分布，即</a:t>
              </a:r>
            </a:p>
          </p:txBody>
        </p:sp>
        <p:graphicFrame>
          <p:nvGraphicFramePr>
            <p:cNvPr id="699399" name="Object 7">
              <a:extLst>
                <a:ext uri="{FF2B5EF4-FFF2-40B4-BE49-F238E27FC236}">
                  <a16:creationId xmlns:a16="http://schemas.microsoft.com/office/drawing/2014/main" id="{A83242C7-8FCC-1BB7-2DC2-8CE9C3E87CA0}"/>
                </a:ext>
              </a:extLst>
            </p:cNvPr>
            <p:cNvGraphicFramePr>
              <a:graphicFrameLocks noChangeAspect="1"/>
            </p:cNvGraphicFramePr>
            <p:nvPr/>
          </p:nvGraphicFramePr>
          <p:xfrm>
            <a:off x="3288" y="1933"/>
            <a:ext cx="284" cy="318"/>
          </p:xfrm>
          <a:graphic>
            <a:graphicData uri="http://schemas.openxmlformats.org/presentationml/2006/ole">
              <mc:AlternateContent xmlns:mc="http://schemas.openxmlformats.org/markup-compatibility/2006">
                <mc:Choice xmlns:v="urn:schemas-microsoft-com:vml" Requires="v">
                  <p:oleObj name="公式" r:id="rId6" imgW="4686300" imgH="5270500" progId="Equation.3">
                    <p:embed/>
                  </p:oleObj>
                </mc:Choice>
                <mc:Fallback>
                  <p:oleObj name="公式" r:id="rId6" imgW="4686300" imgH="5270500" progId="Equation.3">
                    <p:embed/>
                    <p:pic>
                      <p:nvPicPr>
                        <p:cNvPr id="699399" name="Object 7">
                          <a:extLst>
                            <a:ext uri="{FF2B5EF4-FFF2-40B4-BE49-F238E27FC236}">
                              <a16:creationId xmlns:a16="http://schemas.microsoft.com/office/drawing/2014/main" id="{A83242C7-8FCC-1BB7-2DC2-8CE9C3E87CA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88" y="1933"/>
                          <a:ext cx="284" cy="3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699400" name="Object 8">
            <a:extLst>
              <a:ext uri="{FF2B5EF4-FFF2-40B4-BE49-F238E27FC236}">
                <a16:creationId xmlns:a16="http://schemas.microsoft.com/office/drawing/2014/main" id="{5912F76E-BA90-8F3D-745B-A11A0D2C72FA}"/>
              </a:ext>
            </a:extLst>
          </p:cNvPr>
          <p:cNvGraphicFramePr>
            <a:graphicFrameLocks noChangeAspect="1"/>
          </p:cNvGraphicFramePr>
          <p:nvPr/>
        </p:nvGraphicFramePr>
        <p:xfrm>
          <a:off x="2473325" y="3860801"/>
          <a:ext cx="3429000" cy="1082675"/>
        </p:xfrm>
        <a:graphic>
          <a:graphicData uri="http://schemas.openxmlformats.org/presentationml/2006/ole">
            <mc:AlternateContent xmlns:mc="http://schemas.openxmlformats.org/markup-compatibility/2006">
              <mc:Choice xmlns:v="urn:schemas-microsoft-com:vml" Requires="v">
                <p:oleObj name="公式" r:id="rId8" imgW="33058100" imgH="10528300" progId="Equation.3">
                  <p:embed/>
                </p:oleObj>
              </mc:Choice>
              <mc:Fallback>
                <p:oleObj name="公式" r:id="rId8" imgW="33058100" imgH="10528300" progId="Equation.3">
                  <p:embed/>
                  <p:pic>
                    <p:nvPicPr>
                      <p:cNvPr id="699400" name="Object 8">
                        <a:extLst>
                          <a:ext uri="{FF2B5EF4-FFF2-40B4-BE49-F238E27FC236}">
                            <a16:creationId xmlns:a16="http://schemas.microsoft.com/office/drawing/2014/main" id="{5912F76E-BA90-8F3D-745B-A11A0D2C72F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73325" y="3860801"/>
                        <a:ext cx="3429000" cy="1082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9401" name="Object 9">
            <a:extLst>
              <a:ext uri="{FF2B5EF4-FFF2-40B4-BE49-F238E27FC236}">
                <a16:creationId xmlns:a16="http://schemas.microsoft.com/office/drawing/2014/main" id="{5E7E7C07-4E05-713C-F89F-35B332CA1B42}"/>
              </a:ext>
            </a:extLst>
          </p:cNvPr>
          <p:cNvGraphicFramePr>
            <a:graphicFrameLocks noChangeAspect="1"/>
          </p:cNvGraphicFramePr>
          <p:nvPr/>
        </p:nvGraphicFramePr>
        <p:xfrm>
          <a:off x="5880100" y="4076701"/>
          <a:ext cx="1943100" cy="504825"/>
        </p:xfrm>
        <a:graphic>
          <a:graphicData uri="http://schemas.openxmlformats.org/presentationml/2006/ole">
            <mc:AlternateContent xmlns:mc="http://schemas.openxmlformats.org/markup-compatibility/2006">
              <mc:Choice xmlns:v="urn:schemas-microsoft-com:vml" Requires="v">
                <p:oleObj name="公式" r:id="rId10" imgW="20193000" imgH="5270500" progId="Equation.3">
                  <p:embed/>
                </p:oleObj>
              </mc:Choice>
              <mc:Fallback>
                <p:oleObj name="公式" r:id="rId10" imgW="20193000" imgH="5270500" progId="Equation.3">
                  <p:embed/>
                  <p:pic>
                    <p:nvPicPr>
                      <p:cNvPr id="699401" name="Object 9">
                        <a:extLst>
                          <a:ext uri="{FF2B5EF4-FFF2-40B4-BE49-F238E27FC236}">
                            <a16:creationId xmlns:a16="http://schemas.microsoft.com/office/drawing/2014/main" id="{5E7E7C07-4E05-713C-F89F-35B332CA1B4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80100" y="4076701"/>
                        <a:ext cx="1943100"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99402" name="Rectangle 10">
            <a:extLst>
              <a:ext uri="{FF2B5EF4-FFF2-40B4-BE49-F238E27FC236}">
                <a16:creationId xmlns:a16="http://schemas.microsoft.com/office/drawing/2014/main" id="{85A4A5EE-8242-D13F-0FDE-DE4CB94E698F}"/>
              </a:ext>
            </a:extLst>
          </p:cNvPr>
          <p:cNvSpPr>
            <a:spLocks noChangeArrowheads="1"/>
          </p:cNvSpPr>
          <p:nvPr/>
        </p:nvSpPr>
        <p:spPr bwMode="auto">
          <a:xfrm>
            <a:off x="2135189" y="5084763"/>
            <a:ext cx="7488237"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90000"/>
              </a:lnSpc>
              <a:spcBef>
                <a:spcPct val="20000"/>
              </a:spcBef>
              <a:spcAft>
                <a:spcPct val="0"/>
              </a:spcAft>
            </a:pPr>
            <a:r>
              <a:rPr kumimoji="1" lang="zh-CN" altLang="en-US" sz="2800" b="1">
                <a:solidFill>
                  <a:srgbClr val="007A77"/>
                </a:solidFill>
                <a:latin typeface="Times New Roman" panose="02020603050405020304" pitchFamily="18" charset="0"/>
                <a:ea typeface="楷体_GB2312" pitchFamily="49" charset="-122"/>
              </a:rPr>
              <a:t>其中</a:t>
            </a:r>
            <a:r>
              <a:rPr kumimoji="1" lang="en-US" altLang="zh-CN" sz="2800" b="1" i="1">
                <a:solidFill>
                  <a:srgbClr val="007A77"/>
                </a:solidFill>
                <a:latin typeface="Times New Roman" panose="02020603050405020304" pitchFamily="18" charset="0"/>
                <a:ea typeface="楷体_GB2312" pitchFamily="49" charset="-122"/>
              </a:rPr>
              <a:t>r</a:t>
            </a:r>
            <a:r>
              <a:rPr kumimoji="1" lang="zh-CN" altLang="en-US" sz="2800" b="1">
                <a:solidFill>
                  <a:srgbClr val="007A77"/>
                </a:solidFill>
                <a:latin typeface="Times New Roman" panose="02020603050405020304" pitchFamily="18" charset="0"/>
                <a:ea typeface="楷体_GB2312" pitchFamily="49" charset="-122"/>
              </a:rPr>
              <a:t>是分布中被估计的参数的个数</a:t>
            </a:r>
            <a:r>
              <a:rPr kumimoji="1" lang="en-US" altLang="zh-CN"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nodeType="afterEffect">
                                  <p:stCondLst>
                                    <p:cond delay="0"/>
                                  </p:stCondLst>
                                  <p:childTnLst>
                                    <p:set>
                                      <p:cBhvr>
                                        <p:cTn id="6" dur="1" fill="hold">
                                          <p:stCondLst>
                                            <p:cond delay="0"/>
                                          </p:stCondLst>
                                        </p:cTn>
                                        <p:tgtEl>
                                          <p:spTgt spid="699396"/>
                                        </p:tgtEl>
                                        <p:attrNameLst>
                                          <p:attrName>style.visibility</p:attrName>
                                        </p:attrNameLst>
                                      </p:cBhvr>
                                      <p:to>
                                        <p:strVal val="visible"/>
                                      </p:to>
                                    </p:set>
                                    <p:animEffect transition="in" filter="slide(fromBottom)">
                                      <p:cBhvr>
                                        <p:cTn id="7" dur="1000"/>
                                        <p:tgtEl>
                                          <p:spTgt spid="699396"/>
                                        </p:tgtEl>
                                      </p:cBhvr>
                                    </p:animEffect>
                                  </p:childTnLst>
                                </p:cTn>
                              </p:par>
                            </p:childTnLst>
                          </p:cTn>
                        </p:par>
                        <p:par>
                          <p:cTn id="8" fill="hold" nodeType="afterGroup">
                            <p:stCondLst>
                              <p:cond delay="1000"/>
                            </p:stCondLst>
                            <p:childTnLst>
                              <p:par>
                                <p:cTn id="9" presetID="12" presetClass="entr" presetSubtype="4" fill="hold" nodeType="afterEffect">
                                  <p:stCondLst>
                                    <p:cond delay="0"/>
                                  </p:stCondLst>
                                  <p:childTnLst>
                                    <p:set>
                                      <p:cBhvr>
                                        <p:cTn id="10" dur="1" fill="hold">
                                          <p:stCondLst>
                                            <p:cond delay="0"/>
                                          </p:stCondLst>
                                        </p:cTn>
                                        <p:tgtEl>
                                          <p:spTgt spid="699395"/>
                                        </p:tgtEl>
                                        <p:attrNameLst>
                                          <p:attrName>style.visibility</p:attrName>
                                        </p:attrNameLst>
                                      </p:cBhvr>
                                      <p:to>
                                        <p:strVal val="visible"/>
                                      </p:to>
                                    </p:set>
                                    <p:animEffect transition="in" filter="slide(fromBottom)">
                                      <p:cBhvr>
                                        <p:cTn id="11" dur="1000"/>
                                        <p:tgtEl>
                                          <p:spTgt spid="699395"/>
                                        </p:tgtEl>
                                      </p:cBhvr>
                                    </p:animEffect>
                                  </p:childTnLst>
                                </p:cTn>
                              </p:par>
                            </p:childTnLst>
                          </p:cTn>
                        </p:par>
                        <p:par>
                          <p:cTn id="12" fill="hold" nodeType="afterGroup">
                            <p:stCondLst>
                              <p:cond delay="2000"/>
                            </p:stCondLst>
                            <p:childTnLst>
                              <p:par>
                                <p:cTn id="13" presetID="12" presetClass="entr" presetSubtype="4" fill="hold" nodeType="afterEffect">
                                  <p:stCondLst>
                                    <p:cond delay="0"/>
                                  </p:stCondLst>
                                  <p:childTnLst>
                                    <p:set>
                                      <p:cBhvr>
                                        <p:cTn id="14" dur="1" fill="hold">
                                          <p:stCondLst>
                                            <p:cond delay="0"/>
                                          </p:stCondLst>
                                        </p:cTn>
                                        <p:tgtEl>
                                          <p:spTgt spid="699397"/>
                                        </p:tgtEl>
                                        <p:attrNameLst>
                                          <p:attrName>style.visibility</p:attrName>
                                        </p:attrNameLst>
                                      </p:cBhvr>
                                      <p:to>
                                        <p:strVal val="visible"/>
                                      </p:to>
                                    </p:set>
                                    <p:animEffect transition="in" filter="slide(fromBottom)">
                                      <p:cBhvr>
                                        <p:cTn id="15" dur="1000"/>
                                        <p:tgtEl>
                                          <p:spTgt spid="699397"/>
                                        </p:tgtEl>
                                      </p:cBhvr>
                                    </p:animEffect>
                                  </p:childTnLst>
                                </p:cTn>
                              </p:par>
                            </p:childTnLst>
                          </p:cTn>
                        </p:par>
                        <p:par>
                          <p:cTn id="16" fill="hold" nodeType="afterGroup">
                            <p:stCondLst>
                              <p:cond delay="3000"/>
                            </p:stCondLst>
                            <p:childTnLst>
                              <p:par>
                                <p:cTn id="17" presetID="22" presetClass="entr" presetSubtype="8" fill="hold" nodeType="afterEffect">
                                  <p:stCondLst>
                                    <p:cond delay="0"/>
                                  </p:stCondLst>
                                  <p:childTnLst>
                                    <p:set>
                                      <p:cBhvr>
                                        <p:cTn id="18" dur="1" fill="hold">
                                          <p:stCondLst>
                                            <p:cond delay="0"/>
                                          </p:stCondLst>
                                        </p:cTn>
                                        <p:tgtEl>
                                          <p:spTgt spid="699400"/>
                                        </p:tgtEl>
                                        <p:attrNameLst>
                                          <p:attrName>style.visibility</p:attrName>
                                        </p:attrNameLst>
                                      </p:cBhvr>
                                      <p:to>
                                        <p:strVal val="visible"/>
                                      </p:to>
                                    </p:set>
                                    <p:animEffect transition="in" filter="wipe(left)">
                                      <p:cBhvr>
                                        <p:cTn id="19" dur="1000"/>
                                        <p:tgtEl>
                                          <p:spTgt spid="699400"/>
                                        </p:tgtEl>
                                      </p:cBhvr>
                                    </p:animEffect>
                                  </p:childTnLst>
                                </p:cTn>
                              </p:par>
                            </p:childTnLst>
                          </p:cTn>
                        </p:par>
                        <p:par>
                          <p:cTn id="20" fill="hold" nodeType="afterGroup">
                            <p:stCondLst>
                              <p:cond delay="4000"/>
                            </p:stCondLst>
                            <p:childTnLst>
                              <p:par>
                                <p:cTn id="21" presetID="22" presetClass="entr" presetSubtype="8" fill="hold" nodeType="afterEffect">
                                  <p:stCondLst>
                                    <p:cond delay="0"/>
                                  </p:stCondLst>
                                  <p:childTnLst>
                                    <p:set>
                                      <p:cBhvr>
                                        <p:cTn id="22" dur="1" fill="hold">
                                          <p:stCondLst>
                                            <p:cond delay="0"/>
                                          </p:stCondLst>
                                        </p:cTn>
                                        <p:tgtEl>
                                          <p:spTgt spid="699401"/>
                                        </p:tgtEl>
                                        <p:attrNameLst>
                                          <p:attrName>style.visibility</p:attrName>
                                        </p:attrNameLst>
                                      </p:cBhvr>
                                      <p:to>
                                        <p:strVal val="visible"/>
                                      </p:to>
                                    </p:set>
                                    <p:animEffect transition="in" filter="wipe(left)">
                                      <p:cBhvr>
                                        <p:cTn id="23" dur="1000"/>
                                        <p:tgtEl>
                                          <p:spTgt spid="699401"/>
                                        </p:tgtEl>
                                      </p:cBhvr>
                                    </p:animEffect>
                                  </p:childTnLst>
                                </p:cTn>
                              </p:par>
                            </p:childTnLst>
                          </p:cTn>
                        </p:par>
                        <p:par>
                          <p:cTn id="24" fill="hold" nodeType="afterGroup">
                            <p:stCondLst>
                              <p:cond delay="5000"/>
                            </p:stCondLst>
                            <p:childTnLst>
                              <p:par>
                                <p:cTn id="25" presetID="22" presetClass="entr" presetSubtype="8" fill="hold" nodeType="afterEffect">
                                  <p:stCondLst>
                                    <p:cond delay="0"/>
                                  </p:stCondLst>
                                  <p:childTnLst>
                                    <p:set>
                                      <p:cBhvr>
                                        <p:cTn id="26" dur="1" fill="hold">
                                          <p:stCondLst>
                                            <p:cond delay="0"/>
                                          </p:stCondLst>
                                        </p:cTn>
                                        <p:tgtEl>
                                          <p:spTgt spid="699402"/>
                                        </p:tgtEl>
                                        <p:attrNameLst>
                                          <p:attrName>style.visibility</p:attrName>
                                        </p:attrNameLst>
                                      </p:cBhvr>
                                      <p:to>
                                        <p:strVal val="visible"/>
                                      </p:to>
                                    </p:set>
                                    <p:animEffect transition="in" filter="wipe(left)">
                                      <p:cBhvr>
                                        <p:cTn id="27" dur="1000"/>
                                        <p:tgtEl>
                                          <p:spTgt spid="699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9396" grpId="0"/>
      <p:bldP spid="69940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0418" name="Object 2">
            <a:extLst>
              <a:ext uri="{FF2B5EF4-FFF2-40B4-BE49-F238E27FC236}">
                <a16:creationId xmlns:a16="http://schemas.microsoft.com/office/drawing/2014/main" id="{5C88D99A-611D-2B51-D3E3-2E4A9D4B93AD}"/>
              </a:ext>
            </a:extLst>
          </p:cNvPr>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name="公式" r:id="rId2" imgW="2628900" imgH="4978400" progId="Equation.3">
                  <p:embed/>
                </p:oleObj>
              </mc:Choice>
              <mc:Fallback>
                <p:oleObj name="公式" r:id="rId2" imgW="2628900" imgH="4978400" progId="Equation.3">
                  <p:embed/>
                  <p:pic>
                    <p:nvPicPr>
                      <p:cNvPr id="700418" name="Object 2">
                        <a:extLst>
                          <a:ext uri="{FF2B5EF4-FFF2-40B4-BE49-F238E27FC236}">
                            <a16:creationId xmlns:a16="http://schemas.microsoft.com/office/drawing/2014/main" id="{5C88D99A-611D-2B51-D3E3-2E4A9D4B93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0419" name="Object 3">
            <a:extLst>
              <a:ext uri="{FF2B5EF4-FFF2-40B4-BE49-F238E27FC236}">
                <a16:creationId xmlns:a16="http://schemas.microsoft.com/office/drawing/2014/main" id="{E91E2748-9898-F953-5C59-294AA45E9093}"/>
              </a:ext>
            </a:extLst>
          </p:cNvPr>
          <p:cNvGraphicFramePr>
            <a:graphicFrameLocks noChangeAspect="1"/>
          </p:cNvGraphicFramePr>
          <p:nvPr/>
        </p:nvGraphicFramePr>
        <p:xfrm>
          <a:off x="4295776" y="836614"/>
          <a:ext cx="3095625" cy="1082675"/>
        </p:xfrm>
        <a:graphic>
          <a:graphicData uri="http://schemas.openxmlformats.org/presentationml/2006/ole">
            <mc:AlternateContent xmlns:mc="http://schemas.openxmlformats.org/markup-compatibility/2006">
              <mc:Choice xmlns:v="urn:schemas-microsoft-com:vml" Requires="v">
                <p:oleObj name="公式" r:id="rId4" imgW="29845000" imgH="10528300" progId="Equation.3">
                  <p:embed/>
                </p:oleObj>
              </mc:Choice>
              <mc:Fallback>
                <p:oleObj name="公式" r:id="rId4" imgW="29845000" imgH="10528300" progId="Equation.3">
                  <p:embed/>
                  <p:pic>
                    <p:nvPicPr>
                      <p:cNvPr id="700419" name="Object 3">
                        <a:extLst>
                          <a:ext uri="{FF2B5EF4-FFF2-40B4-BE49-F238E27FC236}">
                            <a16:creationId xmlns:a16="http://schemas.microsoft.com/office/drawing/2014/main" id="{E91E2748-9898-F953-5C59-294AA45E90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5776" y="836614"/>
                        <a:ext cx="3095625" cy="1082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0420" name="Object 4">
            <a:extLst>
              <a:ext uri="{FF2B5EF4-FFF2-40B4-BE49-F238E27FC236}">
                <a16:creationId xmlns:a16="http://schemas.microsoft.com/office/drawing/2014/main" id="{34495D75-420A-669D-9C27-9A44A6121D85}"/>
              </a:ext>
            </a:extLst>
          </p:cNvPr>
          <p:cNvGraphicFramePr>
            <a:graphicFrameLocks noChangeAspect="1"/>
          </p:cNvGraphicFramePr>
          <p:nvPr/>
        </p:nvGraphicFramePr>
        <p:xfrm>
          <a:off x="3794126" y="2133601"/>
          <a:ext cx="3800475" cy="504825"/>
        </p:xfrm>
        <a:graphic>
          <a:graphicData uri="http://schemas.openxmlformats.org/presentationml/2006/ole">
            <mc:AlternateContent xmlns:mc="http://schemas.openxmlformats.org/markup-compatibility/2006">
              <mc:Choice xmlns:v="urn:schemas-microsoft-com:vml" Requires="v">
                <p:oleObj name="公式" r:id="rId6" imgW="39497000" imgH="5270500" progId="Equation.3">
                  <p:embed/>
                </p:oleObj>
              </mc:Choice>
              <mc:Fallback>
                <p:oleObj name="公式" r:id="rId6" imgW="39497000" imgH="5270500" progId="Equation.3">
                  <p:embed/>
                  <p:pic>
                    <p:nvPicPr>
                      <p:cNvPr id="700420" name="Object 4">
                        <a:extLst>
                          <a:ext uri="{FF2B5EF4-FFF2-40B4-BE49-F238E27FC236}">
                            <a16:creationId xmlns:a16="http://schemas.microsoft.com/office/drawing/2014/main" id="{34495D75-420A-669D-9C27-9A44A6121D8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94126" y="2133601"/>
                        <a:ext cx="3800475"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0421" name="Rectangle 5">
            <a:extLst>
              <a:ext uri="{FF2B5EF4-FFF2-40B4-BE49-F238E27FC236}">
                <a16:creationId xmlns:a16="http://schemas.microsoft.com/office/drawing/2014/main" id="{B1377285-FDED-735A-69C8-94228B522669}"/>
              </a:ext>
            </a:extLst>
          </p:cNvPr>
          <p:cNvSpPr>
            <a:spLocks noChangeArrowheads="1"/>
          </p:cNvSpPr>
          <p:nvPr/>
        </p:nvSpPr>
        <p:spPr bwMode="auto">
          <a:xfrm>
            <a:off x="1992313" y="333375"/>
            <a:ext cx="143986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90000"/>
              </a:lnSpc>
              <a:spcBef>
                <a:spcPct val="20000"/>
              </a:spcBef>
              <a:spcAft>
                <a:spcPct val="0"/>
              </a:spcAft>
            </a:pPr>
            <a:r>
              <a:rPr kumimoji="1" lang="zh-CN" altLang="en-US" sz="2800" b="1">
                <a:solidFill>
                  <a:srgbClr val="007A77"/>
                </a:solidFill>
                <a:latin typeface="Times New Roman" panose="02020603050405020304" pitchFamily="18" charset="0"/>
                <a:ea typeface="楷体_GB2312" pitchFamily="49" charset="-122"/>
              </a:rPr>
              <a:t>由此得</a:t>
            </a:r>
          </a:p>
        </p:txBody>
      </p:sp>
      <p:sp>
        <p:nvSpPr>
          <p:cNvPr id="700422" name="Rectangle 6">
            <a:extLst>
              <a:ext uri="{FF2B5EF4-FFF2-40B4-BE49-F238E27FC236}">
                <a16:creationId xmlns:a16="http://schemas.microsoft.com/office/drawing/2014/main" id="{F6F40D68-50CB-BD19-9739-02A1D813BF70}"/>
              </a:ext>
            </a:extLst>
          </p:cNvPr>
          <p:cNvSpPr>
            <a:spLocks noChangeArrowheads="1"/>
          </p:cNvSpPr>
          <p:nvPr/>
        </p:nvSpPr>
        <p:spPr bwMode="auto">
          <a:xfrm>
            <a:off x="1847851" y="1125538"/>
            <a:ext cx="35274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90000"/>
              </a:lnSpc>
              <a:spcBef>
                <a:spcPct val="20000"/>
              </a:spcBef>
              <a:spcAft>
                <a:spcPct val="0"/>
              </a:spcAft>
            </a:pPr>
            <a:r>
              <a:rPr kumimoji="1" lang="en-US" altLang="zh-CN" sz="2800" b="1">
                <a:solidFill>
                  <a:srgbClr val="007A77"/>
                </a:solidFill>
                <a:latin typeface="Times New Roman" panose="02020603050405020304" pitchFamily="18" charset="0"/>
                <a:ea typeface="楷体_GB2312" pitchFamily="49" charset="-122"/>
              </a:rPr>
              <a:t>5.</a:t>
            </a: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700423" name="Rectangle 7">
            <a:extLst>
              <a:ext uri="{FF2B5EF4-FFF2-40B4-BE49-F238E27FC236}">
                <a16:creationId xmlns:a16="http://schemas.microsoft.com/office/drawing/2014/main" id="{8BAC135D-2EDF-5628-5966-4D1D3E0516EA}"/>
              </a:ext>
            </a:extLst>
          </p:cNvPr>
          <p:cNvSpPr>
            <a:spLocks noChangeArrowheads="1"/>
          </p:cNvSpPr>
          <p:nvPr/>
        </p:nvSpPr>
        <p:spPr bwMode="auto">
          <a:xfrm>
            <a:off x="1847851" y="2205038"/>
            <a:ext cx="35274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90000"/>
              </a:lnSpc>
              <a:spcBef>
                <a:spcPct val="2000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700424" name="Rectangle 8">
            <a:extLst>
              <a:ext uri="{FF2B5EF4-FFF2-40B4-BE49-F238E27FC236}">
                <a16:creationId xmlns:a16="http://schemas.microsoft.com/office/drawing/2014/main" id="{340BDA6B-0126-0E3B-2FDF-3E7F05EC5F8A}"/>
              </a:ext>
            </a:extLst>
          </p:cNvPr>
          <p:cNvSpPr>
            <a:spLocks noChangeArrowheads="1"/>
          </p:cNvSpPr>
          <p:nvPr/>
        </p:nvSpPr>
        <p:spPr bwMode="auto">
          <a:xfrm>
            <a:off x="2025650" y="5013326"/>
            <a:ext cx="8642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要适当合并区间以满足这个要求。</a:t>
            </a:r>
          </a:p>
        </p:txBody>
      </p:sp>
      <p:grpSp>
        <p:nvGrpSpPr>
          <p:cNvPr id="700425" name="Group 9">
            <a:extLst>
              <a:ext uri="{FF2B5EF4-FFF2-40B4-BE49-F238E27FC236}">
                <a16:creationId xmlns:a16="http://schemas.microsoft.com/office/drawing/2014/main" id="{F74A901E-7FD8-5455-0F3A-343BFC31DCEA}"/>
              </a:ext>
            </a:extLst>
          </p:cNvPr>
          <p:cNvGrpSpPr>
            <a:grpSpLocks/>
          </p:cNvGrpSpPr>
          <p:nvPr/>
        </p:nvGrpSpPr>
        <p:grpSpPr bwMode="auto">
          <a:xfrm>
            <a:off x="3216276" y="2924176"/>
            <a:ext cx="7451725" cy="519113"/>
            <a:chOff x="1066" y="1842"/>
            <a:chExt cx="4694" cy="327"/>
          </a:xfrm>
        </p:grpSpPr>
        <p:graphicFrame>
          <p:nvGraphicFramePr>
            <p:cNvPr id="700426" name="Object 10">
              <a:extLst>
                <a:ext uri="{FF2B5EF4-FFF2-40B4-BE49-F238E27FC236}">
                  <a16:creationId xmlns:a16="http://schemas.microsoft.com/office/drawing/2014/main" id="{D62E62CE-C938-4723-43C1-71825F18E92B}"/>
                </a:ext>
              </a:extLst>
            </p:cNvPr>
            <p:cNvGraphicFramePr>
              <a:graphicFrameLocks noChangeAspect="1"/>
            </p:cNvGraphicFramePr>
            <p:nvPr/>
          </p:nvGraphicFramePr>
          <p:xfrm>
            <a:off x="1066" y="1842"/>
            <a:ext cx="246" cy="273"/>
          </p:xfrm>
          <a:graphic>
            <a:graphicData uri="http://schemas.openxmlformats.org/presentationml/2006/ole">
              <mc:AlternateContent xmlns:mc="http://schemas.openxmlformats.org/markup-compatibility/2006">
                <mc:Choice xmlns:v="urn:schemas-microsoft-com:vml" Requires="v">
                  <p:oleObj name="公式" r:id="rId8" imgW="4686300" imgH="5270500" progId="Equation.3">
                    <p:embed/>
                  </p:oleObj>
                </mc:Choice>
                <mc:Fallback>
                  <p:oleObj name="公式" r:id="rId8" imgW="4686300" imgH="5270500" progId="Equation.3">
                    <p:embed/>
                    <p:pic>
                      <p:nvPicPr>
                        <p:cNvPr id="700426" name="Object 10">
                          <a:extLst>
                            <a:ext uri="{FF2B5EF4-FFF2-40B4-BE49-F238E27FC236}">
                              <a16:creationId xmlns:a16="http://schemas.microsoft.com/office/drawing/2014/main" id="{D62E62CE-C938-4723-43C1-71825F18E92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6" y="1842"/>
                          <a:ext cx="246" cy="2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0427" name="Rectangle 11">
              <a:extLst>
                <a:ext uri="{FF2B5EF4-FFF2-40B4-BE49-F238E27FC236}">
                  <a16:creationId xmlns:a16="http://schemas.microsoft.com/office/drawing/2014/main" id="{71200E32-DA5B-905B-5054-CF15B459D52C}"/>
                </a:ext>
              </a:extLst>
            </p:cNvPr>
            <p:cNvSpPr>
              <a:spLocks noChangeArrowheads="1"/>
            </p:cNvSpPr>
            <p:nvPr/>
          </p:nvSpPr>
          <p:spPr bwMode="auto">
            <a:xfrm>
              <a:off x="1247" y="1842"/>
              <a:ext cx="451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拟合优度检验法是在</a:t>
              </a:r>
              <a:r>
                <a:rPr kumimoji="1" lang="en-US" altLang="zh-CN" sz="2800" b="1" i="1">
                  <a:solidFill>
                    <a:srgbClr val="007A77"/>
                  </a:solidFill>
                  <a:latin typeface="Times New Roman" panose="02020603050405020304" pitchFamily="18" charset="0"/>
                  <a:ea typeface="楷体_GB2312" pitchFamily="49" charset="-122"/>
                </a:rPr>
                <a:t>n</a:t>
              </a:r>
              <a:r>
                <a:rPr kumimoji="1" lang="zh-CN" altLang="en-US" sz="2800" b="1">
                  <a:solidFill>
                    <a:srgbClr val="007A77"/>
                  </a:solidFill>
                  <a:latin typeface="Times New Roman" panose="02020603050405020304" pitchFamily="18" charset="0"/>
                  <a:ea typeface="楷体_GB2312" pitchFamily="49" charset="-122"/>
                </a:rPr>
                <a:t>充分大的条件下得到</a:t>
              </a:r>
            </a:p>
          </p:txBody>
        </p:sp>
      </p:grpSp>
      <p:sp>
        <p:nvSpPr>
          <p:cNvPr id="700428" name="Rectangle 12">
            <a:extLst>
              <a:ext uri="{FF2B5EF4-FFF2-40B4-BE49-F238E27FC236}">
                <a16:creationId xmlns:a16="http://schemas.microsoft.com/office/drawing/2014/main" id="{F68E41C1-ADA0-D13C-CFD8-20526C13049C}"/>
              </a:ext>
            </a:extLst>
          </p:cNvPr>
          <p:cNvSpPr>
            <a:spLocks noChangeArrowheads="1"/>
          </p:cNvSpPr>
          <p:nvPr/>
        </p:nvSpPr>
        <p:spPr bwMode="auto">
          <a:xfrm>
            <a:off x="1806576" y="3644901"/>
            <a:ext cx="88614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的，所以在使用时必须注意 </a:t>
            </a:r>
            <a:r>
              <a:rPr kumimoji="1" lang="en-US" altLang="zh-CN" sz="2800" b="1" i="1">
                <a:solidFill>
                  <a:srgbClr val="007A77"/>
                </a:solidFill>
                <a:latin typeface="Times New Roman" panose="02020603050405020304" pitchFamily="18" charset="0"/>
                <a:ea typeface="楷体_GB2312" pitchFamily="49" charset="-122"/>
              </a:rPr>
              <a:t>n</a:t>
            </a:r>
            <a:r>
              <a:rPr kumimoji="1" lang="zh-CN" altLang="en-US" sz="2800" b="1">
                <a:solidFill>
                  <a:srgbClr val="007A77"/>
                </a:solidFill>
                <a:latin typeface="Times New Roman" panose="02020603050405020304" pitchFamily="18" charset="0"/>
                <a:ea typeface="楷体_GB2312" pitchFamily="49" charset="-122"/>
              </a:rPr>
              <a:t>要足够大及 </a:t>
            </a:r>
            <a:r>
              <a:rPr kumimoji="1" lang="en-US" altLang="zh-CN" sz="2800" b="1" i="1">
                <a:solidFill>
                  <a:srgbClr val="007A77"/>
                </a:solidFill>
                <a:latin typeface="Times New Roman" panose="02020603050405020304" pitchFamily="18" charset="0"/>
                <a:ea typeface="楷体_GB2312" pitchFamily="49" charset="-122"/>
              </a:rPr>
              <a:t>np</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zh-CN" altLang="en-US" sz="2800" b="1">
                <a:solidFill>
                  <a:srgbClr val="007A77"/>
                </a:solidFill>
                <a:latin typeface="Times New Roman" panose="02020603050405020304" pitchFamily="18" charset="0"/>
                <a:ea typeface="楷体_GB2312" pitchFamily="49" charset="-122"/>
              </a:rPr>
              <a:t>不能太小，</a:t>
            </a:r>
          </a:p>
        </p:txBody>
      </p:sp>
      <p:sp>
        <p:nvSpPr>
          <p:cNvPr id="700429" name="Rectangle 13">
            <a:extLst>
              <a:ext uri="{FF2B5EF4-FFF2-40B4-BE49-F238E27FC236}">
                <a16:creationId xmlns:a16="http://schemas.microsoft.com/office/drawing/2014/main" id="{610ADBF3-F7BD-2C1F-7DB6-2BFC93487F9E}"/>
              </a:ext>
            </a:extLst>
          </p:cNvPr>
          <p:cNvSpPr>
            <a:spLocks noChangeArrowheads="1"/>
          </p:cNvSpPr>
          <p:nvPr/>
        </p:nvSpPr>
        <p:spPr bwMode="auto">
          <a:xfrm>
            <a:off x="1847851" y="4292601"/>
            <a:ext cx="85010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根据实际经验，要求 </a:t>
            </a:r>
            <a:r>
              <a:rPr kumimoji="1" lang="en-US" altLang="zh-CN" sz="2800" b="1" i="1">
                <a:solidFill>
                  <a:srgbClr val="007A77"/>
                </a:solidFill>
                <a:latin typeface="Times New Roman" panose="02020603050405020304" pitchFamily="18" charset="0"/>
                <a:ea typeface="楷体_GB2312" pitchFamily="49" charset="-122"/>
              </a:rPr>
              <a:t>n</a:t>
            </a: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a:solidFill>
                  <a:srgbClr val="007A77"/>
                </a:solidFill>
                <a:latin typeface="Times New Roman" panose="02020603050405020304" pitchFamily="18" charset="0"/>
                <a:ea typeface="宋体" panose="02010600030101010101" pitchFamily="2" charset="-122"/>
              </a:rPr>
              <a:t>≥</a:t>
            </a:r>
            <a:r>
              <a:rPr kumimoji="1" lang="en-US" altLang="zh-CN" sz="2800" b="1">
                <a:solidFill>
                  <a:srgbClr val="007A77"/>
                </a:solidFill>
                <a:latin typeface="Times New Roman" panose="02020603050405020304" pitchFamily="18" charset="0"/>
                <a:ea typeface="楷体_GB2312" pitchFamily="49" charset="-122"/>
              </a:rPr>
              <a:t>50</a:t>
            </a:r>
            <a:r>
              <a:rPr kumimoji="1" lang="zh-CN" altLang="en-US" sz="2800" b="1">
                <a:solidFill>
                  <a:srgbClr val="007A77"/>
                </a:solidFill>
                <a:latin typeface="Times New Roman" panose="02020603050405020304" pitchFamily="18" charset="0"/>
                <a:ea typeface="楷体_GB2312" pitchFamily="49" charset="-122"/>
              </a:rPr>
              <a:t>，理论频数</a:t>
            </a:r>
            <a:r>
              <a:rPr kumimoji="1" lang="en-US" altLang="zh-CN" sz="2800" b="1" i="1">
                <a:solidFill>
                  <a:srgbClr val="007A77"/>
                </a:solidFill>
                <a:latin typeface="Times New Roman" panose="02020603050405020304" pitchFamily="18" charset="0"/>
                <a:ea typeface="楷体_GB2312" pitchFamily="49" charset="-122"/>
              </a:rPr>
              <a:t>np</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a:solidFill>
                  <a:srgbClr val="007A77"/>
                </a:solidFill>
                <a:latin typeface="Times New Roman" panose="02020603050405020304" pitchFamily="18" charset="0"/>
                <a:ea typeface="宋体" panose="02010600030101010101" pitchFamily="2" charset="-122"/>
              </a:rPr>
              <a:t>≥4</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，否则</a:t>
            </a:r>
          </a:p>
        </p:txBody>
      </p:sp>
      <p:sp>
        <p:nvSpPr>
          <p:cNvPr id="700430" name="Rectangle 14">
            <a:extLst>
              <a:ext uri="{FF2B5EF4-FFF2-40B4-BE49-F238E27FC236}">
                <a16:creationId xmlns:a16="http://schemas.microsoft.com/office/drawing/2014/main" id="{06B0505B-E547-73D0-DEFE-787A4A49BFD0}"/>
              </a:ext>
            </a:extLst>
          </p:cNvPr>
          <p:cNvSpPr>
            <a:spLocks noChangeArrowheads="1"/>
          </p:cNvSpPr>
          <p:nvPr/>
        </p:nvSpPr>
        <p:spPr bwMode="auto">
          <a:xfrm>
            <a:off x="1992313" y="2852738"/>
            <a:ext cx="14414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注</a:t>
            </a:r>
            <a:r>
              <a:rPr lang="en-US" altLang="zh-CN" sz="2800" b="1">
                <a:solidFill>
                  <a:srgbClr val="FF0000"/>
                </a:solidFill>
                <a:effectLst>
                  <a:outerShdw blurRad="38100" dist="38100" dir="2700000" algn="tl">
                    <a:srgbClr val="C0C0C0"/>
                  </a:outerShdw>
                </a:effectLst>
                <a:latin typeface="楷体_GB2312" pitchFamily="49" charset="-122"/>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00421"/>
                                        </p:tgtEl>
                                        <p:attrNameLst>
                                          <p:attrName>style.visibility</p:attrName>
                                        </p:attrNameLst>
                                      </p:cBhvr>
                                      <p:to>
                                        <p:strVal val="visible"/>
                                      </p:to>
                                    </p:set>
                                    <p:animEffect transition="in" filter="wipe(left)">
                                      <p:cBhvr>
                                        <p:cTn id="7" dur="500"/>
                                        <p:tgtEl>
                                          <p:spTgt spid="7004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00422"/>
                                        </p:tgtEl>
                                        <p:attrNameLst>
                                          <p:attrName>style.visibility</p:attrName>
                                        </p:attrNameLst>
                                      </p:cBhvr>
                                      <p:to>
                                        <p:strVal val="visible"/>
                                      </p:to>
                                    </p:set>
                                    <p:animEffect transition="in" filter="wipe(left)">
                                      <p:cBhvr>
                                        <p:cTn id="12" dur="1000"/>
                                        <p:tgtEl>
                                          <p:spTgt spid="700422"/>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700419"/>
                                        </p:tgtEl>
                                        <p:attrNameLst>
                                          <p:attrName>style.visibility</p:attrName>
                                        </p:attrNameLst>
                                      </p:cBhvr>
                                      <p:to>
                                        <p:strVal val="visible"/>
                                      </p:to>
                                    </p:set>
                                    <p:animEffect transition="in" filter="wipe(left)">
                                      <p:cBhvr>
                                        <p:cTn id="16" dur="1000"/>
                                        <p:tgtEl>
                                          <p:spTgt spid="70041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700423"/>
                                        </p:tgtEl>
                                        <p:attrNameLst>
                                          <p:attrName>style.visibility</p:attrName>
                                        </p:attrNameLst>
                                      </p:cBhvr>
                                      <p:to>
                                        <p:strVal val="visible"/>
                                      </p:to>
                                    </p:set>
                                    <p:animEffect transition="in" filter="wipe(left)">
                                      <p:cBhvr>
                                        <p:cTn id="21" dur="1000"/>
                                        <p:tgtEl>
                                          <p:spTgt spid="700423"/>
                                        </p:tgtEl>
                                      </p:cBhvr>
                                    </p:animEffect>
                                  </p:childTnLst>
                                </p:cTn>
                              </p:par>
                            </p:childTnLst>
                          </p:cTn>
                        </p:par>
                        <p:par>
                          <p:cTn id="22" fill="hold" nodeType="afterGroup">
                            <p:stCondLst>
                              <p:cond delay="1000"/>
                            </p:stCondLst>
                            <p:childTnLst>
                              <p:par>
                                <p:cTn id="23" presetID="22" presetClass="entr" presetSubtype="8" fill="hold" nodeType="afterEffect">
                                  <p:stCondLst>
                                    <p:cond delay="0"/>
                                  </p:stCondLst>
                                  <p:childTnLst>
                                    <p:set>
                                      <p:cBhvr>
                                        <p:cTn id="24" dur="1" fill="hold">
                                          <p:stCondLst>
                                            <p:cond delay="0"/>
                                          </p:stCondLst>
                                        </p:cTn>
                                        <p:tgtEl>
                                          <p:spTgt spid="700420"/>
                                        </p:tgtEl>
                                        <p:attrNameLst>
                                          <p:attrName>style.visibility</p:attrName>
                                        </p:attrNameLst>
                                      </p:cBhvr>
                                      <p:to>
                                        <p:strVal val="visible"/>
                                      </p:to>
                                    </p:set>
                                    <p:animEffect transition="in" filter="wipe(left)">
                                      <p:cBhvr>
                                        <p:cTn id="25" dur="1000"/>
                                        <p:tgtEl>
                                          <p:spTgt spid="70042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700430"/>
                                        </p:tgtEl>
                                        <p:attrNameLst>
                                          <p:attrName>style.visibility</p:attrName>
                                        </p:attrNameLst>
                                      </p:cBhvr>
                                      <p:to>
                                        <p:strVal val="visible"/>
                                      </p:to>
                                    </p:set>
                                    <p:animEffect transition="in" filter="wipe(left)">
                                      <p:cBhvr>
                                        <p:cTn id="30" dur="500"/>
                                        <p:tgtEl>
                                          <p:spTgt spid="70043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700425"/>
                                        </p:tgtEl>
                                        <p:attrNameLst>
                                          <p:attrName>style.visibility</p:attrName>
                                        </p:attrNameLst>
                                      </p:cBhvr>
                                      <p:to>
                                        <p:strVal val="visible"/>
                                      </p:to>
                                    </p:set>
                                    <p:animEffect transition="in" filter="wipe(left)">
                                      <p:cBhvr>
                                        <p:cTn id="35" dur="1000"/>
                                        <p:tgtEl>
                                          <p:spTgt spid="700425"/>
                                        </p:tgtEl>
                                      </p:cBhvr>
                                    </p:animEffect>
                                  </p:childTnLst>
                                </p:cTn>
                              </p:par>
                            </p:childTnLst>
                          </p:cTn>
                        </p:par>
                        <p:par>
                          <p:cTn id="36" fill="hold" nodeType="afterGroup">
                            <p:stCondLst>
                              <p:cond delay="1000"/>
                            </p:stCondLst>
                            <p:childTnLst>
                              <p:par>
                                <p:cTn id="37" presetID="22" presetClass="entr" presetSubtype="8" fill="hold" nodeType="afterEffect">
                                  <p:stCondLst>
                                    <p:cond delay="0"/>
                                  </p:stCondLst>
                                  <p:childTnLst>
                                    <p:set>
                                      <p:cBhvr>
                                        <p:cTn id="38" dur="1" fill="hold">
                                          <p:stCondLst>
                                            <p:cond delay="0"/>
                                          </p:stCondLst>
                                        </p:cTn>
                                        <p:tgtEl>
                                          <p:spTgt spid="700428"/>
                                        </p:tgtEl>
                                        <p:attrNameLst>
                                          <p:attrName>style.visibility</p:attrName>
                                        </p:attrNameLst>
                                      </p:cBhvr>
                                      <p:to>
                                        <p:strVal val="visible"/>
                                      </p:to>
                                    </p:set>
                                    <p:animEffect transition="in" filter="wipe(left)">
                                      <p:cBhvr>
                                        <p:cTn id="39" dur="1000"/>
                                        <p:tgtEl>
                                          <p:spTgt spid="700428"/>
                                        </p:tgtEl>
                                      </p:cBhvr>
                                    </p:animEffect>
                                  </p:childTnLst>
                                </p:cTn>
                              </p:par>
                            </p:childTnLst>
                          </p:cTn>
                        </p:par>
                        <p:par>
                          <p:cTn id="40" fill="hold" nodeType="afterGroup">
                            <p:stCondLst>
                              <p:cond delay="2000"/>
                            </p:stCondLst>
                            <p:childTnLst>
                              <p:par>
                                <p:cTn id="41" presetID="22" presetClass="entr" presetSubtype="8" fill="hold" nodeType="afterEffect">
                                  <p:stCondLst>
                                    <p:cond delay="0"/>
                                  </p:stCondLst>
                                  <p:childTnLst>
                                    <p:set>
                                      <p:cBhvr>
                                        <p:cTn id="42" dur="1" fill="hold">
                                          <p:stCondLst>
                                            <p:cond delay="0"/>
                                          </p:stCondLst>
                                        </p:cTn>
                                        <p:tgtEl>
                                          <p:spTgt spid="700429"/>
                                        </p:tgtEl>
                                        <p:attrNameLst>
                                          <p:attrName>style.visibility</p:attrName>
                                        </p:attrNameLst>
                                      </p:cBhvr>
                                      <p:to>
                                        <p:strVal val="visible"/>
                                      </p:to>
                                    </p:set>
                                    <p:animEffect transition="in" filter="wipe(left)">
                                      <p:cBhvr>
                                        <p:cTn id="43" dur="1000"/>
                                        <p:tgtEl>
                                          <p:spTgt spid="700429"/>
                                        </p:tgtEl>
                                      </p:cBhvr>
                                    </p:animEffect>
                                  </p:childTnLst>
                                </p:cTn>
                              </p:par>
                            </p:childTnLst>
                          </p:cTn>
                        </p:par>
                        <p:par>
                          <p:cTn id="44" fill="hold" nodeType="afterGroup">
                            <p:stCondLst>
                              <p:cond delay="3000"/>
                            </p:stCondLst>
                            <p:childTnLst>
                              <p:par>
                                <p:cTn id="45" presetID="22" presetClass="entr" presetSubtype="8" fill="hold" nodeType="afterEffect">
                                  <p:stCondLst>
                                    <p:cond delay="0"/>
                                  </p:stCondLst>
                                  <p:childTnLst>
                                    <p:set>
                                      <p:cBhvr>
                                        <p:cTn id="46" dur="1" fill="hold">
                                          <p:stCondLst>
                                            <p:cond delay="0"/>
                                          </p:stCondLst>
                                        </p:cTn>
                                        <p:tgtEl>
                                          <p:spTgt spid="700424"/>
                                        </p:tgtEl>
                                        <p:attrNameLst>
                                          <p:attrName>style.visibility</p:attrName>
                                        </p:attrNameLst>
                                      </p:cBhvr>
                                      <p:to>
                                        <p:strVal val="visible"/>
                                      </p:to>
                                    </p:set>
                                    <p:animEffect transition="in" filter="wipe(left)">
                                      <p:cBhvr>
                                        <p:cTn id="47" dur="1000"/>
                                        <p:tgtEl>
                                          <p:spTgt spid="700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0421" grpId="0"/>
      <p:bldP spid="700422" grpId="0"/>
      <p:bldP spid="700423" grpId="0"/>
      <p:bldP spid="700424" grpId="0"/>
      <p:bldP spid="700428" grpId="0"/>
      <p:bldP spid="700429" grpId="0"/>
      <p:bldP spid="70043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a:extLst>
              <a:ext uri="{FF2B5EF4-FFF2-40B4-BE49-F238E27FC236}">
                <a16:creationId xmlns:a16="http://schemas.microsoft.com/office/drawing/2014/main" id="{0D2CD54F-540C-3AB0-73E5-EDDEF1D0E09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1443" name="Rectangle 3">
            <a:extLst>
              <a:ext uri="{FF2B5EF4-FFF2-40B4-BE49-F238E27FC236}">
                <a16:creationId xmlns:a16="http://schemas.microsoft.com/office/drawing/2014/main" id="{BC07A5AE-8EA3-1E7C-8FEF-6AA0B89F263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1444" name="Rectangle 4">
            <a:extLst>
              <a:ext uri="{FF2B5EF4-FFF2-40B4-BE49-F238E27FC236}">
                <a16:creationId xmlns:a16="http://schemas.microsoft.com/office/drawing/2014/main" id="{A5C28567-8C10-2CB3-9A9F-B72E62D073ED}"/>
              </a:ext>
            </a:extLst>
          </p:cNvPr>
          <p:cNvSpPr>
            <a:spLocks noChangeArrowheads="1"/>
          </p:cNvSpPr>
          <p:nvPr/>
        </p:nvSpPr>
        <p:spPr bwMode="auto">
          <a:xfrm>
            <a:off x="1847851" y="465539"/>
            <a:ext cx="8424863" cy="1400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lnSpc>
                <a:spcPct val="150000"/>
              </a:lnSpc>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1.</a:t>
            </a:r>
            <a:r>
              <a:rPr kumimoji="1" lang="zh-CN" altLang="en-US" sz="2800" b="1">
                <a:solidFill>
                  <a:srgbClr val="007A77"/>
                </a:solidFill>
                <a:latin typeface="Times New Roman" panose="02020603050405020304" pitchFamily="18" charset="0"/>
                <a:ea typeface="楷体_GB2312" pitchFamily="49" charset="-122"/>
              </a:rPr>
              <a:t>某个城市在某一时期内共发生交通事故</a:t>
            </a:r>
            <a:r>
              <a:rPr kumimoji="1" lang="en-US" altLang="zh-CN" sz="2800" b="1">
                <a:solidFill>
                  <a:srgbClr val="007A77"/>
                </a:solidFill>
                <a:latin typeface="Times New Roman" panose="02020603050405020304" pitchFamily="18" charset="0"/>
                <a:ea typeface="楷体_GB2312" pitchFamily="49" charset="-122"/>
              </a:rPr>
              <a:t>600</a:t>
            </a:r>
            <a:r>
              <a:rPr kumimoji="1" lang="zh-CN" altLang="en-US" sz="2800" b="1">
                <a:solidFill>
                  <a:srgbClr val="007A77"/>
                </a:solidFill>
                <a:latin typeface="Times New Roman" panose="02020603050405020304" pitchFamily="18" charset="0"/>
                <a:ea typeface="楷体_GB2312" pitchFamily="49" charset="-122"/>
              </a:rPr>
              <a:t>次，按不同颜色小汽车分类如下</a:t>
            </a:r>
          </a:p>
        </p:txBody>
      </p:sp>
      <p:graphicFrame>
        <p:nvGraphicFramePr>
          <p:cNvPr id="701462" name="Group 22">
            <a:extLst>
              <a:ext uri="{FF2B5EF4-FFF2-40B4-BE49-F238E27FC236}">
                <a16:creationId xmlns:a16="http://schemas.microsoft.com/office/drawing/2014/main" id="{734445BF-866D-A4AF-E330-E931EAD16361}"/>
              </a:ext>
            </a:extLst>
          </p:cNvPr>
          <p:cNvGraphicFramePr>
            <a:graphicFrameLocks noGrp="1"/>
          </p:cNvGraphicFramePr>
          <p:nvPr>
            <p:ph sz="half" idx="2"/>
          </p:nvPr>
        </p:nvGraphicFramePr>
        <p:xfrm>
          <a:off x="1919288" y="2060576"/>
          <a:ext cx="8424862" cy="1204913"/>
        </p:xfrm>
        <a:graphic>
          <a:graphicData uri="http://schemas.openxmlformats.org/drawingml/2006/table">
            <a:tbl>
              <a:tblPr/>
              <a:tblGrid>
                <a:gridCol w="1873250">
                  <a:extLst>
                    <a:ext uri="{9D8B030D-6E8A-4147-A177-3AD203B41FA5}">
                      <a16:colId xmlns:a16="http://schemas.microsoft.com/office/drawing/2014/main" val="2471056420"/>
                    </a:ext>
                  </a:extLst>
                </a:gridCol>
                <a:gridCol w="6551612">
                  <a:extLst>
                    <a:ext uri="{9D8B030D-6E8A-4147-A177-3AD203B41FA5}">
                      <a16:colId xmlns:a16="http://schemas.microsoft.com/office/drawing/2014/main" val="2471585164"/>
                    </a:ext>
                  </a:extLst>
                </a:gridCol>
              </a:tblGrid>
              <a:tr h="603250">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rPr>
                        <a:t>汽车颜色</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rPr>
                        <a:t>红        棕        黄        白        灰        蓝</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16815919"/>
                  </a:ext>
                </a:extLst>
              </a:tr>
              <a:tr h="601663">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rPr>
                        <a:t>事故次数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75      125      70        80        135      115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90388069"/>
                  </a:ext>
                </a:extLst>
              </a:tr>
            </a:tbl>
          </a:graphicData>
        </a:graphic>
      </p:graphicFrame>
      <p:sp>
        <p:nvSpPr>
          <p:cNvPr id="701456" name="Text Box 16">
            <a:extLst>
              <a:ext uri="{FF2B5EF4-FFF2-40B4-BE49-F238E27FC236}">
                <a16:creationId xmlns:a16="http://schemas.microsoft.com/office/drawing/2014/main" id="{2950DC0E-BAB7-BBB3-F136-B24DA7163432}"/>
              </a:ext>
            </a:extLst>
          </p:cNvPr>
          <p:cNvSpPr txBox="1">
            <a:spLocks noChangeArrowheads="1"/>
          </p:cNvSpPr>
          <p:nvPr/>
        </p:nvSpPr>
        <p:spPr bwMode="auto">
          <a:xfrm>
            <a:off x="2424114" y="4652963"/>
            <a:ext cx="7704137" cy="1308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楷体_GB2312" pitchFamily="49" charset="-122"/>
                <a:ea typeface="楷体_GB2312" pitchFamily="49" charset="-122"/>
              </a:rPr>
              <a:t>如果交通事故的发生与汽车的颜色无关，则每种颜色的小汽车发生交通事故的可能性是一样的</a:t>
            </a:r>
            <a:r>
              <a:rPr kumimoji="1" lang="en-US" altLang="zh-CN" sz="2800" b="1">
                <a:solidFill>
                  <a:srgbClr val="007A77"/>
                </a:solidFill>
                <a:latin typeface="楷体_GB2312" pitchFamily="49" charset="-122"/>
                <a:ea typeface="楷体_GB2312" pitchFamily="49" charset="-122"/>
              </a:rPr>
              <a:t>.</a:t>
            </a:r>
            <a:endParaRPr lang="en-US" altLang="zh-CN" sz="2800" b="1">
              <a:solidFill>
                <a:srgbClr val="007A77"/>
              </a:solidFill>
              <a:latin typeface="楷体_GB2312" pitchFamily="49" charset="-122"/>
              <a:ea typeface="楷体_GB2312" pitchFamily="49" charset="-122"/>
            </a:endParaRPr>
          </a:p>
        </p:txBody>
      </p:sp>
      <p:grpSp>
        <p:nvGrpSpPr>
          <p:cNvPr id="701457" name="Group 17">
            <a:extLst>
              <a:ext uri="{FF2B5EF4-FFF2-40B4-BE49-F238E27FC236}">
                <a16:creationId xmlns:a16="http://schemas.microsoft.com/office/drawing/2014/main" id="{595BB01A-3DB2-1F07-38F0-16C47668806A}"/>
              </a:ext>
            </a:extLst>
          </p:cNvPr>
          <p:cNvGrpSpPr>
            <a:grpSpLocks/>
          </p:cNvGrpSpPr>
          <p:nvPr/>
        </p:nvGrpSpPr>
        <p:grpSpPr bwMode="auto">
          <a:xfrm>
            <a:off x="1992313" y="3500438"/>
            <a:ext cx="7777162" cy="519112"/>
            <a:chOff x="295" y="2205"/>
            <a:chExt cx="4899" cy="327"/>
          </a:xfrm>
        </p:grpSpPr>
        <p:sp>
          <p:nvSpPr>
            <p:cNvPr id="701458" name="Rectangle 18">
              <a:extLst>
                <a:ext uri="{FF2B5EF4-FFF2-40B4-BE49-F238E27FC236}">
                  <a16:creationId xmlns:a16="http://schemas.microsoft.com/office/drawing/2014/main" id="{524F8108-520D-4598-3624-BD5FE9A02120}"/>
                </a:ext>
              </a:extLst>
            </p:cNvPr>
            <p:cNvSpPr>
              <a:spLocks noChangeArrowheads="1"/>
            </p:cNvSpPr>
            <p:nvPr/>
          </p:nvSpPr>
          <p:spPr bwMode="auto">
            <a:xfrm>
              <a:off x="295" y="2205"/>
              <a:ext cx="489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问：交通事故是否与汽车的颜色有关？</a:t>
              </a:r>
            </a:p>
          </p:txBody>
        </p:sp>
        <p:graphicFrame>
          <p:nvGraphicFramePr>
            <p:cNvPr id="701459" name="Object 19">
              <a:extLst>
                <a:ext uri="{FF2B5EF4-FFF2-40B4-BE49-F238E27FC236}">
                  <a16:creationId xmlns:a16="http://schemas.microsoft.com/office/drawing/2014/main" id="{493FE88D-5EF4-CF25-D2BB-718C6C8D5FA3}"/>
                </a:ext>
              </a:extLst>
            </p:cNvPr>
            <p:cNvGraphicFramePr>
              <a:graphicFrameLocks noChangeAspect="1"/>
            </p:cNvGraphicFramePr>
            <p:nvPr/>
          </p:nvGraphicFramePr>
          <p:xfrm>
            <a:off x="4150" y="2251"/>
            <a:ext cx="907" cy="268"/>
          </p:xfrm>
          <a:graphic>
            <a:graphicData uri="http://schemas.openxmlformats.org/presentationml/2006/ole">
              <mc:AlternateContent xmlns:mc="http://schemas.openxmlformats.org/markup-compatibility/2006">
                <mc:Choice xmlns:v="urn:schemas-microsoft-com:vml" Requires="v">
                  <p:oleObj name="公式" r:id="rId2" imgW="15506700" imgH="4686300" progId="Equation.3">
                    <p:embed/>
                  </p:oleObj>
                </mc:Choice>
                <mc:Fallback>
                  <p:oleObj name="公式" r:id="rId2" imgW="15506700" imgH="4686300" progId="Equation.3">
                    <p:embed/>
                    <p:pic>
                      <p:nvPicPr>
                        <p:cNvPr id="701459" name="Object 19">
                          <a:extLst>
                            <a:ext uri="{FF2B5EF4-FFF2-40B4-BE49-F238E27FC236}">
                              <a16:creationId xmlns:a16="http://schemas.microsoft.com/office/drawing/2014/main" id="{493FE88D-5EF4-CF25-D2BB-718C6C8D5F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0" y="2251"/>
                          <a:ext cx="907" cy="2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701460" name="Rectangle 20">
            <a:extLst>
              <a:ext uri="{FF2B5EF4-FFF2-40B4-BE49-F238E27FC236}">
                <a16:creationId xmlns:a16="http://schemas.microsoft.com/office/drawing/2014/main" id="{D7C55EDA-4512-9591-01D1-5B878F796F3D}"/>
              </a:ext>
            </a:extLst>
          </p:cNvPr>
          <p:cNvSpPr>
            <a:spLocks noChangeArrowheads="1"/>
          </p:cNvSpPr>
          <p:nvPr/>
        </p:nvSpPr>
        <p:spPr bwMode="auto">
          <a:xfrm>
            <a:off x="1774826" y="4129088"/>
            <a:ext cx="12557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00FF"/>
                </a:solidFill>
                <a:latin typeface="Times New Roman" panose="02020603050405020304" pitchFamily="18" charset="0"/>
                <a:ea typeface="楷体_GB2312" pitchFamily="49" charset="-122"/>
              </a:rPr>
              <a:t>分析：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nodeType="afterEffect">
                                  <p:stCondLst>
                                    <p:cond delay="0"/>
                                  </p:stCondLst>
                                  <p:childTnLst>
                                    <p:set>
                                      <p:cBhvr>
                                        <p:cTn id="6" dur="1" fill="hold">
                                          <p:stCondLst>
                                            <p:cond delay="0"/>
                                          </p:stCondLst>
                                        </p:cTn>
                                        <p:tgtEl>
                                          <p:spTgt spid="701444"/>
                                        </p:tgtEl>
                                        <p:attrNameLst>
                                          <p:attrName>style.visibility</p:attrName>
                                        </p:attrNameLst>
                                      </p:cBhvr>
                                      <p:to>
                                        <p:strVal val="visible"/>
                                      </p:to>
                                    </p:set>
                                    <p:animEffect transition="in" filter="slide(fromBottom)">
                                      <p:cBhvr>
                                        <p:cTn id="7" dur="1000"/>
                                        <p:tgtEl>
                                          <p:spTgt spid="701444"/>
                                        </p:tgtEl>
                                      </p:cBhvr>
                                    </p:animEffect>
                                  </p:childTnLst>
                                </p:cTn>
                              </p:par>
                            </p:childTnLst>
                          </p:cTn>
                        </p:par>
                        <p:par>
                          <p:cTn id="8" fill="hold" nodeType="afterGroup">
                            <p:stCondLst>
                              <p:cond delay="1000"/>
                            </p:stCondLst>
                            <p:childTnLst>
                              <p:par>
                                <p:cTn id="9" presetID="12" presetClass="entr" presetSubtype="4" fill="hold" nodeType="afterEffect">
                                  <p:stCondLst>
                                    <p:cond delay="0"/>
                                  </p:stCondLst>
                                  <p:childTnLst>
                                    <p:set>
                                      <p:cBhvr>
                                        <p:cTn id="10" dur="1" fill="hold">
                                          <p:stCondLst>
                                            <p:cond delay="0"/>
                                          </p:stCondLst>
                                        </p:cTn>
                                        <p:tgtEl>
                                          <p:spTgt spid="701462"/>
                                        </p:tgtEl>
                                        <p:attrNameLst>
                                          <p:attrName>style.visibility</p:attrName>
                                        </p:attrNameLst>
                                      </p:cBhvr>
                                      <p:to>
                                        <p:strVal val="visible"/>
                                      </p:to>
                                    </p:set>
                                    <p:animEffect transition="in" filter="slide(fromBottom)">
                                      <p:cBhvr>
                                        <p:cTn id="11" dur="1000"/>
                                        <p:tgtEl>
                                          <p:spTgt spid="701462"/>
                                        </p:tgtEl>
                                      </p:cBhvr>
                                    </p:animEffect>
                                  </p:childTnLst>
                                </p:cTn>
                              </p:par>
                            </p:childTnLst>
                          </p:cTn>
                        </p:par>
                        <p:par>
                          <p:cTn id="12" fill="hold" nodeType="afterGroup">
                            <p:stCondLst>
                              <p:cond delay="2000"/>
                            </p:stCondLst>
                            <p:childTnLst>
                              <p:par>
                                <p:cTn id="13" presetID="12" presetClass="entr" presetSubtype="4" fill="hold" nodeType="afterEffect">
                                  <p:stCondLst>
                                    <p:cond delay="0"/>
                                  </p:stCondLst>
                                  <p:childTnLst>
                                    <p:set>
                                      <p:cBhvr>
                                        <p:cTn id="14" dur="1" fill="hold">
                                          <p:stCondLst>
                                            <p:cond delay="0"/>
                                          </p:stCondLst>
                                        </p:cTn>
                                        <p:tgtEl>
                                          <p:spTgt spid="701457"/>
                                        </p:tgtEl>
                                        <p:attrNameLst>
                                          <p:attrName>style.visibility</p:attrName>
                                        </p:attrNameLst>
                                      </p:cBhvr>
                                      <p:to>
                                        <p:strVal val="visible"/>
                                      </p:to>
                                    </p:set>
                                    <p:animEffect transition="in" filter="slide(fromBottom)">
                                      <p:cBhvr>
                                        <p:cTn id="15" dur="1000"/>
                                        <p:tgtEl>
                                          <p:spTgt spid="70145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701460"/>
                                        </p:tgtEl>
                                        <p:attrNameLst>
                                          <p:attrName>style.visibility</p:attrName>
                                        </p:attrNameLst>
                                      </p:cBhvr>
                                      <p:to>
                                        <p:strVal val="visible"/>
                                      </p:to>
                                    </p:set>
                                    <p:animEffect transition="in" filter="wipe(left)">
                                      <p:cBhvr>
                                        <p:cTn id="20" dur="1000"/>
                                        <p:tgtEl>
                                          <p:spTgt spid="70146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nodeType="clickEffect">
                                  <p:stCondLst>
                                    <p:cond delay="0"/>
                                  </p:stCondLst>
                                  <p:childTnLst>
                                    <p:set>
                                      <p:cBhvr>
                                        <p:cTn id="24" dur="1" fill="hold">
                                          <p:stCondLst>
                                            <p:cond delay="0"/>
                                          </p:stCondLst>
                                        </p:cTn>
                                        <p:tgtEl>
                                          <p:spTgt spid="701456"/>
                                        </p:tgtEl>
                                        <p:attrNameLst>
                                          <p:attrName>style.visibility</p:attrName>
                                        </p:attrNameLst>
                                      </p:cBhvr>
                                      <p:to>
                                        <p:strVal val="visible"/>
                                      </p:to>
                                    </p:set>
                                    <p:animEffect transition="in" filter="slide(fromBottom)">
                                      <p:cBhvr>
                                        <p:cTn id="25" dur="1000"/>
                                        <p:tgtEl>
                                          <p:spTgt spid="701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1444" grpId="0"/>
      <p:bldP spid="701456" grpId="0"/>
      <p:bldP spid="70146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6" name="Rectangle 2">
            <a:extLst>
              <a:ext uri="{FF2B5EF4-FFF2-40B4-BE49-F238E27FC236}">
                <a16:creationId xmlns:a16="http://schemas.microsoft.com/office/drawing/2014/main" id="{E67FDDB3-9155-65B7-532B-0118CF4AFF21}"/>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2467" name="Rectangle 3">
            <a:extLst>
              <a:ext uri="{FF2B5EF4-FFF2-40B4-BE49-F238E27FC236}">
                <a16:creationId xmlns:a16="http://schemas.microsoft.com/office/drawing/2014/main" id="{C79BD1B7-3D51-8BA4-421C-C830B4CDB3C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702468" name="Object 4">
            <a:extLst>
              <a:ext uri="{FF2B5EF4-FFF2-40B4-BE49-F238E27FC236}">
                <a16:creationId xmlns:a16="http://schemas.microsoft.com/office/drawing/2014/main" id="{89C6EBB5-6E66-A602-3C83-7239BEEF276C}"/>
              </a:ext>
            </a:extLst>
          </p:cNvPr>
          <p:cNvGraphicFramePr>
            <a:graphicFrameLocks noChangeAspect="1"/>
          </p:cNvGraphicFramePr>
          <p:nvPr/>
        </p:nvGraphicFramePr>
        <p:xfrm>
          <a:off x="4727575" y="1268413"/>
          <a:ext cx="2592388" cy="914400"/>
        </p:xfrm>
        <a:graphic>
          <a:graphicData uri="http://schemas.openxmlformats.org/presentationml/2006/ole">
            <mc:AlternateContent xmlns:mc="http://schemas.openxmlformats.org/markup-compatibility/2006">
              <mc:Choice xmlns:v="urn:schemas-microsoft-com:vml" Requires="v">
                <p:oleObj name="公式" r:id="rId2" imgW="29845000" imgH="10528300" progId="Equation.3">
                  <p:embed/>
                </p:oleObj>
              </mc:Choice>
              <mc:Fallback>
                <p:oleObj name="公式" r:id="rId2" imgW="29845000" imgH="10528300" progId="Equation.3">
                  <p:embed/>
                  <p:pic>
                    <p:nvPicPr>
                      <p:cNvPr id="702468" name="Object 4">
                        <a:extLst>
                          <a:ext uri="{FF2B5EF4-FFF2-40B4-BE49-F238E27FC236}">
                            <a16:creationId xmlns:a16="http://schemas.microsoft.com/office/drawing/2014/main" id="{89C6EBB5-6E66-A602-3C83-7239BEEF27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7575" y="1268413"/>
                        <a:ext cx="2592388"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2469" name="Rectangle 5">
            <a:extLst>
              <a:ext uri="{FF2B5EF4-FFF2-40B4-BE49-F238E27FC236}">
                <a16:creationId xmlns:a16="http://schemas.microsoft.com/office/drawing/2014/main" id="{A04C370F-2E64-69F6-BCBC-A897311E22D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2470" name="Rectangle 6">
            <a:extLst>
              <a:ext uri="{FF2B5EF4-FFF2-40B4-BE49-F238E27FC236}">
                <a16:creationId xmlns:a16="http://schemas.microsoft.com/office/drawing/2014/main" id="{55C8D4E3-CF78-03F7-6253-B69F92A37F2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702471" name="Object 7">
            <a:extLst>
              <a:ext uri="{FF2B5EF4-FFF2-40B4-BE49-F238E27FC236}">
                <a16:creationId xmlns:a16="http://schemas.microsoft.com/office/drawing/2014/main" id="{A6C30AEF-77E8-6F0C-46B9-93A4439C636C}"/>
              </a:ext>
            </a:extLst>
          </p:cNvPr>
          <p:cNvGraphicFramePr>
            <a:graphicFrameLocks noChangeAspect="1"/>
          </p:cNvGraphicFramePr>
          <p:nvPr/>
        </p:nvGraphicFramePr>
        <p:xfrm>
          <a:off x="4457701" y="2492376"/>
          <a:ext cx="3419475" cy="511175"/>
        </p:xfrm>
        <a:graphic>
          <a:graphicData uri="http://schemas.openxmlformats.org/presentationml/2006/ole">
            <mc:AlternateContent xmlns:mc="http://schemas.openxmlformats.org/markup-compatibility/2006">
              <mc:Choice xmlns:v="urn:schemas-microsoft-com:vml" Requires="v">
                <p:oleObj name="公式" r:id="rId4" imgW="37160200" imgH="5562600" progId="Equation.3">
                  <p:embed/>
                </p:oleObj>
              </mc:Choice>
              <mc:Fallback>
                <p:oleObj name="公式" r:id="rId4" imgW="37160200" imgH="5562600" progId="Equation.3">
                  <p:embed/>
                  <p:pic>
                    <p:nvPicPr>
                      <p:cNvPr id="702471" name="Object 7">
                        <a:extLst>
                          <a:ext uri="{FF2B5EF4-FFF2-40B4-BE49-F238E27FC236}">
                            <a16:creationId xmlns:a16="http://schemas.microsoft.com/office/drawing/2014/main" id="{A6C30AEF-77E8-6F0C-46B9-93A4439C63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57701" y="2492376"/>
                        <a:ext cx="3419475"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2472" name="Rectangle 8">
            <a:extLst>
              <a:ext uri="{FF2B5EF4-FFF2-40B4-BE49-F238E27FC236}">
                <a16:creationId xmlns:a16="http://schemas.microsoft.com/office/drawing/2014/main" id="{1E4B5742-A9F0-CC8C-E04D-DFEBDF321AB2}"/>
              </a:ext>
            </a:extLst>
          </p:cNvPr>
          <p:cNvSpPr>
            <a:spLocks noChangeArrowheads="1"/>
          </p:cNvSpPr>
          <p:nvPr/>
        </p:nvSpPr>
        <p:spPr bwMode="auto">
          <a:xfrm>
            <a:off x="1774826" y="260350"/>
            <a:ext cx="10001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p>
        </p:txBody>
      </p:sp>
      <p:grpSp>
        <p:nvGrpSpPr>
          <p:cNvPr id="702473" name="Group 9">
            <a:extLst>
              <a:ext uri="{FF2B5EF4-FFF2-40B4-BE49-F238E27FC236}">
                <a16:creationId xmlns:a16="http://schemas.microsoft.com/office/drawing/2014/main" id="{6410FACF-AA64-91CC-832F-1AF71719D4D8}"/>
              </a:ext>
            </a:extLst>
          </p:cNvPr>
          <p:cNvGrpSpPr>
            <a:grpSpLocks/>
          </p:cNvGrpSpPr>
          <p:nvPr/>
        </p:nvGrpSpPr>
        <p:grpSpPr bwMode="auto">
          <a:xfrm>
            <a:off x="2495551" y="333375"/>
            <a:ext cx="6696075" cy="812800"/>
            <a:chOff x="612" y="210"/>
            <a:chExt cx="4218" cy="512"/>
          </a:xfrm>
        </p:grpSpPr>
        <p:graphicFrame>
          <p:nvGraphicFramePr>
            <p:cNvPr id="702474" name="Object 10">
              <a:extLst>
                <a:ext uri="{FF2B5EF4-FFF2-40B4-BE49-F238E27FC236}">
                  <a16:creationId xmlns:a16="http://schemas.microsoft.com/office/drawing/2014/main" id="{E4217C38-8A3E-DE78-E142-AA4DB32ED769}"/>
                </a:ext>
              </a:extLst>
            </p:cNvPr>
            <p:cNvGraphicFramePr>
              <a:graphicFrameLocks noChangeAspect="1"/>
            </p:cNvGraphicFramePr>
            <p:nvPr/>
          </p:nvGraphicFramePr>
          <p:xfrm>
            <a:off x="1383" y="210"/>
            <a:ext cx="3447" cy="512"/>
          </p:xfrm>
          <a:graphic>
            <a:graphicData uri="http://schemas.openxmlformats.org/presentationml/2006/ole">
              <mc:AlternateContent xmlns:mc="http://schemas.openxmlformats.org/markup-compatibility/2006">
                <mc:Choice xmlns:v="urn:schemas-microsoft-com:vml" Requires="v">
                  <p:oleObj name="公式" r:id="rId6" imgW="62318900" imgH="9359900" progId="Equation.3">
                    <p:embed/>
                  </p:oleObj>
                </mc:Choice>
                <mc:Fallback>
                  <p:oleObj name="公式" r:id="rId6" imgW="62318900" imgH="9359900" progId="Equation.3">
                    <p:embed/>
                    <p:pic>
                      <p:nvPicPr>
                        <p:cNvPr id="702474" name="Object 10">
                          <a:extLst>
                            <a:ext uri="{FF2B5EF4-FFF2-40B4-BE49-F238E27FC236}">
                              <a16:creationId xmlns:a16="http://schemas.microsoft.com/office/drawing/2014/main" id="{E4217C38-8A3E-DE78-E142-AA4DB32ED76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3" y="210"/>
                          <a:ext cx="3447" cy="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2475" name="Text Box 11">
              <a:extLst>
                <a:ext uri="{FF2B5EF4-FFF2-40B4-BE49-F238E27FC236}">
                  <a16:creationId xmlns:a16="http://schemas.microsoft.com/office/drawing/2014/main" id="{A2487C39-8D66-681E-B36A-BD93F725FEBF}"/>
                </a:ext>
              </a:extLst>
            </p:cNvPr>
            <p:cNvSpPr txBox="1">
              <a:spLocks noChangeArrowheads="1"/>
            </p:cNvSpPr>
            <p:nvPr/>
          </p:nvSpPr>
          <p:spPr bwMode="auto">
            <a:xfrm>
              <a:off x="612" y="300"/>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sp>
        <p:nvSpPr>
          <p:cNvPr id="702476" name="Rectangle 12">
            <a:extLst>
              <a:ext uri="{FF2B5EF4-FFF2-40B4-BE49-F238E27FC236}">
                <a16:creationId xmlns:a16="http://schemas.microsoft.com/office/drawing/2014/main" id="{40EEA9FA-F74D-CC79-ADB3-509497D3CD30}"/>
              </a:ext>
            </a:extLst>
          </p:cNvPr>
          <p:cNvSpPr>
            <a:spLocks noChangeArrowheads="1"/>
          </p:cNvSpPr>
          <p:nvPr/>
        </p:nvSpPr>
        <p:spPr bwMode="auto">
          <a:xfrm>
            <a:off x="2351089" y="1412876"/>
            <a:ext cx="3024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702477" name="Text Box 13">
            <a:extLst>
              <a:ext uri="{FF2B5EF4-FFF2-40B4-BE49-F238E27FC236}">
                <a16:creationId xmlns:a16="http://schemas.microsoft.com/office/drawing/2014/main" id="{2559893B-F13E-4ED7-DA07-B80649BAE3A9}"/>
              </a:ext>
            </a:extLst>
          </p:cNvPr>
          <p:cNvSpPr txBox="1">
            <a:spLocks noChangeArrowheads="1"/>
          </p:cNvSpPr>
          <p:nvPr/>
        </p:nvSpPr>
        <p:spPr bwMode="auto">
          <a:xfrm>
            <a:off x="2351088" y="2420938"/>
            <a:ext cx="1943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aphicFrame>
        <p:nvGraphicFramePr>
          <p:cNvPr id="702478" name="Object 14">
            <a:extLst>
              <a:ext uri="{FF2B5EF4-FFF2-40B4-BE49-F238E27FC236}">
                <a16:creationId xmlns:a16="http://schemas.microsoft.com/office/drawing/2014/main" id="{ECC6085E-850F-0586-DE45-EEDA9C8FB4D2}"/>
              </a:ext>
            </a:extLst>
          </p:cNvPr>
          <p:cNvGraphicFramePr>
            <a:graphicFrameLocks noChangeAspect="1"/>
          </p:cNvGraphicFramePr>
          <p:nvPr/>
        </p:nvGraphicFramePr>
        <p:xfrm>
          <a:off x="2063751" y="3357564"/>
          <a:ext cx="2232025" cy="503237"/>
        </p:xfrm>
        <a:graphic>
          <a:graphicData uri="http://schemas.openxmlformats.org/presentationml/2006/ole">
            <mc:AlternateContent xmlns:mc="http://schemas.openxmlformats.org/markup-compatibility/2006">
              <mc:Choice xmlns:v="urn:schemas-microsoft-com:vml" Requires="v">
                <p:oleObj name="公式" r:id="rId8" imgW="20777200" imgH="4686300" progId="Equation.3">
                  <p:embed/>
                </p:oleObj>
              </mc:Choice>
              <mc:Fallback>
                <p:oleObj name="公式" r:id="rId8" imgW="20777200" imgH="4686300" progId="Equation.3">
                  <p:embed/>
                  <p:pic>
                    <p:nvPicPr>
                      <p:cNvPr id="702478" name="Object 14">
                        <a:extLst>
                          <a:ext uri="{FF2B5EF4-FFF2-40B4-BE49-F238E27FC236}">
                            <a16:creationId xmlns:a16="http://schemas.microsoft.com/office/drawing/2014/main" id="{ECC6085E-850F-0586-DE45-EEDA9C8FB4D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63751" y="3357564"/>
                        <a:ext cx="2232025"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2479" name="Object 15">
            <a:extLst>
              <a:ext uri="{FF2B5EF4-FFF2-40B4-BE49-F238E27FC236}">
                <a16:creationId xmlns:a16="http://schemas.microsoft.com/office/drawing/2014/main" id="{BFC9BFB8-CD90-0F1B-CC0B-6C5EB341DCB8}"/>
              </a:ext>
            </a:extLst>
          </p:cNvPr>
          <p:cNvGraphicFramePr>
            <a:graphicFrameLocks noChangeAspect="1"/>
          </p:cNvGraphicFramePr>
          <p:nvPr/>
        </p:nvGraphicFramePr>
        <p:xfrm>
          <a:off x="2208214" y="4365626"/>
          <a:ext cx="3311525" cy="542925"/>
        </p:xfrm>
        <a:graphic>
          <a:graphicData uri="http://schemas.openxmlformats.org/presentationml/2006/ole">
            <mc:AlternateContent xmlns:mc="http://schemas.openxmlformats.org/markup-compatibility/2006">
              <mc:Choice xmlns:v="urn:schemas-microsoft-com:vml" Requires="v">
                <p:oleObj name="公式" r:id="rId10" imgW="33934400" imgH="5562600" progId="Equation.3">
                  <p:embed/>
                </p:oleObj>
              </mc:Choice>
              <mc:Fallback>
                <p:oleObj name="公式" r:id="rId10" imgW="33934400" imgH="5562600" progId="Equation.3">
                  <p:embed/>
                  <p:pic>
                    <p:nvPicPr>
                      <p:cNvPr id="702479" name="Object 15">
                        <a:extLst>
                          <a:ext uri="{FF2B5EF4-FFF2-40B4-BE49-F238E27FC236}">
                            <a16:creationId xmlns:a16="http://schemas.microsoft.com/office/drawing/2014/main" id="{BFC9BFB8-CD90-0F1B-CC0B-6C5EB341DCB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08214" y="4365626"/>
                        <a:ext cx="3311525"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2480" name="Object 16">
            <a:extLst>
              <a:ext uri="{FF2B5EF4-FFF2-40B4-BE49-F238E27FC236}">
                <a16:creationId xmlns:a16="http://schemas.microsoft.com/office/drawing/2014/main" id="{AB728A8D-003C-1FC0-3A9E-0598C0F3309A}"/>
              </a:ext>
            </a:extLst>
          </p:cNvPr>
          <p:cNvGraphicFramePr>
            <a:graphicFrameLocks noChangeAspect="1"/>
          </p:cNvGraphicFramePr>
          <p:nvPr/>
        </p:nvGraphicFramePr>
        <p:xfrm>
          <a:off x="4511676" y="3357563"/>
          <a:ext cx="1584325" cy="508000"/>
        </p:xfrm>
        <a:graphic>
          <a:graphicData uri="http://schemas.openxmlformats.org/presentationml/2006/ole">
            <mc:AlternateContent xmlns:mc="http://schemas.openxmlformats.org/markup-compatibility/2006">
              <mc:Choice xmlns:v="urn:schemas-microsoft-com:vml" Requires="v">
                <p:oleObj name="公式" r:id="rId12" imgW="14338300" imgH="4686300" progId="Equation.3">
                  <p:embed/>
                </p:oleObj>
              </mc:Choice>
              <mc:Fallback>
                <p:oleObj name="公式" r:id="rId12" imgW="14338300" imgH="4686300" progId="Equation.3">
                  <p:embed/>
                  <p:pic>
                    <p:nvPicPr>
                      <p:cNvPr id="702480" name="Object 16">
                        <a:extLst>
                          <a:ext uri="{FF2B5EF4-FFF2-40B4-BE49-F238E27FC236}">
                            <a16:creationId xmlns:a16="http://schemas.microsoft.com/office/drawing/2014/main" id="{AB728A8D-003C-1FC0-3A9E-0598C0F3309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11676" y="3357563"/>
                        <a:ext cx="1584325"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2481" name="Object 17">
            <a:extLst>
              <a:ext uri="{FF2B5EF4-FFF2-40B4-BE49-F238E27FC236}">
                <a16:creationId xmlns:a16="http://schemas.microsoft.com/office/drawing/2014/main" id="{351C7A11-8C0C-1BA3-FECB-06B59D6C5F4A}"/>
              </a:ext>
            </a:extLst>
          </p:cNvPr>
          <p:cNvGraphicFramePr>
            <a:graphicFrameLocks noChangeAspect="1"/>
          </p:cNvGraphicFramePr>
          <p:nvPr/>
        </p:nvGraphicFramePr>
        <p:xfrm>
          <a:off x="5735639" y="4437064"/>
          <a:ext cx="1296987" cy="395287"/>
        </p:xfrm>
        <a:graphic>
          <a:graphicData uri="http://schemas.openxmlformats.org/presentationml/2006/ole">
            <mc:AlternateContent xmlns:mc="http://schemas.openxmlformats.org/markup-compatibility/2006">
              <mc:Choice xmlns:v="urn:schemas-microsoft-com:vml" Requires="v">
                <p:oleObj name="公式" r:id="rId14" imgW="13462000" imgH="4102100" progId="Equation.3">
                  <p:embed/>
                </p:oleObj>
              </mc:Choice>
              <mc:Fallback>
                <p:oleObj name="公式" r:id="rId14" imgW="13462000" imgH="4102100" progId="Equation.3">
                  <p:embed/>
                  <p:pic>
                    <p:nvPicPr>
                      <p:cNvPr id="702481" name="Object 17">
                        <a:extLst>
                          <a:ext uri="{FF2B5EF4-FFF2-40B4-BE49-F238E27FC236}">
                            <a16:creationId xmlns:a16="http://schemas.microsoft.com/office/drawing/2014/main" id="{351C7A11-8C0C-1BA3-FECB-06B59D6C5F4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35639" y="4437064"/>
                        <a:ext cx="1296987" cy="395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2482" name="Object 18">
            <a:extLst>
              <a:ext uri="{FF2B5EF4-FFF2-40B4-BE49-F238E27FC236}">
                <a16:creationId xmlns:a16="http://schemas.microsoft.com/office/drawing/2014/main" id="{548626CC-E2C2-F7BF-96ED-D38519FB3FD5}"/>
              </a:ext>
            </a:extLst>
          </p:cNvPr>
          <p:cNvGraphicFramePr>
            <a:graphicFrameLocks noChangeAspect="1"/>
          </p:cNvGraphicFramePr>
          <p:nvPr/>
        </p:nvGraphicFramePr>
        <p:xfrm>
          <a:off x="2640013" y="5300663"/>
          <a:ext cx="2735262" cy="512762"/>
        </p:xfrm>
        <a:graphic>
          <a:graphicData uri="http://schemas.openxmlformats.org/presentationml/2006/ole">
            <mc:AlternateContent xmlns:mc="http://schemas.openxmlformats.org/markup-compatibility/2006">
              <mc:Choice xmlns:v="urn:schemas-microsoft-com:vml" Requires="v">
                <p:oleObj name="公式" r:id="rId16" imgW="28092400" imgH="5270500" progId="Equation.3">
                  <p:embed/>
                </p:oleObj>
              </mc:Choice>
              <mc:Fallback>
                <p:oleObj name="公式" r:id="rId16" imgW="28092400" imgH="5270500" progId="Equation.3">
                  <p:embed/>
                  <p:pic>
                    <p:nvPicPr>
                      <p:cNvPr id="702482" name="Object 18">
                        <a:extLst>
                          <a:ext uri="{FF2B5EF4-FFF2-40B4-BE49-F238E27FC236}">
                            <a16:creationId xmlns:a16="http://schemas.microsoft.com/office/drawing/2014/main" id="{548626CC-E2C2-F7BF-96ED-D38519FB3FD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640013" y="5300663"/>
                        <a:ext cx="2735262" cy="512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02472"/>
                                        </p:tgtEl>
                                        <p:attrNameLst>
                                          <p:attrName>style.visibility</p:attrName>
                                        </p:attrNameLst>
                                      </p:cBhvr>
                                      <p:to>
                                        <p:strVal val="visible"/>
                                      </p:to>
                                    </p:set>
                                    <p:animEffect transition="in" filter="wipe(left)">
                                      <p:cBhvr>
                                        <p:cTn id="7" dur="500"/>
                                        <p:tgtEl>
                                          <p:spTgt spid="70247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702473"/>
                                        </p:tgtEl>
                                        <p:attrNameLst>
                                          <p:attrName>style.visibility</p:attrName>
                                        </p:attrNameLst>
                                      </p:cBhvr>
                                      <p:to>
                                        <p:strVal val="visible"/>
                                      </p:to>
                                    </p:set>
                                    <p:animEffect transition="in" filter="wipe(left)">
                                      <p:cBhvr>
                                        <p:cTn id="11" dur="1000"/>
                                        <p:tgtEl>
                                          <p:spTgt spid="70247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702476"/>
                                        </p:tgtEl>
                                        <p:attrNameLst>
                                          <p:attrName>style.visibility</p:attrName>
                                        </p:attrNameLst>
                                      </p:cBhvr>
                                      <p:to>
                                        <p:strVal val="visible"/>
                                      </p:to>
                                    </p:set>
                                    <p:animEffect transition="in" filter="wipe(left)">
                                      <p:cBhvr>
                                        <p:cTn id="16" dur="1000"/>
                                        <p:tgtEl>
                                          <p:spTgt spid="702476"/>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702468"/>
                                        </p:tgtEl>
                                        <p:attrNameLst>
                                          <p:attrName>style.visibility</p:attrName>
                                        </p:attrNameLst>
                                      </p:cBhvr>
                                      <p:to>
                                        <p:strVal val="visible"/>
                                      </p:to>
                                    </p:set>
                                    <p:animEffect transition="in" filter="wipe(left)">
                                      <p:cBhvr>
                                        <p:cTn id="20" dur="1000"/>
                                        <p:tgtEl>
                                          <p:spTgt spid="70246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702477"/>
                                        </p:tgtEl>
                                        <p:attrNameLst>
                                          <p:attrName>style.visibility</p:attrName>
                                        </p:attrNameLst>
                                      </p:cBhvr>
                                      <p:to>
                                        <p:strVal val="visible"/>
                                      </p:to>
                                    </p:set>
                                    <p:animEffect transition="in" filter="wipe(left)">
                                      <p:cBhvr>
                                        <p:cTn id="25" dur="1000"/>
                                        <p:tgtEl>
                                          <p:spTgt spid="702477"/>
                                        </p:tgtEl>
                                      </p:cBhvr>
                                    </p:animEffect>
                                  </p:childTnLst>
                                </p:cTn>
                              </p:par>
                            </p:childTnLst>
                          </p:cTn>
                        </p:par>
                        <p:par>
                          <p:cTn id="26" fill="hold" nodeType="afterGroup">
                            <p:stCondLst>
                              <p:cond delay="1000"/>
                            </p:stCondLst>
                            <p:childTnLst>
                              <p:par>
                                <p:cTn id="27" presetID="22" presetClass="entr" presetSubtype="8" fill="hold" nodeType="afterEffect">
                                  <p:stCondLst>
                                    <p:cond delay="0"/>
                                  </p:stCondLst>
                                  <p:childTnLst>
                                    <p:set>
                                      <p:cBhvr>
                                        <p:cTn id="28" dur="1" fill="hold">
                                          <p:stCondLst>
                                            <p:cond delay="0"/>
                                          </p:stCondLst>
                                        </p:cTn>
                                        <p:tgtEl>
                                          <p:spTgt spid="702471"/>
                                        </p:tgtEl>
                                        <p:attrNameLst>
                                          <p:attrName>style.visibility</p:attrName>
                                        </p:attrNameLst>
                                      </p:cBhvr>
                                      <p:to>
                                        <p:strVal val="visible"/>
                                      </p:to>
                                    </p:set>
                                    <p:animEffect transition="in" filter="wipe(left)">
                                      <p:cBhvr>
                                        <p:cTn id="29" dur="1000"/>
                                        <p:tgtEl>
                                          <p:spTgt spid="70247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702478"/>
                                        </p:tgtEl>
                                        <p:attrNameLst>
                                          <p:attrName>style.visibility</p:attrName>
                                        </p:attrNameLst>
                                      </p:cBhvr>
                                      <p:to>
                                        <p:strVal val="visible"/>
                                      </p:to>
                                    </p:set>
                                    <p:animEffect transition="in" filter="wipe(left)">
                                      <p:cBhvr>
                                        <p:cTn id="34" dur="1000"/>
                                        <p:tgtEl>
                                          <p:spTgt spid="702478"/>
                                        </p:tgtEl>
                                      </p:cBhvr>
                                    </p:animEffect>
                                  </p:childTnLst>
                                </p:cTn>
                              </p:par>
                            </p:childTnLst>
                          </p:cTn>
                        </p:par>
                        <p:par>
                          <p:cTn id="35" fill="hold" nodeType="afterGroup">
                            <p:stCondLst>
                              <p:cond delay="1000"/>
                            </p:stCondLst>
                            <p:childTnLst>
                              <p:par>
                                <p:cTn id="36" presetID="22" presetClass="entr" presetSubtype="8" fill="hold" nodeType="afterEffect">
                                  <p:stCondLst>
                                    <p:cond delay="0"/>
                                  </p:stCondLst>
                                  <p:childTnLst>
                                    <p:set>
                                      <p:cBhvr>
                                        <p:cTn id="37" dur="1" fill="hold">
                                          <p:stCondLst>
                                            <p:cond delay="0"/>
                                          </p:stCondLst>
                                        </p:cTn>
                                        <p:tgtEl>
                                          <p:spTgt spid="702480"/>
                                        </p:tgtEl>
                                        <p:attrNameLst>
                                          <p:attrName>style.visibility</p:attrName>
                                        </p:attrNameLst>
                                      </p:cBhvr>
                                      <p:to>
                                        <p:strVal val="visible"/>
                                      </p:to>
                                    </p:set>
                                    <p:animEffect transition="in" filter="wipe(left)">
                                      <p:cBhvr>
                                        <p:cTn id="38" dur="1000"/>
                                        <p:tgtEl>
                                          <p:spTgt spid="70248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702479"/>
                                        </p:tgtEl>
                                        <p:attrNameLst>
                                          <p:attrName>style.visibility</p:attrName>
                                        </p:attrNameLst>
                                      </p:cBhvr>
                                      <p:to>
                                        <p:strVal val="visible"/>
                                      </p:to>
                                    </p:set>
                                    <p:animEffect transition="in" filter="wipe(left)">
                                      <p:cBhvr>
                                        <p:cTn id="43" dur="1000"/>
                                        <p:tgtEl>
                                          <p:spTgt spid="70247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702481"/>
                                        </p:tgtEl>
                                        <p:attrNameLst>
                                          <p:attrName>style.visibility</p:attrName>
                                        </p:attrNameLst>
                                      </p:cBhvr>
                                      <p:to>
                                        <p:strVal val="visible"/>
                                      </p:to>
                                    </p:set>
                                    <p:animEffect transition="in" filter="wipe(left)">
                                      <p:cBhvr>
                                        <p:cTn id="48" dur="1000"/>
                                        <p:tgtEl>
                                          <p:spTgt spid="70248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702482"/>
                                        </p:tgtEl>
                                        <p:attrNameLst>
                                          <p:attrName>style.visibility</p:attrName>
                                        </p:attrNameLst>
                                      </p:cBhvr>
                                      <p:to>
                                        <p:strVal val="visible"/>
                                      </p:to>
                                    </p:set>
                                    <p:animEffect transition="in" filter="wipe(left)">
                                      <p:cBhvr>
                                        <p:cTn id="53" dur="1000"/>
                                        <p:tgtEl>
                                          <p:spTgt spid="702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2472" grpId="0"/>
      <p:bldP spid="702476" grpId="0"/>
      <p:bldP spid="70247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0" name="Rectangle 2">
            <a:extLst>
              <a:ext uri="{FF2B5EF4-FFF2-40B4-BE49-F238E27FC236}">
                <a16:creationId xmlns:a16="http://schemas.microsoft.com/office/drawing/2014/main" id="{2CAB0D30-3DB4-D9C7-031F-091DB5E95326}"/>
              </a:ext>
            </a:extLst>
          </p:cNvPr>
          <p:cNvSpPr>
            <a:spLocks noChangeArrowheads="1"/>
          </p:cNvSpPr>
          <p:nvPr/>
        </p:nvSpPr>
        <p:spPr bwMode="auto">
          <a:xfrm>
            <a:off x="1524001" y="31219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491" name="Rectangle 3">
            <a:extLst>
              <a:ext uri="{FF2B5EF4-FFF2-40B4-BE49-F238E27FC236}">
                <a16:creationId xmlns:a16="http://schemas.microsoft.com/office/drawing/2014/main" id="{B19F1ADC-2DD6-BE95-1A6D-C143E7EB94D2}"/>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492" name="Rectangle 4">
            <a:extLst>
              <a:ext uri="{FF2B5EF4-FFF2-40B4-BE49-F238E27FC236}">
                <a16:creationId xmlns:a16="http://schemas.microsoft.com/office/drawing/2014/main" id="{966F3C98-48EC-BA37-CDA3-CF18FBDEF604}"/>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493" name="Rectangle 5">
            <a:extLst>
              <a:ext uri="{FF2B5EF4-FFF2-40B4-BE49-F238E27FC236}">
                <a16:creationId xmlns:a16="http://schemas.microsoft.com/office/drawing/2014/main" id="{2F5FE010-60D3-844C-3992-180372C92B87}"/>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494" name="Rectangle 6">
            <a:extLst>
              <a:ext uri="{FF2B5EF4-FFF2-40B4-BE49-F238E27FC236}">
                <a16:creationId xmlns:a16="http://schemas.microsoft.com/office/drawing/2014/main" id="{75147A34-DD40-890B-C8E7-D48B32BC646F}"/>
              </a:ext>
            </a:extLst>
          </p:cNvPr>
          <p:cNvSpPr>
            <a:spLocks noChangeArrowheads="1"/>
          </p:cNvSpPr>
          <p:nvPr/>
        </p:nvSpPr>
        <p:spPr bwMode="auto">
          <a:xfrm>
            <a:off x="1774825" y="188913"/>
            <a:ext cx="23764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Arial" panose="020B0604020202020204" pitchFamily="34" charset="0"/>
                <a:ea typeface="楷体_GB2312" pitchFamily="49" charset="-122"/>
              </a:rPr>
              <a:t>列表计算</a:t>
            </a:r>
          </a:p>
        </p:txBody>
      </p:sp>
      <p:grpSp>
        <p:nvGrpSpPr>
          <p:cNvPr id="703495" name="Group 7">
            <a:extLst>
              <a:ext uri="{FF2B5EF4-FFF2-40B4-BE49-F238E27FC236}">
                <a16:creationId xmlns:a16="http://schemas.microsoft.com/office/drawing/2014/main" id="{21A3A9CA-F811-C929-B4B0-7C06A711CCF2}"/>
              </a:ext>
            </a:extLst>
          </p:cNvPr>
          <p:cNvGrpSpPr>
            <a:grpSpLocks/>
          </p:cNvGrpSpPr>
          <p:nvPr/>
        </p:nvGrpSpPr>
        <p:grpSpPr bwMode="auto">
          <a:xfrm>
            <a:off x="1524000" y="765176"/>
            <a:ext cx="9144000" cy="5616575"/>
            <a:chOff x="0" y="482"/>
            <a:chExt cx="5760" cy="3538"/>
          </a:xfrm>
        </p:grpSpPr>
        <p:sp>
          <p:nvSpPr>
            <p:cNvPr id="703496" name="Line 8">
              <a:extLst>
                <a:ext uri="{FF2B5EF4-FFF2-40B4-BE49-F238E27FC236}">
                  <a16:creationId xmlns:a16="http://schemas.microsoft.com/office/drawing/2014/main" id="{7F44592D-2C13-A265-7646-0CF594504CAA}"/>
                </a:ext>
              </a:extLst>
            </p:cNvPr>
            <p:cNvSpPr>
              <a:spLocks noChangeShapeType="1"/>
            </p:cNvSpPr>
            <p:nvPr/>
          </p:nvSpPr>
          <p:spPr bwMode="auto">
            <a:xfrm>
              <a:off x="0" y="1026"/>
              <a:ext cx="5760"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497" name="Line 9">
              <a:extLst>
                <a:ext uri="{FF2B5EF4-FFF2-40B4-BE49-F238E27FC236}">
                  <a16:creationId xmlns:a16="http://schemas.microsoft.com/office/drawing/2014/main" id="{2D4B08BA-1A64-843C-769B-EC2E6E28288C}"/>
                </a:ext>
              </a:extLst>
            </p:cNvPr>
            <p:cNvSpPr>
              <a:spLocks noChangeShapeType="1"/>
            </p:cNvSpPr>
            <p:nvPr/>
          </p:nvSpPr>
          <p:spPr bwMode="auto">
            <a:xfrm>
              <a:off x="748" y="618"/>
              <a:ext cx="0" cy="3402"/>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498" name="Rectangle 10">
              <a:extLst>
                <a:ext uri="{FF2B5EF4-FFF2-40B4-BE49-F238E27FC236}">
                  <a16:creationId xmlns:a16="http://schemas.microsoft.com/office/drawing/2014/main" id="{C11D6B98-D9EE-E74D-3608-FEC81CFBDC2C}"/>
                </a:ext>
              </a:extLst>
            </p:cNvPr>
            <p:cNvSpPr>
              <a:spLocks noChangeArrowheads="1"/>
            </p:cNvSpPr>
            <p:nvPr/>
          </p:nvSpPr>
          <p:spPr bwMode="auto">
            <a:xfrm>
              <a:off x="0" y="482"/>
              <a:ext cx="52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400" b="1">
                  <a:solidFill>
                    <a:srgbClr val="007A77"/>
                  </a:solidFill>
                  <a:latin typeface="Times New Roman" panose="02020603050405020304" pitchFamily="18" charset="0"/>
                  <a:ea typeface="楷体_GB2312" pitchFamily="49" charset="-122"/>
                </a:rPr>
                <a:t>汽车</a:t>
              </a:r>
            </a:p>
            <a:p>
              <a:pPr fontAlgn="base">
                <a:spcBef>
                  <a:spcPct val="0"/>
                </a:spcBef>
                <a:spcAft>
                  <a:spcPct val="0"/>
                </a:spcAft>
              </a:pPr>
              <a:r>
                <a:rPr kumimoji="1" lang="zh-CN" altLang="en-US" sz="2400" b="1">
                  <a:solidFill>
                    <a:srgbClr val="007A77"/>
                  </a:solidFill>
                  <a:latin typeface="Times New Roman" panose="02020603050405020304" pitchFamily="18" charset="0"/>
                  <a:ea typeface="楷体_GB2312" pitchFamily="49" charset="-122"/>
                </a:rPr>
                <a:t>颜色</a:t>
              </a:r>
            </a:p>
          </p:txBody>
        </p:sp>
        <p:sp>
          <p:nvSpPr>
            <p:cNvPr id="703499" name="Rectangle 11">
              <a:extLst>
                <a:ext uri="{FF2B5EF4-FFF2-40B4-BE49-F238E27FC236}">
                  <a16:creationId xmlns:a16="http://schemas.microsoft.com/office/drawing/2014/main" id="{929F640E-1EF4-D213-4FAC-3E57A3FF3E17}"/>
                </a:ext>
              </a:extLst>
            </p:cNvPr>
            <p:cNvSpPr>
              <a:spLocks noChangeArrowheads="1"/>
            </p:cNvSpPr>
            <p:nvPr/>
          </p:nvSpPr>
          <p:spPr bwMode="auto">
            <a:xfrm>
              <a:off x="1020" y="618"/>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400" b="1" i="1">
                  <a:solidFill>
                    <a:srgbClr val="007A77"/>
                  </a:solidFill>
                  <a:latin typeface="Times New Roman" panose="02020603050405020304" pitchFamily="18" charset="0"/>
                  <a:ea typeface="楷体_GB2312" pitchFamily="49" charset="-122"/>
                </a:rPr>
                <a:t>f </a:t>
              </a:r>
              <a:r>
                <a:rPr kumimoji="1" lang="en-US" altLang="zh-CN" sz="2400" b="1" i="1" baseline="-25000">
                  <a:solidFill>
                    <a:srgbClr val="007A77"/>
                  </a:solidFill>
                  <a:latin typeface="Times New Roman" panose="02020603050405020304" pitchFamily="18" charset="0"/>
                  <a:ea typeface="楷体_GB2312" pitchFamily="49" charset="-122"/>
                </a:rPr>
                <a:t>i</a:t>
              </a:r>
            </a:p>
          </p:txBody>
        </p:sp>
        <p:sp>
          <p:nvSpPr>
            <p:cNvPr id="703500" name="Line 12">
              <a:extLst>
                <a:ext uri="{FF2B5EF4-FFF2-40B4-BE49-F238E27FC236}">
                  <a16:creationId xmlns:a16="http://schemas.microsoft.com/office/drawing/2014/main" id="{2CC4947D-CD3F-DE34-EA09-9A48A970B278}"/>
                </a:ext>
              </a:extLst>
            </p:cNvPr>
            <p:cNvSpPr>
              <a:spLocks noChangeShapeType="1"/>
            </p:cNvSpPr>
            <p:nvPr/>
          </p:nvSpPr>
          <p:spPr bwMode="auto">
            <a:xfrm>
              <a:off x="1610" y="572"/>
              <a:ext cx="0" cy="3402"/>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501" name="Line 13">
              <a:extLst>
                <a:ext uri="{FF2B5EF4-FFF2-40B4-BE49-F238E27FC236}">
                  <a16:creationId xmlns:a16="http://schemas.microsoft.com/office/drawing/2014/main" id="{9CAD5FF3-C7D1-B752-7F7F-25B944C98259}"/>
                </a:ext>
              </a:extLst>
            </p:cNvPr>
            <p:cNvSpPr>
              <a:spLocks noChangeShapeType="1"/>
            </p:cNvSpPr>
            <p:nvPr/>
          </p:nvSpPr>
          <p:spPr bwMode="auto">
            <a:xfrm>
              <a:off x="2381" y="572"/>
              <a:ext cx="0" cy="3402"/>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502" name="Rectangle 14">
              <a:extLst>
                <a:ext uri="{FF2B5EF4-FFF2-40B4-BE49-F238E27FC236}">
                  <a16:creationId xmlns:a16="http://schemas.microsoft.com/office/drawing/2014/main" id="{E8DF86A2-399D-8445-6E93-609D12B7B90A}"/>
                </a:ext>
              </a:extLst>
            </p:cNvPr>
            <p:cNvSpPr>
              <a:spLocks noChangeArrowheads="1"/>
            </p:cNvSpPr>
            <p:nvPr/>
          </p:nvSpPr>
          <p:spPr bwMode="auto">
            <a:xfrm>
              <a:off x="1837" y="61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b="1" i="1">
                  <a:solidFill>
                    <a:srgbClr val="007A77"/>
                  </a:solidFill>
                  <a:latin typeface="Times New Roman" panose="02020603050405020304" pitchFamily="18" charset="0"/>
                  <a:ea typeface="楷体_GB2312" pitchFamily="49" charset="-122"/>
                </a:rPr>
                <a:t>P </a:t>
              </a:r>
              <a:r>
                <a:rPr kumimoji="1" lang="en-US" altLang="zh-CN" sz="2400" b="1" i="1" baseline="-25000">
                  <a:solidFill>
                    <a:srgbClr val="007A77"/>
                  </a:solidFill>
                  <a:latin typeface="Times New Roman" panose="02020603050405020304" pitchFamily="18" charset="0"/>
                  <a:ea typeface="楷体_GB2312" pitchFamily="49" charset="-122"/>
                </a:rPr>
                <a:t>i</a:t>
              </a:r>
            </a:p>
          </p:txBody>
        </p:sp>
        <p:sp>
          <p:nvSpPr>
            <p:cNvPr id="703503" name="Rectangle 15">
              <a:extLst>
                <a:ext uri="{FF2B5EF4-FFF2-40B4-BE49-F238E27FC236}">
                  <a16:creationId xmlns:a16="http://schemas.microsoft.com/office/drawing/2014/main" id="{A6B15712-FD3B-BE80-619D-C333877E205A}"/>
                </a:ext>
              </a:extLst>
            </p:cNvPr>
            <p:cNvSpPr>
              <a:spLocks noChangeArrowheads="1"/>
            </p:cNvSpPr>
            <p:nvPr/>
          </p:nvSpPr>
          <p:spPr bwMode="auto">
            <a:xfrm>
              <a:off x="2744" y="618"/>
              <a:ext cx="4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b="1" i="1">
                  <a:solidFill>
                    <a:srgbClr val="007A77"/>
                  </a:solidFill>
                  <a:latin typeface="Times New Roman" panose="02020603050405020304" pitchFamily="18" charset="0"/>
                  <a:ea typeface="楷体_GB2312" pitchFamily="49" charset="-122"/>
                </a:rPr>
                <a:t>nP </a:t>
              </a:r>
              <a:r>
                <a:rPr kumimoji="1" lang="en-US" altLang="zh-CN" sz="2400" b="1" i="1" baseline="-25000">
                  <a:solidFill>
                    <a:srgbClr val="007A77"/>
                  </a:solidFill>
                  <a:latin typeface="Times New Roman" panose="02020603050405020304" pitchFamily="18" charset="0"/>
                  <a:ea typeface="楷体_GB2312" pitchFamily="49" charset="-122"/>
                </a:rPr>
                <a:t>i</a:t>
              </a:r>
            </a:p>
          </p:txBody>
        </p:sp>
        <p:sp>
          <p:nvSpPr>
            <p:cNvPr id="703504" name="Line 16">
              <a:extLst>
                <a:ext uri="{FF2B5EF4-FFF2-40B4-BE49-F238E27FC236}">
                  <a16:creationId xmlns:a16="http://schemas.microsoft.com/office/drawing/2014/main" id="{2302C0C0-139D-DADE-ACAE-6DC099BD1E4B}"/>
                </a:ext>
              </a:extLst>
            </p:cNvPr>
            <p:cNvSpPr>
              <a:spLocks noChangeShapeType="1"/>
            </p:cNvSpPr>
            <p:nvPr/>
          </p:nvSpPr>
          <p:spPr bwMode="auto">
            <a:xfrm>
              <a:off x="3424" y="618"/>
              <a:ext cx="0" cy="3402"/>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505" name="Rectangle 17">
              <a:extLst>
                <a:ext uri="{FF2B5EF4-FFF2-40B4-BE49-F238E27FC236}">
                  <a16:creationId xmlns:a16="http://schemas.microsoft.com/office/drawing/2014/main" id="{79C5BEC0-424A-EFB7-8BA1-7A94568861BD}"/>
                </a:ext>
              </a:extLst>
            </p:cNvPr>
            <p:cNvSpPr>
              <a:spLocks noChangeArrowheads="1"/>
            </p:cNvSpPr>
            <p:nvPr/>
          </p:nvSpPr>
          <p:spPr bwMode="auto">
            <a:xfrm>
              <a:off x="3560" y="618"/>
              <a:ext cx="7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b="1" i="1">
                  <a:solidFill>
                    <a:srgbClr val="007A77"/>
                  </a:solidFill>
                  <a:latin typeface="Times New Roman" panose="02020603050405020304" pitchFamily="18" charset="0"/>
                  <a:ea typeface="楷体_GB2312" pitchFamily="49" charset="-122"/>
                </a:rPr>
                <a:t>f </a:t>
              </a:r>
              <a:r>
                <a:rPr kumimoji="1" lang="en-US" altLang="zh-CN" sz="2400" b="1" i="1" baseline="-25000">
                  <a:solidFill>
                    <a:srgbClr val="007A77"/>
                  </a:solidFill>
                  <a:latin typeface="Times New Roman" panose="02020603050405020304" pitchFamily="18" charset="0"/>
                  <a:ea typeface="楷体_GB2312" pitchFamily="49" charset="-122"/>
                </a:rPr>
                <a:t>i</a:t>
              </a:r>
              <a:r>
                <a:rPr kumimoji="1" lang="en-US" altLang="zh-CN" sz="2400" b="1" i="1">
                  <a:solidFill>
                    <a:srgbClr val="007A77"/>
                  </a:solidFill>
                  <a:latin typeface="Times New Roman" panose="02020603050405020304" pitchFamily="18" charset="0"/>
                  <a:ea typeface="楷体_GB2312" pitchFamily="49" charset="-122"/>
                </a:rPr>
                <a:t> - nP </a:t>
              </a:r>
              <a:r>
                <a:rPr kumimoji="1" lang="en-US" altLang="zh-CN" sz="2400" b="1" i="1" baseline="-25000">
                  <a:solidFill>
                    <a:srgbClr val="007A77"/>
                  </a:solidFill>
                  <a:latin typeface="Times New Roman" panose="02020603050405020304" pitchFamily="18" charset="0"/>
                  <a:ea typeface="楷体_GB2312" pitchFamily="49" charset="-122"/>
                </a:rPr>
                <a:t>i</a:t>
              </a:r>
            </a:p>
          </p:txBody>
        </p:sp>
        <p:sp>
          <p:nvSpPr>
            <p:cNvPr id="703506" name="Line 18">
              <a:extLst>
                <a:ext uri="{FF2B5EF4-FFF2-40B4-BE49-F238E27FC236}">
                  <a16:creationId xmlns:a16="http://schemas.microsoft.com/office/drawing/2014/main" id="{4E8B644E-DCEB-3A20-EB07-FFEAD04A714F}"/>
                </a:ext>
              </a:extLst>
            </p:cNvPr>
            <p:cNvSpPr>
              <a:spLocks noChangeShapeType="1"/>
            </p:cNvSpPr>
            <p:nvPr/>
          </p:nvSpPr>
          <p:spPr bwMode="auto">
            <a:xfrm>
              <a:off x="4513" y="572"/>
              <a:ext cx="0" cy="3402"/>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703507" name="Object 19">
              <a:extLst>
                <a:ext uri="{FF2B5EF4-FFF2-40B4-BE49-F238E27FC236}">
                  <a16:creationId xmlns:a16="http://schemas.microsoft.com/office/drawing/2014/main" id="{5853EB97-0C8F-FAE9-2DF1-ED9DB6D9428E}"/>
                </a:ext>
              </a:extLst>
            </p:cNvPr>
            <p:cNvGraphicFramePr>
              <a:graphicFrameLocks noChangeAspect="1"/>
            </p:cNvGraphicFramePr>
            <p:nvPr/>
          </p:nvGraphicFramePr>
          <p:xfrm>
            <a:off x="4604" y="527"/>
            <a:ext cx="1021" cy="514"/>
          </p:xfrm>
          <a:graphic>
            <a:graphicData uri="http://schemas.openxmlformats.org/presentationml/2006/ole">
              <mc:AlternateContent xmlns:mc="http://schemas.openxmlformats.org/markup-compatibility/2006">
                <mc:Choice xmlns:v="urn:schemas-microsoft-com:vml" Requires="v">
                  <p:oleObj name="公式" r:id="rId2" imgW="17843500" imgH="10528300" progId="Equation.3">
                    <p:embed/>
                  </p:oleObj>
                </mc:Choice>
                <mc:Fallback>
                  <p:oleObj name="公式" r:id="rId2" imgW="17843500" imgH="10528300" progId="Equation.3">
                    <p:embed/>
                    <p:pic>
                      <p:nvPicPr>
                        <p:cNvPr id="703507" name="Object 19">
                          <a:extLst>
                            <a:ext uri="{FF2B5EF4-FFF2-40B4-BE49-F238E27FC236}">
                              <a16:creationId xmlns:a16="http://schemas.microsoft.com/office/drawing/2014/main" id="{5853EB97-0C8F-FAE9-2DF1-ED9DB6D942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4" y="527"/>
                          <a:ext cx="1021" cy="5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703508" name="Text Box 20">
            <a:extLst>
              <a:ext uri="{FF2B5EF4-FFF2-40B4-BE49-F238E27FC236}">
                <a16:creationId xmlns:a16="http://schemas.microsoft.com/office/drawing/2014/main" id="{C99826EA-E2B5-8C06-3619-EC5DF2B84575}"/>
              </a:ext>
            </a:extLst>
          </p:cNvPr>
          <p:cNvSpPr txBox="1">
            <a:spLocks noChangeArrowheads="1"/>
          </p:cNvSpPr>
          <p:nvPr/>
        </p:nvSpPr>
        <p:spPr bwMode="auto">
          <a:xfrm>
            <a:off x="1703389" y="1700213"/>
            <a:ext cx="719137" cy="372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红</a:t>
            </a:r>
          </a:p>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棕</a:t>
            </a:r>
          </a:p>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黄</a:t>
            </a:r>
          </a:p>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白</a:t>
            </a:r>
          </a:p>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灰</a:t>
            </a:r>
          </a:p>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蓝</a:t>
            </a:r>
            <a:endParaRPr kumimoji="1" lang="zh-CN" altLang="en-US" sz="2400" b="1">
              <a:solidFill>
                <a:srgbClr val="007A77"/>
              </a:solidFill>
              <a:latin typeface="Times New Roman" panose="02020603050405020304" pitchFamily="18" charset="0"/>
              <a:ea typeface="宋体" panose="02010600030101010101" pitchFamily="2" charset="-122"/>
            </a:endParaRPr>
          </a:p>
        </p:txBody>
      </p:sp>
      <p:sp>
        <p:nvSpPr>
          <p:cNvPr id="703509" name="Line 21">
            <a:extLst>
              <a:ext uri="{FF2B5EF4-FFF2-40B4-BE49-F238E27FC236}">
                <a16:creationId xmlns:a16="http://schemas.microsoft.com/office/drawing/2014/main" id="{2EC544BE-C6D8-5D63-D9F9-E1089CFBC165}"/>
              </a:ext>
            </a:extLst>
          </p:cNvPr>
          <p:cNvSpPr>
            <a:spLocks noChangeShapeType="1"/>
          </p:cNvSpPr>
          <p:nvPr/>
        </p:nvSpPr>
        <p:spPr bwMode="auto">
          <a:xfrm>
            <a:off x="1919288" y="5516563"/>
            <a:ext cx="8748712"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510" name="Rectangle 22">
            <a:extLst>
              <a:ext uri="{FF2B5EF4-FFF2-40B4-BE49-F238E27FC236}">
                <a16:creationId xmlns:a16="http://schemas.microsoft.com/office/drawing/2014/main" id="{C5C92887-5888-A10B-4E1E-F1085E9A5A8B}"/>
              </a:ext>
            </a:extLst>
          </p:cNvPr>
          <p:cNvSpPr>
            <a:spLocks noChangeArrowheads="1"/>
          </p:cNvSpPr>
          <p:nvPr/>
        </p:nvSpPr>
        <p:spPr bwMode="auto">
          <a:xfrm>
            <a:off x="2711451" y="5589588"/>
            <a:ext cx="14398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n</a:t>
            </a:r>
            <a:r>
              <a:rPr kumimoji="1" lang="en-US" altLang="zh-CN" sz="2800" b="1">
                <a:solidFill>
                  <a:srgbClr val="007A77"/>
                </a:solidFill>
                <a:latin typeface="Times New Roman" panose="02020603050405020304" pitchFamily="18" charset="0"/>
                <a:ea typeface="楷体_GB2312" pitchFamily="49" charset="-122"/>
              </a:rPr>
              <a:t>=600</a:t>
            </a:r>
          </a:p>
        </p:txBody>
      </p:sp>
      <p:sp>
        <p:nvSpPr>
          <p:cNvPr id="703511" name="Rectangle 23">
            <a:extLst>
              <a:ext uri="{FF2B5EF4-FFF2-40B4-BE49-F238E27FC236}">
                <a16:creationId xmlns:a16="http://schemas.microsoft.com/office/drawing/2014/main" id="{31510E65-1C69-2A5F-70C8-CF59E082F573}"/>
              </a:ext>
            </a:extLst>
          </p:cNvPr>
          <p:cNvSpPr>
            <a:spLocks noChangeArrowheads="1"/>
          </p:cNvSpPr>
          <p:nvPr/>
        </p:nvSpPr>
        <p:spPr bwMode="auto">
          <a:xfrm>
            <a:off x="7391401" y="1700213"/>
            <a:ext cx="6588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-25</a:t>
            </a:r>
          </a:p>
        </p:txBody>
      </p:sp>
      <p:sp>
        <p:nvSpPr>
          <p:cNvPr id="703512" name="Rectangle 24">
            <a:extLst>
              <a:ext uri="{FF2B5EF4-FFF2-40B4-BE49-F238E27FC236}">
                <a16:creationId xmlns:a16="http://schemas.microsoft.com/office/drawing/2014/main" id="{DD3367DF-284F-E568-5E8A-A48A7E373F45}"/>
              </a:ext>
            </a:extLst>
          </p:cNvPr>
          <p:cNvSpPr>
            <a:spLocks noChangeArrowheads="1"/>
          </p:cNvSpPr>
          <p:nvPr/>
        </p:nvSpPr>
        <p:spPr bwMode="auto">
          <a:xfrm>
            <a:off x="7535863" y="2349501"/>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25</a:t>
            </a:r>
          </a:p>
        </p:txBody>
      </p:sp>
      <p:sp>
        <p:nvSpPr>
          <p:cNvPr id="703513" name="Rectangle 25">
            <a:extLst>
              <a:ext uri="{FF2B5EF4-FFF2-40B4-BE49-F238E27FC236}">
                <a16:creationId xmlns:a16="http://schemas.microsoft.com/office/drawing/2014/main" id="{1E553BF7-79EE-C169-8268-99344134EE04}"/>
              </a:ext>
            </a:extLst>
          </p:cNvPr>
          <p:cNvSpPr>
            <a:spLocks noChangeArrowheads="1"/>
          </p:cNvSpPr>
          <p:nvPr/>
        </p:nvSpPr>
        <p:spPr bwMode="auto">
          <a:xfrm>
            <a:off x="7464425" y="2997201"/>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30</a:t>
            </a:r>
          </a:p>
        </p:txBody>
      </p:sp>
      <p:sp>
        <p:nvSpPr>
          <p:cNvPr id="703514" name="Rectangle 26">
            <a:extLst>
              <a:ext uri="{FF2B5EF4-FFF2-40B4-BE49-F238E27FC236}">
                <a16:creationId xmlns:a16="http://schemas.microsoft.com/office/drawing/2014/main" id="{F298C79D-F8BF-B6B3-3EFF-48AC53AF0994}"/>
              </a:ext>
            </a:extLst>
          </p:cNvPr>
          <p:cNvSpPr>
            <a:spLocks noChangeArrowheads="1"/>
          </p:cNvSpPr>
          <p:nvPr/>
        </p:nvSpPr>
        <p:spPr bwMode="auto">
          <a:xfrm>
            <a:off x="7464426" y="3573463"/>
            <a:ext cx="6588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-20</a:t>
            </a:r>
          </a:p>
        </p:txBody>
      </p:sp>
      <p:sp>
        <p:nvSpPr>
          <p:cNvPr id="703515" name="Rectangle 27">
            <a:extLst>
              <a:ext uri="{FF2B5EF4-FFF2-40B4-BE49-F238E27FC236}">
                <a16:creationId xmlns:a16="http://schemas.microsoft.com/office/drawing/2014/main" id="{0B4FF46B-2366-B0A9-A1F9-4DC870246F3C}"/>
              </a:ext>
            </a:extLst>
          </p:cNvPr>
          <p:cNvSpPr>
            <a:spLocks noChangeArrowheads="1"/>
          </p:cNvSpPr>
          <p:nvPr/>
        </p:nvSpPr>
        <p:spPr bwMode="auto">
          <a:xfrm>
            <a:off x="7464425" y="4221163"/>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35</a:t>
            </a:r>
          </a:p>
        </p:txBody>
      </p:sp>
      <p:sp>
        <p:nvSpPr>
          <p:cNvPr id="703516" name="Rectangle 28">
            <a:extLst>
              <a:ext uri="{FF2B5EF4-FFF2-40B4-BE49-F238E27FC236}">
                <a16:creationId xmlns:a16="http://schemas.microsoft.com/office/drawing/2014/main" id="{D4191983-68A5-DDE3-A905-86C7EADECFBC}"/>
              </a:ext>
            </a:extLst>
          </p:cNvPr>
          <p:cNvSpPr>
            <a:spLocks noChangeArrowheads="1"/>
          </p:cNvSpPr>
          <p:nvPr/>
        </p:nvSpPr>
        <p:spPr bwMode="auto">
          <a:xfrm>
            <a:off x="7464425" y="4797426"/>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15</a:t>
            </a:r>
          </a:p>
        </p:txBody>
      </p:sp>
      <p:sp>
        <p:nvSpPr>
          <p:cNvPr id="703517" name="Text Box 29">
            <a:extLst>
              <a:ext uri="{FF2B5EF4-FFF2-40B4-BE49-F238E27FC236}">
                <a16:creationId xmlns:a16="http://schemas.microsoft.com/office/drawing/2014/main" id="{3531DD21-95D6-9F91-1DDD-FF242250D9A0}"/>
              </a:ext>
            </a:extLst>
          </p:cNvPr>
          <p:cNvSpPr txBox="1">
            <a:spLocks noChangeArrowheads="1"/>
          </p:cNvSpPr>
          <p:nvPr/>
        </p:nvSpPr>
        <p:spPr bwMode="auto">
          <a:xfrm>
            <a:off x="2927350" y="1846263"/>
            <a:ext cx="719138" cy="372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75</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125</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70</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80</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135</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115</a:t>
            </a:r>
            <a:endParaRPr kumimoji="1" lang="en-US" altLang="zh-CN" sz="2400" b="1">
              <a:solidFill>
                <a:srgbClr val="007A77"/>
              </a:solidFill>
              <a:latin typeface="Times New Roman" panose="02020603050405020304" pitchFamily="18" charset="0"/>
              <a:ea typeface="宋体" panose="02010600030101010101" pitchFamily="2" charset="-122"/>
            </a:endParaRPr>
          </a:p>
        </p:txBody>
      </p:sp>
      <p:sp>
        <p:nvSpPr>
          <p:cNvPr id="703518" name="Text Box 30">
            <a:extLst>
              <a:ext uri="{FF2B5EF4-FFF2-40B4-BE49-F238E27FC236}">
                <a16:creationId xmlns:a16="http://schemas.microsoft.com/office/drawing/2014/main" id="{9D20679E-B690-C1AF-2F6F-25A5FA382BD8}"/>
              </a:ext>
            </a:extLst>
          </p:cNvPr>
          <p:cNvSpPr txBox="1">
            <a:spLocks noChangeArrowheads="1"/>
          </p:cNvSpPr>
          <p:nvPr/>
        </p:nvSpPr>
        <p:spPr bwMode="auto">
          <a:xfrm>
            <a:off x="4295775" y="1700213"/>
            <a:ext cx="719138" cy="372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1/6</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1/6 </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1/6</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1/6</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1/6</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1/6</a:t>
            </a:r>
            <a:endParaRPr kumimoji="1" lang="en-US" altLang="zh-CN" sz="2400" b="1">
              <a:solidFill>
                <a:srgbClr val="007A77"/>
              </a:solidFill>
              <a:latin typeface="Times New Roman" panose="02020603050405020304" pitchFamily="18" charset="0"/>
              <a:ea typeface="宋体" panose="02010600030101010101" pitchFamily="2" charset="-122"/>
            </a:endParaRPr>
          </a:p>
        </p:txBody>
      </p:sp>
      <p:sp>
        <p:nvSpPr>
          <p:cNvPr id="703519" name="Text Box 31">
            <a:extLst>
              <a:ext uri="{FF2B5EF4-FFF2-40B4-BE49-F238E27FC236}">
                <a16:creationId xmlns:a16="http://schemas.microsoft.com/office/drawing/2014/main" id="{C24E739C-134E-54FF-909F-715859D358C2}"/>
              </a:ext>
            </a:extLst>
          </p:cNvPr>
          <p:cNvSpPr txBox="1">
            <a:spLocks noChangeArrowheads="1"/>
          </p:cNvSpPr>
          <p:nvPr/>
        </p:nvSpPr>
        <p:spPr bwMode="auto">
          <a:xfrm>
            <a:off x="5735639" y="1700213"/>
            <a:ext cx="719137" cy="372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100</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100</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100</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100</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100</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100</a:t>
            </a:r>
          </a:p>
        </p:txBody>
      </p:sp>
      <p:sp>
        <p:nvSpPr>
          <p:cNvPr id="703520" name="Rectangle 32">
            <a:extLst>
              <a:ext uri="{FF2B5EF4-FFF2-40B4-BE49-F238E27FC236}">
                <a16:creationId xmlns:a16="http://schemas.microsoft.com/office/drawing/2014/main" id="{8925E82F-4FFD-E08E-4565-F285BB052901}"/>
              </a:ext>
            </a:extLst>
          </p:cNvPr>
          <p:cNvSpPr>
            <a:spLocks noChangeArrowheads="1"/>
          </p:cNvSpPr>
          <p:nvPr/>
        </p:nvSpPr>
        <p:spPr bwMode="auto">
          <a:xfrm>
            <a:off x="9120188" y="1700213"/>
            <a:ext cx="8064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6.25</a:t>
            </a:r>
          </a:p>
        </p:txBody>
      </p:sp>
      <p:sp>
        <p:nvSpPr>
          <p:cNvPr id="703521" name="Rectangle 33">
            <a:extLst>
              <a:ext uri="{FF2B5EF4-FFF2-40B4-BE49-F238E27FC236}">
                <a16:creationId xmlns:a16="http://schemas.microsoft.com/office/drawing/2014/main" id="{0A4AB9DB-75BE-803B-ED0A-9EDC76F851AA}"/>
              </a:ext>
            </a:extLst>
          </p:cNvPr>
          <p:cNvSpPr>
            <a:spLocks noChangeArrowheads="1"/>
          </p:cNvSpPr>
          <p:nvPr/>
        </p:nvSpPr>
        <p:spPr bwMode="auto">
          <a:xfrm>
            <a:off x="9120188" y="2349501"/>
            <a:ext cx="806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6.25</a:t>
            </a:r>
          </a:p>
        </p:txBody>
      </p:sp>
      <p:sp>
        <p:nvSpPr>
          <p:cNvPr id="703522" name="Rectangle 34">
            <a:extLst>
              <a:ext uri="{FF2B5EF4-FFF2-40B4-BE49-F238E27FC236}">
                <a16:creationId xmlns:a16="http://schemas.microsoft.com/office/drawing/2014/main" id="{37654DEC-0EE0-D4CD-0C59-CD362DE071E7}"/>
              </a:ext>
            </a:extLst>
          </p:cNvPr>
          <p:cNvSpPr>
            <a:spLocks noChangeArrowheads="1"/>
          </p:cNvSpPr>
          <p:nvPr/>
        </p:nvSpPr>
        <p:spPr bwMode="auto">
          <a:xfrm>
            <a:off x="9480550" y="2924176"/>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9</a:t>
            </a:r>
          </a:p>
        </p:txBody>
      </p:sp>
      <p:sp>
        <p:nvSpPr>
          <p:cNvPr id="703523" name="Rectangle 35">
            <a:extLst>
              <a:ext uri="{FF2B5EF4-FFF2-40B4-BE49-F238E27FC236}">
                <a16:creationId xmlns:a16="http://schemas.microsoft.com/office/drawing/2014/main" id="{183C5B8E-84F1-DF9C-0A37-836CCC2ABB84}"/>
              </a:ext>
            </a:extLst>
          </p:cNvPr>
          <p:cNvSpPr>
            <a:spLocks noChangeArrowheads="1"/>
          </p:cNvSpPr>
          <p:nvPr/>
        </p:nvSpPr>
        <p:spPr bwMode="auto">
          <a:xfrm>
            <a:off x="9409113" y="3573463"/>
            <a:ext cx="36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4</a:t>
            </a:r>
          </a:p>
        </p:txBody>
      </p:sp>
      <p:sp>
        <p:nvSpPr>
          <p:cNvPr id="703524" name="Rectangle 36">
            <a:extLst>
              <a:ext uri="{FF2B5EF4-FFF2-40B4-BE49-F238E27FC236}">
                <a16:creationId xmlns:a16="http://schemas.microsoft.com/office/drawing/2014/main" id="{86415F04-314C-EF96-13EF-798A878CAF56}"/>
              </a:ext>
            </a:extLst>
          </p:cNvPr>
          <p:cNvSpPr>
            <a:spLocks noChangeArrowheads="1"/>
          </p:cNvSpPr>
          <p:nvPr/>
        </p:nvSpPr>
        <p:spPr bwMode="auto">
          <a:xfrm>
            <a:off x="8975725" y="4221163"/>
            <a:ext cx="9842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12.25</a:t>
            </a:r>
          </a:p>
        </p:txBody>
      </p:sp>
      <p:sp>
        <p:nvSpPr>
          <p:cNvPr id="703525" name="Rectangle 37">
            <a:extLst>
              <a:ext uri="{FF2B5EF4-FFF2-40B4-BE49-F238E27FC236}">
                <a16:creationId xmlns:a16="http://schemas.microsoft.com/office/drawing/2014/main" id="{EEA9481B-87A6-66B4-2B2B-C181B8A6E63D}"/>
              </a:ext>
            </a:extLst>
          </p:cNvPr>
          <p:cNvSpPr>
            <a:spLocks noChangeArrowheads="1"/>
          </p:cNvSpPr>
          <p:nvPr/>
        </p:nvSpPr>
        <p:spPr bwMode="auto">
          <a:xfrm>
            <a:off x="9120188" y="4797426"/>
            <a:ext cx="806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2.25</a:t>
            </a:r>
          </a:p>
        </p:txBody>
      </p:sp>
      <p:sp>
        <p:nvSpPr>
          <p:cNvPr id="703526" name="Rectangle 38">
            <a:extLst>
              <a:ext uri="{FF2B5EF4-FFF2-40B4-BE49-F238E27FC236}">
                <a16:creationId xmlns:a16="http://schemas.microsoft.com/office/drawing/2014/main" id="{6EE6110C-B64E-11D5-5B17-379FEAC704FA}"/>
              </a:ext>
            </a:extLst>
          </p:cNvPr>
          <p:cNvSpPr>
            <a:spLocks noChangeArrowheads="1"/>
          </p:cNvSpPr>
          <p:nvPr/>
        </p:nvSpPr>
        <p:spPr bwMode="auto">
          <a:xfrm>
            <a:off x="9228138" y="5661026"/>
            <a:ext cx="14398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40</a:t>
            </a:r>
          </a:p>
        </p:txBody>
      </p:sp>
      <p:sp>
        <p:nvSpPr>
          <p:cNvPr id="703527" name="Rectangle 39">
            <a:extLst>
              <a:ext uri="{FF2B5EF4-FFF2-40B4-BE49-F238E27FC236}">
                <a16:creationId xmlns:a16="http://schemas.microsoft.com/office/drawing/2014/main" id="{C4F38B40-F351-FBA7-76A4-C9EE0A105D52}"/>
              </a:ext>
            </a:extLst>
          </p:cNvPr>
          <p:cNvSpPr>
            <a:spLocks noChangeArrowheads="1"/>
          </p:cNvSpPr>
          <p:nvPr/>
        </p:nvSpPr>
        <p:spPr bwMode="auto">
          <a:xfrm>
            <a:off x="1774826" y="5516563"/>
            <a:ext cx="720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en-US" sz="2800" b="1">
                <a:solidFill>
                  <a:srgbClr val="007A77"/>
                </a:solidFill>
                <a:latin typeface="Times New Roman" panose="02020603050405020304" pitchFamily="18" charset="0"/>
                <a:ea typeface="楷体_GB2312" pitchFamily="49" charset="-122"/>
              </a:rPr>
              <a:t>∑</a:t>
            </a:r>
            <a:endParaRPr kumimoji="1" lang="en-US" altLang="zh-CN" sz="2800" b="1">
              <a:solidFill>
                <a:srgbClr val="007A77"/>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03494"/>
                                        </p:tgtEl>
                                        <p:attrNameLst>
                                          <p:attrName>style.visibility</p:attrName>
                                        </p:attrNameLst>
                                      </p:cBhvr>
                                      <p:to>
                                        <p:strVal val="visible"/>
                                      </p:to>
                                    </p:set>
                                    <p:animEffect transition="in" filter="wipe(left)">
                                      <p:cBhvr>
                                        <p:cTn id="7" dur="500"/>
                                        <p:tgtEl>
                                          <p:spTgt spid="7034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03495"/>
                                        </p:tgtEl>
                                        <p:attrNameLst>
                                          <p:attrName>style.visibility</p:attrName>
                                        </p:attrNameLst>
                                      </p:cBhvr>
                                      <p:to>
                                        <p:strVal val="visible"/>
                                      </p:to>
                                    </p:set>
                                    <p:animEffect transition="in" filter="wipe(up)">
                                      <p:cBhvr>
                                        <p:cTn id="12" dur="1000"/>
                                        <p:tgtEl>
                                          <p:spTgt spid="7034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03508"/>
                                        </p:tgtEl>
                                        <p:attrNameLst>
                                          <p:attrName>style.visibility</p:attrName>
                                        </p:attrNameLst>
                                      </p:cBhvr>
                                      <p:to>
                                        <p:strVal val="visible"/>
                                      </p:to>
                                    </p:set>
                                    <p:animEffect transition="in" filter="wipe(up)">
                                      <p:cBhvr>
                                        <p:cTn id="17" dur="1000"/>
                                        <p:tgtEl>
                                          <p:spTgt spid="703508"/>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703509"/>
                                        </p:tgtEl>
                                        <p:attrNameLst>
                                          <p:attrName>style.visibility</p:attrName>
                                        </p:attrNameLst>
                                      </p:cBhvr>
                                      <p:to>
                                        <p:strVal val="visible"/>
                                      </p:to>
                                    </p:set>
                                    <p:animEffect transition="in" filter="wipe(left)">
                                      <p:cBhvr>
                                        <p:cTn id="21" dur="500"/>
                                        <p:tgtEl>
                                          <p:spTgt spid="703509"/>
                                        </p:tgtEl>
                                      </p:cBhvr>
                                    </p:animEffect>
                                  </p:childTnLst>
                                </p:cTn>
                              </p:par>
                            </p:childTnLst>
                          </p:cTn>
                        </p:par>
                        <p:par>
                          <p:cTn id="22" fill="hold" nodeType="afterGroup">
                            <p:stCondLst>
                              <p:cond delay="1500"/>
                            </p:stCondLst>
                            <p:childTnLst>
                              <p:par>
                                <p:cTn id="23" presetID="22" presetClass="entr" presetSubtype="1" fill="hold" nodeType="afterEffect">
                                  <p:stCondLst>
                                    <p:cond delay="0"/>
                                  </p:stCondLst>
                                  <p:childTnLst>
                                    <p:set>
                                      <p:cBhvr>
                                        <p:cTn id="24" dur="1" fill="hold">
                                          <p:stCondLst>
                                            <p:cond delay="0"/>
                                          </p:stCondLst>
                                        </p:cTn>
                                        <p:tgtEl>
                                          <p:spTgt spid="703527"/>
                                        </p:tgtEl>
                                        <p:attrNameLst>
                                          <p:attrName>style.visibility</p:attrName>
                                        </p:attrNameLst>
                                      </p:cBhvr>
                                      <p:to>
                                        <p:strVal val="visible"/>
                                      </p:to>
                                    </p:set>
                                    <p:animEffect transition="in" filter="wipe(up)">
                                      <p:cBhvr>
                                        <p:cTn id="25" dur="500"/>
                                        <p:tgtEl>
                                          <p:spTgt spid="70352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703517"/>
                                        </p:tgtEl>
                                        <p:attrNameLst>
                                          <p:attrName>style.visibility</p:attrName>
                                        </p:attrNameLst>
                                      </p:cBhvr>
                                      <p:to>
                                        <p:strVal val="visible"/>
                                      </p:to>
                                    </p:set>
                                    <p:animEffect transition="in" filter="wipe(up)">
                                      <p:cBhvr>
                                        <p:cTn id="30" dur="1000"/>
                                        <p:tgtEl>
                                          <p:spTgt spid="70351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703510"/>
                                        </p:tgtEl>
                                        <p:attrNameLst>
                                          <p:attrName>style.visibility</p:attrName>
                                        </p:attrNameLst>
                                      </p:cBhvr>
                                      <p:to>
                                        <p:strVal val="visible"/>
                                      </p:to>
                                    </p:set>
                                    <p:animEffect transition="in" filter="wipe(up)">
                                      <p:cBhvr>
                                        <p:cTn id="35" dur="1000"/>
                                        <p:tgtEl>
                                          <p:spTgt spid="70351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703518"/>
                                        </p:tgtEl>
                                        <p:attrNameLst>
                                          <p:attrName>style.visibility</p:attrName>
                                        </p:attrNameLst>
                                      </p:cBhvr>
                                      <p:to>
                                        <p:strVal val="visible"/>
                                      </p:to>
                                    </p:set>
                                    <p:animEffect transition="in" filter="wipe(up)">
                                      <p:cBhvr>
                                        <p:cTn id="40" dur="1000"/>
                                        <p:tgtEl>
                                          <p:spTgt spid="70351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nodeType="clickEffect">
                                  <p:stCondLst>
                                    <p:cond delay="0"/>
                                  </p:stCondLst>
                                  <p:childTnLst>
                                    <p:set>
                                      <p:cBhvr>
                                        <p:cTn id="44" dur="1" fill="hold">
                                          <p:stCondLst>
                                            <p:cond delay="0"/>
                                          </p:stCondLst>
                                        </p:cTn>
                                        <p:tgtEl>
                                          <p:spTgt spid="703519"/>
                                        </p:tgtEl>
                                        <p:attrNameLst>
                                          <p:attrName>style.visibility</p:attrName>
                                        </p:attrNameLst>
                                      </p:cBhvr>
                                      <p:to>
                                        <p:strVal val="visible"/>
                                      </p:to>
                                    </p:set>
                                    <p:animEffect transition="in" filter="wipe(up)">
                                      <p:cBhvr>
                                        <p:cTn id="45" dur="1000"/>
                                        <p:tgtEl>
                                          <p:spTgt spid="70351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703511"/>
                                        </p:tgtEl>
                                        <p:attrNameLst>
                                          <p:attrName>style.visibility</p:attrName>
                                        </p:attrNameLst>
                                      </p:cBhvr>
                                      <p:to>
                                        <p:strVal val="visible"/>
                                      </p:to>
                                    </p:set>
                                    <p:animEffect transition="in" filter="wipe(up)">
                                      <p:cBhvr>
                                        <p:cTn id="50" dur="1000"/>
                                        <p:tgtEl>
                                          <p:spTgt spid="70351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703512"/>
                                        </p:tgtEl>
                                        <p:attrNameLst>
                                          <p:attrName>style.visibility</p:attrName>
                                        </p:attrNameLst>
                                      </p:cBhvr>
                                      <p:to>
                                        <p:strVal val="visible"/>
                                      </p:to>
                                    </p:set>
                                    <p:animEffect transition="in" filter="wipe(up)">
                                      <p:cBhvr>
                                        <p:cTn id="55" dur="1000"/>
                                        <p:tgtEl>
                                          <p:spTgt spid="70351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nodeType="clickEffect">
                                  <p:stCondLst>
                                    <p:cond delay="0"/>
                                  </p:stCondLst>
                                  <p:childTnLst>
                                    <p:set>
                                      <p:cBhvr>
                                        <p:cTn id="59" dur="1" fill="hold">
                                          <p:stCondLst>
                                            <p:cond delay="0"/>
                                          </p:stCondLst>
                                        </p:cTn>
                                        <p:tgtEl>
                                          <p:spTgt spid="703513"/>
                                        </p:tgtEl>
                                        <p:attrNameLst>
                                          <p:attrName>style.visibility</p:attrName>
                                        </p:attrNameLst>
                                      </p:cBhvr>
                                      <p:to>
                                        <p:strVal val="visible"/>
                                      </p:to>
                                    </p:set>
                                    <p:animEffect transition="in" filter="wipe(up)">
                                      <p:cBhvr>
                                        <p:cTn id="60" dur="1000"/>
                                        <p:tgtEl>
                                          <p:spTgt spid="70351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nodeType="clickEffect">
                                  <p:stCondLst>
                                    <p:cond delay="0"/>
                                  </p:stCondLst>
                                  <p:childTnLst>
                                    <p:set>
                                      <p:cBhvr>
                                        <p:cTn id="64" dur="1" fill="hold">
                                          <p:stCondLst>
                                            <p:cond delay="0"/>
                                          </p:stCondLst>
                                        </p:cTn>
                                        <p:tgtEl>
                                          <p:spTgt spid="703514"/>
                                        </p:tgtEl>
                                        <p:attrNameLst>
                                          <p:attrName>style.visibility</p:attrName>
                                        </p:attrNameLst>
                                      </p:cBhvr>
                                      <p:to>
                                        <p:strVal val="visible"/>
                                      </p:to>
                                    </p:set>
                                    <p:animEffect transition="in" filter="wipe(up)">
                                      <p:cBhvr>
                                        <p:cTn id="65" dur="1000"/>
                                        <p:tgtEl>
                                          <p:spTgt spid="703514"/>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703515"/>
                                        </p:tgtEl>
                                        <p:attrNameLst>
                                          <p:attrName>style.visibility</p:attrName>
                                        </p:attrNameLst>
                                      </p:cBhvr>
                                      <p:to>
                                        <p:strVal val="visible"/>
                                      </p:to>
                                    </p:set>
                                    <p:animEffect transition="in" filter="wipe(up)">
                                      <p:cBhvr>
                                        <p:cTn id="70" dur="1000"/>
                                        <p:tgtEl>
                                          <p:spTgt spid="70351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703516"/>
                                        </p:tgtEl>
                                        <p:attrNameLst>
                                          <p:attrName>style.visibility</p:attrName>
                                        </p:attrNameLst>
                                      </p:cBhvr>
                                      <p:to>
                                        <p:strVal val="visible"/>
                                      </p:to>
                                    </p:set>
                                    <p:animEffect transition="in" filter="wipe(up)">
                                      <p:cBhvr>
                                        <p:cTn id="75" dur="1000"/>
                                        <p:tgtEl>
                                          <p:spTgt spid="703516"/>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703520"/>
                                        </p:tgtEl>
                                        <p:attrNameLst>
                                          <p:attrName>style.visibility</p:attrName>
                                        </p:attrNameLst>
                                      </p:cBhvr>
                                      <p:to>
                                        <p:strVal val="visible"/>
                                      </p:to>
                                    </p:set>
                                    <p:animEffect transition="in" filter="wipe(up)">
                                      <p:cBhvr>
                                        <p:cTn id="80" dur="1000"/>
                                        <p:tgtEl>
                                          <p:spTgt spid="703520"/>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1" fill="hold" nodeType="clickEffect">
                                  <p:stCondLst>
                                    <p:cond delay="0"/>
                                  </p:stCondLst>
                                  <p:childTnLst>
                                    <p:set>
                                      <p:cBhvr>
                                        <p:cTn id="84" dur="1" fill="hold">
                                          <p:stCondLst>
                                            <p:cond delay="0"/>
                                          </p:stCondLst>
                                        </p:cTn>
                                        <p:tgtEl>
                                          <p:spTgt spid="703521"/>
                                        </p:tgtEl>
                                        <p:attrNameLst>
                                          <p:attrName>style.visibility</p:attrName>
                                        </p:attrNameLst>
                                      </p:cBhvr>
                                      <p:to>
                                        <p:strVal val="visible"/>
                                      </p:to>
                                    </p:set>
                                    <p:animEffect transition="in" filter="wipe(up)">
                                      <p:cBhvr>
                                        <p:cTn id="85" dur="1000"/>
                                        <p:tgtEl>
                                          <p:spTgt spid="703521"/>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1" fill="hold" nodeType="clickEffect">
                                  <p:stCondLst>
                                    <p:cond delay="0"/>
                                  </p:stCondLst>
                                  <p:childTnLst>
                                    <p:set>
                                      <p:cBhvr>
                                        <p:cTn id="89" dur="1" fill="hold">
                                          <p:stCondLst>
                                            <p:cond delay="0"/>
                                          </p:stCondLst>
                                        </p:cTn>
                                        <p:tgtEl>
                                          <p:spTgt spid="703522"/>
                                        </p:tgtEl>
                                        <p:attrNameLst>
                                          <p:attrName>style.visibility</p:attrName>
                                        </p:attrNameLst>
                                      </p:cBhvr>
                                      <p:to>
                                        <p:strVal val="visible"/>
                                      </p:to>
                                    </p:set>
                                    <p:animEffect transition="in" filter="wipe(up)">
                                      <p:cBhvr>
                                        <p:cTn id="90" dur="1000"/>
                                        <p:tgtEl>
                                          <p:spTgt spid="703522"/>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1" fill="hold" nodeType="clickEffect">
                                  <p:stCondLst>
                                    <p:cond delay="0"/>
                                  </p:stCondLst>
                                  <p:childTnLst>
                                    <p:set>
                                      <p:cBhvr>
                                        <p:cTn id="94" dur="1" fill="hold">
                                          <p:stCondLst>
                                            <p:cond delay="0"/>
                                          </p:stCondLst>
                                        </p:cTn>
                                        <p:tgtEl>
                                          <p:spTgt spid="703523"/>
                                        </p:tgtEl>
                                        <p:attrNameLst>
                                          <p:attrName>style.visibility</p:attrName>
                                        </p:attrNameLst>
                                      </p:cBhvr>
                                      <p:to>
                                        <p:strVal val="visible"/>
                                      </p:to>
                                    </p:set>
                                    <p:animEffect transition="in" filter="wipe(up)">
                                      <p:cBhvr>
                                        <p:cTn id="95" dur="1000"/>
                                        <p:tgtEl>
                                          <p:spTgt spid="703523"/>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1" fill="hold" nodeType="clickEffect">
                                  <p:stCondLst>
                                    <p:cond delay="0"/>
                                  </p:stCondLst>
                                  <p:childTnLst>
                                    <p:set>
                                      <p:cBhvr>
                                        <p:cTn id="99" dur="1" fill="hold">
                                          <p:stCondLst>
                                            <p:cond delay="0"/>
                                          </p:stCondLst>
                                        </p:cTn>
                                        <p:tgtEl>
                                          <p:spTgt spid="703524"/>
                                        </p:tgtEl>
                                        <p:attrNameLst>
                                          <p:attrName>style.visibility</p:attrName>
                                        </p:attrNameLst>
                                      </p:cBhvr>
                                      <p:to>
                                        <p:strVal val="visible"/>
                                      </p:to>
                                    </p:set>
                                    <p:animEffect transition="in" filter="wipe(up)">
                                      <p:cBhvr>
                                        <p:cTn id="100" dur="1000"/>
                                        <p:tgtEl>
                                          <p:spTgt spid="703524"/>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1" fill="hold" nodeType="clickEffect">
                                  <p:stCondLst>
                                    <p:cond delay="0"/>
                                  </p:stCondLst>
                                  <p:childTnLst>
                                    <p:set>
                                      <p:cBhvr>
                                        <p:cTn id="104" dur="1" fill="hold">
                                          <p:stCondLst>
                                            <p:cond delay="0"/>
                                          </p:stCondLst>
                                        </p:cTn>
                                        <p:tgtEl>
                                          <p:spTgt spid="703525"/>
                                        </p:tgtEl>
                                        <p:attrNameLst>
                                          <p:attrName>style.visibility</p:attrName>
                                        </p:attrNameLst>
                                      </p:cBhvr>
                                      <p:to>
                                        <p:strVal val="visible"/>
                                      </p:to>
                                    </p:set>
                                    <p:animEffect transition="in" filter="wipe(up)">
                                      <p:cBhvr>
                                        <p:cTn id="105" dur="1000"/>
                                        <p:tgtEl>
                                          <p:spTgt spid="703525"/>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1" fill="hold" nodeType="clickEffect">
                                  <p:stCondLst>
                                    <p:cond delay="0"/>
                                  </p:stCondLst>
                                  <p:childTnLst>
                                    <p:set>
                                      <p:cBhvr>
                                        <p:cTn id="109" dur="1" fill="hold">
                                          <p:stCondLst>
                                            <p:cond delay="0"/>
                                          </p:stCondLst>
                                        </p:cTn>
                                        <p:tgtEl>
                                          <p:spTgt spid="703526"/>
                                        </p:tgtEl>
                                        <p:attrNameLst>
                                          <p:attrName>style.visibility</p:attrName>
                                        </p:attrNameLst>
                                      </p:cBhvr>
                                      <p:to>
                                        <p:strVal val="visible"/>
                                      </p:to>
                                    </p:set>
                                    <p:animEffect transition="in" filter="wipe(up)">
                                      <p:cBhvr>
                                        <p:cTn id="110" dur="1000"/>
                                        <p:tgtEl>
                                          <p:spTgt spid="703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3494" grpId="0"/>
      <p:bldP spid="703508" grpId="0"/>
      <p:bldP spid="703510" grpId="0"/>
      <p:bldP spid="703511" grpId="0"/>
      <p:bldP spid="703512" grpId="0"/>
      <p:bldP spid="703513" grpId="0"/>
      <p:bldP spid="703514" grpId="0"/>
      <p:bldP spid="703515" grpId="0"/>
      <p:bldP spid="703516" grpId="0"/>
      <p:bldP spid="703517" grpId="0"/>
      <p:bldP spid="703518" grpId="0"/>
      <p:bldP spid="703519" grpId="0"/>
      <p:bldP spid="703520" grpId="0"/>
      <p:bldP spid="703521" grpId="0"/>
      <p:bldP spid="703522" grpId="0"/>
      <p:bldP spid="703523" grpId="0"/>
      <p:bldP spid="703524" grpId="0"/>
      <p:bldP spid="703525" grpId="0"/>
      <p:bldP spid="703526" grpId="0"/>
      <p:bldP spid="70352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514" name="Rectangle 2">
            <a:extLst>
              <a:ext uri="{FF2B5EF4-FFF2-40B4-BE49-F238E27FC236}">
                <a16:creationId xmlns:a16="http://schemas.microsoft.com/office/drawing/2014/main" id="{A272C6D5-FABC-70D8-05D2-E3829FDAD91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4515" name="Rectangle 3">
            <a:extLst>
              <a:ext uri="{FF2B5EF4-FFF2-40B4-BE49-F238E27FC236}">
                <a16:creationId xmlns:a16="http://schemas.microsoft.com/office/drawing/2014/main" id="{89A8A5FD-6943-526B-BDDF-C513FA6B5331}"/>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704516" name="Object 4">
            <a:extLst>
              <a:ext uri="{FF2B5EF4-FFF2-40B4-BE49-F238E27FC236}">
                <a16:creationId xmlns:a16="http://schemas.microsoft.com/office/drawing/2014/main" id="{5428D266-015A-91A3-A110-9B5F0D216844}"/>
              </a:ext>
            </a:extLst>
          </p:cNvPr>
          <p:cNvGraphicFramePr>
            <a:graphicFrameLocks noChangeAspect="1"/>
          </p:cNvGraphicFramePr>
          <p:nvPr/>
        </p:nvGraphicFramePr>
        <p:xfrm>
          <a:off x="1847850" y="260351"/>
          <a:ext cx="1296988" cy="555625"/>
        </p:xfrm>
        <a:graphic>
          <a:graphicData uri="http://schemas.openxmlformats.org/presentationml/2006/ole">
            <mc:AlternateContent xmlns:mc="http://schemas.openxmlformats.org/markup-compatibility/2006">
              <mc:Choice xmlns:v="urn:schemas-microsoft-com:vml" Requires="v">
                <p:oleObj name="公式" r:id="rId2" imgW="12293600" imgH="5270500" progId="Equation.3">
                  <p:embed/>
                </p:oleObj>
              </mc:Choice>
              <mc:Fallback>
                <p:oleObj name="公式" r:id="rId2" imgW="12293600" imgH="5270500" progId="Equation.3">
                  <p:embed/>
                  <p:pic>
                    <p:nvPicPr>
                      <p:cNvPr id="704516" name="Object 4">
                        <a:extLst>
                          <a:ext uri="{FF2B5EF4-FFF2-40B4-BE49-F238E27FC236}">
                            <a16:creationId xmlns:a16="http://schemas.microsoft.com/office/drawing/2014/main" id="{5428D266-015A-91A3-A110-9B5F0D2168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0" y="260351"/>
                        <a:ext cx="1296988" cy="55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4517" name="Rectangle 5">
            <a:extLst>
              <a:ext uri="{FF2B5EF4-FFF2-40B4-BE49-F238E27FC236}">
                <a16:creationId xmlns:a16="http://schemas.microsoft.com/office/drawing/2014/main" id="{7EDBC74A-5EDE-10BE-65D8-69A95AD16779}"/>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4518" name="Rectangle 6">
            <a:extLst>
              <a:ext uri="{FF2B5EF4-FFF2-40B4-BE49-F238E27FC236}">
                <a16:creationId xmlns:a16="http://schemas.microsoft.com/office/drawing/2014/main" id="{88073BBD-4BCB-BA7F-4E37-768B21F0D33A}"/>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704519" name="Object 7">
            <a:extLst>
              <a:ext uri="{FF2B5EF4-FFF2-40B4-BE49-F238E27FC236}">
                <a16:creationId xmlns:a16="http://schemas.microsoft.com/office/drawing/2014/main" id="{EC05E2B5-4400-0E3B-36E8-FA41F0C0DF6B}"/>
              </a:ext>
            </a:extLst>
          </p:cNvPr>
          <p:cNvGraphicFramePr>
            <a:graphicFrameLocks noChangeAspect="1"/>
          </p:cNvGraphicFramePr>
          <p:nvPr/>
        </p:nvGraphicFramePr>
        <p:xfrm>
          <a:off x="3432176" y="333376"/>
          <a:ext cx="1311275" cy="398463"/>
        </p:xfrm>
        <a:graphic>
          <a:graphicData uri="http://schemas.openxmlformats.org/presentationml/2006/ole">
            <mc:AlternateContent xmlns:mc="http://schemas.openxmlformats.org/markup-compatibility/2006">
              <mc:Choice xmlns:v="urn:schemas-microsoft-com:vml" Requires="v">
                <p:oleObj name="公式" r:id="rId4" imgW="13462000" imgH="4102100" progId="Equation.3">
                  <p:embed/>
                </p:oleObj>
              </mc:Choice>
              <mc:Fallback>
                <p:oleObj name="公式" r:id="rId4" imgW="13462000" imgH="4102100" progId="Equation.3">
                  <p:embed/>
                  <p:pic>
                    <p:nvPicPr>
                      <p:cNvPr id="704519" name="Object 7">
                        <a:extLst>
                          <a:ext uri="{FF2B5EF4-FFF2-40B4-BE49-F238E27FC236}">
                            <a16:creationId xmlns:a16="http://schemas.microsoft.com/office/drawing/2014/main" id="{EC05E2B5-4400-0E3B-36E8-FA41F0C0DF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2176" y="333376"/>
                        <a:ext cx="1311275" cy="398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4520" name="Object 8">
            <a:extLst>
              <a:ext uri="{FF2B5EF4-FFF2-40B4-BE49-F238E27FC236}">
                <a16:creationId xmlns:a16="http://schemas.microsoft.com/office/drawing/2014/main" id="{82986A28-0EC7-F6D1-5F68-7B88E53B320B}"/>
              </a:ext>
            </a:extLst>
          </p:cNvPr>
          <p:cNvGraphicFramePr>
            <a:graphicFrameLocks noChangeAspect="1"/>
          </p:cNvGraphicFramePr>
          <p:nvPr/>
        </p:nvGraphicFramePr>
        <p:xfrm>
          <a:off x="6586539" y="260350"/>
          <a:ext cx="1101725" cy="471488"/>
        </p:xfrm>
        <a:graphic>
          <a:graphicData uri="http://schemas.openxmlformats.org/presentationml/2006/ole">
            <mc:AlternateContent xmlns:mc="http://schemas.openxmlformats.org/markup-compatibility/2006">
              <mc:Choice xmlns:v="urn:schemas-microsoft-com:vml" Requires="v">
                <p:oleObj name="公式" r:id="rId6" imgW="12293600" imgH="5270500" progId="Equation.3">
                  <p:embed/>
                </p:oleObj>
              </mc:Choice>
              <mc:Fallback>
                <p:oleObj name="公式" r:id="rId6" imgW="12293600" imgH="5270500" progId="Equation.3">
                  <p:embed/>
                  <p:pic>
                    <p:nvPicPr>
                      <p:cNvPr id="704520" name="Object 8">
                        <a:extLst>
                          <a:ext uri="{FF2B5EF4-FFF2-40B4-BE49-F238E27FC236}">
                            <a16:creationId xmlns:a16="http://schemas.microsoft.com/office/drawing/2014/main" id="{82986A28-0EC7-F6D1-5F68-7B88E53B320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86539" y="260350"/>
                        <a:ext cx="1101725"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4521" name="Rectangle 9">
            <a:extLst>
              <a:ext uri="{FF2B5EF4-FFF2-40B4-BE49-F238E27FC236}">
                <a16:creationId xmlns:a16="http://schemas.microsoft.com/office/drawing/2014/main" id="{DDAC9F30-5ADB-98A4-05C7-F54BB6008587}"/>
              </a:ext>
            </a:extLst>
          </p:cNvPr>
          <p:cNvSpPr>
            <a:spLocks noChangeArrowheads="1"/>
          </p:cNvSpPr>
          <p:nvPr/>
        </p:nvSpPr>
        <p:spPr bwMode="auto">
          <a:xfrm>
            <a:off x="1992314" y="1125538"/>
            <a:ext cx="80660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所以拒绝</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认为交通事故与汽车的颜色有关</a:t>
            </a:r>
            <a:r>
              <a:rPr lang="en-US" altLang="zh-CN" sz="2800" b="1">
                <a:solidFill>
                  <a:srgbClr val="007A77"/>
                </a:solidFill>
                <a:latin typeface="Times New Roman" panose="02020603050405020304" pitchFamily="18" charset="0"/>
                <a:ea typeface="楷体_GB2312" pitchFamily="49" charset="-122"/>
              </a:rPr>
              <a:t>.</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704522" name="Rectangle 10">
            <a:extLst>
              <a:ext uri="{FF2B5EF4-FFF2-40B4-BE49-F238E27FC236}">
                <a16:creationId xmlns:a16="http://schemas.microsoft.com/office/drawing/2014/main" id="{624A1A62-124F-EFA6-C2B7-F81FC429996C}"/>
              </a:ext>
            </a:extLst>
          </p:cNvPr>
          <p:cNvSpPr>
            <a:spLocks noChangeArrowheads="1"/>
          </p:cNvSpPr>
          <p:nvPr/>
        </p:nvSpPr>
        <p:spPr bwMode="auto">
          <a:xfrm>
            <a:off x="5519739" y="260351"/>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704523" name="Rectangle 11">
            <a:extLst>
              <a:ext uri="{FF2B5EF4-FFF2-40B4-BE49-F238E27FC236}">
                <a16:creationId xmlns:a16="http://schemas.microsoft.com/office/drawing/2014/main" id="{F7E6EC79-7BF6-82CA-F299-1B38BF19FDCA}"/>
              </a:ext>
            </a:extLst>
          </p:cNvPr>
          <p:cNvSpPr>
            <a:spLocks noChangeArrowheads="1"/>
          </p:cNvSpPr>
          <p:nvPr/>
        </p:nvSpPr>
        <p:spPr bwMode="auto">
          <a:xfrm>
            <a:off x="1774826" y="1989138"/>
            <a:ext cx="8424863"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例</a:t>
            </a:r>
            <a:r>
              <a:rPr kumimoji="1" lang="en-US" altLang="zh-CN" sz="2800" b="1">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某电话交换台，在</a:t>
            </a:r>
            <a:r>
              <a:rPr kumimoji="1" lang="en-US" altLang="zh-CN" sz="2800" b="1">
                <a:solidFill>
                  <a:srgbClr val="007A77"/>
                </a:solidFill>
                <a:latin typeface="Times New Roman" panose="02020603050405020304" pitchFamily="18" charset="0"/>
                <a:ea typeface="楷体_GB2312" pitchFamily="49" charset="-122"/>
              </a:rPr>
              <a:t>100</a:t>
            </a:r>
            <a:r>
              <a:rPr kumimoji="1" lang="zh-CN" altLang="en-US" sz="2800" b="1">
                <a:solidFill>
                  <a:srgbClr val="007A77"/>
                </a:solidFill>
                <a:latin typeface="Times New Roman" panose="02020603050405020304" pitchFamily="18" charset="0"/>
                <a:ea typeface="楷体_GB2312" pitchFamily="49" charset="-122"/>
              </a:rPr>
              <a:t>分钟内记录了每分钟被呼唤的次数</a:t>
            </a:r>
            <a:r>
              <a:rPr kumimoji="1" lang="en-US" altLang="zh-CN" sz="2800" b="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，设</a:t>
            </a:r>
            <a:r>
              <a:rPr kumimoji="1" lang="en-US" altLang="zh-CN" sz="2800" b="1" i="1">
                <a:solidFill>
                  <a:srgbClr val="007A77"/>
                </a:solidFill>
                <a:latin typeface="Times New Roman" panose="02020603050405020304" pitchFamily="18" charset="0"/>
                <a:ea typeface="楷体_GB2312" pitchFamily="49" charset="-122"/>
              </a:rPr>
              <a:t>f </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zh-CN" altLang="en-US" sz="2800" b="1">
                <a:solidFill>
                  <a:srgbClr val="007A77"/>
                </a:solidFill>
                <a:latin typeface="Times New Roman" panose="02020603050405020304" pitchFamily="18" charset="0"/>
                <a:ea typeface="楷体_GB2312" pitchFamily="49" charset="-122"/>
              </a:rPr>
              <a:t>为出现该 </a:t>
            </a:r>
            <a:r>
              <a:rPr kumimoji="1" lang="en-US" altLang="zh-CN" sz="2800" b="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值的频数，结果如下：</a:t>
            </a:r>
          </a:p>
        </p:txBody>
      </p:sp>
      <p:graphicFrame>
        <p:nvGraphicFramePr>
          <p:cNvPr id="704541" name="Group 29">
            <a:extLst>
              <a:ext uri="{FF2B5EF4-FFF2-40B4-BE49-F238E27FC236}">
                <a16:creationId xmlns:a16="http://schemas.microsoft.com/office/drawing/2014/main" id="{EB9C8161-DA0A-718C-B99D-352F86F88D65}"/>
              </a:ext>
            </a:extLst>
          </p:cNvPr>
          <p:cNvGraphicFramePr>
            <a:graphicFrameLocks noGrp="1"/>
          </p:cNvGraphicFramePr>
          <p:nvPr/>
        </p:nvGraphicFramePr>
        <p:xfrm>
          <a:off x="1524001" y="3573464"/>
          <a:ext cx="8964613" cy="1223963"/>
        </p:xfrm>
        <a:graphic>
          <a:graphicData uri="http://schemas.openxmlformats.org/drawingml/2006/table">
            <a:tbl>
              <a:tblPr/>
              <a:tblGrid>
                <a:gridCol w="908050">
                  <a:extLst>
                    <a:ext uri="{9D8B030D-6E8A-4147-A177-3AD203B41FA5}">
                      <a16:colId xmlns:a16="http://schemas.microsoft.com/office/drawing/2014/main" val="2505376917"/>
                    </a:ext>
                  </a:extLst>
                </a:gridCol>
                <a:gridCol w="8056563">
                  <a:extLst>
                    <a:ext uri="{9D8B030D-6E8A-4147-A177-3AD203B41FA5}">
                      <a16:colId xmlns:a16="http://schemas.microsoft.com/office/drawing/2014/main" val="3697537545"/>
                    </a:ext>
                  </a:extLst>
                </a:gridCol>
              </a:tblGrid>
              <a:tr h="612775">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X</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0     1       2       3       4       5       6      7      8       9</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88745803"/>
                  </a:ext>
                </a:extLst>
              </a:tr>
              <a:tr h="611188">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en-US" altLang="zh-CN" sz="2800" b="1" i="1" u="none" strike="noStrike" cap="none" normalizeH="0" baseline="0">
                          <a:ln>
                            <a:noFill/>
                          </a:ln>
                          <a:solidFill>
                            <a:schemeClr val="tx1"/>
                          </a:solidFill>
                          <a:effectLst/>
                          <a:latin typeface="Arial" panose="020B0604020202020204" pitchFamily="34" charset="0"/>
                          <a:ea typeface="楷体_GB2312" pitchFamily="49" charset="-122"/>
                        </a:rPr>
                        <a:t>f </a:t>
                      </a:r>
                      <a:r>
                        <a:rPr kumimoji="0" lang="en-US" altLang="zh-CN" sz="2800" b="1" i="1" u="none" strike="noStrike" cap="none" normalizeH="0" baseline="-25000">
                          <a:ln>
                            <a:noFill/>
                          </a:ln>
                          <a:solidFill>
                            <a:schemeClr val="tx1"/>
                          </a:solidFill>
                          <a:effectLst/>
                          <a:latin typeface="Arial" panose="020B0604020202020204" pitchFamily="34" charset="0"/>
                          <a:ea typeface="楷体_GB2312" pitchFamily="49" charset="-122"/>
                        </a:rPr>
                        <a:t>i</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  0    7    12    18      17     20     13      6       3      4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68350302"/>
                  </a:ext>
                </a:extLst>
              </a:tr>
            </a:tbl>
          </a:graphicData>
        </a:graphic>
      </p:graphicFrame>
      <p:grpSp>
        <p:nvGrpSpPr>
          <p:cNvPr id="704535" name="Group 23">
            <a:extLst>
              <a:ext uri="{FF2B5EF4-FFF2-40B4-BE49-F238E27FC236}">
                <a16:creationId xmlns:a16="http://schemas.microsoft.com/office/drawing/2014/main" id="{6C12B2D8-A7C6-BAFD-F6CE-FA006FA1E7BD}"/>
              </a:ext>
            </a:extLst>
          </p:cNvPr>
          <p:cNvGrpSpPr>
            <a:grpSpLocks/>
          </p:cNvGrpSpPr>
          <p:nvPr/>
        </p:nvGrpSpPr>
        <p:grpSpPr bwMode="auto">
          <a:xfrm>
            <a:off x="1847851" y="4797428"/>
            <a:ext cx="8569325" cy="1331913"/>
            <a:chOff x="204" y="3022"/>
            <a:chExt cx="5398" cy="839"/>
          </a:xfrm>
        </p:grpSpPr>
        <p:sp>
          <p:nvSpPr>
            <p:cNvPr id="704536" name="Rectangle 24">
              <a:extLst>
                <a:ext uri="{FF2B5EF4-FFF2-40B4-BE49-F238E27FC236}">
                  <a16:creationId xmlns:a16="http://schemas.microsoft.com/office/drawing/2014/main" id="{842F6FAA-CF9A-C01A-B2F9-C8DB9431E8F1}"/>
                </a:ext>
              </a:extLst>
            </p:cNvPr>
            <p:cNvSpPr>
              <a:spLocks noChangeArrowheads="1"/>
            </p:cNvSpPr>
            <p:nvPr/>
          </p:nvSpPr>
          <p:spPr bwMode="auto">
            <a:xfrm>
              <a:off x="204" y="3022"/>
              <a:ext cx="5398" cy="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问总体</a:t>
              </a:r>
              <a:r>
                <a:rPr lang="en-US" altLang="zh-CN" sz="2800" b="1">
                  <a:solidFill>
                    <a:srgbClr val="007A77"/>
                  </a:solidFill>
                  <a:latin typeface="Times New Roman" panose="02020603050405020304" pitchFamily="18" charset="0"/>
                  <a:ea typeface="楷体_GB2312" pitchFamily="49" charset="-122"/>
                </a:rPr>
                <a:t>X</a:t>
              </a:r>
              <a:r>
                <a:rPr lang="zh-CN" altLang="en-US" sz="2800" b="1">
                  <a:solidFill>
                    <a:srgbClr val="007A77"/>
                  </a:solidFill>
                  <a:latin typeface="Times New Roman" panose="02020603050405020304" pitchFamily="18" charset="0"/>
                  <a:ea typeface="楷体_GB2312" pitchFamily="49" charset="-122"/>
                </a:rPr>
                <a:t>（电话交换台每分钟呼唤次数）服从泊松分布吗？</a:t>
              </a:r>
            </a:p>
          </p:txBody>
        </p:sp>
        <p:graphicFrame>
          <p:nvGraphicFramePr>
            <p:cNvPr id="704537" name="Object 25">
              <a:extLst>
                <a:ext uri="{FF2B5EF4-FFF2-40B4-BE49-F238E27FC236}">
                  <a16:creationId xmlns:a16="http://schemas.microsoft.com/office/drawing/2014/main" id="{84BE0810-4FB1-C1F0-F89E-F3020CDBD66A}"/>
                </a:ext>
              </a:extLst>
            </p:cNvPr>
            <p:cNvGraphicFramePr>
              <a:graphicFrameLocks noChangeAspect="1"/>
            </p:cNvGraphicFramePr>
            <p:nvPr/>
          </p:nvGraphicFramePr>
          <p:xfrm>
            <a:off x="1156" y="3566"/>
            <a:ext cx="998" cy="295"/>
          </p:xfrm>
          <a:graphic>
            <a:graphicData uri="http://schemas.openxmlformats.org/presentationml/2006/ole">
              <mc:AlternateContent xmlns:mc="http://schemas.openxmlformats.org/markup-compatibility/2006">
                <mc:Choice xmlns:v="urn:schemas-microsoft-com:vml" Requires="v">
                  <p:oleObj name="公式" r:id="rId8" imgW="15506700" imgH="4686300" progId="Equation.3">
                    <p:embed/>
                  </p:oleObj>
                </mc:Choice>
                <mc:Fallback>
                  <p:oleObj name="公式" r:id="rId8" imgW="15506700" imgH="4686300" progId="Equation.3">
                    <p:embed/>
                    <p:pic>
                      <p:nvPicPr>
                        <p:cNvPr id="704537" name="Object 25">
                          <a:extLst>
                            <a:ext uri="{FF2B5EF4-FFF2-40B4-BE49-F238E27FC236}">
                              <a16:creationId xmlns:a16="http://schemas.microsoft.com/office/drawing/2014/main" id="{84BE0810-4FB1-C1F0-F89E-F3020CDBD66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56" y="3566"/>
                          <a:ext cx="998" cy="2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04516"/>
                                        </p:tgtEl>
                                        <p:attrNameLst>
                                          <p:attrName>style.visibility</p:attrName>
                                        </p:attrNameLst>
                                      </p:cBhvr>
                                      <p:to>
                                        <p:strVal val="visible"/>
                                      </p:to>
                                    </p:set>
                                    <p:animEffect transition="in" filter="wipe(left)">
                                      <p:cBhvr>
                                        <p:cTn id="7" dur="1000"/>
                                        <p:tgtEl>
                                          <p:spTgt spid="704516"/>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704519"/>
                                        </p:tgtEl>
                                        <p:attrNameLst>
                                          <p:attrName>style.visibility</p:attrName>
                                        </p:attrNameLst>
                                      </p:cBhvr>
                                      <p:to>
                                        <p:strVal val="visible"/>
                                      </p:to>
                                    </p:set>
                                    <p:animEffect transition="in" filter="wipe(left)">
                                      <p:cBhvr>
                                        <p:cTn id="11" dur="1000"/>
                                        <p:tgtEl>
                                          <p:spTgt spid="70451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704522"/>
                                        </p:tgtEl>
                                        <p:attrNameLst>
                                          <p:attrName>style.visibility</p:attrName>
                                        </p:attrNameLst>
                                      </p:cBhvr>
                                      <p:to>
                                        <p:strVal val="visible"/>
                                      </p:to>
                                    </p:set>
                                    <p:animEffect transition="in" filter="wipe(left)">
                                      <p:cBhvr>
                                        <p:cTn id="16" dur="1000"/>
                                        <p:tgtEl>
                                          <p:spTgt spid="704522"/>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704520"/>
                                        </p:tgtEl>
                                        <p:attrNameLst>
                                          <p:attrName>style.visibility</p:attrName>
                                        </p:attrNameLst>
                                      </p:cBhvr>
                                      <p:to>
                                        <p:strVal val="visible"/>
                                      </p:to>
                                    </p:set>
                                    <p:animEffect transition="in" filter="wipe(left)">
                                      <p:cBhvr>
                                        <p:cTn id="20" dur="1000"/>
                                        <p:tgtEl>
                                          <p:spTgt spid="704520"/>
                                        </p:tgtEl>
                                      </p:cBhvr>
                                    </p:animEffect>
                                  </p:childTnLst>
                                </p:cTn>
                              </p:par>
                            </p:childTnLst>
                          </p:cTn>
                        </p:par>
                        <p:par>
                          <p:cTn id="21" fill="hold" nodeType="afterGroup">
                            <p:stCondLst>
                              <p:cond delay="2000"/>
                            </p:stCondLst>
                            <p:childTnLst>
                              <p:par>
                                <p:cTn id="22" presetID="22" presetClass="entr" presetSubtype="8" fill="hold" nodeType="afterEffect">
                                  <p:stCondLst>
                                    <p:cond delay="0"/>
                                  </p:stCondLst>
                                  <p:childTnLst>
                                    <p:set>
                                      <p:cBhvr>
                                        <p:cTn id="23" dur="1" fill="hold">
                                          <p:stCondLst>
                                            <p:cond delay="0"/>
                                          </p:stCondLst>
                                        </p:cTn>
                                        <p:tgtEl>
                                          <p:spTgt spid="704521"/>
                                        </p:tgtEl>
                                        <p:attrNameLst>
                                          <p:attrName>style.visibility</p:attrName>
                                        </p:attrNameLst>
                                      </p:cBhvr>
                                      <p:to>
                                        <p:strVal val="visible"/>
                                      </p:to>
                                    </p:set>
                                    <p:animEffect transition="in" filter="wipe(left)">
                                      <p:cBhvr>
                                        <p:cTn id="24" dur="1000"/>
                                        <p:tgtEl>
                                          <p:spTgt spid="70452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4" fill="hold" nodeType="clickEffect">
                                  <p:stCondLst>
                                    <p:cond delay="0"/>
                                  </p:stCondLst>
                                  <p:childTnLst>
                                    <p:set>
                                      <p:cBhvr>
                                        <p:cTn id="28" dur="1" fill="hold">
                                          <p:stCondLst>
                                            <p:cond delay="0"/>
                                          </p:stCondLst>
                                        </p:cTn>
                                        <p:tgtEl>
                                          <p:spTgt spid="704523"/>
                                        </p:tgtEl>
                                        <p:attrNameLst>
                                          <p:attrName>style.visibility</p:attrName>
                                        </p:attrNameLst>
                                      </p:cBhvr>
                                      <p:to>
                                        <p:strVal val="visible"/>
                                      </p:to>
                                    </p:set>
                                    <p:animEffect transition="in" filter="slide(fromBottom)">
                                      <p:cBhvr>
                                        <p:cTn id="29" dur="1000"/>
                                        <p:tgtEl>
                                          <p:spTgt spid="70452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2" presetClass="entr" presetSubtype="4" fill="hold" nodeType="clickEffect">
                                  <p:stCondLst>
                                    <p:cond delay="0"/>
                                  </p:stCondLst>
                                  <p:childTnLst>
                                    <p:set>
                                      <p:cBhvr>
                                        <p:cTn id="33" dur="1" fill="hold">
                                          <p:stCondLst>
                                            <p:cond delay="0"/>
                                          </p:stCondLst>
                                        </p:cTn>
                                        <p:tgtEl>
                                          <p:spTgt spid="704541"/>
                                        </p:tgtEl>
                                        <p:attrNameLst>
                                          <p:attrName>style.visibility</p:attrName>
                                        </p:attrNameLst>
                                      </p:cBhvr>
                                      <p:to>
                                        <p:strVal val="visible"/>
                                      </p:to>
                                    </p:set>
                                    <p:animEffect transition="in" filter="slide(fromBottom)">
                                      <p:cBhvr>
                                        <p:cTn id="34" dur="1000"/>
                                        <p:tgtEl>
                                          <p:spTgt spid="70454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4" fill="hold" nodeType="clickEffect">
                                  <p:stCondLst>
                                    <p:cond delay="0"/>
                                  </p:stCondLst>
                                  <p:childTnLst>
                                    <p:set>
                                      <p:cBhvr>
                                        <p:cTn id="38" dur="1" fill="hold">
                                          <p:stCondLst>
                                            <p:cond delay="0"/>
                                          </p:stCondLst>
                                        </p:cTn>
                                        <p:tgtEl>
                                          <p:spTgt spid="704535"/>
                                        </p:tgtEl>
                                        <p:attrNameLst>
                                          <p:attrName>style.visibility</p:attrName>
                                        </p:attrNameLst>
                                      </p:cBhvr>
                                      <p:to>
                                        <p:strVal val="visible"/>
                                      </p:to>
                                    </p:set>
                                    <p:animEffect transition="in" filter="slide(fromBottom)">
                                      <p:cBhvr>
                                        <p:cTn id="39" dur="1000"/>
                                        <p:tgtEl>
                                          <p:spTgt spid="704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521" grpId="0"/>
      <p:bldP spid="704522" grpId="0"/>
      <p:bldP spid="70452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8" name="Rectangle 2">
            <a:extLst>
              <a:ext uri="{FF2B5EF4-FFF2-40B4-BE49-F238E27FC236}">
                <a16:creationId xmlns:a16="http://schemas.microsoft.com/office/drawing/2014/main" id="{83D16DFC-17F3-6DF7-F988-20D111ECB3B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5539" name="Rectangle 3">
            <a:extLst>
              <a:ext uri="{FF2B5EF4-FFF2-40B4-BE49-F238E27FC236}">
                <a16:creationId xmlns:a16="http://schemas.microsoft.com/office/drawing/2014/main" id="{8C6AF48E-A950-E822-FCBE-DAD469ED4DB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5540" name="Rectangle 4">
            <a:extLst>
              <a:ext uri="{FF2B5EF4-FFF2-40B4-BE49-F238E27FC236}">
                <a16:creationId xmlns:a16="http://schemas.microsoft.com/office/drawing/2014/main" id="{0B6925F2-F3D7-8968-A848-F2B5D75C7D4A}"/>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5541" name="Rectangle 5">
            <a:extLst>
              <a:ext uri="{FF2B5EF4-FFF2-40B4-BE49-F238E27FC236}">
                <a16:creationId xmlns:a16="http://schemas.microsoft.com/office/drawing/2014/main" id="{BCC6DDED-82AC-C872-34C2-D7B414E35EC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5542" name="Rectangle 6">
            <a:extLst>
              <a:ext uri="{FF2B5EF4-FFF2-40B4-BE49-F238E27FC236}">
                <a16:creationId xmlns:a16="http://schemas.microsoft.com/office/drawing/2014/main" id="{A35F4FCC-7722-769A-E570-3487233A600A}"/>
              </a:ext>
            </a:extLst>
          </p:cNvPr>
          <p:cNvSpPr>
            <a:spLocks noChangeArrowheads="1"/>
          </p:cNvSpPr>
          <p:nvPr/>
        </p:nvSpPr>
        <p:spPr bwMode="auto">
          <a:xfrm>
            <a:off x="1774825" y="260350"/>
            <a:ext cx="12969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p>
        </p:txBody>
      </p:sp>
      <p:grpSp>
        <p:nvGrpSpPr>
          <p:cNvPr id="705543" name="Group 7">
            <a:extLst>
              <a:ext uri="{FF2B5EF4-FFF2-40B4-BE49-F238E27FC236}">
                <a16:creationId xmlns:a16="http://schemas.microsoft.com/office/drawing/2014/main" id="{A413F022-5791-8E1D-1DDE-C6D8EBD69AD7}"/>
              </a:ext>
            </a:extLst>
          </p:cNvPr>
          <p:cNvGrpSpPr>
            <a:grpSpLocks/>
          </p:cNvGrpSpPr>
          <p:nvPr/>
        </p:nvGrpSpPr>
        <p:grpSpPr bwMode="auto">
          <a:xfrm>
            <a:off x="2566989" y="260351"/>
            <a:ext cx="5184775" cy="576263"/>
            <a:chOff x="657" y="164"/>
            <a:chExt cx="3266" cy="363"/>
          </a:xfrm>
        </p:grpSpPr>
        <p:graphicFrame>
          <p:nvGraphicFramePr>
            <p:cNvPr id="705544" name="Object 8">
              <a:extLst>
                <a:ext uri="{FF2B5EF4-FFF2-40B4-BE49-F238E27FC236}">
                  <a16:creationId xmlns:a16="http://schemas.microsoft.com/office/drawing/2014/main" id="{972FE16E-3B22-523B-1867-BDB7F3A241C4}"/>
                </a:ext>
              </a:extLst>
            </p:cNvPr>
            <p:cNvGraphicFramePr>
              <a:graphicFrameLocks noChangeAspect="1"/>
            </p:cNvGraphicFramePr>
            <p:nvPr/>
          </p:nvGraphicFramePr>
          <p:xfrm>
            <a:off x="2426" y="164"/>
            <a:ext cx="1497" cy="363"/>
          </p:xfrm>
          <a:graphic>
            <a:graphicData uri="http://schemas.openxmlformats.org/presentationml/2006/ole">
              <mc:AlternateContent xmlns:mc="http://schemas.openxmlformats.org/markup-compatibility/2006">
                <mc:Choice xmlns:v="urn:schemas-microsoft-com:vml" Requires="v">
                  <p:oleObj name="公式" r:id="rId2" imgW="21653500" imgH="5270500" progId="Equation.3">
                    <p:embed/>
                  </p:oleObj>
                </mc:Choice>
                <mc:Fallback>
                  <p:oleObj name="公式" r:id="rId2" imgW="21653500" imgH="5270500" progId="Equation.3">
                    <p:embed/>
                    <p:pic>
                      <p:nvPicPr>
                        <p:cNvPr id="705544" name="Object 8">
                          <a:extLst>
                            <a:ext uri="{FF2B5EF4-FFF2-40B4-BE49-F238E27FC236}">
                              <a16:creationId xmlns:a16="http://schemas.microsoft.com/office/drawing/2014/main" id="{972FE16E-3B22-523B-1867-BDB7F3A241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6" y="164"/>
                          <a:ext cx="1497" cy="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5545" name="Text Box 9">
              <a:extLst>
                <a:ext uri="{FF2B5EF4-FFF2-40B4-BE49-F238E27FC236}">
                  <a16:creationId xmlns:a16="http://schemas.microsoft.com/office/drawing/2014/main" id="{F86701C3-D33C-C9C6-D152-5A766351F1A6}"/>
                </a:ext>
              </a:extLst>
            </p:cNvPr>
            <p:cNvSpPr txBox="1">
              <a:spLocks noChangeArrowheads="1"/>
            </p:cNvSpPr>
            <p:nvPr/>
          </p:nvSpPr>
          <p:spPr bwMode="auto">
            <a:xfrm>
              <a:off x="657" y="164"/>
              <a:ext cx="276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按题意，原假设</a:t>
              </a:r>
            </a:p>
          </p:txBody>
        </p:sp>
      </p:grpSp>
      <p:sp>
        <p:nvSpPr>
          <p:cNvPr id="705546" name="Rectangle 10">
            <a:extLst>
              <a:ext uri="{FF2B5EF4-FFF2-40B4-BE49-F238E27FC236}">
                <a16:creationId xmlns:a16="http://schemas.microsoft.com/office/drawing/2014/main" id="{A745E5D3-D23A-854B-67FB-4BA8D9B68875}"/>
              </a:ext>
            </a:extLst>
          </p:cNvPr>
          <p:cNvSpPr>
            <a:spLocks noChangeArrowheads="1"/>
          </p:cNvSpPr>
          <p:nvPr/>
        </p:nvSpPr>
        <p:spPr bwMode="auto">
          <a:xfrm>
            <a:off x="1919288" y="981075"/>
            <a:ext cx="7777162"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由于</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λ</a:t>
            </a:r>
            <a:r>
              <a:rPr kumimoji="1" lang="zh-CN" altLang="en-US" sz="2800" b="1">
                <a:solidFill>
                  <a:srgbClr val="007A77"/>
                </a:solidFill>
                <a:latin typeface="Times New Roman" panose="02020603050405020304" pitchFamily="18" charset="0"/>
                <a:ea typeface="楷体_GB2312" pitchFamily="49" charset="-122"/>
              </a:rPr>
              <a:t>未知，首先须用极大似然估计法，求得</a:t>
            </a:r>
            <a:r>
              <a:rPr kumimoji="1" lang="el-GR" altLang="zh-CN" sz="2800" b="1" i="1">
                <a:solidFill>
                  <a:srgbClr val="007A77"/>
                </a:solidFill>
                <a:latin typeface="Times New Roman" panose="02020603050405020304" pitchFamily="18" charset="0"/>
                <a:ea typeface="楷体_GB2312" pitchFamily="49" charset="-122"/>
              </a:rPr>
              <a:t>λ</a:t>
            </a:r>
            <a:r>
              <a:rPr kumimoji="1" lang="zh-CN" altLang="en-US" sz="2800" b="1">
                <a:solidFill>
                  <a:srgbClr val="007A77"/>
                </a:solidFill>
                <a:latin typeface="Times New Roman" panose="02020603050405020304" pitchFamily="18" charset="0"/>
                <a:ea typeface="楷体_GB2312" pitchFamily="49" charset="-122"/>
              </a:rPr>
              <a:t>的估计值（看七章二节例</a:t>
            </a:r>
            <a:r>
              <a:rPr kumimoji="1" lang="en-US" altLang="zh-CN" sz="2800" b="1">
                <a:solidFill>
                  <a:srgbClr val="007A77"/>
                </a:solidFill>
                <a:latin typeface="Times New Roman" panose="02020603050405020304" pitchFamily="18" charset="0"/>
                <a:ea typeface="楷体_GB2312" pitchFamily="49" charset="-122"/>
              </a:rPr>
              <a:t>5</a:t>
            </a:r>
            <a:r>
              <a:rPr kumimoji="1" lang="zh-CN" altLang="en-US" sz="2800" b="1">
                <a:solidFill>
                  <a:srgbClr val="007A77"/>
                </a:solidFill>
                <a:latin typeface="Times New Roman" panose="02020603050405020304" pitchFamily="18" charset="0"/>
                <a:ea typeface="楷体_GB2312" pitchFamily="49" charset="-122"/>
              </a:rPr>
              <a:t>）：</a:t>
            </a:r>
          </a:p>
        </p:txBody>
      </p:sp>
      <p:graphicFrame>
        <p:nvGraphicFramePr>
          <p:cNvPr id="705547" name="Object 11">
            <a:extLst>
              <a:ext uri="{FF2B5EF4-FFF2-40B4-BE49-F238E27FC236}">
                <a16:creationId xmlns:a16="http://schemas.microsoft.com/office/drawing/2014/main" id="{89E6F785-D669-C7B0-AC71-C6A74C24D2FA}"/>
              </a:ext>
            </a:extLst>
          </p:cNvPr>
          <p:cNvGraphicFramePr>
            <a:graphicFrameLocks noChangeAspect="1"/>
          </p:cNvGraphicFramePr>
          <p:nvPr/>
        </p:nvGraphicFramePr>
        <p:xfrm>
          <a:off x="1992313" y="2492376"/>
          <a:ext cx="2316162" cy="1160463"/>
        </p:xfrm>
        <a:graphic>
          <a:graphicData uri="http://schemas.openxmlformats.org/presentationml/2006/ole">
            <mc:AlternateContent xmlns:mc="http://schemas.openxmlformats.org/markup-compatibility/2006">
              <mc:Choice xmlns:v="urn:schemas-microsoft-com:vml" Requires="v">
                <p:oleObj name="公式" r:id="rId4" imgW="17551400" imgH="9944100" progId="Equation.3">
                  <p:embed/>
                </p:oleObj>
              </mc:Choice>
              <mc:Fallback>
                <p:oleObj name="公式" r:id="rId4" imgW="17551400" imgH="9944100" progId="Equation.3">
                  <p:embed/>
                  <p:pic>
                    <p:nvPicPr>
                      <p:cNvPr id="705547" name="Object 11">
                        <a:extLst>
                          <a:ext uri="{FF2B5EF4-FFF2-40B4-BE49-F238E27FC236}">
                            <a16:creationId xmlns:a16="http://schemas.microsoft.com/office/drawing/2014/main" id="{89E6F785-D669-C7B0-AC71-C6A74C24D2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2313" y="2492376"/>
                        <a:ext cx="2316162" cy="1160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5548" name="Object 12">
            <a:extLst>
              <a:ext uri="{FF2B5EF4-FFF2-40B4-BE49-F238E27FC236}">
                <a16:creationId xmlns:a16="http://schemas.microsoft.com/office/drawing/2014/main" id="{7537DFB4-8943-0773-C012-A3935EA76F92}"/>
              </a:ext>
            </a:extLst>
          </p:cNvPr>
          <p:cNvGraphicFramePr>
            <a:graphicFrameLocks noChangeAspect="1"/>
          </p:cNvGraphicFramePr>
          <p:nvPr/>
        </p:nvGraphicFramePr>
        <p:xfrm>
          <a:off x="4727575" y="3640138"/>
          <a:ext cx="2808288" cy="990600"/>
        </p:xfrm>
        <a:graphic>
          <a:graphicData uri="http://schemas.openxmlformats.org/presentationml/2006/ole">
            <mc:AlternateContent xmlns:mc="http://schemas.openxmlformats.org/markup-compatibility/2006">
              <mc:Choice xmlns:v="urn:schemas-microsoft-com:vml" Requires="v">
                <p:oleObj name="公式" r:id="rId6" imgW="29845000" imgH="10528300" progId="Equation.3">
                  <p:embed/>
                </p:oleObj>
              </mc:Choice>
              <mc:Fallback>
                <p:oleObj name="公式" r:id="rId6" imgW="29845000" imgH="10528300" progId="Equation.3">
                  <p:embed/>
                  <p:pic>
                    <p:nvPicPr>
                      <p:cNvPr id="705548" name="Object 12">
                        <a:extLst>
                          <a:ext uri="{FF2B5EF4-FFF2-40B4-BE49-F238E27FC236}">
                            <a16:creationId xmlns:a16="http://schemas.microsoft.com/office/drawing/2014/main" id="{7537DFB4-8943-0773-C012-A3935EA76F9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7575" y="3640138"/>
                        <a:ext cx="2808288"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5549" name="Object 13">
            <a:extLst>
              <a:ext uri="{FF2B5EF4-FFF2-40B4-BE49-F238E27FC236}">
                <a16:creationId xmlns:a16="http://schemas.microsoft.com/office/drawing/2014/main" id="{B55A9CEF-EA35-4A0F-6BE1-B7C6A07D19EB}"/>
              </a:ext>
            </a:extLst>
          </p:cNvPr>
          <p:cNvGraphicFramePr>
            <a:graphicFrameLocks noChangeAspect="1"/>
          </p:cNvGraphicFramePr>
          <p:nvPr/>
        </p:nvGraphicFramePr>
        <p:xfrm>
          <a:off x="4529139" y="4940301"/>
          <a:ext cx="3419475" cy="511175"/>
        </p:xfrm>
        <a:graphic>
          <a:graphicData uri="http://schemas.openxmlformats.org/presentationml/2006/ole">
            <mc:AlternateContent xmlns:mc="http://schemas.openxmlformats.org/markup-compatibility/2006">
              <mc:Choice xmlns:v="urn:schemas-microsoft-com:vml" Requires="v">
                <p:oleObj name="公式" r:id="rId8" imgW="37160200" imgH="5562600" progId="Equation.3">
                  <p:embed/>
                </p:oleObj>
              </mc:Choice>
              <mc:Fallback>
                <p:oleObj name="公式" r:id="rId8" imgW="37160200" imgH="5562600" progId="Equation.3">
                  <p:embed/>
                  <p:pic>
                    <p:nvPicPr>
                      <p:cNvPr id="705549" name="Object 13">
                        <a:extLst>
                          <a:ext uri="{FF2B5EF4-FFF2-40B4-BE49-F238E27FC236}">
                            <a16:creationId xmlns:a16="http://schemas.microsoft.com/office/drawing/2014/main" id="{B55A9CEF-EA35-4A0F-6BE1-B7C6A07D19E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29139" y="4940301"/>
                        <a:ext cx="3419475"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5550" name="Rectangle 14">
            <a:extLst>
              <a:ext uri="{FF2B5EF4-FFF2-40B4-BE49-F238E27FC236}">
                <a16:creationId xmlns:a16="http://schemas.microsoft.com/office/drawing/2014/main" id="{9AD96DBE-918E-C21B-2933-349F0F8B6FCF}"/>
              </a:ext>
            </a:extLst>
          </p:cNvPr>
          <p:cNvSpPr>
            <a:spLocks noChangeArrowheads="1"/>
          </p:cNvSpPr>
          <p:nvPr/>
        </p:nvSpPr>
        <p:spPr bwMode="auto">
          <a:xfrm>
            <a:off x="2208214" y="3860801"/>
            <a:ext cx="3024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705551" name="Text Box 15">
            <a:extLst>
              <a:ext uri="{FF2B5EF4-FFF2-40B4-BE49-F238E27FC236}">
                <a16:creationId xmlns:a16="http://schemas.microsoft.com/office/drawing/2014/main" id="{049252CA-35F0-CA51-5F07-417AD0CAA8BC}"/>
              </a:ext>
            </a:extLst>
          </p:cNvPr>
          <p:cNvSpPr txBox="1">
            <a:spLocks noChangeArrowheads="1"/>
          </p:cNvSpPr>
          <p:nvPr/>
        </p:nvSpPr>
        <p:spPr bwMode="auto">
          <a:xfrm>
            <a:off x="2351088" y="4795838"/>
            <a:ext cx="1943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705552" name="Rectangle 16">
            <a:extLst>
              <a:ext uri="{FF2B5EF4-FFF2-40B4-BE49-F238E27FC236}">
                <a16:creationId xmlns:a16="http://schemas.microsoft.com/office/drawing/2014/main" id="{FF7809A7-F3EB-AF60-E648-9DB959B50AE3}"/>
              </a:ext>
            </a:extLst>
          </p:cNvPr>
          <p:cNvSpPr>
            <a:spLocks noChangeArrowheads="1"/>
          </p:cNvSpPr>
          <p:nvPr/>
        </p:nvSpPr>
        <p:spPr bwMode="auto">
          <a:xfrm>
            <a:off x="2640013" y="5661026"/>
            <a:ext cx="3168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Arial" panose="020B0604020202020204" pitchFamily="34" charset="0"/>
                <a:ea typeface="楷体_GB2312" pitchFamily="49" charset="-122"/>
              </a:rPr>
              <a:t>列表计算：</a:t>
            </a:r>
          </a:p>
        </p:txBody>
      </p:sp>
      <p:graphicFrame>
        <p:nvGraphicFramePr>
          <p:cNvPr id="705553" name="Object 17">
            <a:extLst>
              <a:ext uri="{FF2B5EF4-FFF2-40B4-BE49-F238E27FC236}">
                <a16:creationId xmlns:a16="http://schemas.microsoft.com/office/drawing/2014/main" id="{39B19142-B821-8A43-45E7-A798D5D86769}"/>
              </a:ext>
            </a:extLst>
          </p:cNvPr>
          <p:cNvGraphicFramePr>
            <a:graphicFrameLocks noChangeAspect="1"/>
          </p:cNvGraphicFramePr>
          <p:nvPr/>
        </p:nvGraphicFramePr>
        <p:xfrm>
          <a:off x="4295775" y="2781301"/>
          <a:ext cx="2122488" cy="581025"/>
        </p:xfrm>
        <a:graphic>
          <a:graphicData uri="http://schemas.openxmlformats.org/presentationml/2006/ole">
            <mc:AlternateContent xmlns:mc="http://schemas.openxmlformats.org/markup-compatibility/2006">
              <mc:Choice xmlns:v="urn:schemas-microsoft-com:vml" Requires="v">
                <p:oleObj name="公式" r:id="rId10" imgW="16090900" imgH="4978400" progId="Equation.3">
                  <p:embed/>
                </p:oleObj>
              </mc:Choice>
              <mc:Fallback>
                <p:oleObj name="公式" r:id="rId10" imgW="16090900" imgH="4978400" progId="Equation.3">
                  <p:embed/>
                  <p:pic>
                    <p:nvPicPr>
                      <p:cNvPr id="705553" name="Object 17">
                        <a:extLst>
                          <a:ext uri="{FF2B5EF4-FFF2-40B4-BE49-F238E27FC236}">
                            <a16:creationId xmlns:a16="http://schemas.microsoft.com/office/drawing/2014/main" id="{39B19142-B821-8A43-45E7-A798D5D8676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95775" y="2781301"/>
                        <a:ext cx="2122488"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05542"/>
                                        </p:tgtEl>
                                        <p:attrNameLst>
                                          <p:attrName>style.visibility</p:attrName>
                                        </p:attrNameLst>
                                      </p:cBhvr>
                                      <p:to>
                                        <p:strVal val="visible"/>
                                      </p:to>
                                    </p:set>
                                    <p:animEffect transition="in" filter="wipe(left)">
                                      <p:cBhvr>
                                        <p:cTn id="7" dur="1000"/>
                                        <p:tgtEl>
                                          <p:spTgt spid="7055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05543"/>
                                        </p:tgtEl>
                                        <p:attrNameLst>
                                          <p:attrName>style.visibility</p:attrName>
                                        </p:attrNameLst>
                                      </p:cBhvr>
                                      <p:to>
                                        <p:strVal val="visible"/>
                                      </p:to>
                                    </p:set>
                                    <p:animEffect transition="in" filter="wipe(left)">
                                      <p:cBhvr>
                                        <p:cTn id="12" dur="1000"/>
                                        <p:tgtEl>
                                          <p:spTgt spid="7055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705546"/>
                                        </p:tgtEl>
                                        <p:attrNameLst>
                                          <p:attrName>style.visibility</p:attrName>
                                        </p:attrNameLst>
                                      </p:cBhvr>
                                      <p:to>
                                        <p:strVal val="visible"/>
                                      </p:to>
                                    </p:set>
                                    <p:animEffect transition="in" filter="slide(fromBottom)">
                                      <p:cBhvr>
                                        <p:cTn id="17" dur="1000"/>
                                        <p:tgtEl>
                                          <p:spTgt spid="70554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05547"/>
                                        </p:tgtEl>
                                        <p:attrNameLst>
                                          <p:attrName>style.visibility</p:attrName>
                                        </p:attrNameLst>
                                      </p:cBhvr>
                                      <p:to>
                                        <p:strVal val="visible"/>
                                      </p:to>
                                    </p:set>
                                    <p:animEffect transition="in" filter="wipe(left)">
                                      <p:cBhvr>
                                        <p:cTn id="22" dur="1000"/>
                                        <p:tgtEl>
                                          <p:spTgt spid="70554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05553"/>
                                        </p:tgtEl>
                                        <p:attrNameLst>
                                          <p:attrName>style.visibility</p:attrName>
                                        </p:attrNameLst>
                                      </p:cBhvr>
                                      <p:to>
                                        <p:strVal val="visible"/>
                                      </p:to>
                                    </p:set>
                                    <p:animEffect transition="in" filter="wipe(left)">
                                      <p:cBhvr>
                                        <p:cTn id="27" dur="1000"/>
                                        <p:tgtEl>
                                          <p:spTgt spid="70555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05550"/>
                                        </p:tgtEl>
                                        <p:attrNameLst>
                                          <p:attrName>style.visibility</p:attrName>
                                        </p:attrNameLst>
                                      </p:cBhvr>
                                      <p:to>
                                        <p:strVal val="visible"/>
                                      </p:to>
                                    </p:set>
                                    <p:animEffect transition="in" filter="wipe(left)">
                                      <p:cBhvr>
                                        <p:cTn id="32" dur="1000"/>
                                        <p:tgtEl>
                                          <p:spTgt spid="705550"/>
                                        </p:tgtEl>
                                      </p:cBhvr>
                                    </p:animEffect>
                                  </p:childTnLst>
                                </p:cTn>
                              </p:par>
                            </p:childTnLst>
                          </p:cTn>
                        </p:par>
                        <p:par>
                          <p:cTn id="33" fill="hold" nodeType="afterGroup">
                            <p:stCondLst>
                              <p:cond delay="1000"/>
                            </p:stCondLst>
                            <p:childTnLst>
                              <p:par>
                                <p:cTn id="34" presetID="22" presetClass="entr" presetSubtype="8" fill="hold" nodeType="afterEffect">
                                  <p:stCondLst>
                                    <p:cond delay="0"/>
                                  </p:stCondLst>
                                  <p:childTnLst>
                                    <p:set>
                                      <p:cBhvr>
                                        <p:cTn id="35" dur="1" fill="hold">
                                          <p:stCondLst>
                                            <p:cond delay="0"/>
                                          </p:stCondLst>
                                        </p:cTn>
                                        <p:tgtEl>
                                          <p:spTgt spid="705548"/>
                                        </p:tgtEl>
                                        <p:attrNameLst>
                                          <p:attrName>style.visibility</p:attrName>
                                        </p:attrNameLst>
                                      </p:cBhvr>
                                      <p:to>
                                        <p:strVal val="visible"/>
                                      </p:to>
                                    </p:set>
                                    <p:animEffect transition="in" filter="wipe(left)">
                                      <p:cBhvr>
                                        <p:cTn id="36" dur="1000"/>
                                        <p:tgtEl>
                                          <p:spTgt spid="70554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705551"/>
                                        </p:tgtEl>
                                        <p:attrNameLst>
                                          <p:attrName>style.visibility</p:attrName>
                                        </p:attrNameLst>
                                      </p:cBhvr>
                                      <p:to>
                                        <p:strVal val="visible"/>
                                      </p:to>
                                    </p:set>
                                    <p:animEffect transition="in" filter="wipe(left)">
                                      <p:cBhvr>
                                        <p:cTn id="41" dur="1000"/>
                                        <p:tgtEl>
                                          <p:spTgt spid="705551"/>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705549"/>
                                        </p:tgtEl>
                                        <p:attrNameLst>
                                          <p:attrName>style.visibility</p:attrName>
                                        </p:attrNameLst>
                                      </p:cBhvr>
                                      <p:to>
                                        <p:strVal val="visible"/>
                                      </p:to>
                                    </p:set>
                                    <p:animEffect transition="in" filter="wipe(left)">
                                      <p:cBhvr>
                                        <p:cTn id="45" dur="1000"/>
                                        <p:tgtEl>
                                          <p:spTgt spid="70554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705552"/>
                                        </p:tgtEl>
                                        <p:attrNameLst>
                                          <p:attrName>style.visibility</p:attrName>
                                        </p:attrNameLst>
                                      </p:cBhvr>
                                      <p:to>
                                        <p:strVal val="visible"/>
                                      </p:to>
                                    </p:set>
                                    <p:animEffect transition="in" filter="wipe(left)">
                                      <p:cBhvr>
                                        <p:cTn id="50" dur="500"/>
                                        <p:tgtEl>
                                          <p:spTgt spid="7055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542" grpId="0"/>
      <p:bldP spid="705546" grpId="0"/>
      <p:bldP spid="705550" grpId="0"/>
      <p:bldP spid="705551" grpId="0"/>
      <p:bldP spid="705552"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2" name="Rectangle 2">
            <a:extLst>
              <a:ext uri="{FF2B5EF4-FFF2-40B4-BE49-F238E27FC236}">
                <a16:creationId xmlns:a16="http://schemas.microsoft.com/office/drawing/2014/main" id="{0469911C-1C3B-D6C1-913C-6832ADA6A45C}"/>
              </a:ext>
            </a:extLst>
          </p:cNvPr>
          <p:cNvSpPr>
            <a:spLocks noChangeArrowheads="1"/>
          </p:cNvSpPr>
          <p:nvPr/>
        </p:nvSpPr>
        <p:spPr bwMode="auto">
          <a:xfrm>
            <a:off x="1524001" y="31219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6563" name="Rectangle 3">
            <a:extLst>
              <a:ext uri="{FF2B5EF4-FFF2-40B4-BE49-F238E27FC236}">
                <a16:creationId xmlns:a16="http://schemas.microsoft.com/office/drawing/2014/main" id="{052752A2-0689-C7B3-0465-688502B1568C}"/>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6564" name="Rectangle 4">
            <a:extLst>
              <a:ext uri="{FF2B5EF4-FFF2-40B4-BE49-F238E27FC236}">
                <a16:creationId xmlns:a16="http://schemas.microsoft.com/office/drawing/2014/main" id="{E487FF64-3CFD-0664-A078-D1CA2B091166}"/>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6565" name="Rectangle 5">
            <a:extLst>
              <a:ext uri="{FF2B5EF4-FFF2-40B4-BE49-F238E27FC236}">
                <a16:creationId xmlns:a16="http://schemas.microsoft.com/office/drawing/2014/main" id="{7FD0B99C-6DC4-7C7D-04B7-543B4AD3445A}"/>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706566" name="Group 6">
            <a:extLst>
              <a:ext uri="{FF2B5EF4-FFF2-40B4-BE49-F238E27FC236}">
                <a16:creationId xmlns:a16="http://schemas.microsoft.com/office/drawing/2014/main" id="{469221D6-218A-D276-F44E-9184053FF705}"/>
              </a:ext>
            </a:extLst>
          </p:cNvPr>
          <p:cNvGrpSpPr>
            <a:grpSpLocks/>
          </p:cNvGrpSpPr>
          <p:nvPr/>
        </p:nvGrpSpPr>
        <p:grpSpPr bwMode="auto">
          <a:xfrm>
            <a:off x="1524000" y="476250"/>
            <a:ext cx="9144000" cy="5905500"/>
            <a:chOff x="0" y="300"/>
            <a:chExt cx="5760" cy="3720"/>
          </a:xfrm>
        </p:grpSpPr>
        <p:sp>
          <p:nvSpPr>
            <p:cNvPr id="706567" name="Line 7">
              <a:extLst>
                <a:ext uri="{FF2B5EF4-FFF2-40B4-BE49-F238E27FC236}">
                  <a16:creationId xmlns:a16="http://schemas.microsoft.com/office/drawing/2014/main" id="{45FBAC83-91A0-DFEF-8530-0774154C79B4}"/>
                </a:ext>
              </a:extLst>
            </p:cNvPr>
            <p:cNvSpPr>
              <a:spLocks noChangeShapeType="1"/>
            </p:cNvSpPr>
            <p:nvPr/>
          </p:nvSpPr>
          <p:spPr bwMode="auto">
            <a:xfrm>
              <a:off x="0" y="890"/>
              <a:ext cx="5760"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6568" name="Line 8">
              <a:extLst>
                <a:ext uri="{FF2B5EF4-FFF2-40B4-BE49-F238E27FC236}">
                  <a16:creationId xmlns:a16="http://schemas.microsoft.com/office/drawing/2014/main" id="{6748697D-AB6E-5EB4-8D8B-B99382453975}"/>
                </a:ext>
              </a:extLst>
            </p:cNvPr>
            <p:cNvSpPr>
              <a:spLocks noChangeShapeType="1"/>
            </p:cNvSpPr>
            <p:nvPr/>
          </p:nvSpPr>
          <p:spPr bwMode="auto">
            <a:xfrm>
              <a:off x="612" y="300"/>
              <a:ext cx="0" cy="372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6569" name="Rectangle 9">
              <a:extLst>
                <a:ext uri="{FF2B5EF4-FFF2-40B4-BE49-F238E27FC236}">
                  <a16:creationId xmlns:a16="http://schemas.microsoft.com/office/drawing/2014/main" id="{5774153B-4808-702F-8DBF-E8B0501EDB9B}"/>
                </a:ext>
              </a:extLst>
            </p:cNvPr>
            <p:cNvSpPr>
              <a:spLocks noChangeArrowheads="1"/>
            </p:cNvSpPr>
            <p:nvPr/>
          </p:nvSpPr>
          <p:spPr bwMode="auto">
            <a:xfrm>
              <a:off x="113" y="391"/>
              <a:ext cx="52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X</a:t>
              </a:r>
            </a:p>
          </p:txBody>
        </p:sp>
        <p:sp>
          <p:nvSpPr>
            <p:cNvPr id="706570" name="Rectangle 10">
              <a:extLst>
                <a:ext uri="{FF2B5EF4-FFF2-40B4-BE49-F238E27FC236}">
                  <a16:creationId xmlns:a16="http://schemas.microsoft.com/office/drawing/2014/main" id="{11CCA196-7D42-4839-77CA-A30531C7322B}"/>
                </a:ext>
              </a:extLst>
            </p:cNvPr>
            <p:cNvSpPr>
              <a:spLocks noChangeArrowheads="1"/>
            </p:cNvSpPr>
            <p:nvPr/>
          </p:nvSpPr>
          <p:spPr bwMode="auto">
            <a:xfrm>
              <a:off x="793" y="436"/>
              <a:ext cx="4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f </a:t>
              </a:r>
              <a:r>
                <a:rPr kumimoji="1" lang="en-US" altLang="zh-CN" sz="2800" b="1" i="1" baseline="-25000">
                  <a:solidFill>
                    <a:srgbClr val="007A77"/>
                  </a:solidFill>
                  <a:latin typeface="Times New Roman" panose="02020603050405020304" pitchFamily="18" charset="0"/>
                  <a:ea typeface="楷体_GB2312" pitchFamily="49" charset="-122"/>
                </a:rPr>
                <a:t>i</a:t>
              </a:r>
            </a:p>
          </p:txBody>
        </p:sp>
        <p:sp>
          <p:nvSpPr>
            <p:cNvPr id="706571" name="Line 11">
              <a:extLst>
                <a:ext uri="{FF2B5EF4-FFF2-40B4-BE49-F238E27FC236}">
                  <a16:creationId xmlns:a16="http://schemas.microsoft.com/office/drawing/2014/main" id="{BD6304A7-788D-5D15-F2A3-048EA7ECBA49}"/>
                </a:ext>
              </a:extLst>
            </p:cNvPr>
            <p:cNvSpPr>
              <a:spLocks noChangeShapeType="1"/>
            </p:cNvSpPr>
            <p:nvPr/>
          </p:nvSpPr>
          <p:spPr bwMode="auto">
            <a:xfrm>
              <a:off x="1383" y="300"/>
              <a:ext cx="0" cy="372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6572" name="Line 12">
              <a:extLst>
                <a:ext uri="{FF2B5EF4-FFF2-40B4-BE49-F238E27FC236}">
                  <a16:creationId xmlns:a16="http://schemas.microsoft.com/office/drawing/2014/main" id="{1B4A896A-135F-D832-F678-DB3558E4B2C1}"/>
                </a:ext>
              </a:extLst>
            </p:cNvPr>
            <p:cNvSpPr>
              <a:spLocks noChangeShapeType="1"/>
            </p:cNvSpPr>
            <p:nvPr/>
          </p:nvSpPr>
          <p:spPr bwMode="auto">
            <a:xfrm>
              <a:off x="2472" y="300"/>
              <a:ext cx="0" cy="372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6573" name="Rectangle 13">
              <a:extLst>
                <a:ext uri="{FF2B5EF4-FFF2-40B4-BE49-F238E27FC236}">
                  <a16:creationId xmlns:a16="http://schemas.microsoft.com/office/drawing/2014/main" id="{AD9BA7FF-475C-1BD1-9FA5-0143BC979BB5}"/>
                </a:ext>
              </a:extLst>
            </p:cNvPr>
            <p:cNvSpPr>
              <a:spLocks noChangeArrowheads="1"/>
            </p:cNvSpPr>
            <p:nvPr/>
          </p:nvSpPr>
          <p:spPr bwMode="auto">
            <a:xfrm>
              <a:off x="1701" y="436"/>
              <a:ext cx="5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P </a:t>
              </a:r>
              <a:r>
                <a:rPr kumimoji="1" lang="en-US" altLang="zh-CN" sz="2800" b="1" i="1" baseline="-25000">
                  <a:solidFill>
                    <a:srgbClr val="007A77"/>
                  </a:solidFill>
                  <a:latin typeface="Times New Roman" panose="02020603050405020304" pitchFamily="18" charset="0"/>
                  <a:ea typeface="楷体_GB2312" pitchFamily="49" charset="-122"/>
                </a:rPr>
                <a:t>i</a:t>
              </a:r>
            </a:p>
          </p:txBody>
        </p:sp>
        <p:sp>
          <p:nvSpPr>
            <p:cNvPr id="706574" name="Rectangle 14">
              <a:extLst>
                <a:ext uri="{FF2B5EF4-FFF2-40B4-BE49-F238E27FC236}">
                  <a16:creationId xmlns:a16="http://schemas.microsoft.com/office/drawing/2014/main" id="{66716A99-A21A-625B-2F85-A0F4858712DE}"/>
                </a:ext>
              </a:extLst>
            </p:cNvPr>
            <p:cNvSpPr>
              <a:spLocks noChangeArrowheads="1"/>
            </p:cNvSpPr>
            <p:nvPr/>
          </p:nvSpPr>
          <p:spPr bwMode="auto">
            <a:xfrm>
              <a:off x="2744" y="482"/>
              <a:ext cx="4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nP </a:t>
              </a:r>
              <a:r>
                <a:rPr kumimoji="1" lang="en-US" altLang="zh-CN" sz="2800" b="1" i="1" baseline="-25000">
                  <a:solidFill>
                    <a:srgbClr val="007A77"/>
                  </a:solidFill>
                  <a:latin typeface="Times New Roman" panose="02020603050405020304" pitchFamily="18" charset="0"/>
                  <a:ea typeface="楷体_GB2312" pitchFamily="49" charset="-122"/>
                </a:rPr>
                <a:t>i</a:t>
              </a:r>
            </a:p>
          </p:txBody>
        </p:sp>
        <p:sp>
          <p:nvSpPr>
            <p:cNvPr id="706575" name="Line 15">
              <a:extLst>
                <a:ext uri="{FF2B5EF4-FFF2-40B4-BE49-F238E27FC236}">
                  <a16:creationId xmlns:a16="http://schemas.microsoft.com/office/drawing/2014/main" id="{72E8688E-2F34-0144-211A-A902E63A052F}"/>
                </a:ext>
              </a:extLst>
            </p:cNvPr>
            <p:cNvSpPr>
              <a:spLocks noChangeShapeType="1"/>
            </p:cNvSpPr>
            <p:nvPr/>
          </p:nvSpPr>
          <p:spPr bwMode="auto">
            <a:xfrm>
              <a:off x="3379" y="346"/>
              <a:ext cx="0" cy="3674"/>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6576" name="Rectangle 16">
              <a:extLst>
                <a:ext uri="{FF2B5EF4-FFF2-40B4-BE49-F238E27FC236}">
                  <a16:creationId xmlns:a16="http://schemas.microsoft.com/office/drawing/2014/main" id="{44DF9F78-9820-35A0-E1D1-5C21898641F7}"/>
                </a:ext>
              </a:extLst>
            </p:cNvPr>
            <p:cNvSpPr>
              <a:spLocks noChangeArrowheads="1"/>
            </p:cNvSpPr>
            <p:nvPr/>
          </p:nvSpPr>
          <p:spPr bwMode="auto">
            <a:xfrm>
              <a:off x="3515" y="436"/>
              <a:ext cx="8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f </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en-US" altLang="zh-CN" sz="2800" b="1" i="1">
                  <a:solidFill>
                    <a:srgbClr val="007A77"/>
                  </a:solidFill>
                  <a:latin typeface="Times New Roman" panose="02020603050405020304" pitchFamily="18" charset="0"/>
                  <a:ea typeface="楷体_GB2312" pitchFamily="49" charset="-122"/>
                </a:rPr>
                <a:t> - nP </a:t>
              </a:r>
              <a:r>
                <a:rPr kumimoji="1" lang="en-US" altLang="zh-CN" sz="2800" b="1" i="1" baseline="-25000">
                  <a:solidFill>
                    <a:srgbClr val="007A77"/>
                  </a:solidFill>
                  <a:latin typeface="Times New Roman" panose="02020603050405020304" pitchFamily="18" charset="0"/>
                  <a:ea typeface="楷体_GB2312" pitchFamily="49" charset="-122"/>
                </a:rPr>
                <a:t>i</a:t>
              </a:r>
            </a:p>
          </p:txBody>
        </p:sp>
        <p:sp>
          <p:nvSpPr>
            <p:cNvPr id="706577" name="Line 17">
              <a:extLst>
                <a:ext uri="{FF2B5EF4-FFF2-40B4-BE49-F238E27FC236}">
                  <a16:creationId xmlns:a16="http://schemas.microsoft.com/office/drawing/2014/main" id="{59BFD271-0E59-55BA-0713-83E2CD6AB829}"/>
                </a:ext>
              </a:extLst>
            </p:cNvPr>
            <p:cNvSpPr>
              <a:spLocks noChangeShapeType="1"/>
            </p:cNvSpPr>
            <p:nvPr/>
          </p:nvSpPr>
          <p:spPr bwMode="auto">
            <a:xfrm>
              <a:off x="4468" y="300"/>
              <a:ext cx="0" cy="372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706578" name="Object 18">
              <a:extLst>
                <a:ext uri="{FF2B5EF4-FFF2-40B4-BE49-F238E27FC236}">
                  <a16:creationId xmlns:a16="http://schemas.microsoft.com/office/drawing/2014/main" id="{65D9D631-A405-1F69-F265-BBC2E40810FD}"/>
                </a:ext>
              </a:extLst>
            </p:cNvPr>
            <p:cNvGraphicFramePr>
              <a:graphicFrameLocks noChangeAspect="1"/>
            </p:cNvGraphicFramePr>
            <p:nvPr/>
          </p:nvGraphicFramePr>
          <p:xfrm>
            <a:off x="4513" y="346"/>
            <a:ext cx="1111" cy="559"/>
          </p:xfrm>
          <a:graphic>
            <a:graphicData uri="http://schemas.openxmlformats.org/presentationml/2006/ole">
              <mc:AlternateContent xmlns:mc="http://schemas.openxmlformats.org/markup-compatibility/2006">
                <mc:Choice xmlns:v="urn:schemas-microsoft-com:vml" Requires="v">
                  <p:oleObj name="公式" r:id="rId2" imgW="17843500" imgH="10528300" progId="Equation.3">
                    <p:embed/>
                  </p:oleObj>
                </mc:Choice>
                <mc:Fallback>
                  <p:oleObj name="公式" r:id="rId2" imgW="17843500" imgH="10528300" progId="Equation.3">
                    <p:embed/>
                    <p:pic>
                      <p:nvPicPr>
                        <p:cNvPr id="706578" name="Object 18">
                          <a:extLst>
                            <a:ext uri="{FF2B5EF4-FFF2-40B4-BE49-F238E27FC236}">
                              <a16:creationId xmlns:a16="http://schemas.microsoft.com/office/drawing/2014/main" id="{65D9D631-A405-1F69-F265-BBC2E40810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3" y="346"/>
                          <a:ext cx="1111" cy="5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706579" name="Text Box 19">
            <a:extLst>
              <a:ext uri="{FF2B5EF4-FFF2-40B4-BE49-F238E27FC236}">
                <a16:creationId xmlns:a16="http://schemas.microsoft.com/office/drawing/2014/main" id="{BA989E52-1EA9-0396-DA4A-E050FF1AB24D}"/>
              </a:ext>
            </a:extLst>
          </p:cNvPr>
          <p:cNvSpPr txBox="1">
            <a:spLocks noChangeArrowheads="1"/>
          </p:cNvSpPr>
          <p:nvPr/>
        </p:nvSpPr>
        <p:spPr bwMode="auto">
          <a:xfrm>
            <a:off x="1703389" y="1557339"/>
            <a:ext cx="719137"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lnSpc>
                <a:spcPct val="120000"/>
              </a:lnSpc>
              <a:spcBef>
                <a:spcPct val="0"/>
              </a:spcBef>
              <a:spcAft>
                <a:spcPct val="0"/>
              </a:spcAft>
            </a:pPr>
            <a:r>
              <a:rPr kumimoji="1" lang="en-US" altLang="zh-CN" sz="2400" b="1">
                <a:solidFill>
                  <a:srgbClr val="007A77"/>
                </a:solidFill>
                <a:latin typeface="Times New Roman" panose="02020603050405020304" pitchFamily="18" charset="0"/>
                <a:ea typeface="宋体" panose="02010600030101010101" pitchFamily="2" charset="-122"/>
              </a:rPr>
              <a:t>≤</a:t>
            </a:r>
            <a:r>
              <a:rPr kumimoji="1" lang="en-US" altLang="zh-CN" sz="2800" b="1">
                <a:solidFill>
                  <a:srgbClr val="007A77"/>
                </a:solidFill>
                <a:latin typeface="Times New Roman" panose="02020603050405020304" pitchFamily="18" charset="0"/>
                <a:ea typeface="楷体_GB2312" pitchFamily="49" charset="-122"/>
              </a:rPr>
              <a:t>1</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3</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4</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5</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6</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7</a:t>
            </a:r>
          </a:p>
          <a:p>
            <a:pPr algn="ctr" fontAlgn="base">
              <a:lnSpc>
                <a:spcPct val="120000"/>
              </a:lnSpc>
              <a:spcBef>
                <a:spcPct val="0"/>
              </a:spcBef>
              <a:spcAft>
                <a:spcPct val="0"/>
              </a:spcAft>
            </a:pPr>
            <a:r>
              <a:rPr kumimoji="1" lang="en-US" altLang="zh-CN" sz="2400" b="1">
                <a:solidFill>
                  <a:srgbClr val="007A77"/>
                </a:solidFill>
                <a:latin typeface="Times New Roman" panose="02020603050405020304" pitchFamily="18" charset="0"/>
                <a:ea typeface="宋体" panose="02010600030101010101" pitchFamily="2" charset="-122"/>
              </a:rPr>
              <a:t>≥</a:t>
            </a:r>
            <a:r>
              <a:rPr kumimoji="1" lang="en-US" altLang="zh-CN" sz="2800" b="1">
                <a:solidFill>
                  <a:srgbClr val="007A77"/>
                </a:solidFill>
                <a:latin typeface="Times New Roman" panose="02020603050405020304" pitchFamily="18" charset="0"/>
                <a:ea typeface="楷体_GB2312" pitchFamily="49" charset="-122"/>
              </a:rPr>
              <a:t>8</a:t>
            </a:r>
          </a:p>
        </p:txBody>
      </p:sp>
      <p:sp>
        <p:nvSpPr>
          <p:cNvPr id="706580" name="Line 20">
            <a:extLst>
              <a:ext uri="{FF2B5EF4-FFF2-40B4-BE49-F238E27FC236}">
                <a16:creationId xmlns:a16="http://schemas.microsoft.com/office/drawing/2014/main" id="{B90C1AD1-650A-C59C-2DCB-5706C7AA190B}"/>
              </a:ext>
            </a:extLst>
          </p:cNvPr>
          <p:cNvSpPr>
            <a:spLocks noChangeShapeType="1"/>
          </p:cNvSpPr>
          <p:nvPr/>
        </p:nvSpPr>
        <p:spPr bwMode="auto">
          <a:xfrm>
            <a:off x="1919288" y="5805488"/>
            <a:ext cx="8748712"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6581" name="Rectangle 21">
            <a:extLst>
              <a:ext uri="{FF2B5EF4-FFF2-40B4-BE49-F238E27FC236}">
                <a16:creationId xmlns:a16="http://schemas.microsoft.com/office/drawing/2014/main" id="{8ABC98A8-7017-70E0-F22C-023BBED5C641}"/>
              </a:ext>
            </a:extLst>
          </p:cNvPr>
          <p:cNvSpPr>
            <a:spLocks noChangeArrowheads="1"/>
          </p:cNvSpPr>
          <p:nvPr/>
        </p:nvSpPr>
        <p:spPr bwMode="auto">
          <a:xfrm>
            <a:off x="2495551" y="5734051"/>
            <a:ext cx="14398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n</a:t>
            </a:r>
            <a:r>
              <a:rPr kumimoji="1" lang="en-US" altLang="zh-CN" sz="2800" b="1">
                <a:solidFill>
                  <a:srgbClr val="007A77"/>
                </a:solidFill>
                <a:latin typeface="Times New Roman" panose="02020603050405020304" pitchFamily="18" charset="0"/>
                <a:ea typeface="楷体_GB2312" pitchFamily="49" charset="-122"/>
              </a:rPr>
              <a:t>=100</a:t>
            </a:r>
          </a:p>
        </p:txBody>
      </p:sp>
      <p:sp>
        <p:nvSpPr>
          <p:cNvPr id="706582" name="Text Box 22">
            <a:extLst>
              <a:ext uri="{FF2B5EF4-FFF2-40B4-BE49-F238E27FC236}">
                <a16:creationId xmlns:a16="http://schemas.microsoft.com/office/drawing/2014/main" id="{830697AD-0B6A-D199-2295-07166E50760A}"/>
              </a:ext>
            </a:extLst>
          </p:cNvPr>
          <p:cNvSpPr txBox="1">
            <a:spLocks noChangeArrowheads="1"/>
          </p:cNvSpPr>
          <p:nvPr/>
        </p:nvSpPr>
        <p:spPr bwMode="auto">
          <a:xfrm>
            <a:off x="2711450" y="1484314"/>
            <a:ext cx="719138"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7</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12</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18</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17</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20</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13</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6</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7</a:t>
            </a:r>
            <a:endParaRPr kumimoji="1" lang="en-US" altLang="zh-CN" sz="2400" b="1">
              <a:solidFill>
                <a:srgbClr val="007A77"/>
              </a:solidFill>
              <a:latin typeface="Times New Roman" panose="02020603050405020304" pitchFamily="18" charset="0"/>
              <a:ea typeface="宋体" panose="02010600030101010101" pitchFamily="2" charset="-122"/>
            </a:endParaRPr>
          </a:p>
        </p:txBody>
      </p:sp>
      <p:sp>
        <p:nvSpPr>
          <p:cNvPr id="706583" name="Rectangle 23">
            <a:extLst>
              <a:ext uri="{FF2B5EF4-FFF2-40B4-BE49-F238E27FC236}">
                <a16:creationId xmlns:a16="http://schemas.microsoft.com/office/drawing/2014/main" id="{DDB2920C-36E0-4FCD-A4E1-789D86108790}"/>
              </a:ext>
            </a:extLst>
          </p:cNvPr>
          <p:cNvSpPr>
            <a:spLocks noChangeArrowheads="1"/>
          </p:cNvSpPr>
          <p:nvPr/>
        </p:nvSpPr>
        <p:spPr bwMode="auto">
          <a:xfrm>
            <a:off x="9048751" y="5734051"/>
            <a:ext cx="14398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1.3099</a:t>
            </a:r>
          </a:p>
        </p:txBody>
      </p:sp>
      <p:sp>
        <p:nvSpPr>
          <p:cNvPr id="706584" name="Rectangle 24">
            <a:extLst>
              <a:ext uri="{FF2B5EF4-FFF2-40B4-BE49-F238E27FC236}">
                <a16:creationId xmlns:a16="http://schemas.microsoft.com/office/drawing/2014/main" id="{CD1DACA7-A6A3-2A79-5C87-A7C2C27CC7D7}"/>
              </a:ext>
            </a:extLst>
          </p:cNvPr>
          <p:cNvSpPr>
            <a:spLocks noChangeArrowheads="1"/>
          </p:cNvSpPr>
          <p:nvPr/>
        </p:nvSpPr>
        <p:spPr bwMode="auto">
          <a:xfrm>
            <a:off x="1774826" y="5734051"/>
            <a:ext cx="720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en-US" sz="2800" b="1">
                <a:solidFill>
                  <a:srgbClr val="007A77"/>
                </a:solidFill>
                <a:latin typeface="Times New Roman" panose="02020603050405020304" pitchFamily="18" charset="0"/>
                <a:ea typeface="楷体_GB2312" pitchFamily="49" charset="-122"/>
              </a:rPr>
              <a:t>∑</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706585" name="Text Box 25">
            <a:extLst>
              <a:ext uri="{FF2B5EF4-FFF2-40B4-BE49-F238E27FC236}">
                <a16:creationId xmlns:a16="http://schemas.microsoft.com/office/drawing/2014/main" id="{1258473D-81C1-1398-17DF-0F5BFA46845D}"/>
              </a:ext>
            </a:extLst>
          </p:cNvPr>
          <p:cNvSpPr txBox="1">
            <a:spLocks noChangeArrowheads="1"/>
          </p:cNvSpPr>
          <p:nvPr/>
        </p:nvSpPr>
        <p:spPr bwMode="auto">
          <a:xfrm>
            <a:off x="7175500" y="1484314"/>
            <a:ext cx="1150938"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-0.02</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-0.34</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0.18</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a:solidFill>
                  <a:srgbClr val="007A77"/>
                </a:solidFill>
                <a:latin typeface="Times New Roman" panose="02020603050405020304" pitchFamily="18" charset="0"/>
                <a:ea typeface="宋体" panose="02010600030101010101" pitchFamily="2" charset="-122"/>
              </a:rPr>
              <a:t>-2.29</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3.30</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0.95</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a:solidFill>
                  <a:srgbClr val="007A77"/>
                </a:solidFill>
                <a:latin typeface="Times New Roman" panose="02020603050405020304" pitchFamily="18" charset="0"/>
                <a:ea typeface="宋体" panose="02010600030101010101" pitchFamily="2" charset="-122"/>
              </a:rPr>
              <a:t>-1.46</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-0.32</a:t>
            </a:r>
          </a:p>
        </p:txBody>
      </p:sp>
      <p:sp>
        <p:nvSpPr>
          <p:cNvPr id="706586" name="Text Box 26">
            <a:extLst>
              <a:ext uri="{FF2B5EF4-FFF2-40B4-BE49-F238E27FC236}">
                <a16:creationId xmlns:a16="http://schemas.microsoft.com/office/drawing/2014/main" id="{A4E81ACA-88A4-7624-4ECA-F917D7AAD6B2}"/>
              </a:ext>
            </a:extLst>
          </p:cNvPr>
          <p:cNvSpPr txBox="1">
            <a:spLocks noChangeArrowheads="1"/>
          </p:cNvSpPr>
          <p:nvPr/>
        </p:nvSpPr>
        <p:spPr bwMode="auto">
          <a:xfrm>
            <a:off x="8688388" y="1412876"/>
            <a:ext cx="1657350"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0.00006</a:t>
            </a:r>
            <a:r>
              <a:rPr kumimoji="1" lang="en-US" altLang="zh-CN" sz="2800" b="1">
                <a:solidFill>
                  <a:srgbClr val="007A77"/>
                </a:solidFill>
                <a:latin typeface="Times New Roman" panose="02020603050405020304" pitchFamily="18" charset="0"/>
                <a:ea typeface="宋体" panose="02010600030101010101" pitchFamily="2" charset="-122"/>
              </a:rPr>
              <a:t> </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0.0094</a:t>
            </a:r>
            <a:r>
              <a:rPr kumimoji="1" lang="en-US" altLang="zh-CN" sz="2800" b="1">
                <a:solidFill>
                  <a:srgbClr val="007A77"/>
                </a:solidFill>
                <a:latin typeface="Times New Roman" panose="02020603050405020304" pitchFamily="18" charset="0"/>
                <a:ea typeface="宋体" panose="02010600030101010101" pitchFamily="2" charset="-122"/>
              </a:rPr>
              <a:t> </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0.0018</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0.2719</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0.6521</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0.0749</a:t>
            </a:r>
            <a:r>
              <a:rPr kumimoji="1" lang="en-US" altLang="zh-CN" sz="2800" b="1">
                <a:solidFill>
                  <a:srgbClr val="007A77"/>
                </a:solidFill>
                <a:latin typeface="Times New Roman" panose="02020603050405020304" pitchFamily="18" charset="0"/>
                <a:ea typeface="宋体" panose="02010600030101010101" pitchFamily="2" charset="-122"/>
              </a:rPr>
              <a:t> </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0.2857 </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0.0140</a:t>
            </a:r>
            <a:r>
              <a:rPr kumimoji="1" lang="en-US" altLang="zh-CN" sz="2800" b="1">
                <a:solidFill>
                  <a:srgbClr val="007A77"/>
                </a:solidFill>
                <a:latin typeface="Times New Roman" panose="02020603050405020304" pitchFamily="18" charset="0"/>
                <a:ea typeface="宋体" panose="02010600030101010101" pitchFamily="2" charset="-122"/>
              </a:rPr>
              <a:t> </a:t>
            </a:r>
          </a:p>
        </p:txBody>
      </p:sp>
      <p:sp>
        <p:nvSpPr>
          <p:cNvPr id="706587" name="Text Box 27">
            <a:extLst>
              <a:ext uri="{FF2B5EF4-FFF2-40B4-BE49-F238E27FC236}">
                <a16:creationId xmlns:a16="http://schemas.microsoft.com/office/drawing/2014/main" id="{6509ED40-381B-08EB-80AF-23AA996F6393}"/>
              </a:ext>
            </a:extLst>
          </p:cNvPr>
          <p:cNvSpPr txBox="1">
            <a:spLocks noChangeArrowheads="1"/>
          </p:cNvSpPr>
          <p:nvPr/>
        </p:nvSpPr>
        <p:spPr bwMode="auto">
          <a:xfrm>
            <a:off x="5591175" y="1484314"/>
            <a:ext cx="1150938"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7.02</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12.34</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17.82</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19</a:t>
            </a:r>
            <a:r>
              <a:rPr kumimoji="1" lang="en-US" altLang="zh-CN" sz="2800" b="1">
                <a:solidFill>
                  <a:srgbClr val="007A77"/>
                </a:solidFill>
                <a:latin typeface="Times New Roman" panose="02020603050405020304" pitchFamily="18" charset="0"/>
                <a:ea typeface="宋体" panose="02010600030101010101" pitchFamily="2" charset="-122"/>
              </a:rPr>
              <a:t>.29</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16.70</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12.05</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7</a:t>
            </a:r>
            <a:r>
              <a:rPr kumimoji="1" lang="en-US" altLang="zh-CN" sz="2800" b="1">
                <a:solidFill>
                  <a:srgbClr val="007A77"/>
                </a:solidFill>
                <a:latin typeface="Times New Roman" panose="02020603050405020304" pitchFamily="18" charset="0"/>
                <a:ea typeface="宋体" panose="02010600030101010101" pitchFamily="2" charset="-122"/>
              </a:rPr>
              <a:t>.46</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7.32</a:t>
            </a:r>
          </a:p>
        </p:txBody>
      </p:sp>
      <p:sp>
        <p:nvSpPr>
          <p:cNvPr id="706588" name="Text Box 28">
            <a:extLst>
              <a:ext uri="{FF2B5EF4-FFF2-40B4-BE49-F238E27FC236}">
                <a16:creationId xmlns:a16="http://schemas.microsoft.com/office/drawing/2014/main" id="{2DCD1247-02FF-48A4-5728-F9912382319B}"/>
              </a:ext>
            </a:extLst>
          </p:cNvPr>
          <p:cNvSpPr txBox="1">
            <a:spLocks noChangeArrowheads="1"/>
          </p:cNvSpPr>
          <p:nvPr/>
        </p:nvSpPr>
        <p:spPr bwMode="auto">
          <a:xfrm>
            <a:off x="3792538" y="1484314"/>
            <a:ext cx="1441450"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0.0702</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0.1234</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0.1782</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0.19</a:t>
            </a:r>
            <a:r>
              <a:rPr kumimoji="1" lang="en-US" altLang="zh-CN" sz="2800" b="1">
                <a:solidFill>
                  <a:srgbClr val="007A77"/>
                </a:solidFill>
                <a:latin typeface="Times New Roman" panose="02020603050405020304" pitchFamily="18" charset="0"/>
                <a:ea typeface="宋体" panose="02010600030101010101" pitchFamily="2" charset="-122"/>
              </a:rPr>
              <a:t>29</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0.1670</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0.1205</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0.07</a:t>
            </a:r>
            <a:r>
              <a:rPr kumimoji="1" lang="en-US" altLang="zh-CN" sz="2800" b="1">
                <a:solidFill>
                  <a:srgbClr val="007A77"/>
                </a:solidFill>
                <a:latin typeface="Times New Roman" panose="02020603050405020304" pitchFamily="18" charset="0"/>
                <a:ea typeface="宋体" panose="02010600030101010101" pitchFamily="2" charset="-122"/>
              </a:rPr>
              <a:t>46</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0.0732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06566"/>
                                        </p:tgtEl>
                                        <p:attrNameLst>
                                          <p:attrName>style.visibility</p:attrName>
                                        </p:attrNameLst>
                                      </p:cBhvr>
                                      <p:to>
                                        <p:strVal val="visible"/>
                                      </p:to>
                                    </p:set>
                                    <p:animEffect transition="in" filter="wipe(up)">
                                      <p:cBhvr>
                                        <p:cTn id="7" dur="1000"/>
                                        <p:tgtEl>
                                          <p:spTgt spid="7065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06579"/>
                                        </p:tgtEl>
                                        <p:attrNameLst>
                                          <p:attrName>style.visibility</p:attrName>
                                        </p:attrNameLst>
                                      </p:cBhvr>
                                      <p:to>
                                        <p:strVal val="visible"/>
                                      </p:to>
                                    </p:set>
                                    <p:animEffect transition="in" filter="wipe(up)">
                                      <p:cBhvr>
                                        <p:cTn id="12" dur="1000"/>
                                        <p:tgtEl>
                                          <p:spTgt spid="706579"/>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706580"/>
                                        </p:tgtEl>
                                        <p:attrNameLst>
                                          <p:attrName>style.visibility</p:attrName>
                                        </p:attrNameLst>
                                      </p:cBhvr>
                                      <p:to>
                                        <p:strVal val="visible"/>
                                      </p:to>
                                    </p:set>
                                    <p:animEffect transition="in" filter="wipe(left)">
                                      <p:cBhvr>
                                        <p:cTn id="16" dur="500"/>
                                        <p:tgtEl>
                                          <p:spTgt spid="706580"/>
                                        </p:tgtEl>
                                      </p:cBhvr>
                                    </p:animEffect>
                                  </p:childTnLst>
                                </p:cTn>
                              </p:par>
                            </p:childTnLst>
                          </p:cTn>
                        </p:par>
                        <p:par>
                          <p:cTn id="17" fill="hold" nodeType="afterGroup">
                            <p:stCondLst>
                              <p:cond delay="1500"/>
                            </p:stCondLst>
                            <p:childTnLst>
                              <p:par>
                                <p:cTn id="18" presetID="22" presetClass="entr" presetSubtype="1" fill="hold" nodeType="afterEffect">
                                  <p:stCondLst>
                                    <p:cond delay="0"/>
                                  </p:stCondLst>
                                  <p:childTnLst>
                                    <p:set>
                                      <p:cBhvr>
                                        <p:cTn id="19" dur="1" fill="hold">
                                          <p:stCondLst>
                                            <p:cond delay="0"/>
                                          </p:stCondLst>
                                        </p:cTn>
                                        <p:tgtEl>
                                          <p:spTgt spid="706584"/>
                                        </p:tgtEl>
                                        <p:attrNameLst>
                                          <p:attrName>style.visibility</p:attrName>
                                        </p:attrNameLst>
                                      </p:cBhvr>
                                      <p:to>
                                        <p:strVal val="visible"/>
                                      </p:to>
                                    </p:set>
                                    <p:animEffect transition="in" filter="wipe(up)">
                                      <p:cBhvr>
                                        <p:cTn id="20" dur="1000"/>
                                        <p:tgtEl>
                                          <p:spTgt spid="70658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706582"/>
                                        </p:tgtEl>
                                        <p:attrNameLst>
                                          <p:attrName>style.visibility</p:attrName>
                                        </p:attrNameLst>
                                      </p:cBhvr>
                                      <p:to>
                                        <p:strVal val="visible"/>
                                      </p:to>
                                    </p:set>
                                    <p:animEffect transition="in" filter="wipe(up)">
                                      <p:cBhvr>
                                        <p:cTn id="25" dur="1000"/>
                                        <p:tgtEl>
                                          <p:spTgt spid="706582"/>
                                        </p:tgtEl>
                                      </p:cBhvr>
                                    </p:animEffect>
                                  </p:childTnLst>
                                </p:cTn>
                              </p:par>
                            </p:childTnLst>
                          </p:cTn>
                        </p:par>
                        <p:par>
                          <p:cTn id="26" fill="hold" nodeType="afterGroup">
                            <p:stCondLst>
                              <p:cond delay="1000"/>
                            </p:stCondLst>
                            <p:childTnLst>
                              <p:par>
                                <p:cTn id="27" presetID="22" presetClass="entr" presetSubtype="1" fill="hold" nodeType="afterEffect">
                                  <p:stCondLst>
                                    <p:cond delay="0"/>
                                  </p:stCondLst>
                                  <p:childTnLst>
                                    <p:set>
                                      <p:cBhvr>
                                        <p:cTn id="28" dur="1" fill="hold">
                                          <p:stCondLst>
                                            <p:cond delay="0"/>
                                          </p:stCondLst>
                                        </p:cTn>
                                        <p:tgtEl>
                                          <p:spTgt spid="706581"/>
                                        </p:tgtEl>
                                        <p:attrNameLst>
                                          <p:attrName>style.visibility</p:attrName>
                                        </p:attrNameLst>
                                      </p:cBhvr>
                                      <p:to>
                                        <p:strVal val="visible"/>
                                      </p:to>
                                    </p:set>
                                    <p:animEffect transition="in" filter="wipe(up)">
                                      <p:cBhvr>
                                        <p:cTn id="29" dur="1000"/>
                                        <p:tgtEl>
                                          <p:spTgt spid="70658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706588">
                                            <p:txEl>
                                              <p:pRg st="0" end="0"/>
                                            </p:txEl>
                                          </p:spTgt>
                                        </p:tgtEl>
                                        <p:attrNameLst>
                                          <p:attrName>style.visibility</p:attrName>
                                        </p:attrNameLst>
                                      </p:cBhvr>
                                      <p:to>
                                        <p:strVal val="visible"/>
                                      </p:to>
                                    </p:set>
                                    <p:animEffect transition="in" filter="wipe(up)">
                                      <p:cBhvr>
                                        <p:cTn id="34" dur="1000"/>
                                        <p:tgtEl>
                                          <p:spTgt spid="706588">
                                            <p:txEl>
                                              <p:pRg st="0" end="0"/>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706588">
                                            <p:txEl>
                                              <p:pRg st="1" end="1"/>
                                            </p:txEl>
                                          </p:spTgt>
                                        </p:tgtEl>
                                        <p:attrNameLst>
                                          <p:attrName>style.visibility</p:attrName>
                                        </p:attrNameLst>
                                      </p:cBhvr>
                                      <p:to>
                                        <p:strVal val="visible"/>
                                      </p:to>
                                    </p:set>
                                    <p:animEffect transition="in" filter="wipe(up)">
                                      <p:cBhvr>
                                        <p:cTn id="39" dur="1000"/>
                                        <p:tgtEl>
                                          <p:spTgt spid="706588">
                                            <p:txEl>
                                              <p:pRg st="1" end="1"/>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nodeType="clickEffect">
                                  <p:stCondLst>
                                    <p:cond delay="0"/>
                                  </p:stCondLst>
                                  <p:childTnLst>
                                    <p:set>
                                      <p:cBhvr>
                                        <p:cTn id="43" dur="1" fill="hold">
                                          <p:stCondLst>
                                            <p:cond delay="0"/>
                                          </p:stCondLst>
                                        </p:cTn>
                                        <p:tgtEl>
                                          <p:spTgt spid="706588">
                                            <p:txEl>
                                              <p:pRg st="2" end="2"/>
                                            </p:txEl>
                                          </p:spTgt>
                                        </p:tgtEl>
                                        <p:attrNameLst>
                                          <p:attrName>style.visibility</p:attrName>
                                        </p:attrNameLst>
                                      </p:cBhvr>
                                      <p:to>
                                        <p:strVal val="visible"/>
                                      </p:to>
                                    </p:set>
                                    <p:animEffect transition="in" filter="wipe(up)">
                                      <p:cBhvr>
                                        <p:cTn id="44" dur="1000"/>
                                        <p:tgtEl>
                                          <p:spTgt spid="706588">
                                            <p:txEl>
                                              <p:pRg st="2" end="2"/>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706588">
                                            <p:txEl>
                                              <p:pRg st="3" end="3"/>
                                            </p:txEl>
                                          </p:spTgt>
                                        </p:tgtEl>
                                        <p:attrNameLst>
                                          <p:attrName>style.visibility</p:attrName>
                                        </p:attrNameLst>
                                      </p:cBhvr>
                                      <p:to>
                                        <p:strVal val="visible"/>
                                      </p:to>
                                    </p:set>
                                    <p:animEffect transition="in" filter="wipe(up)">
                                      <p:cBhvr>
                                        <p:cTn id="49" dur="1000"/>
                                        <p:tgtEl>
                                          <p:spTgt spid="706588">
                                            <p:txEl>
                                              <p:pRg st="3" end="3"/>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706588">
                                            <p:txEl>
                                              <p:pRg st="4" end="4"/>
                                            </p:txEl>
                                          </p:spTgt>
                                        </p:tgtEl>
                                        <p:attrNameLst>
                                          <p:attrName>style.visibility</p:attrName>
                                        </p:attrNameLst>
                                      </p:cBhvr>
                                      <p:to>
                                        <p:strVal val="visible"/>
                                      </p:to>
                                    </p:set>
                                    <p:animEffect transition="in" filter="wipe(up)">
                                      <p:cBhvr>
                                        <p:cTn id="54" dur="1000"/>
                                        <p:tgtEl>
                                          <p:spTgt spid="706588">
                                            <p:txEl>
                                              <p:pRg st="4" end="4"/>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nodeType="clickEffect">
                                  <p:stCondLst>
                                    <p:cond delay="0"/>
                                  </p:stCondLst>
                                  <p:childTnLst>
                                    <p:set>
                                      <p:cBhvr>
                                        <p:cTn id="58" dur="1" fill="hold">
                                          <p:stCondLst>
                                            <p:cond delay="0"/>
                                          </p:stCondLst>
                                        </p:cTn>
                                        <p:tgtEl>
                                          <p:spTgt spid="706588">
                                            <p:txEl>
                                              <p:pRg st="5" end="5"/>
                                            </p:txEl>
                                          </p:spTgt>
                                        </p:tgtEl>
                                        <p:attrNameLst>
                                          <p:attrName>style.visibility</p:attrName>
                                        </p:attrNameLst>
                                      </p:cBhvr>
                                      <p:to>
                                        <p:strVal val="visible"/>
                                      </p:to>
                                    </p:set>
                                    <p:animEffect transition="in" filter="wipe(up)">
                                      <p:cBhvr>
                                        <p:cTn id="59" dur="1000"/>
                                        <p:tgtEl>
                                          <p:spTgt spid="706588">
                                            <p:txEl>
                                              <p:pRg st="5" end="5"/>
                                            </p:txEl>
                                          </p:spTgt>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nodeType="clickEffect">
                                  <p:stCondLst>
                                    <p:cond delay="0"/>
                                  </p:stCondLst>
                                  <p:childTnLst>
                                    <p:set>
                                      <p:cBhvr>
                                        <p:cTn id="63" dur="1" fill="hold">
                                          <p:stCondLst>
                                            <p:cond delay="0"/>
                                          </p:stCondLst>
                                        </p:cTn>
                                        <p:tgtEl>
                                          <p:spTgt spid="706588">
                                            <p:txEl>
                                              <p:pRg st="6" end="6"/>
                                            </p:txEl>
                                          </p:spTgt>
                                        </p:tgtEl>
                                        <p:attrNameLst>
                                          <p:attrName>style.visibility</p:attrName>
                                        </p:attrNameLst>
                                      </p:cBhvr>
                                      <p:to>
                                        <p:strVal val="visible"/>
                                      </p:to>
                                    </p:set>
                                    <p:animEffect transition="in" filter="wipe(up)">
                                      <p:cBhvr>
                                        <p:cTn id="64" dur="1000"/>
                                        <p:tgtEl>
                                          <p:spTgt spid="706588">
                                            <p:txEl>
                                              <p:pRg st="6" end="6"/>
                                            </p:txEl>
                                          </p:spTgt>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nodeType="clickEffect">
                                  <p:stCondLst>
                                    <p:cond delay="0"/>
                                  </p:stCondLst>
                                  <p:childTnLst>
                                    <p:set>
                                      <p:cBhvr>
                                        <p:cTn id="68" dur="1" fill="hold">
                                          <p:stCondLst>
                                            <p:cond delay="0"/>
                                          </p:stCondLst>
                                        </p:cTn>
                                        <p:tgtEl>
                                          <p:spTgt spid="706588">
                                            <p:txEl>
                                              <p:pRg st="7" end="7"/>
                                            </p:txEl>
                                          </p:spTgt>
                                        </p:tgtEl>
                                        <p:attrNameLst>
                                          <p:attrName>style.visibility</p:attrName>
                                        </p:attrNameLst>
                                      </p:cBhvr>
                                      <p:to>
                                        <p:strVal val="visible"/>
                                      </p:to>
                                    </p:set>
                                    <p:animEffect transition="in" filter="wipe(up)">
                                      <p:cBhvr>
                                        <p:cTn id="69" dur="1000"/>
                                        <p:tgtEl>
                                          <p:spTgt spid="706588">
                                            <p:txEl>
                                              <p:pRg st="7" end="7"/>
                                            </p:txEl>
                                          </p:spTgt>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1" fill="hold" nodeType="clickEffect">
                                  <p:stCondLst>
                                    <p:cond delay="0"/>
                                  </p:stCondLst>
                                  <p:childTnLst>
                                    <p:set>
                                      <p:cBhvr>
                                        <p:cTn id="73" dur="1" fill="hold">
                                          <p:stCondLst>
                                            <p:cond delay="0"/>
                                          </p:stCondLst>
                                        </p:cTn>
                                        <p:tgtEl>
                                          <p:spTgt spid="706587"/>
                                        </p:tgtEl>
                                        <p:attrNameLst>
                                          <p:attrName>style.visibility</p:attrName>
                                        </p:attrNameLst>
                                      </p:cBhvr>
                                      <p:to>
                                        <p:strVal val="visible"/>
                                      </p:to>
                                    </p:set>
                                    <p:animEffect transition="in" filter="wipe(up)">
                                      <p:cBhvr>
                                        <p:cTn id="74" dur="1000"/>
                                        <p:tgtEl>
                                          <p:spTgt spid="706587"/>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1" fill="hold" nodeType="clickEffect">
                                  <p:stCondLst>
                                    <p:cond delay="0"/>
                                  </p:stCondLst>
                                  <p:childTnLst>
                                    <p:set>
                                      <p:cBhvr>
                                        <p:cTn id="78" dur="1" fill="hold">
                                          <p:stCondLst>
                                            <p:cond delay="0"/>
                                          </p:stCondLst>
                                        </p:cTn>
                                        <p:tgtEl>
                                          <p:spTgt spid="706585">
                                            <p:txEl>
                                              <p:pRg st="0" end="0"/>
                                            </p:txEl>
                                          </p:spTgt>
                                        </p:tgtEl>
                                        <p:attrNameLst>
                                          <p:attrName>style.visibility</p:attrName>
                                        </p:attrNameLst>
                                      </p:cBhvr>
                                      <p:to>
                                        <p:strVal val="visible"/>
                                      </p:to>
                                    </p:set>
                                    <p:animEffect transition="in" filter="wipe(up)">
                                      <p:cBhvr>
                                        <p:cTn id="79" dur="1000"/>
                                        <p:tgtEl>
                                          <p:spTgt spid="706585">
                                            <p:txEl>
                                              <p:pRg st="0" end="0"/>
                                            </p:txEl>
                                          </p:spTgt>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1" fill="hold" nodeType="clickEffect">
                                  <p:stCondLst>
                                    <p:cond delay="0"/>
                                  </p:stCondLst>
                                  <p:childTnLst>
                                    <p:set>
                                      <p:cBhvr>
                                        <p:cTn id="83" dur="1" fill="hold">
                                          <p:stCondLst>
                                            <p:cond delay="0"/>
                                          </p:stCondLst>
                                        </p:cTn>
                                        <p:tgtEl>
                                          <p:spTgt spid="706585">
                                            <p:txEl>
                                              <p:pRg st="1" end="1"/>
                                            </p:txEl>
                                          </p:spTgt>
                                        </p:tgtEl>
                                        <p:attrNameLst>
                                          <p:attrName>style.visibility</p:attrName>
                                        </p:attrNameLst>
                                      </p:cBhvr>
                                      <p:to>
                                        <p:strVal val="visible"/>
                                      </p:to>
                                    </p:set>
                                    <p:animEffect transition="in" filter="wipe(up)">
                                      <p:cBhvr>
                                        <p:cTn id="84" dur="1000"/>
                                        <p:tgtEl>
                                          <p:spTgt spid="706585">
                                            <p:txEl>
                                              <p:pRg st="1" end="1"/>
                                            </p:txEl>
                                          </p:spTgt>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1" fill="hold" nodeType="clickEffect">
                                  <p:stCondLst>
                                    <p:cond delay="0"/>
                                  </p:stCondLst>
                                  <p:childTnLst>
                                    <p:set>
                                      <p:cBhvr>
                                        <p:cTn id="88" dur="1" fill="hold">
                                          <p:stCondLst>
                                            <p:cond delay="0"/>
                                          </p:stCondLst>
                                        </p:cTn>
                                        <p:tgtEl>
                                          <p:spTgt spid="706585">
                                            <p:txEl>
                                              <p:pRg st="2" end="2"/>
                                            </p:txEl>
                                          </p:spTgt>
                                        </p:tgtEl>
                                        <p:attrNameLst>
                                          <p:attrName>style.visibility</p:attrName>
                                        </p:attrNameLst>
                                      </p:cBhvr>
                                      <p:to>
                                        <p:strVal val="visible"/>
                                      </p:to>
                                    </p:set>
                                    <p:animEffect transition="in" filter="wipe(up)">
                                      <p:cBhvr>
                                        <p:cTn id="89" dur="1000"/>
                                        <p:tgtEl>
                                          <p:spTgt spid="706585">
                                            <p:txEl>
                                              <p:pRg st="2" end="2"/>
                                            </p:txEl>
                                          </p:spTgt>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1" fill="hold" nodeType="clickEffect">
                                  <p:stCondLst>
                                    <p:cond delay="0"/>
                                  </p:stCondLst>
                                  <p:childTnLst>
                                    <p:set>
                                      <p:cBhvr>
                                        <p:cTn id="93" dur="1" fill="hold">
                                          <p:stCondLst>
                                            <p:cond delay="0"/>
                                          </p:stCondLst>
                                        </p:cTn>
                                        <p:tgtEl>
                                          <p:spTgt spid="706585">
                                            <p:txEl>
                                              <p:pRg st="3" end="3"/>
                                            </p:txEl>
                                          </p:spTgt>
                                        </p:tgtEl>
                                        <p:attrNameLst>
                                          <p:attrName>style.visibility</p:attrName>
                                        </p:attrNameLst>
                                      </p:cBhvr>
                                      <p:to>
                                        <p:strVal val="visible"/>
                                      </p:to>
                                    </p:set>
                                    <p:animEffect transition="in" filter="wipe(up)">
                                      <p:cBhvr>
                                        <p:cTn id="94" dur="1000"/>
                                        <p:tgtEl>
                                          <p:spTgt spid="706585">
                                            <p:txEl>
                                              <p:pRg st="3" end="3"/>
                                            </p:txEl>
                                          </p:spTgt>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1" fill="hold" nodeType="clickEffect">
                                  <p:stCondLst>
                                    <p:cond delay="0"/>
                                  </p:stCondLst>
                                  <p:childTnLst>
                                    <p:set>
                                      <p:cBhvr>
                                        <p:cTn id="98" dur="1" fill="hold">
                                          <p:stCondLst>
                                            <p:cond delay="0"/>
                                          </p:stCondLst>
                                        </p:cTn>
                                        <p:tgtEl>
                                          <p:spTgt spid="706585">
                                            <p:txEl>
                                              <p:pRg st="4" end="4"/>
                                            </p:txEl>
                                          </p:spTgt>
                                        </p:tgtEl>
                                        <p:attrNameLst>
                                          <p:attrName>style.visibility</p:attrName>
                                        </p:attrNameLst>
                                      </p:cBhvr>
                                      <p:to>
                                        <p:strVal val="visible"/>
                                      </p:to>
                                    </p:set>
                                    <p:animEffect transition="in" filter="wipe(up)">
                                      <p:cBhvr>
                                        <p:cTn id="99" dur="1000"/>
                                        <p:tgtEl>
                                          <p:spTgt spid="706585">
                                            <p:txEl>
                                              <p:pRg st="4" end="4"/>
                                            </p:txEl>
                                          </p:spTgt>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1" fill="hold" nodeType="clickEffect">
                                  <p:stCondLst>
                                    <p:cond delay="0"/>
                                  </p:stCondLst>
                                  <p:childTnLst>
                                    <p:set>
                                      <p:cBhvr>
                                        <p:cTn id="103" dur="1" fill="hold">
                                          <p:stCondLst>
                                            <p:cond delay="0"/>
                                          </p:stCondLst>
                                        </p:cTn>
                                        <p:tgtEl>
                                          <p:spTgt spid="706585">
                                            <p:txEl>
                                              <p:pRg st="5" end="5"/>
                                            </p:txEl>
                                          </p:spTgt>
                                        </p:tgtEl>
                                        <p:attrNameLst>
                                          <p:attrName>style.visibility</p:attrName>
                                        </p:attrNameLst>
                                      </p:cBhvr>
                                      <p:to>
                                        <p:strVal val="visible"/>
                                      </p:to>
                                    </p:set>
                                    <p:animEffect transition="in" filter="wipe(up)">
                                      <p:cBhvr>
                                        <p:cTn id="104" dur="1000"/>
                                        <p:tgtEl>
                                          <p:spTgt spid="706585">
                                            <p:txEl>
                                              <p:pRg st="5" end="5"/>
                                            </p:txEl>
                                          </p:spTgt>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1" fill="hold" nodeType="clickEffect">
                                  <p:stCondLst>
                                    <p:cond delay="0"/>
                                  </p:stCondLst>
                                  <p:childTnLst>
                                    <p:set>
                                      <p:cBhvr>
                                        <p:cTn id="108" dur="1" fill="hold">
                                          <p:stCondLst>
                                            <p:cond delay="0"/>
                                          </p:stCondLst>
                                        </p:cTn>
                                        <p:tgtEl>
                                          <p:spTgt spid="706585">
                                            <p:txEl>
                                              <p:pRg st="6" end="6"/>
                                            </p:txEl>
                                          </p:spTgt>
                                        </p:tgtEl>
                                        <p:attrNameLst>
                                          <p:attrName>style.visibility</p:attrName>
                                        </p:attrNameLst>
                                      </p:cBhvr>
                                      <p:to>
                                        <p:strVal val="visible"/>
                                      </p:to>
                                    </p:set>
                                    <p:animEffect transition="in" filter="wipe(up)">
                                      <p:cBhvr>
                                        <p:cTn id="109" dur="1000"/>
                                        <p:tgtEl>
                                          <p:spTgt spid="706585">
                                            <p:txEl>
                                              <p:pRg st="6" end="6"/>
                                            </p:txEl>
                                          </p:spTgt>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1" fill="hold" nodeType="clickEffect">
                                  <p:stCondLst>
                                    <p:cond delay="0"/>
                                  </p:stCondLst>
                                  <p:childTnLst>
                                    <p:set>
                                      <p:cBhvr>
                                        <p:cTn id="113" dur="1" fill="hold">
                                          <p:stCondLst>
                                            <p:cond delay="0"/>
                                          </p:stCondLst>
                                        </p:cTn>
                                        <p:tgtEl>
                                          <p:spTgt spid="706585">
                                            <p:txEl>
                                              <p:pRg st="7" end="7"/>
                                            </p:txEl>
                                          </p:spTgt>
                                        </p:tgtEl>
                                        <p:attrNameLst>
                                          <p:attrName>style.visibility</p:attrName>
                                        </p:attrNameLst>
                                      </p:cBhvr>
                                      <p:to>
                                        <p:strVal val="visible"/>
                                      </p:to>
                                    </p:set>
                                    <p:animEffect transition="in" filter="wipe(up)">
                                      <p:cBhvr>
                                        <p:cTn id="114" dur="1000"/>
                                        <p:tgtEl>
                                          <p:spTgt spid="706585">
                                            <p:txEl>
                                              <p:pRg st="7" end="7"/>
                                            </p:txEl>
                                          </p:spTgt>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1" fill="hold" nodeType="clickEffect">
                                  <p:stCondLst>
                                    <p:cond delay="0"/>
                                  </p:stCondLst>
                                  <p:childTnLst>
                                    <p:set>
                                      <p:cBhvr>
                                        <p:cTn id="118" dur="1" fill="hold">
                                          <p:stCondLst>
                                            <p:cond delay="0"/>
                                          </p:stCondLst>
                                        </p:cTn>
                                        <p:tgtEl>
                                          <p:spTgt spid="706586">
                                            <p:txEl>
                                              <p:pRg st="0" end="0"/>
                                            </p:txEl>
                                          </p:spTgt>
                                        </p:tgtEl>
                                        <p:attrNameLst>
                                          <p:attrName>style.visibility</p:attrName>
                                        </p:attrNameLst>
                                      </p:cBhvr>
                                      <p:to>
                                        <p:strVal val="visible"/>
                                      </p:to>
                                    </p:set>
                                    <p:animEffect transition="in" filter="wipe(up)">
                                      <p:cBhvr>
                                        <p:cTn id="119" dur="1000"/>
                                        <p:tgtEl>
                                          <p:spTgt spid="706586">
                                            <p:txEl>
                                              <p:pRg st="0" end="0"/>
                                            </p:txEl>
                                          </p:spTgt>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1" fill="hold" nodeType="clickEffect">
                                  <p:stCondLst>
                                    <p:cond delay="0"/>
                                  </p:stCondLst>
                                  <p:childTnLst>
                                    <p:set>
                                      <p:cBhvr>
                                        <p:cTn id="123" dur="1" fill="hold">
                                          <p:stCondLst>
                                            <p:cond delay="0"/>
                                          </p:stCondLst>
                                        </p:cTn>
                                        <p:tgtEl>
                                          <p:spTgt spid="706586">
                                            <p:txEl>
                                              <p:pRg st="1" end="1"/>
                                            </p:txEl>
                                          </p:spTgt>
                                        </p:tgtEl>
                                        <p:attrNameLst>
                                          <p:attrName>style.visibility</p:attrName>
                                        </p:attrNameLst>
                                      </p:cBhvr>
                                      <p:to>
                                        <p:strVal val="visible"/>
                                      </p:to>
                                    </p:set>
                                    <p:animEffect transition="in" filter="wipe(up)">
                                      <p:cBhvr>
                                        <p:cTn id="124" dur="1000"/>
                                        <p:tgtEl>
                                          <p:spTgt spid="706586">
                                            <p:txEl>
                                              <p:pRg st="1" end="1"/>
                                            </p:txEl>
                                          </p:spTgt>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1" fill="hold" nodeType="clickEffect">
                                  <p:stCondLst>
                                    <p:cond delay="0"/>
                                  </p:stCondLst>
                                  <p:childTnLst>
                                    <p:set>
                                      <p:cBhvr>
                                        <p:cTn id="128" dur="1" fill="hold">
                                          <p:stCondLst>
                                            <p:cond delay="0"/>
                                          </p:stCondLst>
                                        </p:cTn>
                                        <p:tgtEl>
                                          <p:spTgt spid="706586">
                                            <p:txEl>
                                              <p:pRg st="2" end="2"/>
                                            </p:txEl>
                                          </p:spTgt>
                                        </p:tgtEl>
                                        <p:attrNameLst>
                                          <p:attrName>style.visibility</p:attrName>
                                        </p:attrNameLst>
                                      </p:cBhvr>
                                      <p:to>
                                        <p:strVal val="visible"/>
                                      </p:to>
                                    </p:set>
                                    <p:animEffect transition="in" filter="wipe(up)">
                                      <p:cBhvr>
                                        <p:cTn id="129" dur="500"/>
                                        <p:tgtEl>
                                          <p:spTgt spid="706586">
                                            <p:txEl>
                                              <p:pRg st="2" end="2"/>
                                            </p:txEl>
                                          </p:spTgt>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1" fill="hold" nodeType="clickEffect">
                                  <p:stCondLst>
                                    <p:cond delay="0"/>
                                  </p:stCondLst>
                                  <p:childTnLst>
                                    <p:set>
                                      <p:cBhvr>
                                        <p:cTn id="133" dur="1" fill="hold">
                                          <p:stCondLst>
                                            <p:cond delay="0"/>
                                          </p:stCondLst>
                                        </p:cTn>
                                        <p:tgtEl>
                                          <p:spTgt spid="706586">
                                            <p:txEl>
                                              <p:pRg st="3" end="3"/>
                                            </p:txEl>
                                          </p:spTgt>
                                        </p:tgtEl>
                                        <p:attrNameLst>
                                          <p:attrName>style.visibility</p:attrName>
                                        </p:attrNameLst>
                                      </p:cBhvr>
                                      <p:to>
                                        <p:strVal val="visible"/>
                                      </p:to>
                                    </p:set>
                                    <p:animEffect transition="in" filter="wipe(up)">
                                      <p:cBhvr>
                                        <p:cTn id="134" dur="1000"/>
                                        <p:tgtEl>
                                          <p:spTgt spid="706586">
                                            <p:txEl>
                                              <p:pRg st="3" end="3"/>
                                            </p:txEl>
                                          </p:spTgt>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1" fill="hold" nodeType="clickEffect">
                                  <p:stCondLst>
                                    <p:cond delay="0"/>
                                  </p:stCondLst>
                                  <p:childTnLst>
                                    <p:set>
                                      <p:cBhvr>
                                        <p:cTn id="138" dur="1" fill="hold">
                                          <p:stCondLst>
                                            <p:cond delay="0"/>
                                          </p:stCondLst>
                                        </p:cTn>
                                        <p:tgtEl>
                                          <p:spTgt spid="706586">
                                            <p:txEl>
                                              <p:pRg st="4" end="4"/>
                                            </p:txEl>
                                          </p:spTgt>
                                        </p:tgtEl>
                                        <p:attrNameLst>
                                          <p:attrName>style.visibility</p:attrName>
                                        </p:attrNameLst>
                                      </p:cBhvr>
                                      <p:to>
                                        <p:strVal val="visible"/>
                                      </p:to>
                                    </p:set>
                                    <p:animEffect transition="in" filter="wipe(up)">
                                      <p:cBhvr>
                                        <p:cTn id="139" dur="1000"/>
                                        <p:tgtEl>
                                          <p:spTgt spid="706586">
                                            <p:txEl>
                                              <p:pRg st="4" end="4"/>
                                            </p:txEl>
                                          </p:spTgt>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2" presetClass="entr" presetSubtype="1" fill="hold" nodeType="clickEffect">
                                  <p:stCondLst>
                                    <p:cond delay="0"/>
                                  </p:stCondLst>
                                  <p:childTnLst>
                                    <p:set>
                                      <p:cBhvr>
                                        <p:cTn id="143" dur="1" fill="hold">
                                          <p:stCondLst>
                                            <p:cond delay="0"/>
                                          </p:stCondLst>
                                        </p:cTn>
                                        <p:tgtEl>
                                          <p:spTgt spid="706586">
                                            <p:txEl>
                                              <p:pRg st="5" end="5"/>
                                            </p:txEl>
                                          </p:spTgt>
                                        </p:tgtEl>
                                        <p:attrNameLst>
                                          <p:attrName>style.visibility</p:attrName>
                                        </p:attrNameLst>
                                      </p:cBhvr>
                                      <p:to>
                                        <p:strVal val="visible"/>
                                      </p:to>
                                    </p:set>
                                    <p:animEffect transition="in" filter="wipe(up)">
                                      <p:cBhvr>
                                        <p:cTn id="144" dur="1000"/>
                                        <p:tgtEl>
                                          <p:spTgt spid="706586">
                                            <p:txEl>
                                              <p:pRg st="5" end="5"/>
                                            </p:txEl>
                                          </p:spTgt>
                                        </p:tgtEl>
                                      </p:cBhvr>
                                    </p:animEffec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2" presetClass="entr" presetSubtype="1" fill="hold" nodeType="clickEffect">
                                  <p:stCondLst>
                                    <p:cond delay="0"/>
                                  </p:stCondLst>
                                  <p:childTnLst>
                                    <p:set>
                                      <p:cBhvr>
                                        <p:cTn id="148" dur="1" fill="hold">
                                          <p:stCondLst>
                                            <p:cond delay="0"/>
                                          </p:stCondLst>
                                        </p:cTn>
                                        <p:tgtEl>
                                          <p:spTgt spid="706586">
                                            <p:txEl>
                                              <p:pRg st="6" end="6"/>
                                            </p:txEl>
                                          </p:spTgt>
                                        </p:tgtEl>
                                        <p:attrNameLst>
                                          <p:attrName>style.visibility</p:attrName>
                                        </p:attrNameLst>
                                      </p:cBhvr>
                                      <p:to>
                                        <p:strVal val="visible"/>
                                      </p:to>
                                    </p:set>
                                    <p:animEffect transition="in" filter="wipe(up)">
                                      <p:cBhvr>
                                        <p:cTn id="149" dur="1000"/>
                                        <p:tgtEl>
                                          <p:spTgt spid="706586">
                                            <p:txEl>
                                              <p:pRg st="6" end="6"/>
                                            </p:txEl>
                                          </p:spTgt>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2" presetClass="entr" presetSubtype="1" fill="hold" nodeType="clickEffect">
                                  <p:stCondLst>
                                    <p:cond delay="0"/>
                                  </p:stCondLst>
                                  <p:childTnLst>
                                    <p:set>
                                      <p:cBhvr>
                                        <p:cTn id="153" dur="1" fill="hold">
                                          <p:stCondLst>
                                            <p:cond delay="0"/>
                                          </p:stCondLst>
                                        </p:cTn>
                                        <p:tgtEl>
                                          <p:spTgt spid="706586">
                                            <p:txEl>
                                              <p:pRg st="7" end="7"/>
                                            </p:txEl>
                                          </p:spTgt>
                                        </p:tgtEl>
                                        <p:attrNameLst>
                                          <p:attrName>style.visibility</p:attrName>
                                        </p:attrNameLst>
                                      </p:cBhvr>
                                      <p:to>
                                        <p:strVal val="visible"/>
                                      </p:to>
                                    </p:set>
                                    <p:animEffect transition="in" filter="wipe(up)">
                                      <p:cBhvr>
                                        <p:cTn id="154" dur="1000"/>
                                        <p:tgtEl>
                                          <p:spTgt spid="706586">
                                            <p:txEl>
                                              <p:pRg st="7" end="7"/>
                                            </p:txEl>
                                          </p:spTgt>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22" presetClass="entr" presetSubtype="1" fill="hold" nodeType="clickEffect">
                                  <p:stCondLst>
                                    <p:cond delay="0"/>
                                  </p:stCondLst>
                                  <p:childTnLst>
                                    <p:set>
                                      <p:cBhvr>
                                        <p:cTn id="158" dur="1" fill="hold">
                                          <p:stCondLst>
                                            <p:cond delay="0"/>
                                          </p:stCondLst>
                                        </p:cTn>
                                        <p:tgtEl>
                                          <p:spTgt spid="706583"/>
                                        </p:tgtEl>
                                        <p:attrNameLst>
                                          <p:attrName>style.visibility</p:attrName>
                                        </p:attrNameLst>
                                      </p:cBhvr>
                                      <p:to>
                                        <p:strVal val="visible"/>
                                      </p:to>
                                    </p:set>
                                    <p:animEffect transition="in" filter="wipe(up)">
                                      <p:cBhvr>
                                        <p:cTn id="159" dur="1000"/>
                                        <p:tgtEl>
                                          <p:spTgt spid="706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79" grpId="0"/>
      <p:bldP spid="706581" grpId="0"/>
      <p:bldP spid="706582" grpId="0"/>
      <p:bldP spid="706583" grpId="0"/>
      <p:bldP spid="706584" grpId="0"/>
      <p:bldP spid="70658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a:extLst>
              <a:ext uri="{FF2B5EF4-FFF2-40B4-BE49-F238E27FC236}">
                <a16:creationId xmlns:a16="http://schemas.microsoft.com/office/drawing/2014/main" id="{519BE9AD-11EE-FDB3-9687-C9BA8EA19CCE}"/>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7587" name="Rectangle 3">
            <a:extLst>
              <a:ext uri="{FF2B5EF4-FFF2-40B4-BE49-F238E27FC236}">
                <a16:creationId xmlns:a16="http://schemas.microsoft.com/office/drawing/2014/main" id="{273142B2-A7CA-2EE5-3697-D7298D6DF289}"/>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7588" name="Rectangle 4">
            <a:extLst>
              <a:ext uri="{FF2B5EF4-FFF2-40B4-BE49-F238E27FC236}">
                <a16:creationId xmlns:a16="http://schemas.microsoft.com/office/drawing/2014/main" id="{7780630B-3571-D952-4012-2C0265475F72}"/>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7589" name="Rectangle 5">
            <a:extLst>
              <a:ext uri="{FF2B5EF4-FFF2-40B4-BE49-F238E27FC236}">
                <a16:creationId xmlns:a16="http://schemas.microsoft.com/office/drawing/2014/main" id="{ABA5A06D-1366-7D51-880E-00B1A3175400}"/>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707590" name="Object 6">
            <a:extLst>
              <a:ext uri="{FF2B5EF4-FFF2-40B4-BE49-F238E27FC236}">
                <a16:creationId xmlns:a16="http://schemas.microsoft.com/office/drawing/2014/main" id="{C638BC3D-1C91-E0B0-1FB8-8928E26C783B}"/>
              </a:ext>
            </a:extLst>
          </p:cNvPr>
          <p:cNvGraphicFramePr>
            <a:graphicFrameLocks noChangeAspect="1"/>
          </p:cNvGraphicFramePr>
          <p:nvPr/>
        </p:nvGraphicFramePr>
        <p:xfrm>
          <a:off x="1847851" y="188914"/>
          <a:ext cx="2200275" cy="503237"/>
        </p:xfrm>
        <a:graphic>
          <a:graphicData uri="http://schemas.openxmlformats.org/presentationml/2006/ole">
            <mc:AlternateContent xmlns:mc="http://schemas.openxmlformats.org/markup-compatibility/2006">
              <mc:Choice xmlns:v="urn:schemas-microsoft-com:vml" Requires="v">
                <p:oleObj name="公式" r:id="rId2" imgW="20485100" imgH="4686300" progId="Equation.3">
                  <p:embed/>
                </p:oleObj>
              </mc:Choice>
              <mc:Fallback>
                <p:oleObj name="公式" r:id="rId2" imgW="20485100" imgH="4686300" progId="Equation.3">
                  <p:embed/>
                  <p:pic>
                    <p:nvPicPr>
                      <p:cNvPr id="707590" name="Object 6">
                        <a:extLst>
                          <a:ext uri="{FF2B5EF4-FFF2-40B4-BE49-F238E27FC236}">
                            <a16:creationId xmlns:a16="http://schemas.microsoft.com/office/drawing/2014/main" id="{C638BC3D-1C91-E0B0-1FB8-8928E26C78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88914"/>
                        <a:ext cx="2200275"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7591" name="Object 7">
            <a:extLst>
              <a:ext uri="{FF2B5EF4-FFF2-40B4-BE49-F238E27FC236}">
                <a16:creationId xmlns:a16="http://schemas.microsoft.com/office/drawing/2014/main" id="{E76494A5-DDDA-C276-B434-2A6AD8B988C6}"/>
              </a:ext>
            </a:extLst>
          </p:cNvPr>
          <p:cNvGraphicFramePr>
            <a:graphicFrameLocks noChangeAspect="1"/>
          </p:cNvGraphicFramePr>
          <p:nvPr/>
        </p:nvGraphicFramePr>
        <p:xfrm>
          <a:off x="1847851" y="909639"/>
          <a:ext cx="3311525" cy="542925"/>
        </p:xfrm>
        <a:graphic>
          <a:graphicData uri="http://schemas.openxmlformats.org/presentationml/2006/ole">
            <mc:AlternateContent xmlns:mc="http://schemas.openxmlformats.org/markup-compatibility/2006">
              <mc:Choice xmlns:v="urn:schemas-microsoft-com:vml" Requires="v">
                <p:oleObj name="公式" r:id="rId4" imgW="33934400" imgH="5562600" progId="Equation.3">
                  <p:embed/>
                </p:oleObj>
              </mc:Choice>
              <mc:Fallback>
                <p:oleObj name="公式" r:id="rId4" imgW="33934400" imgH="5562600" progId="Equation.3">
                  <p:embed/>
                  <p:pic>
                    <p:nvPicPr>
                      <p:cNvPr id="707591" name="Object 7">
                        <a:extLst>
                          <a:ext uri="{FF2B5EF4-FFF2-40B4-BE49-F238E27FC236}">
                            <a16:creationId xmlns:a16="http://schemas.microsoft.com/office/drawing/2014/main" id="{E76494A5-DDDA-C276-B434-2A6AD8B988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7851" y="909639"/>
                        <a:ext cx="3311525"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7592" name="Object 8">
            <a:extLst>
              <a:ext uri="{FF2B5EF4-FFF2-40B4-BE49-F238E27FC236}">
                <a16:creationId xmlns:a16="http://schemas.microsoft.com/office/drawing/2014/main" id="{7BE38E5A-B5D0-604F-6C10-FAF5D7E4016C}"/>
              </a:ext>
            </a:extLst>
          </p:cNvPr>
          <p:cNvGraphicFramePr>
            <a:graphicFrameLocks noChangeAspect="1"/>
          </p:cNvGraphicFramePr>
          <p:nvPr/>
        </p:nvGraphicFramePr>
        <p:xfrm>
          <a:off x="4224339" y="188913"/>
          <a:ext cx="1584325" cy="508000"/>
        </p:xfrm>
        <a:graphic>
          <a:graphicData uri="http://schemas.openxmlformats.org/presentationml/2006/ole">
            <mc:AlternateContent xmlns:mc="http://schemas.openxmlformats.org/markup-compatibility/2006">
              <mc:Choice xmlns:v="urn:schemas-microsoft-com:vml" Requires="v">
                <p:oleObj name="公式" r:id="rId6" imgW="14338300" imgH="4686300" progId="Equation.3">
                  <p:embed/>
                </p:oleObj>
              </mc:Choice>
              <mc:Fallback>
                <p:oleObj name="公式" r:id="rId6" imgW="14338300" imgH="4686300" progId="Equation.3">
                  <p:embed/>
                  <p:pic>
                    <p:nvPicPr>
                      <p:cNvPr id="707592" name="Object 8">
                        <a:extLst>
                          <a:ext uri="{FF2B5EF4-FFF2-40B4-BE49-F238E27FC236}">
                            <a16:creationId xmlns:a16="http://schemas.microsoft.com/office/drawing/2014/main" id="{7BE38E5A-B5D0-604F-6C10-FAF5D7E4016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24339" y="188913"/>
                        <a:ext cx="1584325"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7593" name="Object 9">
            <a:extLst>
              <a:ext uri="{FF2B5EF4-FFF2-40B4-BE49-F238E27FC236}">
                <a16:creationId xmlns:a16="http://schemas.microsoft.com/office/drawing/2014/main" id="{A14AF813-464B-CB22-76E3-DE18F515D787}"/>
              </a:ext>
            </a:extLst>
          </p:cNvPr>
          <p:cNvGraphicFramePr>
            <a:graphicFrameLocks noChangeAspect="1"/>
          </p:cNvGraphicFramePr>
          <p:nvPr/>
        </p:nvGraphicFramePr>
        <p:xfrm>
          <a:off x="5232400" y="981075"/>
          <a:ext cx="1296988" cy="395288"/>
        </p:xfrm>
        <a:graphic>
          <a:graphicData uri="http://schemas.openxmlformats.org/presentationml/2006/ole">
            <mc:AlternateContent xmlns:mc="http://schemas.openxmlformats.org/markup-compatibility/2006">
              <mc:Choice xmlns:v="urn:schemas-microsoft-com:vml" Requires="v">
                <p:oleObj name="公式" r:id="rId8" imgW="13462000" imgH="4102100" progId="Equation.3">
                  <p:embed/>
                </p:oleObj>
              </mc:Choice>
              <mc:Fallback>
                <p:oleObj name="公式" r:id="rId8" imgW="13462000" imgH="4102100" progId="Equation.3">
                  <p:embed/>
                  <p:pic>
                    <p:nvPicPr>
                      <p:cNvPr id="707593" name="Object 9">
                        <a:extLst>
                          <a:ext uri="{FF2B5EF4-FFF2-40B4-BE49-F238E27FC236}">
                            <a16:creationId xmlns:a16="http://schemas.microsoft.com/office/drawing/2014/main" id="{A14AF813-464B-CB22-76E3-DE18F515D78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32400" y="981075"/>
                        <a:ext cx="1296988" cy="395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7594" name="Object 10">
            <a:extLst>
              <a:ext uri="{FF2B5EF4-FFF2-40B4-BE49-F238E27FC236}">
                <a16:creationId xmlns:a16="http://schemas.microsoft.com/office/drawing/2014/main" id="{8D89ED72-2BE7-676C-AF38-9A65EF3BBE3B}"/>
              </a:ext>
            </a:extLst>
          </p:cNvPr>
          <p:cNvGraphicFramePr>
            <a:graphicFrameLocks noChangeAspect="1"/>
          </p:cNvGraphicFramePr>
          <p:nvPr/>
        </p:nvGraphicFramePr>
        <p:xfrm>
          <a:off x="1919288" y="1700213"/>
          <a:ext cx="2735262" cy="512762"/>
        </p:xfrm>
        <a:graphic>
          <a:graphicData uri="http://schemas.openxmlformats.org/presentationml/2006/ole">
            <mc:AlternateContent xmlns:mc="http://schemas.openxmlformats.org/markup-compatibility/2006">
              <mc:Choice xmlns:v="urn:schemas-microsoft-com:vml" Requires="v">
                <p:oleObj name="公式" r:id="rId10" imgW="28092400" imgH="5270500" progId="Equation.3">
                  <p:embed/>
                </p:oleObj>
              </mc:Choice>
              <mc:Fallback>
                <p:oleObj name="公式" r:id="rId10" imgW="28092400" imgH="5270500" progId="Equation.3">
                  <p:embed/>
                  <p:pic>
                    <p:nvPicPr>
                      <p:cNvPr id="707594" name="Object 10">
                        <a:extLst>
                          <a:ext uri="{FF2B5EF4-FFF2-40B4-BE49-F238E27FC236}">
                            <a16:creationId xmlns:a16="http://schemas.microsoft.com/office/drawing/2014/main" id="{8D89ED72-2BE7-676C-AF38-9A65EF3BBE3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19288" y="1700213"/>
                        <a:ext cx="2735262" cy="512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7595" name="Object 11">
            <a:extLst>
              <a:ext uri="{FF2B5EF4-FFF2-40B4-BE49-F238E27FC236}">
                <a16:creationId xmlns:a16="http://schemas.microsoft.com/office/drawing/2014/main" id="{F07F8380-A2DD-A085-EA75-B8BC9B3402C4}"/>
              </a:ext>
            </a:extLst>
          </p:cNvPr>
          <p:cNvGraphicFramePr>
            <a:graphicFrameLocks noChangeAspect="1"/>
          </p:cNvGraphicFramePr>
          <p:nvPr/>
        </p:nvGraphicFramePr>
        <p:xfrm>
          <a:off x="1847850" y="2565401"/>
          <a:ext cx="1944688" cy="555625"/>
        </p:xfrm>
        <a:graphic>
          <a:graphicData uri="http://schemas.openxmlformats.org/presentationml/2006/ole">
            <mc:AlternateContent xmlns:mc="http://schemas.openxmlformats.org/markup-compatibility/2006">
              <mc:Choice xmlns:v="urn:schemas-microsoft-com:vml" Requires="v">
                <p:oleObj name="公式" r:id="rId12" imgW="18427700" imgH="5270500" progId="Equation.3">
                  <p:embed/>
                </p:oleObj>
              </mc:Choice>
              <mc:Fallback>
                <p:oleObj name="公式" r:id="rId12" imgW="18427700" imgH="5270500" progId="Equation.3">
                  <p:embed/>
                  <p:pic>
                    <p:nvPicPr>
                      <p:cNvPr id="707595" name="Object 11">
                        <a:extLst>
                          <a:ext uri="{FF2B5EF4-FFF2-40B4-BE49-F238E27FC236}">
                            <a16:creationId xmlns:a16="http://schemas.microsoft.com/office/drawing/2014/main" id="{F07F8380-A2DD-A085-EA75-B8BC9B3402C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47850" y="2565401"/>
                        <a:ext cx="1944688" cy="55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7596" name="Object 12">
            <a:extLst>
              <a:ext uri="{FF2B5EF4-FFF2-40B4-BE49-F238E27FC236}">
                <a16:creationId xmlns:a16="http://schemas.microsoft.com/office/drawing/2014/main" id="{F6BED014-50E5-D5A5-692F-788888475F03}"/>
              </a:ext>
            </a:extLst>
          </p:cNvPr>
          <p:cNvGraphicFramePr>
            <a:graphicFrameLocks noChangeAspect="1"/>
          </p:cNvGraphicFramePr>
          <p:nvPr/>
        </p:nvGraphicFramePr>
        <p:xfrm>
          <a:off x="2927351" y="3429000"/>
          <a:ext cx="1101725" cy="471488"/>
        </p:xfrm>
        <a:graphic>
          <a:graphicData uri="http://schemas.openxmlformats.org/presentationml/2006/ole">
            <mc:AlternateContent xmlns:mc="http://schemas.openxmlformats.org/markup-compatibility/2006">
              <mc:Choice xmlns:v="urn:schemas-microsoft-com:vml" Requires="v">
                <p:oleObj name="公式" r:id="rId14" imgW="12293600" imgH="5270500" progId="Equation.3">
                  <p:embed/>
                </p:oleObj>
              </mc:Choice>
              <mc:Fallback>
                <p:oleObj name="公式" r:id="rId14" imgW="12293600" imgH="5270500" progId="Equation.3">
                  <p:embed/>
                  <p:pic>
                    <p:nvPicPr>
                      <p:cNvPr id="707596" name="Object 12">
                        <a:extLst>
                          <a:ext uri="{FF2B5EF4-FFF2-40B4-BE49-F238E27FC236}">
                            <a16:creationId xmlns:a16="http://schemas.microsoft.com/office/drawing/2014/main" id="{F6BED014-50E5-D5A5-692F-788888475F0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27351" y="3429000"/>
                        <a:ext cx="1101725"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7597" name="Rectangle 13">
            <a:extLst>
              <a:ext uri="{FF2B5EF4-FFF2-40B4-BE49-F238E27FC236}">
                <a16:creationId xmlns:a16="http://schemas.microsoft.com/office/drawing/2014/main" id="{D76AB1B8-5F76-ECCE-6555-038913DF9515}"/>
              </a:ext>
            </a:extLst>
          </p:cNvPr>
          <p:cNvSpPr>
            <a:spLocks noChangeArrowheads="1"/>
          </p:cNvSpPr>
          <p:nvPr/>
        </p:nvSpPr>
        <p:spPr bwMode="auto">
          <a:xfrm>
            <a:off x="1919289" y="3357563"/>
            <a:ext cx="1584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graphicFrame>
        <p:nvGraphicFramePr>
          <p:cNvPr id="707598" name="Object 14">
            <a:extLst>
              <a:ext uri="{FF2B5EF4-FFF2-40B4-BE49-F238E27FC236}">
                <a16:creationId xmlns:a16="http://schemas.microsoft.com/office/drawing/2014/main" id="{FD1CC931-7DF3-B33F-A1F2-4ADABBB9AD33}"/>
              </a:ext>
            </a:extLst>
          </p:cNvPr>
          <p:cNvGraphicFramePr>
            <a:graphicFrameLocks noChangeAspect="1"/>
          </p:cNvGraphicFramePr>
          <p:nvPr/>
        </p:nvGraphicFramePr>
        <p:xfrm>
          <a:off x="3935414" y="2636838"/>
          <a:ext cx="1309687" cy="398462"/>
        </p:xfrm>
        <a:graphic>
          <a:graphicData uri="http://schemas.openxmlformats.org/presentationml/2006/ole">
            <mc:AlternateContent xmlns:mc="http://schemas.openxmlformats.org/markup-compatibility/2006">
              <mc:Choice xmlns:v="urn:schemas-microsoft-com:vml" Requires="v">
                <p:oleObj name="公式" r:id="rId16" imgW="13462000" imgH="4102100" progId="Equation.3">
                  <p:embed/>
                </p:oleObj>
              </mc:Choice>
              <mc:Fallback>
                <p:oleObj name="公式" r:id="rId16" imgW="13462000" imgH="4102100" progId="Equation.3">
                  <p:embed/>
                  <p:pic>
                    <p:nvPicPr>
                      <p:cNvPr id="707598" name="Object 14">
                        <a:extLst>
                          <a:ext uri="{FF2B5EF4-FFF2-40B4-BE49-F238E27FC236}">
                            <a16:creationId xmlns:a16="http://schemas.microsoft.com/office/drawing/2014/main" id="{FD1CC931-7DF3-B33F-A1F2-4ADABBB9AD33}"/>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35414" y="2636838"/>
                        <a:ext cx="1309687" cy="398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7599" name="Rectangle 15">
            <a:extLst>
              <a:ext uri="{FF2B5EF4-FFF2-40B4-BE49-F238E27FC236}">
                <a16:creationId xmlns:a16="http://schemas.microsoft.com/office/drawing/2014/main" id="{32EA2BBE-CF48-80C7-0EC1-30FC57359BD3}"/>
              </a:ext>
            </a:extLst>
          </p:cNvPr>
          <p:cNvSpPr>
            <a:spLocks noChangeArrowheads="1"/>
          </p:cNvSpPr>
          <p:nvPr/>
        </p:nvSpPr>
        <p:spPr bwMode="auto">
          <a:xfrm>
            <a:off x="4440238" y="3357563"/>
            <a:ext cx="23669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所以接受</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707600" name="Rectangle 16">
            <a:extLst>
              <a:ext uri="{FF2B5EF4-FFF2-40B4-BE49-F238E27FC236}">
                <a16:creationId xmlns:a16="http://schemas.microsoft.com/office/drawing/2014/main" id="{07B5870F-7359-DFCA-CE76-AD753731A6E1}"/>
              </a:ext>
            </a:extLst>
          </p:cNvPr>
          <p:cNvSpPr>
            <a:spLocks noChangeArrowheads="1"/>
          </p:cNvSpPr>
          <p:nvPr/>
        </p:nvSpPr>
        <p:spPr bwMode="auto">
          <a:xfrm>
            <a:off x="2063750" y="4221163"/>
            <a:ext cx="7848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认为电话交换台每分钟呼唤次数</a:t>
            </a:r>
            <a:r>
              <a:rPr lang="en-US" altLang="zh-CN" sz="2800" b="1">
                <a:solidFill>
                  <a:srgbClr val="007A77"/>
                </a:solidFill>
                <a:latin typeface="Times New Roman" panose="02020603050405020304" pitchFamily="18" charset="0"/>
                <a:ea typeface="楷体_GB2312" pitchFamily="49" charset="-122"/>
              </a:rPr>
              <a:t>X </a:t>
            </a:r>
            <a:r>
              <a:rPr lang="zh-CN" altLang="en-US" sz="2800" b="1">
                <a:solidFill>
                  <a:srgbClr val="007A77"/>
                </a:solidFill>
                <a:latin typeface="Times New Roman" panose="02020603050405020304" pitchFamily="18" charset="0"/>
                <a:ea typeface="楷体_GB2312" pitchFamily="49" charset="-122"/>
              </a:rPr>
              <a:t>服从泊松分布</a:t>
            </a:r>
            <a:r>
              <a:rPr lang="en-US" altLang="zh-CN" sz="2800" b="1">
                <a:solidFill>
                  <a:srgbClr val="007A77"/>
                </a:solidFill>
                <a:latin typeface="Times New Roman" panose="02020603050405020304" pitchFamily="18" charset="0"/>
                <a:ea typeface="楷体_GB2312" pitchFamily="49" charset="-122"/>
              </a:rPr>
              <a:t>.</a:t>
            </a:r>
          </a:p>
        </p:txBody>
      </p:sp>
      <p:sp>
        <p:nvSpPr>
          <p:cNvPr id="707601" name="Rectangle 17">
            <a:extLst>
              <a:ext uri="{FF2B5EF4-FFF2-40B4-BE49-F238E27FC236}">
                <a16:creationId xmlns:a16="http://schemas.microsoft.com/office/drawing/2014/main" id="{396F2C66-E471-CF20-C6E4-9980B288E658}"/>
              </a:ext>
            </a:extLst>
          </p:cNvPr>
          <p:cNvSpPr>
            <a:spLocks noChangeArrowheads="1"/>
          </p:cNvSpPr>
          <p:nvPr/>
        </p:nvSpPr>
        <p:spPr bwMode="auto">
          <a:xfrm>
            <a:off x="2063750" y="4941888"/>
            <a:ext cx="14414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00FF"/>
                </a:solidFill>
                <a:latin typeface="Times New Roman" panose="02020603050405020304" pitchFamily="18" charset="0"/>
                <a:ea typeface="楷体_GB2312" pitchFamily="49" charset="-122"/>
              </a:rPr>
              <a:t>说明</a:t>
            </a:r>
            <a:r>
              <a:rPr kumimoji="1" lang="en-US" altLang="zh-CN" sz="2800" b="1">
                <a:solidFill>
                  <a:srgbClr val="0000FF"/>
                </a:solidFill>
                <a:latin typeface="Times New Roman" panose="02020603050405020304" pitchFamily="18" charset="0"/>
                <a:ea typeface="楷体_GB2312" pitchFamily="49" charset="-122"/>
              </a:rPr>
              <a:t>:</a:t>
            </a:r>
          </a:p>
        </p:txBody>
      </p:sp>
      <p:sp>
        <p:nvSpPr>
          <p:cNvPr id="707602" name="Rectangle 18">
            <a:extLst>
              <a:ext uri="{FF2B5EF4-FFF2-40B4-BE49-F238E27FC236}">
                <a16:creationId xmlns:a16="http://schemas.microsoft.com/office/drawing/2014/main" id="{E6611F6A-6F89-EB3C-9DAD-A4F1A7E76D1C}"/>
              </a:ext>
            </a:extLst>
          </p:cNvPr>
          <p:cNvSpPr>
            <a:spLocks noChangeArrowheads="1"/>
          </p:cNvSpPr>
          <p:nvPr/>
        </p:nvSpPr>
        <p:spPr bwMode="auto">
          <a:xfrm>
            <a:off x="3359150" y="4941888"/>
            <a:ext cx="6553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将</a:t>
            </a:r>
            <a:r>
              <a:rPr lang="en-US" altLang="zh-CN" sz="2800" b="1" i="1">
                <a:solidFill>
                  <a:srgbClr val="007A77"/>
                </a:solidFill>
                <a:latin typeface="Times New Roman" panose="02020603050405020304" pitchFamily="18" charset="0"/>
                <a:ea typeface="楷体_GB2312" pitchFamily="49" charset="-122"/>
              </a:rPr>
              <a:t>n</a:t>
            </a:r>
            <a:r>
              <a:rPr lang="en-US" altLang="zh-CN" sz="2800" b="1">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Times New Roman" panose="02020603050405020304" pitchFamily="18" charset="0"/>
                <a:ea typeface="楷体_GB2312" pitchFamily="49" charset="-122"/>
              </a:rPr>
              <a:t>和</a:t>
            </a:r>
            <a:r>
              <a:rPr lang="en-US" altLang="zh-CN" sz="2800" b="1" i="1">
                <a:solidFill>
                  <a:srgbClr val="007A77"/>
                </a:solidFill>
                <a:latin typeface="Times New Roman" panose="02020603050405020304" pitchFamily="18" charset="0"/>
                <a:ea typeface="楷体_GB2312" pitchFamily="49" charset="-122"/>
              </a:rPr>
              <a:t>n</a:t>
            </a:r>
            <a:r>
              <a:rPr lang="en-US" altLang="zh-CN" sz="2800" b="1">
                <a:solidFill>
                  <a:srgbClr val="007A77"/>
                </a:solidFill>
                <a:latin typeface="Times New Roman" panose="02020603050405020304" pitchFamily="18" charset="0"/>
                <a:ea typeface="楷体_GB2312" pitchFamily="49" charset="-122"/>
              </a:rPr>
              <a:t>=1</a:t>
            </a:r>
            <a:r>
              <a:rPr lang="zh-CN" altLang="en-US" sz="2800" b="1">
                <a:solidFill>
                  <a:srgbClr val="007A77"/>
                </a:solidFill>
                <a:latin typeface="Times New Roman" panose="02020603050405020304" pitchFamily="18" charset="0"/>
                <a:ea typeface="楷体_GB2312" pitchFamily="49" charset="-122"/>
              </a:rPr>
              <a:t>合并，</a:t>
            </a:r>
            <a:r>
              <a:rPr lang="en-US" altLang="zh-CN" sz="2800" b="1" i="1">
                <a:solidFill>
                  <a:srgbClr val="007A77"/>
                </a:solidFill>
                <a:latin typeface="Times New Roman" panose="02020603050405020304" pitchFamily="18" charset="0"/>
                <a:ea typeface="楷体_GB2312" pitchFamily="49" charset="-122"/>
              </a:rPr>
              <a:t>n</a:t>
            </a:r>
            <a:r>
              <a:rPr lang="en-US" altLang="zh-CN" sz="2800" b="1">
                <a:solidFill>
                  <a:srgbClr val="007A77"/>
                </a:solidFill>
                <a:latin typeface="Times New Roman" panose="02020603050405020304" pitchFamily="18" charset="0"/>
                <a:ea typeface="楷体_GB2312" pitchFamily="49" charset="-122"/>
              </a:rPr>
              <a:t>=8</a:t>
            </a:r>
            <a:r>
              <a:rPr lang="zh-CN" altLang="en-US" sz="2800" b="1">
                <a:solidFill>
                  <a:srgbClr val="007A77"/>
                </a:solidFill>
                <a:latin typeface="Times New Roman" panose="02020603050405020304" pitchFamily="18" charset="0"/>
                <a:ea typeface="楷体_GB2312" pitchFamily="49" charset="-122"/>
              </a:rPr>
              <a:t>与</a:t>
            </a:r>
            <a:r>
              <a:rPr lang="en-US" altLang="zh-CN" sz="2800" b="1" i="1">
                <a:solidFill>
                  <a:srgbClr val="007A77"/>
                </a:solidFill>
                <a:latin typeface="Times New Roman" panose="02020603050405020304" pitchFamily="18" charset="0"/>
                <a:ea typeface="楷体_GB2312" pitchFamily="49" charset="-122"/>
              </a:rPr>
              <a:t>n</a:t>
            </a:r>
            <a:r>
              <a:rPr lang="en-US" altLang="zh-CN" sz="2400" b="1" i="1">
                <a:solidFill>
                  <a:srgbClr val="007A77"/>
                </a:solidFill>
                <a:latin typeface="Times New Roman" panose="02020603050405020304" pitchFamily="18" charset="0"/>
                <a:ea typeface="宋体" panose="02010600030101010101" pitchFamily="2" charset="-122"/>
              </a:rPr>
              <a:t>≥</a:t>
            </a:r>
            <a:r>
              <a:rPr lang="en-US" altLang="zh-CN" sz="2800" b="1">
                <a:solidFill>
                  <a:srgbClr val="007A77"/>
                </a:solidFill>
                <a:latin typeface="Times New Roman" panose="02020603050405020304" pitchFamily="18" charset="0"/>
                <a:ea typeface="楷体_GB2312" pitchFamily="49" charset="-122"/>
              </a:rPr>
              <a:t>9</a:t>
            </a:r>
            <a:r>
              <a:rPr lang="zh-CN" altLang="en-US" sz="2800" b="1">
                <a:solidFill>
                  <a:srgbClr val="007A77"/>
                </a:solidFill>
                <a:latin typeface="Times New Roman" panose="02020603050405020304" pitchFamily="18" charset="0"/>
                <a:ea typeface="楷体_GB2312" pitchFamily="49" charset="-122"/>
              </a:rPr>
              <a:t>合并是为了</a:t>
            </a:r>
          </a:p>
        </p:txBody>
      </p:sp>
      <p:sp>
        <p:nvSpPr>
          <p:cNvPr id="707603" name="Rectangle 19">
            <a:extLst>
              <a:ext uri="{FF2B5EF4-FFF2-40B4-BE49-F238E27FC236}">
                <a16:creationId xmlns:a16="http://schemas.microsoft.com/office/drawing/2014/main" id="{C71C75D6-7BAE-D82F-CB38-283FA46FBC52}"/>
              </a:ext>
            </a:extLst>
          </p:cNvPr>
          <p:cNvSpPr>
            <a:spLocks noChangeArrowheads="1"/>
          </p:cNvSpPr>
          <p:nvPr/>
        </p:nvSpPr>
        <p:spPr bwMode="auto">
          <a:xfrm>
            <a:off x="2640013" y="5661026"/>
            <a:ext cx="41767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保证理论频数</a:t>
            </a:r>
            <a:r>
              <a:rPr kumimoji="1" lang="en-US" altLang="zh-CN" sz="2800" b="1" i="1">
                <a:solidFill>
                  <a:srgbClr val="007A77"/>
                </a:solidFill>
                <a:latin typeface="Times New Roman" panose="02020603050405020304" pitchFamily="18" charset="0"/>
                <a:ea typeface="楷体_GB2312" pitchFamily="49" charset="-122"/>
              </a:rPr>
              <a:t>np</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a:solidFill>
                  <a:srgbClr val="007A77"/>
                </a:solidFill>
                <a:latin typeface="Times New Roman" panose="02020603050405020304" pitchFamily="18" charset="0"/>
                <a:ea typeface="宋体" panose="02010600030101010101" pitchFamily="2" charset="-122"/>
              </a:rPr>
              <a:t>≥4.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07590"/>
                                        </p:tgtEl>
                                        <p:attrNameLst>
                                          <p:attrName>style.visibility</p:attrName>
                                        </p:attrNameLst>
                                      </p:cBhvr>
                                      <p:to>
                                        <p:strVal val="visible"/>
                                      </p:to>
                                    </p:set>
                                    <p:animEffect transition="in" filter="wipe(left)">
                                      <p:cBhvr>
                                        <p:cTn id="7" dur="2000"/>
                                        <p:tgtEl>
                                          <p:spTgt spid="707590"/>
                                        </p:tgtEl>
                                      </p:cBhvr>
                                    </p:animEffect>
                                  </p:childTnLst>
                                </p:cTn>
                              </p:par>
                            </p:childTnLst>
                          </p:cTn>
                        </p:par>
                        <p:par>
                          <p:cTn id="8" fill="hold" nodeType="afterGroup">
                            <p:stCondLst>
                              <p:cond delay="2000"/>
                            </p:stCondLst>
                            <p:childTnLst>
                              <p:par>
                                <p:cTn id="9" presetID="22" presetClass="entr" presetSubtype="8" fill="hold" nodeType="afterEffect">
                                  <p:stCondLst>
                                    <p:cond delay="0"/>
                                  </p:stCondLst>
                                  <p:childTnLst>
                                    <p:set>
                                      <p:cBhvr>
                                        <p:cTn id="10" dur="1" fill="hold">
                                          <p:stCondLst>
                                            <p:cond delay="0"/>
                                          </p:stCondLst>
                                        </p:cTn>
                                        <p:tgtEl>
                                          <p:spTgt spid="707592"/>
                                        </p:tgtEl>
                                        <p:attrNameLst>
                                          <p:attrName>style.visibility</p:attrName>
                                        </p:attrNameLst>
                                      </p:cBhvr>
                                      <p:to>
                                        <p:strVal val="visible"/>
                                      </p:to>
                                    </p:set>
                                    <p:animEffect transition="in" filter="wipe(left)">
                                      <p:cBhvr>
                                        <p:cTn id="11" dur="1000"/>
                                        <p:tgtEl>
                                          <p:spTgt spid="707592"/>
                                        </p:tgtEl>
                                      </p:cBhvr>
                                    </p:animEffect>
                                  </p:childTnLst>
                                </p:cTn>
                              </p:par>
                            </p:childTnLst>
                          </p:cTn>
                        </p:par>
                        <p:par>
                          <p:cTn id="12" fill="hold" nodeType="afterGroup">
                            <p:stCondLst>
                              <p:cond delay="3000"/>
                            </p:stCondLst>
                            <p:childTnLst>
                              <p:par>
                                <p:cTn id="13" presetID="22" presetClass="entr" presetSubtype="8" fill="hold" nodeType="afterEffect">
                                  <p:stCondLst>
                                    <p:cond delay="0"/>
                                  </p:stCondLst>
                                  <p:childTnLst>
                                    <p:set>
                                      <p:cBhvr>
                                        <p:cTn id="14" dur="1" fill="hold">
                                          <p:stCondLst>
                                            <p:cond delay="0"/>
                                          </p:stCondLst>
                                        </p:cTn>
                                        <p:tgtEl>
                                          <p:spTgt spid="707591"/>
                                        </p:tgtEl>
                                        <p:attrNameLst>
                                          <p:attrName>style.visibility</p:attrName>
                                        </p:attrNameLst>
                                      </p:cBhvr>
                                      <p:to>
                                        <p:strVal val="visible"/>
                                      </p:to>
                                    </p:set>
                                    <p:animEffect transition="in" filter="wipe(left)">
                                      <p:cBhvr>
                                        <p:cTn id="15" dur="1000"/>
                                        <p:tgtEl>
                                          <p:spTgt spid="70759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707593"/>
                                        </p:tgtEl>
                                        <p:attrNameLst>
                                          <p:attrName>style.visibility</p:attrName>
                                        </p:attrNameLst>
                                      </p:cBhvr>
                                      <p:to>
                                        <p:strVal val="visible"/>
                                      </p:to>
                                    </p:set>
                                    <p:animEffect transition="in" filter="wipe(left)">
                                      <p:cBhvr>
                                        <p:cTn id="20" dur="1000"/>
                                        <p:tgtEl>
                                          <p:spTgt spid="70759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707594"/>
                                        </p:tgtEl>
                                        <p:attrNameLst>
                                          <p:attrName>style.visibility</p:attrName>
                                        </p:attrNameLst>
                                      </p:cBhvr>
                                      <p:to>
                                        <p:strVal val="visible"/>
                                      </p:to>
                                    </p:set>
                                    <p:animEffect transition="in" filter="wipe(left)">
                                      <p:cBhvr>
                                        <p:cTn id="25" dur="1000"/>
                                        <p:tgtEl>
                                          <p:spTgt spid="70759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707595"/>
                                        </p:tgtEl>
                                        <p:attrNameLst>
                                          <p:attrName>style.visibility</p:attrName>
                                        </p:attrNameLst>
                                      </p:cBhvr>
                                      <p:to>
                                        <p:strVal val="visible"/>
                                      </p:to>
                                    </p:set>
                                    <p:animEffect transition="in" filter="wipe(left)">
                                      <p:cBhvr>
                                        <p:cTn id="30" dur="1000"/>
                                        <p:tgtEl>
                                          <p:spTgt spid="707595"/>
                                        </p:tgtEl>
                                      </p:cBhvr>
                                    </p:animEffect>
                                  </p:childTnLst>
                                </p:cTn>
                              </p:par>
                            </p:childTnLst>
                          </p:cTn>
                        </p:par>
                        <p:par>
                          <p:cTn id="31" fill="hold" nodeType="afterGroup">
                            <p:stCondLst>
                              <p:cond delay="1000"/>
                            </p:stCondLst>
                            <p:childTnLst>
                              <p:par>
                                <p:cTn id="32" presetID="22" presetClass="entr" presetSubtype="8" fill="hold" nodeType="afterEffect">
                                  <p:stCondLst>
                                    <p:cond delay="0"/>
                                  </p:stCondLst>
                                  <p:childTnLst>
                                    <p:set>
                                      <p:cBhvr>
                                        <p:cTn id="33" dur="1" fill="hold">
                                          <p:stCondLst>
                                            <p:cond delay="0"/>
                                          </p:stCondLst>
                                        </p:cTn>
                                        <p:tgtEl>
                                          <p:spTgt spid="707598"/>
                                        </p:tgtEl>
                                        <p:attrNameLst>
                                          <p:attrName>style.visibility</p:attrName>
                                        </p:attrNameLst>
                                      </p:cBhvr>
                                      <p:to>
                                        <p:strVal val="visible"/>
                                      </p:to>
                                    </p:set>
                                    <p:animEffect transition="in" filter="wipe(left)">
                                      <p:cBhvr>
                                        <p:cTn id="34" dur="1000"/>
                                        <p:tgtEl>
                                          <p:spTgt spid="70759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707597"/>
                                        </p:tgtEl>
                                        <p:attrNameLst>
                                          <p:attrName>style.visibility</p:attrName>
                                        </p:attrNameLst>
                                      </p:cBhvr>
                                      <p:to>
                                        <p:strVal val="visible"/>
                                      </p:to>
                                    </p:set>
                                    <p:animEffect transition="in" filter="wipe(left)">
                                      <p:cBhvr>
                                        <p:cTn id="39" dur="1000"/>
                                        <p:tgtEl>
                                          <p:spTgt spid="707597"/>
                                        </p:tgtEl>
                                      </p:cBhvr>
                                    </p:animEffect>
                                  </p:childTnLst>
                                </p:cTn>
                              </p:par>
                            </p:childTnLst>
                          </p:cTn>
                        </p:par>
                        <p:par>
                          <p:cTn id="40" fill="hold" nodeType="afterGroup">
                            <p:stCondLst>
                              <p:cond delay="1000"/>
                            </p:stCondLst>
                            <p:childTnLst>
                              <p:par>
                                <p:cTn id="41" presetID="22" presetClass="entr" presetSubtype="8" fill="hold" nodeType="afterEffect">
                                  <p:stCondLst>
                                    <p:cond delay="0"/>
                                  </p:stCondLst>
                                  <p:childTnLst>
                                    <p:set>
                                      <p:cBhvr>
                                        <p:cTn id="42" dur="1" fill="hold">
                                          <p:stCondLst>
                                            <p:cond delay="0"/>
                                          </p:stCondLst>
                                        </p:cTn>
                                        <p:tgtEl>
                                          <p:spTgt spid="707596"/>
                                        </p:tgtEl>
                                        <p:attrNameLst>
                                          <p:attrName>style.visibility</p:attrName>
                                        </p:attrNameLst>
                                      </p:cBhvr>
                                      <p:to>
                                        <p:strVal val="visible"/>
                                      </p:to>
                                    </p:set>
                                    <p:animEffect transition="in" filter="wipe(left)">
                                      <p:cBhvr>
                                        <p:cTn id="43" dur="1000"/>
                                        <p:tgtEl>
                                          <p:spTgt spid="707596"/>
                                        </p:tgtEl>
                                      </p:cBhvr>
                                    </p:animEffect>
                                  </p:childTnLst>
                                </p:cTn>
                              </p:par>
                            </p:childTnLst>
                          </p:cTn>
                        </p:par>
                        <p:par>
                          <p:cTn id="44" fill="hold" nodeType="afterGroup">
                            <p:stCondLst>
                              <p:cond delay="2000"/>
                            </p:stCondLst>
                            <p:childTnLst>
                              <p:par>
                                <p:cTn id="45" presetID="22" presetClass="entr" presetSubtype="8" fill="hold" nodeType="afterEffect">
                                  <p:stCondLst>
                                    <p:cond delay="0"/>
                                  </p:stCondLst>
                                  <p:childTnLst>
                                    <p:set>
                                      <p:cBhvr>
                                        <p:cTn id="46" dur="1" fill="hold">
                                          <p:stCondLst>
                                            <p:cond delay="0"/>
                                          </p:stCondLst>
                                        </p:cTn>
                                        <p:tgtEl>
                                          <p:spTgt spid="707599"/>
                                        </p:tgtEl>
                                        <p:attrNameLst>
                                          <p:attrName>style.visibility</p:attrName>
                                        </p:attrNameLst>
                                      </p:cBhvr>
                                      <p:to>
                                        <p:strVal val="visible"/>
                                      </p:to>
                                    </p:set>
                                    <p:animEffect transition="in" filter="wipe(left)">
                                      <p:cBhvr>
                                        <p:cTn id="47" dur="1000"/>
                                        <p:tgtEl>
                                          <p:spTgt spid="70759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707600"/>
                                        </p:tgtEl>
                                        <p:attrNameLst>
                                          <p:attrName>style.visibility</p:attrName>
                                        </p:attrNameLst>
                                      </p:cBhvr>
                                      <p:to>
                                        <p:strVal val="visible"/>
                                      </p:to>
                                    </p:set>
                                    <p:animEffect transition="in" filter="wipe(left)">
                                      <p:cBhvr>
                                        <p:cTn id="52" dur="1000"/>
                                        <p:tgtEl>
                                          <p:spTgt spid="70760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707601"/>
                                        </p:tgtEl>
                                        <p:attrNameLst>
                                          <p:attrName>style.visibility</p:attrName>
                                        </p:attrNameLst>
                                      </p:cBhvr>
                                      <p:to>
                                        <p:strVal val="visible"/>
                                      </p:to>
                                    </p:set>
                                    <p:animEffect transition="in" filter="wipe(left)">
                                      <p:cBhvr>
                                        <p:cTn id="57" dur="500"/>
                                        <p:tgtEl>
                                          <p:spTgt spid="70760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707602"/>
                                        </p:tgtEl>
                                        <p:attrNameLst>
                                          <p:attrName>style.visibility</p:attrName>
                                        </p:attrNameLst>
                                      </p:cBhvr>
                                      <p:to>
                                        <p:strVal val="visible"/>
                                      </p:to>
                                    </p:set>
                                    <p:animEffect transition="in" filter="wipe(left)">
                                      <p:cBhvr>
                                        <p:cTn id="62" dur="1000"/>
                                        <p:tgtEl>
                                          <p:spTgt spid="707602"/>
                                        </p:tgtEl>
                                      </p:cBhvr>
                                    </p:animEffect>
                                  </p:childTnLst>
                                </p:cTn>
                              </p:par>
                            </p:childTnLst>
                          </p:cTn>
                        </p:par>
                        <p:par>
                          <p:cTn id="63" fill="hold" nodeType="afterGroup">
                            <p:stCondLst>
                              <p:cond delay="1000"/>
                            </p:stCondLst>
                            <p:childTnLst>
                              <p:par>
                                <p:cTn id="64" presetID="22" presetClass="entr" presetSubtype="8" fill="hold" nodeType="afterEffect">
                                  <p:stCondLst>
                                    <p:cond delay="0"/>
                                  </p:stCondLst>
                                  <p:childTnLst>
                                    <p:set>
                                      <p:cBhvr>
                                        <p:cTn id="65" dur="1" fill="hold">
                                          <p:stCondLst>
                                            <p:cond delay="0"/>
                                          </p:stCondLst>
                                        </p:cTn>
                                        <p:tgtEl>
                                          <p:spTgt spid="707603"/>
                                        </p:tgtEl>
                                        <p:attrNameLst>
                                          <p:attrName>style.visibility</p:attrName>
                                        </p:attrNameLst>
                                      </p:cBhvr>
                                      <p:to>
                                        <p:strVal val="visible"/>
                                      </p:to>
                                    </p:set>
                                    <p:animEffect transition="in" filter="wipe(left)">
                                      <p:cBhvr>
                                        <p:cTn id="66" dur="1000"/>
                                        <p:tgtEl>
                                          <p:spTgt spid="707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597" grpId="0"/>
      <p:bldP spid="707599" grpId="0"/>
      <p:bldP spid="707600" grpId="0"/>
      <p:bldP spid="707601" grpId="0"/>
      <p:bldP spid="707602" grpId="0"/>
      <p:bldP spid="70760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8610" name="Group 2">
            <a:extLst>
              <a:ext uri="{FF2B5EF4-FFF2-40B4-BE49-F238E27FC236}">
                <a16:creationId xmlns:a16="http://schemas.microsoft.com/office/drawing/2014/main" id="{5EB16143-A38A-FA32-5A8A-5DD8B1CE4D0E}"/>
              </a:ext>
            </a:extLst>
          </p:cNvPr>
          <p:cNvGrpSpPr>
            <a:grpSpLocks/>
          </p:cNvGrpSpPr>
          <p:nvPr/>
        </p:nvGrpSpPr>
        <p:grpSpPr bwMode="auto">
          <a:xfrm>
            <a:off x="2063751" y="1341438"/>
            <a:ext cx="8207375" cy="2747962"/>
            <a:chOff x="340" y="255"/>
            <a:chExt cx="5170" cy="1731"/>
          </a:xfrm>
        </p:grpSpPr>
        <p:sp>
          <p:nvSpPr>
            <p:cNvPr id="708611" name="Rectangle 3">
              <a:extLst>
                <a:ext uri="{FF2B5EF4-FFF2-40B4-BE49-F238E27FC236}">
                  <a16:creationId xmlns:a16="http://schemas.microsoft.com/office/drawing/2014/main" id="{5688F810-808D-DF6D-90C0-6A03DB1AD4FD}"/>
                </a:ext>
              </a:extLst>
            </p:cNvPr>
            <p:cNvSpPr>
              <a:spLocks noChangeArrowheads="1"/>
            </p:cNvSpPr>
            <p:nvPr/>
          </p:nvSpPr>
          <p:spPr bwMode="auto">
            <a:xfrm>
              <a:off x="340" y="255"/>
              <a:ext cx="5170" cy="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buClr>
                  <a:srgbClr val="C0C0C0"/>
                </a:buClr>
                <a:buSzPct val="75000"/>
              </a:pPr>
              <a:r>
                <a:rPr lang="zh-CN" altLang="en-US" sz="3200" b="1">
                  <a:solidFill>
                    <a:srgbClr val="0000FF"/>
                  </a:solidFill>
                  <a:latin typeface="Times New Roman" panose="02020603050405020304" pitchFamily="18" charset="0"/>
                  <a:ea typeface="楷体_GB2312" pitchFamily="49" charset="-122"/>
                </a:rPr>
                <a:t>例</a:t>
              </a:r>
              <a:r>
                <a:rPr lang="en-US" altLang="zh-CN" sz="3200" b="1">
                  <a:solidFill>
                    <a:srgbClr val="0000FF"/>
                  </a:solidFill>
                  <a:latin typeface="Times New Roman" panose="02020603050405020304" pitchFamily="18" charset="0"/>
                  <a:ea typeface="楷体_GB2312" pitchFamily="49" charset="-122"/>
                </a:rPr>
                <a:t>3.    </a:t>
              </a:r>
              <a:r>
                <a:rPr lang="zh-CN" altLang="en-US" sz="2800" b="1">
                  <a:solidFill>
                    <a:srgbClr val="007A77"/>
                  </a:solidFill>
                  <a:latin typeface="Times New Roman" panose="02020603050405020304" pitchFamily="18" charset="0"/>
                  <a:ea typeface="楷体_GB2312" pitchFamily="49" charset="-122"/>
                </a:rPr>
                <a:t>为了研究患某种疾病的</a:t>
              </a:r>
              <a:r>
                <a:rPr lang="en-US" altLang="zh-CN" sz="2800" b="1">
                  <a:solidFill>
                    <a:srgbClr val="007A77"/>
                  </a:solidFill>
                  <a:latin typeface="Times New Roman" panose="02020603050405020304" pitchFamily="18" charset="0"/>
                  <a:ea typeface="楷体_GB2312" pitchFamily="49" charset="-122"/>
                </a:rPr>
                <a:t>21~59</a:t>
              </a:r>
              <a:r>
                <a:rPr lang="zh-CN" altLang="en-US" sz="2800" b="1">
                  <a:solidFill>
                    <a:srgbClr val="007A77"/>
                  </a:solidFill>
                  <a:latin typeface="Times New Roman" panose="02020603050405020304" pitchFamily="18" charset="0"/>
                  <a:ea typeface="楷体_GB2312" pitchFamily="49" charset="-122"/>
                </a:rPr>
                <a:t>岁男子的血压（收缩压，单位：</a:t>
              </a:r>
              <a:r>
                <a:rPr lang="en-US" altLang="zh-CN" sz="2800" b="1">
                  <a:solidFill>
                    <a:srgbClr val="007A77"/>
                  </a:solidFill>
                  <a:latin typeface="Times New Roman" panose="02020603050405020304" pitchFamily="18" charset="0"/>
                  <a:ea typeface="楷体_GB2312" pitchFamily="49" charset="-122"/>
                </a:rPr>
                <a:t>mm-Hg </a:t>
              </a:r>
              <a:r>
                <a:rPr lang="zh-CN" altLang="en-US" sz="2800" b="1">
                  <a:solidFill>
                    <a:srgbClr val="007A77"/>
                  </a:solidFill>
                  <a:latin typeface="Times New Roman" panose="02020603050405020304" pitchFamily="18" charset="0"/>
                  <a:ea typeface="楷体_GB2312" pitchFamily="49" charset="-122"/>
                </a:rPr>
                <a:t>）这一总体</a:t>
              </a:r>
              <a:r>
                <a:rPr lang="en-US" altLang="zh-CN" sz="2800" b="1">
                  <a:solidFill>
                    <a:srgbClr val="007A77"/>
                  </a:solidFill>
                  <a:latin typeface="Times New Roman" panose="02020603050405020304" pitchFamily="18" charset="0"/>
                  <a:ea typeface="楷体_GB2312" pitchFamily="49" charset="-122"/>
                </a:rPr>
                <a:t>X</a:t>
              </a:r>
              <a:r>
                <a:rPr lang="zh-CN" altLang="en-US" sz="2800" b="1">
                  <a:solidFill>
                    <a:srgbClr val="007A77"/>
                  </a:solidFill>
                  <a:latin typeface="Times New Roman" panose="02020603050405020304" pitchFamily="18" charset="0"/>
                  <a:ea typeface="楷体_GB2312" pitchFamily="49" charset="-122"/>
                </a:rPr>
                <a:t>，抽查了</a:t>
              </a:r>
              <a:r>
                <a:rPr lang="en-US" altLang="zh-CN" sz="2800" b="1">
                  <a:solidFill>
                    <a:srgbClr val="007A77"/>
                  </a:solidFill>
                  <a:latin typeface="Times New Roman" panose="02020603050405020304" pitchFamily="18" charset="0"/>
                  <a:ea typeface="楷体_GB2312" pitchFamily="49" charset="-122"/>
                </a:rPr>
                <a:t>100</a:t>
              </a:r>
              <a:r>
                <a:rPr lang="zh-CN" altLang="en-US" sz="2800" b="1">
                  <a:solidFill>
                    <a:srgbClr val="007A77"/>
                  </a:solidFill>
                  <a:latin typeface="Times New Roman" panose="02020603050405020304" pitchFamily="18" charset="0"/>
                  <a:ea typeface="楷体_GB2312" pitchFamily="49" charset="-122"/>
                </a:rPr>
                <a:t>个男子，得                      ，                      ，样本值分组如下：</a:t>
              </a:r>
            </a:p>
          </p:txBody>
        </p:sp>
        <p:graphicFrame>
          <p:nvGraphicFramePr>
            <p:cNvPr id="708612" name="Object 4">
              <a:extLst>
                <a:ext uri="{FF2B5EF4-FFF2-40B4-BE49-F238E27FC236}">
                  <a16:creationId xmlns:a16="http://schemas.microsoft.com/office/drawing/2014/main" id="{6DE9A741-AF6A-6762-F1F4-9A511F6C9DEA}"/>
                </a:ext>
              </a:extLst>
            </p:cNvPr>
            <p:cNvGraphicFramePr>
              <a:graphicFrameLocks noChangeAspect="1"/>
            </p:cNvGraphicFramePr>
            <p:nvPr/>
          </p:nvGraphicFramePr>
          <p:xfrm>
            <a:off x="1911" y="1243"/>
            <a:ext cx="1120" cy="339"/>
          </p:xfrm>
          <a:graphic>
            <a:graphicData uri="http://schemas.openxmlformats.org/presentationml/2006/ole">
              <mc:AlternateContent xmlns:mc="http://schemas.openxmlformats.org/markup-compatibility/2006">
                <mc:Choice xmlns:v="urn:schemas-microsoft-com:vml" Requires="v">
                  <p:oleObj name="公式" r:id="rId2" imgW="16675100" imgH="4978400" progId="Equation.3">
                    <p:embed/>
                  </p:oleObj>
                </mc:Choice>
                <mc:Fallback>
                  <p:oleObj name="公式" r:id="rId2" imgW="16675100" imgH="4978400" progId="Equation.3">
                    <p:embed/>
                    <p:pic>
                      <p:nvPicPr>
                        <p:cNvPr id="708612" name="Object 4">
                          <a:extLst>
                            <a:ext uri="{FF2B5EF4-FFF2-40B4-BE49-F238E27FC236}">
                              <a16:creationId xmlns:a16="http://schemas.microsoft.com/office/drawing/2014/main" id="{6DE9A741-AF6A-6762-F1F4-9A511F6C9D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1" y="1243"/>
                          <a:ext cx="1120" cy="3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8613" name="Object 5">
              <a:extLst>
                <a:ext uri="{FF2B5EF4-FFF2-40B4-BE49-F238E27FC236}">
                  <a16:creationId xmlns:a16="http://schemas.microsoft.com/office/drawing/2014/main" id="{2E66C37B-AE83-D37A-36C2-A76C1FB5136C}"/>
                </a:ext>
              </a:extLst>
            </p:cNvPr>
            <p:cNvGraphicFramePr>
              <a:graphicFrameLocks noChangeAspect="1"/>
            </p:cNvGraphicFramePr>
            <p:nvPr/>
          </p:nvGraphicFramePr>
          <p:xfrm>
            <a:off x="3229" y="1253"/>
            <a:ext cx="1208" cy="373"/>
          </p:xfrm>
          <a:graphic>
            <a:graphicData uri="http://schemas.openxmlformats.org/presentationml/2006/ole">
              <mc:AlternateContent xmlns:mc="http://schemas.openxmlformats.org/markup-compatibility/2006">
                <mc:Choice xmlns:v="urn:schemas-microsoft-com:vml" Requires="v">
                  <p:oleObj name="公式" r:id="rId4" imgW="17259300" imgH="5270500" progId="Equation.3">
                    <p:embed/>
                  </p:oleObj>
                </mc:Choice>
                <mc:Fallback>
                  <p:oleObj name="公式" r:id="rId4" imgW="17259300" imgH="5270500" progId="Equation.3">
                    <p:embed/>
                    <p:pic>
                      <p:nvPicPr>
                        <p:cNvPr id="708613" name="Object 5">
                          <a:extLst>
                            <a:ext uri="{FF2B5EF4-FFF2-40B4-BE49-F238E27FC236}">
                              <a16:creationId xmlns:a16="http://schemas.microsoft.com/office/drawing/2014/main" id="{2E66C37B-AE83-D37A-36C2-A76C1FB513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29" y="1253"/>
                          <a:ext cx="1208" cy="3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nodeType="afterEffect">
                                  <p:stCondLst>
                                    <p:cond delay="0"/>
                                  </p:stCondLst>
                                  <p:childTnLst>
                                    <p:set>
                                      <p:cBhvr>
                                        <p:cTn id="6" dur="1" fill="hold">
                                          <p:stCondLst>
                                            <p:cond delay="0"/>
                                          </p:stCondLst>
                                        </p:cTn>
                                        <p:tgtEl>
                                          <p:spTgt spid="708610"/>
                                        </p:tgtEl>
                                        <p:attrNameLst>
                                          <p:attrName>style.visibility</p:attrName>
                                        </p:attrNameLst>
                                      </p:cBhvr>
                                      <p:to>
                                        <p:strVal val="visible"/>
                                      </p:to>
                                    </p:set>
                                    <p:animEffect transition="in" filter="slide(fromBottom)">
                                      <p:cBhvr>
                                        <p:cTn id="7" dur="1000"/>
                                        <p:tgtEl>
                                          <p:spTgt spid="7086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9634" name="Group 2">
            <a:extLst>
              <a:ext uri="{FF2B5EF4-FFF2-40B4-BE49-F238E27FC236}">
                <a16:creationId xmlns:a16="http://schemas.microsoft.com/office/drawing/2014/main" id="{3A4FD7C7-4647-5ECA-80F3-064474F170F6}"/>
              </a:ext>
            </a:extLst>
          </p:cNvPr>
          <p:cNvGraphicFramePr>
            <a:graphicFrameLocks noGrp="1"/>
          </p:cNvGraphicFramePr>
          <p:nvPr/>
        </p:nvGraphicFramePr>
        <p:xfrm>
          <a:off x="1919289" y="620714"/>
          <a:ext cx="8497887" cy="4160647"/>
        </p:xfrm>
        <a:graphic>
          <a:graphicData uri="http://schemas.openxmlformats.org/drawingml/2006/table">
            <a:tbl>
              <a:tblPr/>
              <a:tblGrid>
                <a:gridCol w="881062">
                  <a:extLst>
                    <a:ext uri="{9D8B030D-6E8A-4147-A177-3AD203B41FA5}">
                      <a16:colId xmlns:a16="http://schemas.microsoft.com/office/drawing/2014/main" val="1137603563"/>
                    </a:ext>
                  </a:extLst>
                </a:gridCol>
                <a:gridCol w="2574925">
                  <a:extLst>
                    <a:ext uri="{9D8B030D-6E8A-4147-A177-3AD203B41FA5}">
                      <a16:colId xmlns:a16="http://schemas.microsoft.com/office/drawing/2014/main" val="2521771664"/>
                    </a:ext>
                  </a:extLst>
                </a:gridCol>
                <a:gridCol w="781050">
                  <a:extLst>
                    <a:ext uri="{9D8B030D-6E8A-4147-A177-3AD203B41FA5}">
                      <a16:colId xmlns:a16="http://schemas.microsoft.com/office/drawing/2014/main" val="2837403379"/>
                    </a:ext>
                  </a:extLst>
                </a:gridCol>
                <a:gridCol w="793750">
                  <a:extLst>
                    <a:ext uri="{9D8B030D-6E8A-4147-A177-3AD203B41FA5}">
                      <a16:colId xmlns:a16="http://schemas.microsoft.com/office/drawing/2014/main" val="3732375446"/>
                    </a:ext>
                  </a:extLst>
                </a:gridCol>
                <a:gridCol w="2601913">
                  <a:extLst>
                    <a:ext uri="{9D8B030D-6E8A-4147-A177-3AD203B41FA5}">
                      <a16:colId xmlns:a16="http://schemas.microsoft.com/office/drawing/2014/main" val="1351012838"/>
                    </a:ext>
                  </a:extLst>
                </a:gridCol>
                <a:gridCol w="865187">
                  <a:extLst>
                    <a:ext uri="{9D8B030D-6E8A-4147-A177-3AD203B41FA5}">
                      <a16:colId xmlns:a16="http://schemas.microsoft.com/office/drawing/2014/main" val="2608013579"/>
                    </a:ext>
                  </a:extLst>
                </a:gridCol>
              </a:tblGrid>
              <a:tr h="244475">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序号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分组</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800" b="1" i="1" u="none" strike="noStrike" cap="none" normalizeH="0" baseline="0">
                          <a:ln>
                            <a:noFill/>
                          </a:ln>
                          <a:solidFill>
                            <a:schemeClr val="tx1"/>
                          </a:solidFill>
                          <a:effectLst/>
                          <a:latin typeface="Arial" panose="020B0604020202020204" pitchFamily="34" charset="0"/>
                          <a:ea typeface="楷体_GB2312" pitchFamily="49" charset="-122"/>
                        </a:rPr>
                        <a:t>f</a:t>
                      </a:r>
                      <a:r>
                        <a:rPr kumimoji="0" lang="en-US" altLang="zh-CN" sz="2800" b="1" i="1" u="none" strike="noStrike" cap="none" normalizeH="0" baseline="-25000">
                          <a:ln>
                            <a:noFill/>
                          </a:ln>
                          <a:solidFill>
                            <a:schemeClr val="tx1"/>
                          </a:solidFill>
                          <a:effectLst/>
                          <a:latin typeface="Arial" panose="020B0604020202020204" pitchFamily="34" charset="0"/>
                          <a:ea typeface="楷体_GB2312" pitchFamily="49" charset="-122"/>
                        </a:rPr>
                        <a:t>i</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序号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分组</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800" b="1" i="1" u="none" strike="noStrike" cap="none" normalizeH="0" baseline="0">
                          <a:ln>
                            <a:noFill/>
                          </a:ln>
                          <a:solidFill>
                            <a:schemeClr val="tx1"/>
                          </a:solidFill>
                          <a:effectLst/>
                          <a:latin typeface="Arial" panose="020B0604020202020204" pitchFamily="34" charset="0"/>
                          <a:ea typeface="楷体_GB2312" pitchFamily="49" charset="-122"/>
                        </a:rPr>
                        <a:t>f</a:t>
                      </a:r>
                      <a:r>
                        <a:rPr kumimoji="0" lang="en-US" altLang="zh-CN" sz="2800" b="1" i="1" u="none" strike="noStrike" cap="none" normalizeH="0" baseline="-25000">
                          <a:ln>
                            <a:noFill/>
                          </a:ln>
                          <a:solidFill>
                            <a:schemeClr val="tx1"/>
                          </a:solidFill>
                          <a:effectLst/>
                          <a:latin typeface="Arial" panose="020B0604020202020204" pitchFamily="34" charset="0"/>
                          <a:ea typeface="楷体_GB2312" pitchFamily="49" charset="-122"/>
                        </a:rPr>
                        <a:t>i</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28315328"/>
                  </a:ext>
                </a:extLst>
              </a:tr>
              <a:tr h="871538">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2</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3</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4</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Pct val="75000"/>
                        <a:buFontTx/>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rPr>
                        <a:t>（－∞，</a:t>
                      </a: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99.5)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[99.5,109.5)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[109.5</a:t>
                      </a: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a:t>
                      </a: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119.5)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[119.5</a:t>
                      </a: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a:t>
                      </a: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129.5)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[129.5</a:t>
                      </a: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a:t>
                      </a: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139.5)</a:t>
                      </a:r>
                      <a:endPar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8</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22</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27</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17</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6</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7</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8</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9</a:t>
                      </a:r>
                    </a:p>
                    <a:p>
                      <a:pPr marL="0" marR="0" lvl="0" indent="0" algn="ctr" defTabSz="914400" rtl="0" eaLnBrk="0" fontAlgn="base" latinLnBrk="0" hangingPunct="0">
                        <a:lnSpc>
                          <a:spcPct val="150000"/>
                        </a:lnSpc>
                        <a:spcBef>
                          <a:spcPct val="0"/>
                        </a:spcBef>
                        <a:spcAft>
                          <a:spcPct val="0"/>
                        </a:spcAft>
                        <a:buClrTx/>
                        <a:buSzPct val="75000"/>
                        <a:buFontTx/>
                        <a:buNone/>
                        <a:tabLst/>
                      </a:pPr>
                      <a:endPar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[139.5</a:t>
                      </a: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a:t>
                      </a: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149.5)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[149.5</a:t>
                      </a: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a:t>
                      </a: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159.5)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[159.5</a:t>
                      </a: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a:t>
                      </a: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169.5)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[169.5</a:t>
                      </a: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a:t>
                      </a: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a:t>
                      </a:r>
                    </a:p>
                    <a:p>
                      <a:pPr marL="0" marR="0" lvl="0" indent="0" algn="ctr" defTabSz="914400" rtl="0" eaLnBrk="0" fontAlgn="base" latinLnBrk="0" hangingPunct="0">
                        <a:lnSpc>
                          <a:spcPct val="150000"/>
                        </a:lnSpc>
                        <a:spcBef>
                          <a:spcPct val="0"/>
                        </a:spcBef>
                        <a:spcAft>
                          <a:spcPct val="0"/>
                        </a:spcAft>
                        <a:buClrTx/>
                        <a:buSzPct val="75000"/>
                        <a:buFontTx/>
                        <a:buNone/>
                        <a:tabLst/>
                      </a:pPr>
                      <a:endPar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9</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2</a:t>
                      </a:r>
                    </a:p>
                    <a:p>
                      <a:pPr marL="0" marR="0" lvl="0" indent="0" algn="ctr" defTabSz="914400" rtl="0" eaLnBrk="0" fontAlgn="base" latinLnBrk="0" hangingPunct="0">
                        <a:lnSpc>
                          <a:spcPct val="150000"/>
                        </a:lnSpc>
                        <a:spcBef>
                          <a:spcPct val="0"/>
                        </a:spcBef>
                        <a:spcAft>
                          <a:spcPct val="0"/>
                        </a:spcAft>
                        <a:buClrTx/>
                        <a:buSzPct val="75000"/>
                        <a:buFontTx/>
                        <a:buNone/>
                        <a:tabLst/>
                      </a:pPr>
                      <a:endPar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1312744"/>
                  </a:ext>
                </a:extLst>
              </a:tr>
            </a:tbl>
          </a:graphicData>
        </a:graphic>
      </p:graphicFrame>
      <p:sp>
        <p:nvSpPr>
          <p:cNvPr id="709657" name="Text Box 25">
            <a:extLst>
              <a:ext uri="{FF2B5EF4-FFF2-40B4-BE49-F238E27FC236}">
                <a16:creationId xmlns:a16="http://schemas.microsoft.com/office/drawing/2014/main" id="{5E987522-B7B5-DF7B-36E8-543163E32E49}"/>
              </a:ext>
            </a:extLst>
          </p:cNvPr>
          <p:cNvSpPr txBox="1">
            <a:spLocks noChangeArrowheads="1"/>
          </p:cNvSpPr>
          <p:nvPr/>
        </p:nvSpPr>
        <p:spPr bwMode="auto">
          <a:xfrm>
            <a:off x="2351088" y="5157788"/>
            <a:ext cx="79930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取</a:t>
            </a:r>
            <a:r>
              <a:rPr lang="el-GR"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α</a:t>
            </a:r>
            <a:r>
              <a:rPr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=0.10</a:t>
            </a:r>
            <a:r>
              <a:rPr lang="zh-CN" altLang="en-US" sz="2800" b="1">
                <a:solidFill>
                  <a:srgbClr val="007A77"/>
                </a:solidFill>
                <a:latin typeface="Times New Roman" panose="02020603050405020304" pitchFamily="18" charset="0"/>
                <a:ea typeface="楷体_GB2312" pitchFamily="49" charset="-122"/>
              </a:rPr>
              <a:t>，检验</a:t>
            </a:r>
            <a:r>
              <a:rPr lang="en-US" altLang="zh-CN" sz="2800" b="1">
                <a:solidFill>
                  <a:srgbClr val="007A77"/>
                </a:solidFill>
                <a:latin typeface="Times New Roman" panose="02020603050405020304" pitchFamily="18" charset="0"/>
                <a:ea typeface="楷体_GB2312" pitchFamily="49" charset="-122"/>
              </a:rPr>
              <a:t>21~59</a:t>
            </a:r>
            <a:r>
              <a:rPr lang="zh-CN" altLang="en-US" sz="2800" b="1">
                <a:solidFill>
                  <a:srgbClr val="007A77"/>
                </a:solidFill>
                <a:latin typeface="Times New Roman" panose="02020603050405020304" pitchFamily="18" charset="0"/>
                <a:ea typeface="楷体_GB2312" pitchFamily="49" charset="-122"/>
              </a:rPr>
              <a:t>岁男子的血压（收缩压）总体</a:t>
            </a:r>
            <a:r>
              <a:rPr lang="en-US" altLang="zh-CN" sz="2800" b="1">
                <a:solidFill>
                  <a:srgbClr val="007A77"/>
                </a:solidFill>
                <a:latin typeface="Times New Roman" panose="02020603050405020304" pitchFamily="18" charset="0"/>
                <a:ea typeface="楷体_GB2312" pitchFamily="49" charset="-122"/>
              </a:rPr>
              <a:t>X</a:t>
            </a:r>
            <a:r>
              <a:rPr lang="zh-CN" altLang="en-US" sz="2800" b="1">
                <a:solidFill>
                  <a:srgbClr val="007A77"/>
                </a:solidFill>
                <a:latin typeface="Times New Roman" panose="02020603050405020304" pitchFamily="18" charset="0"/>
                <a:ea typeface="楷体_GB2312" pitchFamily="49" charset="-122"/>
              </a:rPr>
              <a:t>是否服从正态分布。</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709634"/>
                                        </p:tgtEl>
                                        <p:attrNameLst>
                                          <p:attrName>style.visibility</p:attrName>
                                        </p:attrNameLst>
                                      </p:cBhvr>
                                      <p:to>
                                        <p:strVal val="visible"/>
                                      </p:to>
                                    </p:set>
                                  </p:childTnLst>
                                </p:cTn>
                              </p:par>
                            </p:childTnLst>
                          </p:cTn>
                        </p:par>
                        <p:par>
                          <p:cTn id="7" fill="hold" nodeType="afterGroup">
                            <p:stCondLst>
                              <p:cond delay="0"/>
                            </p:stCondLst>
                            <p:childTnLst>
                              <p:par>
                                <p:cTn id="8" presetID="12" presetClass="entr" presetSubtype="4" fill="hold" nodeType="afterEffect">
                                  <p:stCondLst>
                                    <p:cond delay="0"/>
                                  </p:stCondLst>
                                  <p:childTnLst>
                                    <p:set>
                                      <p:cBhvr>
                                        <p:cTn id="9" dur="1" fill="hold">
                                          <p:stCondLst>
                                            <p:cond delay="0"/>
                                          </p:stCondLst>
                                        </p:cTn>
                                        <p:tgtEl>
                                          <p:spTgt spid="709657"/>
                                        </p:tgtEl>
                                        <p:attrNameLst>
                                          <p:attrName>style.visibility</p:attrName>
                                        </p:attrNameLst>
                                      </p:cBhvr>
                                      <p:to>
                                        <p:strVal val="visible"/>
                                      </p:to>
                                    </p:set>
                                    <p:animEffect transition="in" filter="slide(fromBottom)">
                                      <p:cBhvr>
                                        <p:cTn id="10" dur="1000"/>
                                        <p:tgtEl>
                                          <p:spTgt spid="7096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65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8" name="Rectangle 2">
            <a:extLst>
              <a:ext uri="{FF2B5EF4-FFF2-40B4-BE49-F238E27FC236}">
                <a16:creationId xmlns:a16="http://schemas.microsoft.com/office/drawing/2014/main" id="{27B8894E-0C84-C81E-FA38-0C4BE57AD995}"/>
              </a:ext>
            </a:extLst>
          </p:cNvPr>
          <p:cNvSpPr>
            <a:spLocks noChangeArrowheads="1"/>
          </p:cNvSpPr>
          <p:nvPr/>
        </p:nvSpPr>
        <p:spPr bwMode="auto">
          <a:xfrm>
            <a:off x="1703389" y="188914"/>
            <a:ext cx="12969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p>
        </p:txBody>
      </p:sp>
      <p:grpSp>
        <p:nvGrpSpPr>
          <p:cNvPr id="710659" name="Group 3">
            <a:extLst>
              <a:ext uri="{FF2B5EF4-FFF2-40B4-BE49-F238E27FC236}">
                <a16:creationId xmlns:a16="http://schemas.microsoft.com/office/drawing/2014/main" id="{CE850718-2877-74BD-9940-DACF132405C6}"/>
              </a:ext>
            </a:extLst>
          </p:cNvPr>
          <p:cNvGrpSpPr>
            <a:grpSpLocks/>
          </p:cNvGrpSpPr>
          <p:nvPr/>
        </p:nvGrpSpPr>
        <p:grpSpPr bwMode="auto">
          <a:xfrm>
            <a:off x="2351088" y="260351"/>
            <a:ext cx="6126162" cy="608013"/>
            <a:chOff x="521" y="164"/>
            <a:chExt cx="3859" cy="383"/>
          </a:xfrm>
        </p:grpSpPr>
        <p:graphicFrame>
          <p:nvGraphicFramePr>
            <p:cNvPr id="710660" name="Object 4">
              <a:extLst>
                <a:ext uri="{FF2B5EF4-FFF2-40B4-BE49-F238E27FC236}">
                  <a16:creationId xmlns:a16="http://schemas.microsoft.com/office/drawing/2014/main" id="{ECF0B55F-3DA6-A292-8EB4-A3D0DF9F0AD7}"/>
                </a:ext>
              </a:extLst>
            </p:cNvPr>
            <p:cNvGraphicFramePr>
              <a:graphicFrameLocks noChangeAspect="1"/>
            </p:cNvGraphicFramePr>
            <p:nvPr/>
          </p:nvGraphicFramePr>
          <p:xfrm>
            <a:off x="2154" y="164"/>
            <a:ext cx="2226" cy="383"/>
          </p:xfrm>
          <a:graphic>
            <a:graphicData uri="http://schemas.openxmlformats.org/presentationml/2006/ole">
              <mc:AlternateContent xmlns:mc="http://schemas.openxmlformats.org/markup-compatibility/2006">
                <mc:Choice xmlns:v="urn:schemas-microsoft-com:vml" Requires="v">
                  <p:oleObj name="公式" r:id="rId2" imgW="32181800" imgH="5562600" progId="Equation.3">
                    <p:embed/>
                  </p:oleObj>
                </mc:Choice>
                <mc:Fallback>
                  <p:oleObj name="公式" r:id="rId2" imgW="32181800" imgH="5562600" progId="Equation.3">
                    <p:embed/>
                    <p:pic>
                      <p:nvPicPr>
                        <p:cNvPr id="710660" name="Object 4">
                          <a:extLst>
                            <a:ext uri="{FF2B5EF4-FFF2-40B4-BE49-F238E27FC236}">
                              <a16:creationId xmlns:a16="http://schemas.microsoft.com/office/drawing/2014/main" id="{ECF0B55F-3DA6-A292-8EB4-A3D0DF9F0A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4" y="164"/>
                          <a:ext cx="2226" cy="3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0661" name="Text Box 5">
              <a:extLst>
                <a:ext uri="{FF2B5EF4-FFF2-40B4-BE49-F238E27FC236}">
                  <a16:creationId xmlns:a16="http://schemas.microsoft.com/office/drawing/2014/main" id="{0115749E-8983-72D3-4696-136A14CF601D}"/>
                </a:ext>
              </a:extLst>
            </p:cNvPr>
            <p:cNvSpPr txBox="1">
              <a:spLocks noChangeArrowheads="1"/>
            </p:cNvSpPr>
            <p:nvPr/>
          </p:nvSpPr>
          <p:spPr bwMode="auto">
            <a:xfrm>
              <a:off x="521" y="164"/>
              <a:ext cx="276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按题意，原假设</a:t>
              </a:r>
            </a:p>
          </p:txBody>
        </p:sp>
      </p:grpSp>
      <p:sp>
        <p:nvSpPr>
          <p:cNvPr id="710662" name="Rectangle 6">
            <a:extLst>
              <a:ext uri="{FF2B5EF4-FFF2-40B4-BE49-F238E27FC236}">
                <a16:creationId xmlns:a16="http://schemas.microsoft.com/office/drawing/2014/main" id="{E79DA0CE-4A54-EB94-5115-C7A09AE743FE}"/>
              </a:ext>
            </a:extLst>
          </p:cNvPr>
          <p:cNvSpPr>
            <a:spLocks noChangeArrowheads="1"/>
          </p:cNvSpPr>
          <p:nvPr/>
        </p:nvSpPr>
        <p:spPr bwMode="auto">
          <a:xfrm>
            <a:off x="1919288" y="981075"/>
            <a:ext cx="8280400"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由于</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μ</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σ</a:t>
            </a:r>
            <a:r>
              <a:rPr kumimoji="1" lang="en-US" altLang="zh-CN" sz="2800" b="1" baseline="30000">
                <a:solidFill>
                  <a:srgbClr val="007A77"/>
                </a:solidFill>
                <a:latin typeface="Times New Roman" panose="02020603050405020304" pitchFamily="18" charset="0"/>
                <a:ea typeface="楷体_GB2312" pitchFamily="49" charset="-122"/>
                <a:cs typeface="Times New Roman" panose="02020603050405020304" pitchFamily="18" charset="0"/>
              </a:rPr>
              <a:t>2</a:t>
            </a:r>
            <a:r>
              <a:rPr kumimoji="1" lang="zh-CN" altLang="en-US" sz="2800" b="1">
                <a:solidFill>
                  <a:srgbClr val="007A77"/>
                </a:solidFill>
                <a:latin typeface="Times New Roman" panose="02020603050405020304" pitchFamily="18" charset="0"/>
                <a:ea typeface="楷体_GB2312" pitchFamily="49" charset="-122"/>
              </a:rPr>
              <a:t>未知，首先须用极大似然估计法，求得其估计值（看教科书七章二节例</a:t>
            </a:r>
            <a:r>
              <a:rPr kumimoji="1" lang="en-US" altLang="zh-CN" sz="2800" b="1">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a:t>
            </a:r>
          </a:p>
        </p:txBody>
      </p:sp>
      <p:graphicFrame>
        <p:nvGraphicFramePr>
          <p:cNvPr id="710663" name="Object 7">
            <a:extLst>
              <a:ext uri="{FF2B5EF4-FFF2-40B4-BE49-F238E27FC236}">
                <a16:creationId xmlns:a16="http://schemas.microsoft.com/office/drawing/2014/main" id="{62FC1E24-764A-2026-D253-37307589AAAD}"/>
              </a:ext>
            </a:extLst>
          </p:cNvPr>
          <p:cNvGraphicFramePr>
            <a:graphicFrameLocks noChangeAspect="1"/>
          </p:cNvGraphicFramePr>
          <p:nvPr/>
        </p:nvGraphicFramePr>
        <p:xfrm>
          <a:off x="1822450" y="2724151"/>
          <a:ext cx="2655888" cy="563563"/>
        </p:xfrm>
        <a:graphic>
          <a:graphicData uri="http://schemas.openxmlformats.org/presentationml/2006/ole">
            <mc:AlternateContent xmlns:mc="http://schemas.openxmlformats.org/markup-compatibility/2006">
              <mc:Choice xmlns:v="urn:schemas-microsoft-com:vml" Requires="v">
                <p:oleObj name="公式" r:id="rId4" imgW="23990300" imgH="4978400" progId="Equation.3">
                  <p:embed/>
                </p:oleObj>
              </mc:Choice>
              <mc:Fallback>
                <p:oleObj name="公式" r:id="rId4" imgW="23990300" imgH="4978400" progId="Equation.3">
                  <p:embed/>
                  <p:pic>
                    <p:nvPicPr>
                      <p:cNvPr id="710663" name="Object 7">
                        <a:extLst>
                          <a:ext uri="{FF2B5EF4-FFF2-40B4-BE49-F238E27FC236}">
                            <a16:creationId xmlns:a16="http://schemas.microsoft.com/office/drawing/2014/main" id="{62FC1E24-764A-2026-D253-37307589AA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2450" y="2724151"/>
                        <a:ext cx="2655888" cy="563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0664" name="Object 8">
            <a:extLst>
              <a:ext uri="{FF2B5EF4-FFF2-40B4-BE49-F238E27FC236}">
                <a16:creationId xmlns:a16="http://schemas.microsoft.com/office/drawing/2014/main" id="{E39110FA-9C1C-14D6-30D5-0327B5590F5B}"/>
              </a:ext>
            </a:extLst>
          </p:cNvPr>
          <p:cNvGraphicFramePr>
            <a:graphicFrameLocks noChangeAspect="1"/>
          </p:cNvGraphicFramePr>
          <p:nvPr/>
        </p:nvGraphicFramePr>
        <p:xfrm>
          <a:off x="4845051" y="2492376"/>
          <a:ext cx="5491163" cy="1033463"/>
        </p:xfrm>
        <a:graphic>
          <a:graphicData uri="http://schemas.openxmlformats.org/presentationml/2006/ole">
            <mc:AlternateContent xmlns:mc="http://schemas.openxmlformats.org/markup-compatibility/2006">
              <mc:Choice xmlns:v="urn:schemas-microsoft-com:vml" Requires="v">
                <p:oleObj name="公式" r:id="rId6" imgW="54127400" imgH="9944100" progId="Equation.3">
                  <p:embed/>
                </p:oleObj>
              </mc:Choice>
              <mc:Fallback>
                <p:oleObj name="公式" r:id="rId6" imgW="54127400" imgH="9944100" progId="Equation.3">
                  <p:embed/>
                  <p:pic>
                    <p:nvPicPr>
                      <p:cNvPr id="710664" name="Object 8">
                        <a:extLst>
                          <a:ext uri="{FF2B5EF4-FFF2-40B4-BE49-F238E27FC236}">
                            <a16:creationId xmlns:a16="http://schemas.microsoft.com/office/drawing/2014/main" id="{E39110FA-9C1C-14D6-30D5-0327B5590F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45051" y="2492376"/>
                        <a:ext cx="5491163" cy="1033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0665" name="Object 9">
            <a:extLst>
              <a:ext uri="{FF2B5EF4-FFF2-40B4-BE49-F238E27FC236}">
                <a16:creationId xmlns:a16="http://schemas.microsoft.com/office/drawing/2014/main" id="{273B890A-D214-9778-8BCA-719610692696}"/>
              </a:ext>
            </a:extLst>
          </p:cNvPr>
          <p:cNvGraphicFramePr>
            <a:graphicFrameLocks noChangeAspect="1"/>
          </p:cNvGraphicFramePr>
          <p:nvPr/>
        </p:nvGraphicFramePr>
        <p:xfrm>
          <a:off x="4727575" y="3640138"/>
          <a:ext cx="2808288" cy="990600"/>
        </p:xfrm>
        <a:graphic>
          <a:graphicData uri="http://schemas.openxmlformats.org/presentationml/2006/ole">
            <mc:AlternateContent xmlns:mc="http://schemas.openxmlformats.org/markup-compatibility/2006">
              <mc:Choice xmlns:v="urn:schemas-microsoft-com:vml" Requires="v">
                <p:oleObj name="公式" r:id="rId8" imgW="29845000" imgH="10528300" progId="Equation.3">
                  <p:embed/>
                </p:oleObj>
              </mc:Choice>
              <mc:Fallback>
                <p:oleObj name="公式" r:id="rId8" imgW="29845000" imgH="10528300" progId="Equation.3">
                  <p:embed/>
                  <p:pic>
                    <p:nvPicPr>
                      <p:cNvPr id="710665" name="Object 9">
                        <a:extLst>
                          <a:ext uri="{FF2B5EF4-FFF2-40B4-BE49-F238E27FC236}">
                            <a16:creationId xmlns:a16="http://schemas.microsoft.com/office/drawing/2014/main" id="{273B890A-D214-9778-8BCA-71961069269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27575" y="3640138"/>
                        <a:ext cx="2808288"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0666" name="Object 10">
            <a:extLst>
              <a:ext uri="{FF2B5EF4-FFF2-40B4-BE49-F238E27FC236}">
                <a16:creationId xmlns:a16="http://schemas.microsoft.com/office/drawing/2014/main" id="{4ABBCCEB-6FEF-698B-DE8B-64F7DA6670FC}"/>
              </a:ext>
            </a:extLst>
          </p:cNvPr>
          <p:cNvGraphicFramePr>
            <a:graphicFrameLocks noChangeAspect="1"/>
          </p:cNvGraphicFramePr>
          <p:nvPr/>
        </p:nvGraphicFramePr>
        <p:xfrm>
          <a:off x="4529139" y="4940301"/>
          <a:ext cx="3419475" cy="511175"/>
        </p:xfrm>
        <a:graphic>
          <a:graphicData uri="http://schemas.openxmlformats.org/presentationml/2006/ole">
            <mc:AlternateContent xmlns:mc="http://schemas.openxmlformats.org/markup-compatibility/2006">
              <mc:Choice xmlns:v="urn:schemas-microsoft-com:vml" Requires="v">
                <p:oleObj name="公式" r:id="rId10" imgW="37160200" imgH="5562600" progId="Equation.3">
                  <p:embed/>
                </p:oleObj>
              </mc:Choice>
              <mc:Fallback>
                <p:oleObj name="公式" r:id="rId10" imgW="37160200" imgH="5562600" progId="Equation.3">
                  <p:embed/>
                  <p:pic>
                    <p:nvPicPr>
                      <p:cNvPr id="710666" name="Object 10">
                        <a:extLst>
                          <a:ext uri="{FF2B5EF4-FFF2-40B4-BE49-F238E27FC236}">
                            <a16:creationId xmlns:a16="http://schemas.microsoft.com/office/drawing/2014/main" id="{4ABBCCEB-6FEF-698B-DE8B-64F7DA6670F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29139" y="4940301"/>
                        <a:ext cx="3419475"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0667" name="Rectangle 11">
            <a:extLst>
              <a:ext uri="{FF2B5EF4-FFF2-40B4-BE49-F238E27FC236}">
                <a16:creationId xmlns:a16="http://schemas.microsoft.com/office/drawing/2014/main" id="{AA72AF89-BE6D-33FB-49F9-F5E373A068BE}"/>
              </a:ext>
            </a:extLst>
          </p:cNvPr>
          <p:cNvSpPr>
            <a:spLocks noChangeArrowheads="1"/>
          </p:cNvSpPr>
          <p:nvPr/>
        </p:nvSpPr>
        <p:spPr bwMode="auto">
          <a:xfrm>
            <a:off x="2208214" y="3860801"/>
            <a:ext cx="3024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710668" name="Text Box 12">
            <a:extLst>
              <a:ext uri="{FF2B5EF4-FFF2-40B4-BE49-F238E27FC236}">
                <a16:creationId xmlns:a16="http://schemas.microsoft.com/office/drawing/2014/main" id="{C65794D9-3B5C-6299-599F-8DA93D0B06F4}"/>
              </a:ext>
            </a:extLst>
          </p:cNvPr>
          <p:cNvSpPr txBox="1">
            <a:spLocks noChangeArrowheads="1"/>
          </p:cNvSpPr>
          <p:nvPr/>
        </p:nvSpPr>
        <p:spPr bwMode="auto">
          <a:xfrm>
            <a:off x="2351088" y="4795838"/>
            <a:ext cx="1943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710669" name="Rectangle 13">
            <a:extLst>
              <a:ext uri="{FF2B5EF4-FFF2-40B4-BE49-F238E27FC236}">
                <a16:creationId xmlns:a16="http://schemas.microsoft.com/office/drawing/2014/main" id="{79F54A90-B436-D2E9-E436-F771FB23B954}"/>
              </a:ext>
            </a:extLst>
          </p:cNvPr>
          <p:cNvSpPr>
            <a:spLocks noChangeArrowheads="1"/>
          </p:cNvSpPr>
          <p:nvPr/>
        </p:nvSpPr>
        <p:spPr bwMode="auto">
          <a:xfrm>
            <a:off x="2640013" y="5661026"/>
            <a:ext cx="3168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Arial" panose="020B0604020202020204" pitchFamily="34" charset="0"/>
                <a:ea typeface="楷体_GB2312" pitchFamily="49" charset="-122"/>
              </a:rPr>
              <a:t>列表计算：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10658"/>
                                        </p:tgtEl>
                                        <p:attrNameLst>
                                          <p:attrName>style.visibility</p:attrName>
                                        </p:attrNameLst>
                                      </p:cBhvr>
                                      <p:to>
                                        <p:strVal val="visible"/>
                                      </p:to>
                                    </p:set>
                                    <p:animEffect transition="in" filter="wipe(left)">
                                      <p:cBhvr>
                                        <p:cTn id="7" dur="1000"/>
                                        <p:tgtEl>
                                          <p:spTgt spid="7106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10659"/>
                                        </p:tgtEl>
                                        <p:attrNameLst>
                                          <p:attrName>style.visibility</p:attrName>
                                        </p:attrNameLst>
                                      </p:cBhvr>
                                      <p:to>
                                        <p:strVal val="visible"/>
                                      </p:to>
                                    </p:set>
                                    <p:animEffect transition="in" filter="wipe(left)">
                                      <p:cBhvr>
                                        <p:cTn id="12" dur="1000"/>
                                        <p:tgtEl>
                                          <p:spTgt spid="7106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710662"/>
                                        </p:tgtEl>
                                        <p:attrNameLst>
                                          <p:attrName>style.visibility</p:attrName>
                                        </p:attrNameLst>
                                      </p:cBhvr>
                                      <p:to>
                                        <p:strVal val="visible"/>
                                      </p:to>
                                    </p:set>
                                    <p:animEffect transition="in" filter="slide(fromBottom)">
                                      <p:cBhvr>
                                        <p:cTn id="17" dur="1000"/>
                                        <p:tgtEl>
                                          <p:spTgt spid="7106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10663"/>
                                        </p:tgtEl>
                                        <p:attrNameLst>
                                          <p:attrName>style.visibility</p:attrName>
                                        </p:attrNameLst>
                                      </p:cBhvr>
                                      <p:to>
                                        <p:strVal val="visible"/>
                                      </p:to>
                                    </p:set>
                                    <p:animEffect transition="in" filter="wipe(left)">
                                      <p:cBhvr>
                                        <p:cTn id="22" dur="1000"/>
                                        <p:tgtEl>
                                          <p:spTgt spid="7106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10664"/>
                                        </p:tgtEl>
                                        <p:attrNameLst>
                                          <p:attrName>style.visibility</p:attrName>
                                        </p:attrNameLst>
                                      </p:cBhvr>
                                      <p:to>
                                        <p:strVal val="visible"/>
                                      </p:to>
                                    </p:set>
                                    <p:animEffect transition="in" filter="wipe(left)">
                                      <p:cBhvr>
                                        <p:cTn id="27" dur="1000"/>
                                        <p:tgtEl>
                                          <p:spTgt spid="71066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10667"/>
                                        </p:tgtEl>
                                        <p:attrNameLst>
                                          <p:attrName>style.visibility</p:attrName>
                                        </p:attrNameLst>
                                      </p:cBhvr>
                                      <p:to>
                                        <p:strVal val="visible"/>
                                      </p:to>
                                    </p:set>
                                    <p:animEffect transition="in" filter="wipe(left)">
                                      <p:cBhvr>
                                        <p:cTn id="32" dur="1000"/>
                                        <p:tgtEl>
                                          <p:spTgt spid="710667"/>
                                        </p:tgtEl>
                                      </p:cBhvr>
                                    </p:animEffect>
                                  </p:childTnLst>
                                </p:cTn>
                              </p:par>
                            </p:childTnLst>
                          </p:cTn>
                        </p:par>
                        <p:par>
                          <p:cTn id="33" fill="hold" nodeType="afterGroup">
                            <p:stCondLst>
                              <p:cond delay="1000"/>
                            </p:stCondLst>
                            <p:childTnLst>
                              <p:par>
                                <p:cTn id="34" presetID="22" presetClass="entr" presetSubtype="8" fill="hold" nodeType="afterEffect">
                                  <p:stCondLst>
                                    <p:cond delay="0"/>
                                  </p:stCondLst>
                                  <p:childTnLst>
                                    <p:set>
                                      <p:cBhvr>
                                        <p:cTn id="35" dur="1" fill="hold">
                                          <p:stCondLst>
                                            <p:cond delay="0"/>
                                          </p:stCondLst>
                                        </p:cTn>
                                        <p:tgtEl>
                                          <p:spTgt spid="710665"/>
                                        </p:tgtEl>
                                        <p:attrNameLst>
                                          <p:attrName>style.visibility</p:attrName>
                                        </p:attrNameLst>
                                      </p:cBhvr>
                                      <p:to>
                                        <p:strVal val="visible"/>
                                      </p:to>
                                    </p:set>
                                    <p:animEffect transition="in" filter="wipe(left)">
                                      <p:cBhvr>
                                        <p:cTn id="36" dur="1000"/>
                                        <p:tgtEl>
                                          <p:spTgt spid="71066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710668"/>
                                        </p:tgtEl>
                                        <p:attrNameLst>
                                          <p:attrName>style.visibility</p:attrName>
                                        </p:attrNameLst>
                                      </p:cBhvr>
                                      <p:to>
                                        <p:strVal val="visible"/>
                                      </p:to>
                                    </p:set>
                                    <p:animEffect transition="in" filter="wipe(left)">
                                      <p:cBhvr>
                                        <p:cTn id="41" dur="1000"/>
                                        <p:tgtEl>
                                          <p:spTgt spid="710668"/>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710666"/>
                                        </p:tgtEl>
                                        <p:attrNameLst>
                                          <p:attrName>style.visibility</p:attrName>
                                        </p:attrNameLst>
                                      </p:cBhvr>
                                      <p:to>
                                        <p:strVal val="visible"/>
                                      </p:to>
                                    </p:set>
                                    <p:animEffect transition="in" filter="wipe(left)">
                                      <p:cBhvr>
                                        <p:cTn id="45" dur="1000"/>
                                        <p:tgtEl>
                                          <p:spTgt spid="71066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710669"/>
                                        </p:tgtEl>
                                        <p:attrNameLst>
                                          <p:attrName>style.visibility</p:attrName>
                                        </p:attrNameLst>
                                      </p:cBhvr>
                                      <p:to>
                                        <p:strVal val="visible"/>
                                      </p:to>
                                    </p:set>
                                    <p:animEffect transition="in" filter="wipe(left)">
                                      <p:cBhvr>
                                        <p:cTn id="50" dur="500"/>
                                        <p:tgtEl>
                                          <p:spTgt spid="710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0658" grpId="0"/>
      <p:bldP spid="710662" grpId="0"/>
      <p:bldP spid="710667" grpId="0"/>
      <p:bldP spid="710668" grpId="0"/>
      <p:bldP spid="710669"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1682" name="Object 2">
            <a:extLst>
              <a:ext uri="{FF2B5EF4-FFF2-40B4-BE49-F238E27FC236}">
                <a16:creationId xmlns:a16="http://schemas.microsoft.com/office/drawing/2014/main" id="{DDBA8215-3BB7-D65F-DE10-CF33A3BABFDB}"/>
              </a:ext>
            </a:extLst>
          </p:cNvPr>
          <p:cNvGraphicFramePr>
            <a:graphicFrameLocks noChangeAspect="1"/>
          </p:cNvGraphicFramePr>
          <p:nvPr/>
        </p:nvGraphicFramePr>
        <p:xfrm>
          <a:off x="1992314" y="1268414"/>
          <a:ext cx="2460625" cy="530225"/>
        </p:xfrm>
        <a:graphic>
          <a:graphicData uri="http://schemas.openxmlformats.org/presentationml/2006/ole">
            <mc:AlternateContent xmlns:mc="http://schemas.openxmlformats.org/markup-compatibility/2006">
              <mc:Choice xmlns:v="urn:schemas-microsoft-com:vml" Requires="v">
                <p:oleObj name="公式" r:id="rId2" imgW="22237700" imgH="4686300" progId="Equation.3">
                  <p:embed/>
                </p:oleObj>
              </mc:Choice>
              <mc:Fallback>
                <p:oleObj name="公式" r:id="rId2" imgW="22237700" imgH="4686300" progId="Equation.3">
                  <p:embed/>
                  <p:pic>
                    <p:nvPicPr>
                      <p:cNvPr id="711682" name="Object 2">
                        <a:extLst>
                          <a:ext uri="{FF2B5EF4-FFF2-40B4-BE49-F238E27FC236}">
                            <a16:creationId xmlns:a16="http://schemas.microsoft.com/office/drawing/2014/main" id="{DDBA8215-3BB7-D65F-DE10-CF33A3BABF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314" y="1268414"/>
                        <a:ext cx="2460625"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83" name="Object 3">
            <a:extLst>
              <a:ext uri="{FF2B5EF4-FFF2-40B4-BE49-F238E27FC236}">
                <a16:creationId xmlns:a16="http://schemas.microsoft.com/office/drawing/2014/main" id="{C356617A-1195-716B-0B5F-A9D6B436391B}"/>
              </a:ext>
            </a:extLst>
          </p:cNvPr>
          <p:cNvGraphicFramePr>
            <a:graphicFrameLocks noChangeAspect="1"/>
          </p:cNvGraphicFramePr>
          <p:nvPr/>
        </p:nvGraphicFramePr>
        <p:xfrm>
          <a:off x="3792539" y="404813"/>
          <a:ext cx="3887787" cy="576262"/>
        </p:xfrm>
        <a:graphic>
          <a:graphicData uri="http://schemas.openxmlformats.org/presentationml/2006/ole">
            <mc:AlternateContent xmlns:mc="http://schemas.openxmlformats.org/markup-compatibility/2006">
              <mc:Choice xmlns:v="urn:schemas-microsoft-com:vml" Requires="v">
                <p:oleObj name="公式" r:id="rId4" imgW="35394900" imgH="5270500" progId="Equation.3">
                  <p:embed/>
                </p:oleObj>
              </mc:Choice>
              <mc:Fallback>
                <p:oleObj name="公式" r:id="rId4" imgW="35394900" imgH="5270500" progId="Equation.3">
                  <p:embed/>
                  <p:pic>
                    <p:nvPicPr>
                      <p:cNvPr id="711683" name="Object 3">
                        <a:extLst>
                          <a:ext uri="{FF2B5EF4-FFF2-40B4-BE49-F238E27FC236}">
                            <a16:creationId xmlns:a16="http://schemas.microsoft.com/office/drawing/2014/main" id="{C356617A-1195-716B-0B5F-A9D6B43639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2539" y="404813"/>
                        <a:ext cx="3887787" cy="576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1684" name="Text Box 4">
            <a:extLst>
              <a:ext uri="{FF2B5EF4-FFF2-40B4-BE49-F238E27FC236}">
                <a16:creationId xmlns:a16="http://schemas.microsoft.com/office/drawing/2014/main" id="{D129D849-692F-029F-4E77-0B3262A78638}"/>
              </a:ext>
            </a:extLst>
          </p:cNvPr>
          <p:cNvSpPr txBox="1">
            <a:spLocks noChangeArrowheads="1"/>
          </p:cNvSpPr>
          <p:nvPr/>
        </p:nvSpPr>
        <p:spPr bwMode="auto">
          <a:xfrm>
            <a:off x="1919288" y="404813"/>
            <a:ext cx="2305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为真时，</a:t>
            </a:r>
          </a:p>
        </p:txBody>
      </p:sp>
      <p:graphicFrame>
        <p:nvGraphicFramePr>
          <p:cNvPr id="711685" name="Object 5">
            <a:extLst>
              <a:ext uri="{FF2B5EF4-FFF2-40B4-BE49-F238E27FC236}">
                <a16:creationId xmlns:a16="http://schemas.microsoft.com/office/drawing/2014/main" id="{4972918C-CE88-5306-6C08-E02FFCF4F54B}"/>
              </a:ext>
            </a:extLst>
          </p:cNvPr>
          <p:cNvGraphicFramePr>
            <a:graphicFrameLocks noChangeAspect="1"/>
          </p:cNvGraphicFramePr>
          <p:nvPr/>
        </p:nvGraphicFramePr>
        <p:xfrm>
          <a:off x="4583113" y="1268414"/>
          <a:ext cx="1941512" cy="496887"/>
        </p:xfrm>
        <a:graphic>
          <a:graphicData uri="http://schemas.openxmlformats.org/presentationml/2006/ole">
            <mc:AlternateContent xmlns:mc="http://schemas.openxmlformats.org/markup-compatibility/2006">
              <mc:Choice xmlns:v="urn:schemas-microsoft-com:vml" Requires="v">
                <p:oleObj name="公式" r:id="rId6" imgW="17551400" imgH="4394200" progId="Equation.3">
                  <p:embed/>
                </p:oleObj>
              </mc:Choice>
              <mc:Fallback>
                <p:oleObj name="公式" r:id="rId6" imgW="17551400" imgH="4394200" progId="Equation.3">
                  <p:embed/>
                  <p:pic>
                    <p:nvPicPr>
                      <p:cNvPr id="711685" name="Object 5">
                        <a:extLst>
                          <a:ext uri="{FF2B5EF4-FFF2-40B4-BE49-F238E27FC236}">
                            <a16:creationId xmlns:a16="http://schemas.microsoft.com/office/drawing/2014/main" id="{4972918C-CE88-5306-6C08-E02FFCF4F54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83113" y="1268414"/>
                        <a:ext cx="1941512" cy="496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86" name="Object 6">
            <a:extLst>
              <a:ext uri="{FF2B5EF4-FFF2-40B4-BE49-F238E27FC236}">
                <a16:creationId xmlns:a16="http://schemas.microsoft.com/office/drawing/2014/main" id="{D5918C0B-CB28-FA6A-5094-120EBA1A0EBD}"/>
              </a:ext>
            </a:extLst>
          </p:cNvPr>
          <p:cNvGraphicFramePr>
            <a:graphicFrameLocks noChangeAspect="1"/>
          </p:cNvGraphicFramePr>
          <p:nvPr/>
        </p:nvGraphicFramePr>
        <p:xfrm>
          <a:off x="6600825" y="1268414"/>
          <a:ext cx="2427288" cy="496887"/>
        </p:xfrm>
        <a:graphic>
          <a:graphicData uri="http://schemas.openxmlformats.org/presentationml/2006/ole">
            <mc:AlternateContent xmlns:mc="http://schemas.openxmlformats.org/markup-compatibility/2006">
              <mc:Choice xmlns:v="urn:schemas-microsoft-com:vml" Requires="v">
                <p:oleObj name="公式" r:id="rId8" imgW="21945600" imgH="4394200" progId="Equation.3">
                  <p:embed/>
                </p:oleObj>
              </mc:Choice>
              <mc:Fallback>
                <p:oleObj name="公式" r:id="rId8" imgW="21945600" imgH="4394200" progId="Equation.3">
                  <p:embed/>
                  <p:pic>
                    <p:nvPicPr>
                      <p:cNvPr id="711686" name="Object 6">
                        <a:extLst>
                          <a:ext uri="{FF2B5EF4-FFF2-40B4-BE49-F238E27FC236}">
                            <a16:creationId xmlns:a16="http://schemas.microsoft.com/office/drawing/2014/main" id="{D5918C0B-CB28-FA6A-5094-120EBA1A0EB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00825" y="1268414"/>
                        <a:ext cx="2427288" cy="496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87" name="Object 7">
            <a:extLst>
              <a:ext uri="{FF2B5EF4-FFF2-40B4-BE49-F238E27FC236}">
                <a16:creationId xmlns:a16="http://schemas.microsoft.com/office/drawing/2014/main" id="{4CBADC1C-64DE-3A63-E92F-63525A6F2757}"/>
              </a:ext>
            </a:extLst>
          </p:cNvPr>
          <p:cNvGraphicFramePr>
            <a:graphicFrameLocks noChangeAspect="1"/>
          </p:cNvGraphicFramePr>
          <p:nvPr/>
        </p:nvGraphicFramePr>
        <p:xfrm>
          <a:off x="2208214" y="2060575"/>
          <a:ext cx="3527425" cy="465138"/>
        </p:xfrm>
        <a:graphic>
          <a:graphicData uri="http://schemas.openxmlformats.org/presentationml/2006/ole">
            <mc:AlternateContent xmlns:mc="http://schemas.openxmlformats.org/markup-compatibility/2006">
              <mc:Choice xmlns:v="urn:schemas-microsoft-com:vml" Requires="v">
                <p:oleObj name="公式" r:id="rId10" imgW="31889700" imgH="4102100" progId="Equation.3">
                  <p:embed/>
                </p:oleObj>
              </mc:Choice>
              <mc:Fallback>
                <p:oleObj name="公式" r:id="rId10" imgW="31889700" imgH="4102100" progId="Equation.3">
                  <p:embed/>
                  <p:pic>
                    <p:nvPicPr>
                      <p:cNvPr id="711687" name="Object 7">
                        <a:extLst>
                          <a:ext uri="{FF2B5EF4-FFF2-40B4-BE49-F238E27FC236}">
                            <a16:creationId xmlns:a16="http://schemas.microsoft.com/office/drawing/2014/main" id="{4CBADC1C-64DE-3A63-E92F-63525A6F275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08214" y="2060575"/>
                        <a:ext cx="3527425" cy="465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88" name="Object 8">
            <a:extLst>
              <a:ext uri="{FF2B5EF4-FFF2-40B4-BE49-F238E27FC236}">
                <a16:creationId xmlns:a16="http://schemas.microsoft.com/office/drawing/2014/main" id="{F145BBF8-BDC2-57E8-5602-EB07CB9B2B96}"/>
              </a:ext>
            </a:extLst>
          </p:cNvPr>
          <p:cNvGraphicFramePr>
            <a:graphicFrameLocks noChangeAspect="1"/>
          </p:cNvGraphicFramePr>
          <p:nvPr/>
        </p:nvGraphicFramePr>
        <p:xfrm>
          <a:off x="1919289" y="2924176"/>
          <a:ext cx="3724275" cy="530225"/>
        </p:xfrm>
        <a:graphic>
          <a:graphicData uri="http://schemas.openxmlformats.org/presentationml/2006/ole">
            <mc:AlternateContent xmlns:mc="http://schemas.openxmlformats.org/markup-compatibility/2006">
              <mc:Choice xmlns:v="urn:schemas-microsoft-com:vml" Requires="v">
                <p:oleObj name="公式" r:id="rId12" imgW="33642300" imgH="4686300" progId="Equation.3">
                  <p:embed/>
                </p:oleObj>
              </mc:Choice>
              <mc:Fallback>
                <p:oleObj name="公式" r:id="rId12" imgW="33642300" imgH="4686300" progId="Equation.3">
                  <p:embed/>
                  <p:pic>
                    <p:nvPicPr>
                      <p:cNvPr id="711688" name="Object 8">
                        <a:extLst>
                          <a:ext uri="{FF2B5EF4-FFF2-40B4-BE49-F238E27FC236}">
                            <a16:creationId xmlns:a16="http://schemas.microsoft.com/office/drawing/2014/main" id="{F145BBF8-BDC2-57E8-5602-EB07CB9B2B9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19289" y="2924176"/>
                        <a:ext cx="3724275"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89" name="Object 9">
            <a:extLst>
              <a:ext uri="{FF2B5EF4-FFF2-40B4-BE49-F238E27FC236}">
                <a16:creationId xmlns:a16="http://schemas.microsoft.com/office/drawing/2014/main" id="{88AEA0E4-1C18-0567-88D3-16C3D6D6A218}"/>
              </a:ext>
            </a:extLst>
          </p:cNvPr>
          <p:cNvGraphicFramePr>
            <a:graphicFrameLocks noChangeAspect="1"/>
          </p:cNvGraphicFramePr>
          <p:nvPr/>
        </p:nvGraphicFramePr>
        <p:xfrm>
          <a:off x="5735639" y="2852739"/>
          <a:ext cx="4141787" cy="496887"/>
        </p:xfrm>
        <a:graphic>
          <a:graphicData uri="http://schemas.openxmlformats.org/presentationml/2006/ole">
            <mc:AlternateContent xmlns:mc="http://schemas.openxmlformats.org/markup-compatibility/2006">
              <mc:Choice xmlns:v="urn:schemas-microsoft-com:vml" Requires="v">
                <p:oleObj name="公式" r:id="rId14" imgW="37452300" imgH="4394200" progId="Equation.3">
                  <p:embed/>
                </p:oleObj>
              </mc:Choice>
              <mc:Fallback>
                <p:oleObj name="公式" r:id="rId14" imgW="37452300" imgH="4394200" progId="Equation.3">
                  <p:embed/>
                  <p:pic>
                    <p:nvPicPr>
                      <p:cNvPr id="711689" name="Object 9">
                        <a:extLst>
                          <a:ext uri="{FF2B5EF4-FFF2-40B4-BE49-F238E27FC236}">
                            <a16:creationId xmlns:a16="http://schemas.microsoft.com/office/drawing/2014/main" id="{88AEA0E4-1C18-0567-88D3-16C3D6D6A21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35639" y="2852739"/>
                        <a:ext cx="4141787" cy="496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90" name="Object 10">
            <a:extLst>
              <a:ext uri="{FF2B5EF4-FFF2-40B4-BE49-F238E27FC236}">
                <a16:creationId xmlns:a16="http://schemas.microsoft.com/office/drawing/2014/main" id="{F63AB83E-913F-1E6B-3B91-BCDC14340004}"/>
              </a:ext>
            </a:extLst>
          </p:cNvPr>
          <p:cNvGraphicFramePr>
            <a:graphicFrameLocks noChangeAspect="1"/>
          </p:cNvGraphicFramePr>
          <p:nvPr/>
        </p:nvGraphicFramePr>
        <p:xfrm>
          <a:off x="5735639" y="3789364"/>
          <a:ext cx="4433887" cy="465137"/>
        </p:xfrm>
        <a:graphic>
          <a:graphicData uri="http://schemas.openxmlformats.org/presentationml/2006/ole">
            <mc:AlternateContent xmlns:mc="http://schemas.openxmlformats.org/markup-compatibility/2006">
              <mc:Choice xmlns:v="urn:schemas-microsoft-com:vml" Requires="v">
                <p:oleObj name="公式" r:id="rId16" imgW="40081200" imgH="4102100" progId="Equation.3">
                  <p:embed/>
                </p:oleObj>
              </mc:Choice>
              <mc:Fallback>
                <p:oleObj name="公式" r:id="rId16" imgW="40081200" imgH="4102100" progId="Equation.3">
                  <p:embed/>
                  <p:pic>
                    <p:nvPicPr>
                      <p:cNvPr id="711690" name="Object 10">
                        <a:extLst>
                          <a:ext uri="{FF2B5EF4-FFF2-40B4-BE49-F238E27FC236}">
                            <a16:creationId xmlns:a16="http://schemas.microsoft.com/office/drawing/2014/main" id="{F63AB83E-913F-1E6B-3B91-BCDC1434000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35639" y="3789364"/>
                        <a:ext cx="4433887"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91" name="Object 11">
            <a:extLst>
              <a:ext uri="{FF2B5EF4-FFF2-40B4-BE49-F238E27FC236}">
                <a16:creationId xmlns:a16="http://schemas.microsoft.com/office/drawing/2014/main" id="{4022948B-8D70-700B-CFD2-BC49F776C050}"/>
              </a:ext>
            </a:extLst>
          </p:cNvPr>
          <p:cNvGraphicFramePr>
            <a:graphicFrameLocks noChangeAspect="1"/>
          </p:cNvGraphicFramePr>
          <p:nvPr/>
        </p:nvGraphicFramePr>
        <p:xfrm>
          <a:off x="1912938" y="3860800"/>
          <a:ext cx="3721100" cy="496888"/>
        </p:xfrm>
        <a:graphic>
          <a:graphicData uri="http://schemas.openxmlformats.org/presentationml/2006/ole">
            <mc:AlternateContent xmlns:mc="http://schemas.openxmlformats.org/markup-compatibility/2006">
              <mc:Choice xmlns:v="urn:schemas-microsoft-com:vml" Requires="v">
                <p:oleObj name="公式" r:id="rId18" imgW="33642300" imgH="4394200" progId="Equation.3">
                  <p:embed/>
                </p:oleObj>
              </mc:Choice>
              <mc:Fallback>
                <p:oleObj name="公式" r:id="rId18" imgW="33642300" imgH="4394200" progId="Equation.3">
                  <p:embed/>
                  <p:pic>
                    <p:nvPicPr>
                      <p:cNvPr id="711691" name="Object 11">
                        <a:extLst>
                          <a:ext uri="{FF2B5EF4-FFF2-40B4-BE49-F238E27FC236}">
                            <a16:creationId xmlns:a16="http://schemas.microsoft.com/office/drawing/2014/main" id="{4022948B-8D70-700B-CFD2-BC49F776C050}"/>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12938" y="3860800"/>
                        <a:ext cx="3721100"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92" name="Object 12">
            <a:extLst>
              <a:ext uri="{FF2B5EF4-FFF2-40B4-BE49-F238E27FC236}">
                <a16:creationId xmlns:a16="http://schemas.microsoft.com/office/drawing/2014/main" id="{BEDD90C2-33B2-C6CB-F888-F5B2B198E17F}"/>
              </a:ext>
            </a:extLst>
          </p:cNvPr>
          <p:cNvGraphicFramePr>
            <a:graphicFrameLocks noChangeAspect="1"/>
          </p:cNvGraphicFramePr>
          <p:nvPr/>
        </p:nvGraphicFramePr>
        <p:xfrm>
          <a:off x="1751013" y="4652964"/>
          <a:ext cx="3917950" cy="530225"/>
        </p:xfrm>
        <a:graphic>
          <a:graphicData uri="http://schemas.openxmlformats.org/presentationml/2006/ole">
            <mc:AlternateContent xmlns:mc="http://schemas.openxmlformats.org/markup-compatibility/2006">
              <mc:Choice xmlns:v="urn:schemas-microsoft-com:vml" Requires="v">
                <p:oleObj name="公式" r:id="rId20" imgW="35394900" imgH="4686300" progId="Equation.3">
                  <p:embed/>
                </p:oleObj>
              </mc:Choice>
              <mc:Fallback>
                <p:oleObj name="公式" r:id="rId20" imgW="35394900" imgH="4686300" progId="Equation.3">
                  <p:embed/>
                  <p:pic>
                    <p:nvPicPr>
                      <p:cNvPr id="711692" name="Object 12">
                        <a:extLst>
                          <a:ext uri="{FF2B5EF4-FFF2-40B4-BE49-F238E27FC236}">
                            <a16:creationId xmlns:a16="http://schemas.microsoft.com/office/drawing/2014/main" id="{BEDD90C2-33B2-C6CB-F888-F5B2B198E17F}"/>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751013" y="4652964"/>
                        <a:ext cx="391795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93" name="Object 13">
            <a:extLst>
              <a:ext uri="{FF2B5EF4-FFF2-40B4-BE49-F238E27FC236}">
                <a16:creationId xmlns:a16="http://schemas.microsoft.com/office/drawing/2014/main" id="{9594BC77-99A1-2D8B-AB2B-0EDB51EF4B53}"/>
              </a:ext>
            </a:extLst>
          </p:cNvPr>
          <p:cNvGraphicFramePr>
            <a:graphicFrameLocks noChangeAspect="1"/>
          </p:cNvGraphicFramePr>
          <p:nvPr/>
        </p:nvGraphicFramePr>
        <p:xfrm>
          <a:off x="5664200" y="4581525"/>
          <a:ext cx="4173538" cy="496888"/>
        </p:xfrm>
        <a:graphic>
          <a:graphicData uri="http://schemas.openxmlformats.org/presentationml/2006/ole">
            <mc:AlternateContent xmlns:mc="http://schemas.openxmlformats.org/markup-compatibility/2006">
              <mc:Choice xmlns:v="urn:schemas-microsoft-com:vml" Requires="v">
                <p:oleObj name="公式" r:id="rId22" imgW="37744400" imgH="4394200" progId="Equation.3">
                  <p:embed/>
                </p:oleObj>
              </mc:Choice>
              <mc:Fallback>
                <p:oleObj name="公式" r:id="rId22" imgW="37744400" imgH="4394200" progId="Equation.3">
                  <p:embed/>
                  <p:pic>
                    <p:nvPicPr>
                      <p:cNvPr id="711693" name="Object 13">
                        <a:extLst>
                          <a:ext uri="{FF2B5EF4-FFF2-40B4-BE49-F238E27FC236}">
                            <a16:creationId xmlns:a16="http://schemas.microsoft.com/office/drawing/2014/main" id="{9594BC77-99A1-2D8B-AB2B-0EDB51EF4B53}"/>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664200" y="4581525"/>
                        <a:ext cx="4173538"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94" name="Object 14">
            <a:extLst>
              <a:ext uri="{FF2B5EF4-FFF2-40B4-BE49-F238E27FC236}">
                <a16:creationId xmlns:a16="http://schemas.microsoft.com/office/drawing/2014/main" id="{602C23D6-3B0D-E690-443B-85D14CC32A04}"/>
              </a:ext>
            </a:extLst>
          </p:cNvPr>
          <p:cNvGraphicFramePr>
            <a:graphicFrameLocks noChangeAspect="1"/>
          </p:cNvGraphicFramePr>
          <p:nvPr/>
        </p:nvGraphicFramePr>
        <p:xfrm>
          <a:off x="2279650" y="5373689"/>
          <a:ext cx="3752850" cy="496887"/>
        </p:xfrm>
        <a:graphic>
          <a:graphicData uri="http://schemas.openxmlformats.org/presentationml/2006/ole">
            <mc:AlternateContent xmlns:mc="http://schemas.openxmlformats.org/markup-compatibility/2006">
              <mc:Choice xmlns:v="urn:schemas-microsoft-com:vml" Requires="v">
                <p:oleObj name="公式" r:id="rId24" imgW="33934400" imgH="4394200" progId="Equation.3">
                  <p:embed/>
                </p:oleObj>
              </mc:Choice>
              <mc:Fallback>
                <p:oleObj name="公式" r:id="rId24" imgW="33934400" imgH="4394200" progId="Equation.3">
                  <p:embed/>
                  <p:pic>
                    <p:nvPicPr>
                      <p:cNvPr id="711694" name="Object 14">
                        <a:extLst>
                          <a:ext uri="{FF2B5EF4-FFF2-40B4-BE49-F238E27FC236}">
                            <a16:creationId xmlns:a16="http://schemas.microsoft.com/office/drawing/2014/main" id="{602C23D6-3B0D-E690-443B-85D14CC32A04}"/>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279650" y="5373689"/>
                        <a:ext cx="3752850" cy="496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95" name="Object 15">
            <a:extLst>
              <a:ext uri="{FF2B5EF4-FFF2-40B4-BE49-F238E27FC236}">
                <a16:creationId xmlns:a16="http://schemas.microsoft.com/office/drawing/2014/main" id="{B5DAF05A-158F-D80A-9AEA-00B41961388E}"/>
              </a:ext>
            </a:extLst>
          </p:cNvPr>
          <p:cNvGraphicFramePr>
            <a:graphicFrameLocks noChangeAspect="1"/>
          </p:cNvGraphicFramePr>
          <p:nvPr/>
        </p:nvGraphicFramePr>
        <p:xfrm>
          <a:off x="6234114" y="5373689"/>
          <a:ext cx="4433887" cy="465137"/>
        </p:xfrm>
        <a:graphic>
          <a:graphicData uri="http://schemas.openxmlformats.org/presentationml/2006/ole">
            <mc:AlternateContent xmlns:mc="http://schemas.openxmlformats.org/markup-compatibility/2006">
              <mc:Choice xmlns:v="urn:schemas-microsoft-com:vml" Requires="v">
                <p:oleObj name="公式" r:id="rId26" imgW="40081200" imgH="4102100" progId="Equation.3">
                  <p:embed/>
                </p:oleObj>
              </mc:Choice>
              <mc:Fallback>
                <p:oleObj name="公式" r:id="rId26" imgW="40081200" imgH="4102100" progId="Equation.3">
                  <p:embed/>
                  <p:pic>
                    <p:nvPicPr>
                      <p:cNvPr id="711695" name="Object 15">
                        <a:extLst>
                          <a:ext uri="{FF2B5EF4-FFF2-40B4-BE49-F238E27FC236}">
                            <a16:creationId xmlns:a16="http://schemas.microsoft.com/office/drawing/2014/main" id="{B5DAF05A-158F-D80A-9AEA-00B41961388E}"/>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234114" y="5373689"/>
                        <a:ext cx="4433887"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11684"/>
                                        </p:tgtEl>
                                        <p:attrNameLst>
                                          <p:attrName>style.visibility</p:attrName>
                                        </p:attrNameLst>
                                      </p:cBhvr>
                                      <p:to>
                                        <p:strVal val="visible"/>
                                      </p:to>
                                    </p:set>
                                    <p:animEffect transition="in" filter="wipe(left)">
                                      <p:cBhvr>
                                        <p:cTn id="7" dur="1000"/>
                                        <p:tgtEl>
                                          <p:spTgt spid="711684"/>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711683"/>
                                        </p:tgtEl>
                                        <p:attrNameLst>
                                          <p:attrName>style.visibility</p:attrName>
                                        </p:attrNameLst>
                                      </p:cBhvr>
                                      <p:to>
                                        <p:strVal val="visible"/>
                                      </p:to>
                                    </p:set>
                                    <p:animEffect transition="in" filter="wipe(left)">
                                      <p:cBhvr>
                                        <p:cTn id="11" dur="1000"/>
                                        <p:tgtEl>
                                          <p:spTgt spid="71168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711682"/>
                                        </p:tgtEl>
                                        <p:attrNameLst>
                                          <p:attrName>style.visibility</p:attrName>
                                        </p:attrNameLst>
                                      </p:cBhvr>
                                      <p:to>
                                        <p:strVal val="visible"/>
                                      </p:to>
                                    </p:set>
                                    <p:animEffect transition="in" filter="wipe(left)">
                                      <p:cBhvr>
                                        <p:cTn id="16" dur="1000"/>
                                        <p:tgtEl>
                                          <p:spTgt spid="71168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711685"/>
                                        </p:tgtEl>
                                        <p:attrNameLst>
                                          <p:attrName>style.visibility</p:attrName>
                                        </p:attrNameLst>
                                      </p:cBhvr>
                                      <p:to>
                                        <p:strVal val="visible"/>
                                      </p:to>
                                    </p:set>
                                    <p:animEffect transition="in" filter="wipe(left)">
                                      <p:cBhvr>
                                        <p:cTn id="21" dur="1000"/>
                                        <p:tgtEl>
                                          <p:spTgt spid="71168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711686"/>
                                        </p:tgtEl>
                                        <p:attrNameLst>
                                          <p:attrName>style.visibility</p:attrName>
                                        </p:attrNameLst>
                                      </p:cBhvr>
                                      <p:to>
                                        <p:strVal val="visible"/>
                                      </p:to>
                                    </p:set>
                                    <p:animEffect transition="in" filter="wipe(left)">
                                      <p:cBhvr>
                                        <p:cTn id="26" dur="1000"/>
                                        <p:tgtEl>
                                          <p:spTgt spid="71168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711687"/>
                                        </p:tgtEl>
                                        <p:attrNameLst>
                                          <p:attrName>style.visibility</p:attrName>
                                        </p:attrNameLst>
                                      </p:cBhvr>
                                      <p:to>
                                        <p:strVal val="visible"/>
                                      </p:to>
                                    </p:set>
                                    <p:animEffect transition="in" filter="wipe(left)">
                                      <p:cBhvr>
                                        <p:cTn id="31" dur="1000"/>
                                        <p:tgtEl>
                                          <p:spTgt spid="71168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711688"/>
                                        </p:tgtEl>
                                        <p:attrNameLst>
                                          <p:attrName>style.visibility</p:attrName>
                                        </p:attrNameLst>
                                      </p:cBhvr>
                                      <p:to>
                                        <p:strVal val="visible"/>
                                      </p:to>
                                    </p:set>
                                    <p:animEffect transition="in" filter="wipe(left)">
                                      <p:cBhvr>
                                        <p:cTn id="36" dur="1000"/>
                                        <p:tgtEl>
                                          <p:spTgt spid="71168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711689"/>
                                        </p:tgtEl>
                                        <p:attrNameLst>
                                          <p:attrName>style.visibility</p:attrName>
                                        </p:attrNameLst>
                                      </p:cBhvr>
                                      <p:to>
                                        <p:strVal val="visible"/>
                                      </p:to>
                                    </p:set>
                                    <p:animEffect transition="in" filter="wipe(left)">
                                      <p:cBhvr>
                                        <p:cTn id="41" dur="1000"/>
                                        <p:tgtEl>
                                          <p:spTgt spid="71168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711691"/>
                                        </p:tgtEl>
                                        <p:attrNameLst>
                                          <p:attrName>style.visibility</p:attrName>
                                        </p:attrNameLst>
                                      </p:cBhvr>
                                      <p:to>
                                        <p:strVal val="visible"/>
                                      </p:to>
                                    </p:set>
                                    <p:animEffect transition="in" filter="wipe(left)">
                                      <p:cBhvr>
                                        <p:cTn id="46" dur="1000"/>
                                        <p:tgtEl>
                                          <p:spTgt spid="71169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711690"/>
                                        </p:tgtEl>
                                        <p:attrNameLst>
                                          <p:attrName>style.visibility</p:attrName>
                                        </p:attrNameLst>
                                      </p:cBhvr>
                                      <p:to>
                                        <p:strVal val="visible"/>
                                      </p:to>
                                    </p:set>
                                    <p:animEffect transition="in" filter="wipe(left)">
                                      <p:cBhvr>
                                        <p:cTn id="51" dur="1000"/>
                                        <p:tgtEl>
                                          <p:spTgt spid="71169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711692"/>
                                        </p:tgtEl>
                                        <p:attrNameLst>
                                          <p:attrName>style.visibility</p:attrName>
                                        </p:attrNameLst>
                                      </p:cBhvr>
                                      <p:to>
                                        <p:strVal val="visible"/>
                                      </p:to>
                                    </p:set>
                                    <p:animEffect transition="in" filter="wipe(left)">
                                      <p:cBhvr>
                                        <p:cTn id="56" dur="1000"/>
                                        <p:tgtEl>
                                          <p:spTgt spid="71169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711693"/>
                                        </p:tgtEl>
                                        <p:attrNameLst>
                                          <p:attrName>style.visibility</p:attrName>
                                        </p:attrNameLst>
                                      </p:cBhvr>
                                      <p:to>
                                        <p:strVal val="visible"/>
                                      </p:to>
                                    </p:set>
                                    <p:animEffect transition="in" filter="wipe(left)">
                                      <p:cBhvr>
                                        <p:cTn id="61" dur="1000"/>
                                        <p:tgtEl>
                                          <p:spTgt spid="71169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711694"/>
                                        </p:tgtEl>
                                        <p:attrNameLst>
                                          <p:attrName>style.visibility</p:attrName>
                                        </p:attrNameLst>
                                      </p:cBhvr>
                                      <p:to>
                                        <p:strVal val="visible"/>
                                      </p:to>
                                    </p:set>
                                    <p:animEffect transition="in" filter="wipe(left)">
                                      <p:cBhvr>
                                        <p:cTn id="66" dur="1000"/>
                                        <p:tgtEl>
                                          <p:spTgt spid="71169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711695"/>
                                        </p:tgtEl>
                                        <p:attrNameLst>
                                          <p:attrName>style.visibility</p:attrName>
                                        </p:attrNameLst>
                                      </p:cBhvr>
                                      <p:to>
                                        <p:strVal val="visible"/>
                                      </p:to>
                                    </p:set>
                                    <p:animEffect transition="in" filter="wipe(left)">
                                      <p:cBhvr>
                                        <p:cTn id="71" dur="1000"/>
                                        <p:tgtEl>
                                          <p:spTgt spid="711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168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2706" name="Object 2">
            <a:extLst>
              <a:ext uri="{FF2B5EF4-FFF2-40B4-BE49-F238E27FC236}">
                <a16:creationId xmlns:a16="http://schemas.microsoft.com/office/drawing/2014/main" id="{9F87FC9A-F439-8D88-CD02-F22D64F5C87D}"/>
              </a:ext>
            </a:extLst>
          </p:cNvPr>
          <p:cNvGraphicFramePr>
            <a:graphicFrameLocks noChangeAspect="1"/>
          </p:cNvGraphicFramePr>
          <p:nvPr/>
        </p:nvGraphicFramePr>
        <p:xfrm>
          <a:off x="1774825" y="692151"/>
          <a:ext cx="3917950" cy="530225"/>
        </p:xfrm>
        <a:graphic>
          <a:graphicData uri="http://schemas.openxmlformats.org/presentationml/2006/ole">
            <mc:AlternateContent xmlns:mc="http://schemas.openxmlformats.org/markup-compatibility/2006">
              <mc:Choice xmlns:v="urn:schemas-microsoft-com:vml" Requires="v">
                <p:oleObj name="公式" r:id="rId2" imgW="35394900" imgH="4686300" progId="Equation.3">
                  <p:embed/>
                </p:oleObj>
              </mc:Choice>
              <mc:Fallback>
                <p:oleObj name="公式" r:id="rId2" imgW="35394900" imgH="4686300" progId="Equation.3">
                  <p:embed/>
                  <p:pic>
                    <p:nvPicPr>
                      <p:cNvPr id="712706" name="Object 2">
                        <a:extLst>
                          <a:ext uri="{FF2B5EF4-FFF2-40B4-BE49-F238E27FC236}">
                            <a16:creationId xmlns:a16="http://schemas.microsoft.com/office/drawing/2014/main" id="{9F87FC9A-F439-8D88-CD02-F22D64F5C8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825" y="692151"/>
                        <a:ext cx="391795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2707" name="Object 3">
            <a:extLst>
              <a:ext uri="{FF2B5EF4-FFF2-40B4-BE49-F238E27FC236}">
                <a16:creationId xmlns:a16="http://schemas.microsoft.com/office/drawing/2014/main" id="{E5015A7F-632E-663F-84DA-204BE9BE4B91}"/>
              </a:ext>
            </a:extLst>
          </p:cNvPr>
          <p:cNvGraphicFramePr>
            <a:graphicFrameLocks noChangeAspect="1"/>
          </p:cNvGraphicFramePr>
          <p:nvPr/>
        </p:nvGraphicFramePr>
        <p:xfrm>
          <a:off x="5735639" y="692150"/>
          <a:ext cx="3817937" cy="496888"/>
        </p:xfrm>
        <a:graphic>
          <a:graphicData uri="http://schemas.openxmlformats.org/presentationml/2006/ole">
            <mc:AlternateContent xmlns:mc="http://schemas.openxmlformats.org/markup-compatibility/2006">
              <mc:Choice xmlns:v="urn:schemas-microsoft-com:vml" Requires="v">
                <p:oleObj name="公式" r:id="rId4" imgW="34518600" imgH="4394200" progId="Equation.3">
                  <p:embed/>
                </p:oleObj>
              </mc:Choice>
              <mc:Fallback>
                <p:oleObj name="公式" r:id="rId4" imgW="34518600" imgH="4394200" progId="Equation.3">
                  <p:embed/>
                  <p:pic>
                    <p:nvPicPr>
                      <p:cNvPr id="712707" name="Object 3">
                        <a:extLst>
                          <a:ext uri="{FF2B5EF4-FFF2-40B4-BE49-F238E27FC236}">
                            <a16:creationId xmlns:a16="http://schemas.microsoft.com/office/drawing/2014/main" id="{E5015A7F-632E-663F-84DA-204BE9BE4B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35639" y="692150"/>
                        <a:ext cx="3817937"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2708" name="Object 4">
            <a:extLst>
              <a:ext uri="{FF2B5EF4-FFF2-40B4-BE49-F238E27FC236}">
                <a16:creationId xmlns:a16="http://schemas.microsoft.com/office/drawing/2014/main" id="{D36F9840-AB68-BEBF-3FF5-96CA72266E07}"/>
              </a:ext>
            </a:extLst>
          </p:cNvPr>
          <p:cNvGraphicFramePr>
            <a:graphicFrameLocks noChangeAspect="1"/>
          </p:cNvGraphicFramePr>
          <p:nvPr/>
        </p:nvGraphicFramePr>
        <p:xfrm>
          <a:off x="1919288" y="2133600"/>
          <a:ext cx="4983162" cy="465138"/>
        </p:xfrm>
        <a:graphic>
          <a:graphicData uri="http://schemas.openxmlformats.org/presentationml/2006/ole">
            <mc:AlternateContent xmlns:mc="http://schemas.openxmlformats.org/markup-compatibility/2006">
              <mc:Choice xmlns:v="urn:schemas-microsoft-com:vml" Requires="v">
                <p:oleObj name="公式" r:id="rId6" imgW="45059600" imgH="4102100" progId="Equation.3">
                  <p:embed/>
                </p:oleObj>
              </mc:Choice>
              <mc:Fallback>
                <p:oleObj name="公式" r:id="rId6" imgW="45059600" imgH="4102100" progId="Equation.3">
                  <p:embed/>
                  <p:pic>
                    <p:nvPicPr>
                      <p:cNvPr id="712708" name="Object 4">
                        <a:extLst>
                          <a:ext uri="{FF2B5EF4-FFF2-40B4-BE49-F238E27FC236}">
                            <a16:creationId xmlns:a16="http://schemas.microsoft.com/office/drawing/2014/main" id="{D36F9840-AB68-BEBF-3FF5-96CA72266E0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19288" y="2133600"/>
                        <a:ext cx="4983162" cy="465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2709" name="Object 5">
            <a:extLst>
              <a:ext uri="{FF2B5EF4-FFF2-40B4-BE49-F238E27FC236}">
                <a16:creationId xmlns:a16="http://schemas.microsoft.com/office/drawing/2014/main" id="{BF1CEAC5-D82E-9575-3AA7-687A3F088BF2}"/>
              </a:ext>
            </a:extLst>
          </p:cNvPr>
          <p:cNvGraphicFramePr>
            <a:graphicFrameLocks noChangeAspect="1"/>
          </p:cNvGraphicFramePr>
          <p:nvPr/>
        </p:nvGraphicFramePr>
        <p:xfrm>
          <a:off x="1847850" y="2924176"/>
          <a:ext cx="3917950" cy="530225"/>
        </p:xfrm>
        <a:graphic>
          <a:graphicData uri="http://schemas.openxmlformats.org/presentationml/2006/ole">
            <mc:AlternateContent xmlns:mc="http://schemas.openxmlformats.org/markup-compatibility/2006">
              <mc:Choice xmlns:v="urn:schemas-microsoft-com:vml" Requires="v">
                <p:oleObj name="公式" r:id="rId8" imgW="35394900" imgH="4686300" progId="Equation.3">
                  <p:embed/>
                </p:oleObj>
              </mc:Choice>
              <mc:Fallback>
                <p:oleObj name="公式" r:id="rId8" imgW="35394900" imgH="4686300" progId="Equation.3">
                  <p:embed/>
                  <p:pic>
                    <p:nvPicPr>
                      <p:cNvPr id="712709" name="Object 5">
                        <a:extLst>
                          <a:ext uri="{FF2B5EF4-FFF2-40B4-BE49-F238E27FC236}">
                            <a16:creationId xmlns:a16="http://schemas.microsoft.com/office/drawing/2014/main" id="{BF1CEAC5-D82E-9575-3AA7-687A3F088BF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47850" y="2924176"/>
                        <a:ext cx="391795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2710" name="Object 6">
            <a:extLst>
              <a:ext uri="{FF2B5EF4-FFF2-40B4-BE49-F238E27FC236}">
                <a16:creationId xmlns:a16="http://schemas.microsoft.com/office/drawing/2014/main" id="{0F662B2E-A38E-C808-4C7F-6BB27B404A1C}"/>
              </a:ext>
            </a:extLst>
          </p:cNvPr>
          <p:cNvGraphicFramePr>
            <a:graphicFrameLocks noChangeAspect="1"/>
          </p:cNvGraphicFramePr>
          <p:nvPr/>
        </p:nvGraphicFramePr>
        <p:xfrm>
          <a:off x="5808664" y="2924175"/>
          <a:ext cx="3430587" cy="496888"/>
        </p:xfrm>
        <a:graphic>
          <a:graphicData uri="http://schemas.openxmlformats.org/presentationml/2006/ole">
            <mc:AlternateContent xmlns:mc="http://schemas.openxmlformats.org/markup-compatibility/2006">
              <mc:Choice xmlns:v="urn:schemas-microsoft-com:vml" Requires="v">
                <p:oleObj name="公式" r:id="rId10" imgW="31013400" imgH="4394200" progId="Equation.3">
                  <p:embed/>
                </p:oleObj>
              </mc:Choice>
              <mc:Fallback>
                <p:oleObj name="公式" r:id="rId10" imgW="31013400" imgH="4394200" progId="Equation.3">
                  <p:embed/>
                  <p:pic>
                    <p:nvPicPr>
                      <p:cNvPr id="712710" name="Object 6">
                        <a:extLst>
                          <a:ext uri="{FF2B5EF4-FFF2-40B4-BE49-F238E27FC236}">
                            <a16:creationId xmlns:a16="http://schemas.microsoft.com/office/drawing/2014/main" id="{0F662B2E-A38E-C808-4C7F-6BB27B404A1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08664" y="2924175"/>
                        <a:ext cx="3430587"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2711" name="Object 7">
            <a:extLst>
              <a:ext uri="{FF2B5EF4-FFF2-40B4-BE49-F238E27FC236}">
                <a16:creationId xmlns:a16="http://schemas.microsoft.com/office/drawing/2014/main" id="{58FA9C2E-6089-4EA7-DCC7-4A74C93FC60A}"/>
              </a:ext>
            </a:extLst>
          </p:cNvPr>
          <p:cNvGraphicFramePr>
            <a:graphicFrameLocks noChangeAspect="1"/>
          </p:cNvGraphicFramePr>
          <p:nvPr/>
        </p:nvGraphicFramePr>
        <p:xfrm>
          <a:off x="1919289" y="3716339"/>
          <a:ext cx="4433887" cy="465137"/>
        </p:xfrm>
        <a:graphic>
          <a:graphicData uri="http://schemas.openxmlformats.org/presentationml/2006/ole">
            <mc:AlternateContent xmlns:mc="http://schemas.openxmlformats.org/markup-compatibility/2006">
              <mc:Choice xmlns:v="urn:schemas-microsoft-com:vml" Requires="v">
                <p:oleObj name="公式" r:id="rId12" imgW="40081200" imgH="4102100" progId="Equation.3">
                  <p:embed/>
                </p:oleObj>
              </mc:Choice>
              <mc:Fallback>
                <p:oleObj name="公式" r:id="rId12" imgW="40081200" imgH="4102100" progId="Equation.3">
                  <p:embed/>
                  <p:pic>
                    <p:nvPicPr>
                      <p:cNvPr id="712711" name="Object 7">
                        <a:extLst>
                          <a:ext uri="{FF2B5EF4-FFF2-40B4-BE49-F238E27FC236}">
                            <a16:creationId xmlns:a16="http://schemas.microsoft.com/office/drawing/2014/main" id="{58FA9C2E-6089-4EA7-DCC7-4A74C93FC60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19289" y="3716339"/>
                        <a:ext cx="4433887"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2712" name="Object 8">
            <a:extLst>
              <a:ext uri="{FF2B5EF4-FFF2-40B4-BE49-F238E27FC236}">
                <a16:creationId xmlns:a16="http://schemas.microsoft.com/office/drawing/2014/main" id="{FF89EBCC-9DC8-B80C-78D6-FFC7519C76D5}"/>
              </a:ext>
            </a:extLst>
          </p:cNvPr>
          <p:cNvGraphicFramePr>
            <a:graphicFrameLocks noChangeAspect="1"/>
          </p:cNvGraphicFramePr>
          <p:nvPr/>
        </p:nvGraphicFramePr>
        <p:xfrm>
          <a:off x="1774825" y="4508501"/>
          <a:ext cx="3917950" cy="530225"/>
        </p:xfrm>
        <a:graphic>
          <a:graphicData uri="http://schemas.openxmlformats.org/presentationml/2006/ole">
            <mc:AlternateContent xmlns:mc="http://schemas.openxmlformats.org/markup-compatibility/2006">
              <mc:Choice xmlns:v="urn:schemas-microsoft-com:vml" Requires="v">
                <p:oleObj name="公式" r:id="rId14" imgW="35394900" imgH="4686300" progId="Equation.3">
                  <p:embed/>
                </p:oleObj>
              </mc:Choice>
              <mc:Fallback>
                <p:oleObj name="公式" r:id="rId14" imgW="35394900" imgH="4686300" progId="Equation.3">
                  <p:embed/>
                  <p:pic>
                    <p:nvPicPr>
                      <p:cNvPr id="712712" name="Object 8">
                        <a:extLst>
                          <a:ext uri="{FF2B5EF4-FFF2-40B4-BE49-F238E27FC236}">
                            <a16:creationId xmlns:a16="http://schemas.microsoft.com/office/drawing/2014/main" id="{FF89EBCC-9DC8-B80C-78D6-FFC7519C76D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74825" y="4508501"/>
                        <a:ext cx="391795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2713" name="Object 9">
            <a:extLst>
              <a:ext uri="{FF2B5EF4-FFF2-40B4-BE49-F238E27FC236}">
                <a16:creationId xmlns:a16="http://schemas.microsoft.com/office/drawing/2014/main" id="{16BF6AFC-121E-E5C3-165D-E25FA1DB5F48}"/>
              </a:ext>
            </a:extLst>
          </p:cNvPr>
          <p:cNvGraphicFramePr>
            <a:graphicFrameLocks noChangeAspect="1"/>
          </p:cNvGraphicFramePr>
          <p:nvPr/>
        </p:nvGraphicFramePr>
        <p:xfrm>
          <a:off x="6024563" y="4508500"/>
          <a:ext cx="3429000" cy="496888"/>
        </p:xfrm>
        <a:graphic>
          <a:graphicData uri="http://schemas.openxmlformats.org/presentationml/2006/ole">
            <mc:AlternateContent xmlns:mc="http://schemas.openxmlformats.org/markup-compatibility/2006">
              <mc:Choice xmlns:v="urn:schemas-microsoft-com:vml" Requires="v">
                <p:oleObj name="公式" r:id="rId16" imgW="31013400" imgH="4394200" progId="Equation.3">
                  <p:embed/>
                </p:oleObj>
              </mc:Choice>
              <mc:Fallback>
                <p:oleObj name="公式" r:id="rId16" imgW="31013400" imgH="4394200" progId="Equation.3">
                  <p:embed/>
                  <p:pic>
                    <p:nvPicPr>
                      <p:cNvPr id="712713" name="Object 9">
                        <a:extLst>
                          <a:ext uri="{FF2B5EF4-FFF2-40B4-BE49-F238E27FC236}">
                            <a16:creationId xmlns:a16="http://schemas.microsoft.com/office/drawing/2014/main" id="{16BF6AFC-121E-E5C3-165D-E25FA1DB5F48}"/>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024563" y="4508500"/>
                        <a:ext cx="3429000"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2714" name="Object 10">
            <a:extLst>
              <a:ext uri="{FF2B5EF4-FFF2-40B4-BE49-F238E27FC236}">
                <a16:creationId xmlns:a16="http://schemas.microsoft.com/office/drawing/2014/main" id="{9A9D3A5E-CAE3-0DF0-0A7D-67EF6201DDAC}"/>
              </a:ext>
            </a:extLst>
          </p:cNvPr>
          <p:cNvGraphicFramePr>
            <a:graphicFrameLocks noChangeAspect="1"/>
          </p:cNvGraphicFramePr>
          <p:nvPr/>
        </p:nvGraphicFramePr>
        <p:xfrm>
          <a:off x="2063750" y="5229225"/>
          <a:ext cx="4433888" cy="465138"/>
        </p:xfrm>
        <a:graphic>
          <a:graphicData uri="http://schemas.openxmlformats.org/presentationml/2006/ole">
            <mc:AlternateContent xmlns:mc="http://schemas.openxmlformats.org/markup-compatibility/2006">
              <mc:Choice xmlns:v="urn:schemas-microsoft-com:vml" Requires="v">
                <p:oleObj name="公式" r:id="rId18" imgW="40081200" imgH="4102100" progId="Equation.3">
                  <p:embed/>
                </p:oleObj>
              </mc:Choice>
              <mc:Fallback>
                <p:oleObj name="公式" r:id="rId18" imgW="40081200" imgH="4102100" progId="Equation.3">
                  <p:embed/>
                  <p:pic>
                    <p:nvPicPr>
                      <p:cNvPr id="712714" name="Object 10">
                        <a:extLst>
                          <a:ext uri="{FF2B5EF4-FFF2-40B4-BE49-F238E27FC236}">
                            <a16:creationId xmlns:a16="http://schemas.microsoft.com/office/drawing/2014/main" id="{9A9D3A5E-CAE3-0DF0-0A7D-67EF6201DDAC}"/>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063750" y="5229225"/>
                        <a:ext cx="4433888" cy="465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2715" name="Object 11">
            <a:extLst>
              <a:ext uri="{FF2B5EF4-FFF2-40B4-BE49-F238E27FC236}">
                <a16:creationId xmlns:a16="http://schemas.microsoft.com/office/drawing/2014/main" id="{52D9C737-983D-0A82-39F0-E12D1CBB879E}"/>
              </a:ext>
            </a:extLst>
          </p:cNvPr>
          <p:cNvGraphicFramePr>
            <a:graphicFrameLocks noChangeAspect="1"/>
          </p:cNvGraphicFramePr>
          <p:nvPr/>
        </p:nvGraphicFramePr>
        <p:xfrm>
          <a:off x="1919288" y="1412875"/>
          <a:ext cx="4303712" cy="496888"/>
        </p:xfrm>
        <a:graphic>
          <a:graphicData uri="http://schemas.openxmlformats.org/presentationml/2006/ole">
            <mc:AlternateContent xmlns:mc="http://schemas.openxmlformats.org/markup-compatibility/2006">
              <mc:Choice xmlns:v="urn:schemas-microsoft-com:vml" Requires="v">
                <p:oleObj name="公式" r:id="rId20" imgW="38912800" imgH="4394200" progId="Equation.3">
                  <p:embed/>
                </p:oleObj>
              </mc:Choice>
              <mc:Fallback>
                <p:oleObj name="公式" r:id="rId20" imgW="38912800" imgH="4394200" progId="Equation.3">
                  <p:embed/>
                  <p:pic>
                    <p:nvPicPr>
                      <p:cNvPr id="712715" name="Object 11">
                        <a:extLst>
                          <a:ext uri="{FF2B5EF4-FFF2-40B4-BE49-F238E27FC236}">
                            <a16:creationId xmlns:a16="http://schemas.microsoft.com/office/drawing/2014/main" id="{52D9C737-983D-0A82-39F0-E12D1CBB879E}"/>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919288" y="1412875"/>
                        <a:ext cx="4303712"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12706"/>
                                        </p:tgtEl>
                                        <p:attrNameLst>
                                          <p:attrName>style.visibility</p:attrName>
                                        </p:attrNameLst>
                                      </p:cBhvr>
                                      <p:to>
                                        <p:strVal val="visible"/>
                                      </p:to>
                                    </p:set>
                                    <p:animEffect transition="in" filter="wipe(left)">
                                      <p:cBhvr>
                                        <p:cTn id="7" dur="1000"/>
                                        <p:tgtEl>
                                          <p:spTgt spid="7127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12707"/>
                                        </p:tgtEl>
                                        <p:attrNameLst>
                                          <p:attrName>style.visibility</p:attrName>
                                        </p:attrNameLst>
                                      </p:cBhvr>
                                      <p:to>
                                        <p:strVal val="visible"/>
                                      </p:to>
                                    </p:set>
                                    <p:animEffect transition="in" filter="wipe(left)">
                                      <p:cBhvr>
                                        <p:cTn id="12" dur="1000"/>
                                        <p:tgtEl>
                                          <p:spTgt spid="7127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12715"/>
                                        </p:tgtEl>
                                        <p:attrNameLst>
                                          <p:attrName>style.visibility</p:attrName>
                                        </p:attrNameLst>
                                      </p:cBhvr>
                                      <p:to>
                                        <p:strVal val="visible"/>
                                      </p:to>
                                    </p:set>
                                    <p:animEffect transition="in" filter="wipe(left)">
                                      <p:cBhvr>
                                        <p:cTn id="17" dur="1000"/>
                                        <p:tgtEl>
                                          <p:spTgt spid="7127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12708"/>
                                        </p:tgtEl>
                                        <p:attrNameLst>
                                          <p:attrName>style.visibility</p:attrName>
                                        </p:attrNameLst>
                                      </p:cBhvr>
                                      <p:to>
                                        <p:strVal val="visible"/>
                                      </p:to>
                                    </p:set>
                                    <p:animEffect transition="in" filter="wipe(left)">
                                      <p:cBhvr>
                                        <p:cTn id="22" dur="1000"/>
                                        <p:tgtEl>
                                          <p:spTgt spid="71270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12709"/>
                                        </p:tgtEl>
                                        <p:attrNameLst>
                                          <p:attrName>style.visibility</p:attrName>
                                        </p:attrNameLst>
                                      </p:cBhvr>
                                      <p:to>
                                        <p:strVal val="visible"/>
                                      </p:to>
                                    </p:set>
                                    <p:animEffect transition="in" filter="wipe(left)">
                                      <p:cBhvr>
                                        <p:cTn id="27" dur="1000"/>
                                        <p:tgtEl>
                                          <p:spTgt spid="71270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12710"/>
                                        </p:tgtEl>
                                        <p:attrNameLst>
                                          <p:attrName>style.visibility</p:attrName>
                                        </p:attrNameLst>
                                      </p:cBhvr>
                                      <p:to>
                                        <p:strVal val="visible"/>
                                      </p:to>
                                    </p:set>
                                    <p:animEffect transition="in" filter="wipe(left)">
                                      <p:cBhvr>
                                        <p:cTn id="32" dur="1000"/>
                                        <p:tgtEl>
                                          <p:spTgt spid="7127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12711"/>
                                        </p:tgtEl>
                                        <p:attrNameLst>
                                          <p:attrName>style.visibility</p:attrName>
                                        </p:attrNameLst>
                                      </p:cBhvr>
                                      <p:to>
                                        <p:strVal val="visible"/>
                                      </p:to>
                                    </p:set>
                                    <p:animEffect transition="in" filter="wipe(left)">
                                      <p:cBhvr>
                                        <p:cTn id="37" dur="1000"/>
                                        <p:tgtEl>
                                          <p:spTgt spid="7127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12712"/>
                                        </p:tgtEl>
                                        <p:attrNameLst>
                                          <p:attrName>style.visibility</p:attrName>
                                        </p:attrNameLst>
                                      </p:cBhvr>
                                      <p:to>
                                        <p:strVal val="visible"/>
                                      </p:to>
                                    </p:set>
                                    <p:animEffect transition="in" filter="wipe(left)">
                                      <p:cBhvr>
                                        <p:cTn id="42" dur="1000"/>
                                        <p:tgtEl>
                                          <p:spTgt spid="71271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12713"/>
                                        </p:tgtEl>
                                        <p:attrNameLst>
                                          <p:attrName>style.visibility</p:attrName>
                                        </p:attrNameLst>
                                      </p:cBhvr>
                                      <p:to>
                                        <p:strVal val="visible"/>
                                      </p:to>
                                    </p:set>
                                    <p:animEffect transition="in" filter="wipe(left)">
                                      <p:cBhvr>
                                        <p:cTn id="47" dur="1000"/>
                                        <p:tgtEl>
                                          <p:spTgt spid="71271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712714"/>
                                        </p:tgtEl>
                                        <p:attrNameLst>
                                          <p:attrName>style.visibility</p:attrName>
                                        </p:attrNameLst>
                                      </p:cBhvr>
                                      <p:to>
                                        <p:strVal val="visible"/>
                                      </p:to>
                                    </p:set>
                                    <p:animEffect transition="in" filter="wipe(left)">
                                      <p:cBhvr>
                                        <p:cTn id="52" dur="1000"/>
                                        <p:tgtEl>
                                          <p:spTgt spid="712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3730" name="Object 2">
            <a:extLst>
              <a:ext uri="{FF2B5EF4-FFF2-40B4-BE49-F238E27FC236}">
                <a16:creationId xmlns:a16="http://schemas.microsoft.com/office/drawing/2014/main" id="{76CC4662-0748-D644-66C5-EF0694192094}"/>
              </a:ext>
            </a:extLst>
          </p:cNvPr>
          <p:cNvGraphicFramePr>
            <a:graphicFrameLocks noChangeAspect="1"/>
          </p:cNvGraphicFramePr>
          <p:nvPr/>
        </p:nvGraphicFramePr>
        <p:xfrm>
          <a:off x="1774825" y="692151"/>
          <a:ext cx="3917950" cy="530225"/>
        </p:xfrm>
        <a:graphic>
          <a:graphicData uri="http://schemas.openxmlformats.org/presentationml/2006/ole">
            <mc:AlternateContent xmlns:mc="http://schemas.openxmlformats.org/markup-compatibility/2006">
              <mc:Choice xmlns:v="urn:schemas-microsoft-com:vml" Requires="v">
                <p:oleObj name="公式" r:id="rId2" imgW="35394900" imgH="4686300" progId="Equation.3">
                  <p:embed/>
                </p:oleObj>
              </mc:Choice>
              <mc:Fallback>
                <p:oleObj name="公式" r:id="rId2" imgW="35394900" imgH="4686300" progId="Equation.3">
                  <p:embed/>
                  <p:pic>
                    <p:nvPicPr>
                      <p:cNvPr id="713730" name="Object 2">
                        <a:extLst>
                          <a:ext uri="{FF2B5EF4-FFF2-40B4-BE49-F238E27FC236}">
                            <a16:creationId xmlns:a16="http://schemas.microsoft.com/office/drawing/2014/main" id="{76CC4662-0748-D644-66C5-EF06941920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825" y="692151"/>
                        <a:ext cx="391795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3731" name="Object 3">
            <a:extLst>
              <a:ext uri="{FF2B5EF4-FFF2-40B4-BE49-F238E27FC236}">
                <a16:creationId xmlns:a16="http://schemas.microsoft.com/office/drawing/2014/main" id="{4147BB75-E959-00BC-1D1E-7F4F60ABC1FC}"/>
              </a:ext>
            </a:extLst>
          </p:cNvPr>
          <p:cNvGraphicFramePr>
            <a:graphicFrameLocks noChangeAspect="1"/>
          </p:cNvGraphicFramePr>
          <p:nvPr/>
        </p:nvGraphicFramePr>
        <p:xfrm>
          <a:off x="5945188" y="692150"/>
          <a:ext cx="3397250" cy="496888"/>
        </p:xfrm>
        <a:graphic>
          <a:graphicData uri="http://schemas.openxmlformats.org/presentationml/2006/ole">
            <mc:AlternateContent xmlns:mc="http://schemas.openxmlformats.org/markup-compatibility/2006">
              <mc:Choice xmlns:v="urn:schemas-microsoft-com:vml" Requires="v">
                <p:oleObj name="公式" r:id="rId4" imgW="30721300" imgH="4394200" progId="Equation.3">
                  <p:embed/>
                </p:oleObj>
              </mc:Choice>
              <mc:Fallback>
                <p:oleObj name="公式" r:id="rId4" imgW="30721300" imgH="4394200" progId="Equation.3">
                  <p:embed/>
                  <p:pic>
                    <p:nvPicPr>
                      <p:cNvPr id="713731" name="Object 3">
                        <a:extLst>
                          <a:ext uri="{FF2B5EF4-FFF2-40B4-BE49-F238E27FC236}">
                            <a16:creationId xmlns:a16="http://schemas.microsoft.com/office/drawing/2014/main" id="{4147BB75-E959-00BC-1D1E-7F4F60ABC1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5188" y="692150"/>
                        <a:ext cx="3397250"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3732" name="Object 4">
            <a:extLst>
              <a:ext uri="{FF2B5EF4-FFF2-40B4-BE49-F238E27FC236}">
                <a16:creationId xmlns:a16="http://schemas.microsoft.com/office/drawing/2014/main" id="{A55D0275-9F7C-3587-EB48-6C71CC3128EA}"/>
              </a:ext>
            </a:extLst>
          </p:cNvPr>
          <p:cNvGraphicFramePr>
            <a:graphicFrameLocks noChangeAspect="1"/>
          </p:cNvGraphicFramePr>
          <p:nvPr/>
        </p:nvGraphicFramePr>
        <p:xfrm>
          <a:off x="2063750" y="1557339"/>
          <a:ext cx="4433888" cy="465137"/>
        </p:xfrm>
        <a:graphic>
          <a:graphicData uri="http://schemas.openxmlformats.org/presentationml/2006/ole">
            <mc:AlternateContent xmlns:mc="http://schemas.openxmlformats.org/markup-compatibility/2006">
              <mc:Choice xmlns:v="urn:schemas-microsoft-com:vml" Requires="v">
                <p:oleObj name="公式" r:id="rId6" imgW="40081200" imgH="4102100" progId="Equation.3">
                  <p:embed/>
                </p:oleObj>
              </mc:Choice>
              <mc:Fallback>
                <p:oleObj name="公式" r:id="rId6" imgW="40081200" imgH="4102100" progId="Equation.3">
                  <p:embed/>
                  <p:pic>
                    <p:nvPicPr>
                      <p:cNvPr id="713732" name="Object 4">
                        <a:extLst>
                          <a:ext uri="{FF2B5EF4-FFF2-40B4-BE49-F238E27FC236}">
                            <a16:creationId xmlns:a16="http://schemas.microsoft.com/office/drawing/2014/main" id="{A55D0275-9F7C-3587-EB48-6C71CC3128E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63750" y="1557339"/>
                        <a:ext cx="4433888"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3733" name="Object 5">
            <a:extLst>
              <a:ext uri="{FF2B5EF4-FFF2-40B4-BE49-F238E27FC236}">
                <a16:creationId xmlns:a16="http://schemas.microsoft.com/office/drawing/2014/main" id="{0DD9A589-CB3F-96BD-409F-37FEF3162F04}"/>
              </a:ext>
            </a:extLst>
          </p:cNvPr>
          <p:cNvGraphicFramePr>
            <a:graphicFrameLocks noChangeAspect="1"/>
          </p:cNvGraphicFramePr>
          <p:nvPr/>
        </p:nvGraphicFramePr>
        <p:xfrm>
          <a:off x="1774825" y="2565401"/>
          <a:ext cx="2622550" cy="530225"/>
        </p:xfrm>
        <a:graphic>
          <a:graphicData uri="http://schemas.openxmlformats.org/presentationml/2006/ole">
            <mc:AlternateContent xmlns:mc="http://schemas.openxmlformats.org/markup-compatibility/2006">
              <mc:Choice xmlns:v="urn:schemas-microsoft-com:vml" Requires="v">
                <p:oleObj name="公式" r:id="rId8" imgW="23698200" imgH="4686300" progId="Equation.3">
                  <p:embed/>
                </p:oleObj>
              </mc:Choice>
              <mc:Fallback>
                <p:oleObj name="公式" r:id="rId8" imgW="23698200" imgH="4686300" progId="Equation.3">
                  <p:embed/>
                  <p:pic>
                    <p:nvPicPr>
                      <p:cNvPr id="713733" name="Object 5">
                        <a:extLst>
                          <a:ext uri="{FF2B5EF4-FFF2-40B4-BE49-F238E27FC236}">
                            <a16:creationId xmlns:a16="http://schemas.microsoft.com/office/drawing/2014/main" id="{0DD9A589-CB3F-96BD-409F-37FEF3162F0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74825" y="2565401"/>
                        <a:ext cx="262255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3734" name="Object 6">
            <a:extLst>
              <a:ext uri="{FF2B5EF4-FFF2-40B4-BE49-F238E27FC236}">
                <a16:creationId xmlns:a16="http://schemas.microsoft.com/office/drawing/2014/main" id="{620E29CA-A166-2E70-E04F-E1144C9BCC2D}"/>
              </a:ext>
            </a:extLst>
          </p:cNvPr>
          <p:cNvGraphicFramePr>
            <a:graphicFrameLocks noChangeAspect="1"/>
          </p:cNvGraphicFramePr>
          <p:nvPr/>
        </p:nvGraphicFramePr>
        <p:xfrm>
          <a:off x="4511675" y="2565400"/>
          <a:ext cx="2101850" cy="496888"/>
        </p:xfrm>
        <a:graphic>
          <a:graphicData uri="http://schemas.openxmlformats.org/presentationml/2006/ole">
            <mc:AlternateContent xmlns:mc="http://schemas.openxmlformats.org/markup-compatibility/2006">
              <mc:Choice xmlns:v="urn:schemas-microsoft-com:vml" Requires="v">
                <p:oleObj name="公式" r:id="rId10" imgW="19011900" imgH="4394200" progId="Equation.3">
                  <p:embed/>
                </p:oleObj>
              </mc:Choice>
              <mc:Fallback>
                <p:oleObj name="公式" r:id="rId10" imgW="19011900" imgH="4394200" progId="Equation.3">
                  <p:embed/>
                  <p:pic>
                    <p:nvPicPr>
                      <p:cNvPr id="713734" name="Object 6">
                        <a:extLst>
                          <a:ext uri="{FF2B5EF4-FFF2-40B4-BE49-F238E27FC236}">
                            <a16:creationId xmlns:a16="http://schemas.microsoft.com/office/drawing/2014/main" id="{620E29CA-A166-2E70-E04F-E1144C9BCC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11675" y="2565400"/>
                        <a:ext cx="2101850"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3735" name="Object 7">
            <a:extLst>
              <a:ext uri="{FF2B5EF4-FFF2-40B4-BE49-F238E27FC236}">
                <a16:creationId xmlns:a16="http://schemas.microsoft.com/office/drawing/2014/main" id="{ED9CEE64-1F41-B15A-B4AE-C3EFE2178CF2}"/>
              </a:ext>
            </a:extLst>
          </p:cNvPr>
          <p:cNvGraphicFramePr>
            <a:graphicFrameLocks noChangeAspect="1"/>
          </p:cNvGraphicFramePr>
          <p:nvPr/>
        </p:nvGraphicFramePr>
        <p:xfrm>
          <a:off x="2063751" y="3500439"/>
          <a:ext cx="3527425" cy="465137"/>
        </p:xfrm>
        <a:graphic>
          <a:graphicData uri="http://schemas.openxmlformats.org/presentationml/2006/ole">
            <mc:AlternateContent xmlns:mc="http://schemas.openxmlformats.org/markup-compatibility/2006">
              <mc:Choice xmlns:v="urn:schemas-microsoft-com:vml" Requires="v">
                <p:oleObj name="公式" r:id="rId12" imgW="31889700" imgH="4102100" progId="Equation.3">
                  <p:embed/>
                </p:oleObj>
              </mc:Choice>
              <mc:Fallback>
                <p:oleObj name="公式" r:id="rId12" imgW="31889700" imgH="4102100" progId="Equation.3">
                  <p:embed/>
                  <p:pic>
                    <p:nvPicPr>
                      <p:cNvPr id="713735" name="Object 7">
                        <a:extLst>
                          <a:ext uri="{FF2B5EF4-FFF2-40B4-BE49-F238E27FC236}">
                            <a16:creationId xmlns:a16="http://schemas.microsoft.com/office/drawing/2014/main" id="{ED9CEE64-1F41-B15A-B4AE-C3EFE2178CF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63751" y="3500439"/>
                        <a:ext cx="3527425"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3736" name="Rectangle 8">
            <a:extLst>
              <a:ext uri="{FF2B5EF4-FFF2-40B4-BE49-F238E27FC236}">
                <a16:creationId xmlns:a16="http://schemas.microsoft.com/office/drawing/2014/main" id="{584437BD-E273-D4E9-9528-50EC814EC460}"/>
              </a:ext>
            </a:extLst>
          </p:cNvPr>
          <p:cNvSpPr>
            <a:spLocks noChangeArrowheads="1"/>
          </p:cNvSpPr>
          <p:nvPr/>
        </p:nvSpPr>
        <p:spPr bwMode="auto">
          <a:xfrm>
            <a:off x="1919288" y="4365626"/>
            <a:ext cx="3168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Arial" panose="020B0604020202020204" pitchFamily="34" charset="0"/>
                <a:ea typeface="楷体_GB2312" pitchFamily="49" charset="-122"/>
              </a:rPr>
              <a:t>列表计算：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13730"/>
                                        </p:tgtEl>
                                        <p:attrNameLst>
                                          <p:attrName>style.visibility</p:attrName>
                                        </p:attrNameLst>
                                      </p:cBhvr>
                                      <p:to>
                                        <p:strVal val="visible"/>
                                      </p:to>
                                    </p:set>
                                    <p:animEffect transition="in" filter="wipe(left)">
                                      <p:cBhvr>
                                        <p:cTn id="7" dur="1000"/>
                                        <p:tgtEl>
                                          <p:spTgt spid="7137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13731"/>
                                        </p:tgtEl>
                                        <p:attrNameLst>
                                          <p:attrName>style.visibility</p:attrName>
                                        </p:attrNameLst>
                                      </p:cBhvr>
                                      <p:to>
                                        <p:strVal val="visible"/>
                                      </p:to>
                                    </p:set>
                                    <p:animEffect transition="in" filter="wipe(left)">
                                      <p:cBhvr>
                                        <p:cTn id="12" dur="1000"/>
                                        <p:tgtEl>
                                          <p:spTgt spid="7137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13732"/>
                                        </p:tgtEl>
                                        <p:attrNameLst>
                                          <p:attrName>style.visibility</p:attrName>
                                        </p:attrNameLst>
                                      </p:cBhvr>
                                      <p:to>
                                        <p:strVal val="visible"/>
                                      </p:to>
                                    </p:set>
                                    <p:animEffect transition="in" filter="wipe(left)">
                                      <p:cBhvr>
                                        <p:cTn id="17" dur="1000"/>
                                        <p:tgtEl>
                                          <p:spTgt spid="7137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13733"/>
                                        </p:tgtEl>
                                        <p:attrNameLst>
                                          <p:attrName>style.visibility</p:attrName>
                                        </p:attrNameLst>
                                      </p:cBhvr>
                                      <p:to>
                                        <p:strVal val="visible"/>
                                      </p:to>
                                    </p:set>
                                    <p:animEffect transition="in" filter="wipe(left)">
                                      <p:cBhvr>
                                        <p:cTn id="22" dur="1000"/>
                                        <p:tgtEl>
                                          <p:spTgt spid="71373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13734"/>
                                        </p:tgtEl>
                                        <p:attrNameLst>
                                          <p:attrName>style.visibility</p:attrName>
                                        </p:attrNameLst>
                                      </p:cBhvr>
                                      <p:to>
                                        <p:strVal val="visible"/>
                                      </p:to>
                                    </p:set>
                                    <p:animEffect transition="in" filter="wipe(left)">
                                      <p:cBhvr>
                                        <p:cTn id="27" dur="1000"/>
                                        <p:tgtEl>
                                          <p:spTgt spid="71373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13735"/>
                                        </p:tgtEl>
                                        <p:attrNameLst>
                                          <p:attrName>style.visibility</p:attrName>
                                        </p:attrNameLst>
                                      </p:cBhvr>
                                      <p:to>
                                        <p:strVal val="visible"/>
                                      </p:to>
                                    </p:set>
                                    <p:animEffect transition="in" filter="wipe(left)">
                                      <p:cBhvr>
                                        <p:cTn id="32" dur="1000"/>
                                        <p:tgtEl>
                                          <p:spTgt spid="71373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13736"/>
                                        </p:tgtEl>
                                        <p:attrNameLst>
                                          <p:attrName>style.visibility</p:attrName>
                                        </p:attrNameLst>
                                      </p:cBhvr>
                                      <p:to>
                                        <p:strVal val="visible"/>
                                      </p:to>
                                    </p:set>
                                    <p:animEffect transition="in" filter="wipe(left)">
                                      <p:cBhvr>
                                        <p:cTn id="37" dur="500"/>
                                        <p:tgtEl>
                                          <p:spTgt spid="7137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373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2">
            <a:extLst>
              <a:ext uri="{FF2B5EF4-FFF2-40B4-BE49-F238E27FC236}">
                <a16:creationId xmlns:a16="http://schemas.microsoft.com/office/drawing/2014/main" id="{44D449A3-BDB6-A9B4-E01B-3C99757FA52F}"/>
              </a:ext>
            </a:extLst>
          </p:cNvPr>
          <p:cNvSpPr>
            <a:spLocks noChangeArrowheads="1"/>
          </p:cNvSpPr>
          <p:nvPr/>
        </p:nvSpPr>
        <p:spPr bwMode="auto">
          <a:xfrm>
            <a:off x="1524001" y="31219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55" name="Rectangle 3">
            <a:extLst>
              <a:ext uri="{FF2B5EF4-FFF2-40B4-BE49-F238E27FC236}">
                <a16:creationId xmlns:a16="http://schemas.microsoft.com/office/drawing/2014/main" id="{5CD979DC-41A8-5802-44E5-C0E59BDE630F}"/>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56" name="Rectangle 4">
            <a:extLst>
              <a:ext uri="{FF2B5EF4-FFF2-40B4-BE49-F238E27FC236}">
                <a16:creationId xmlns:a16="http://schemas.microsoft.com/office/drawing/2014/main" id="{BA3866E0-FEB3-EB7F-EF8B-4AECAD767321}"/>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57" name="Rectangle 5">
            <a:extLst>
              <a:ext uri="{FF2B5EF4-FFF2-40B4-BE49-F238E27FC236}">
                <a16:creationId xmlns:a16="http://schemas.microsoft.com/office/drawing/2014/main" id="{C066D00D-999B-28EB-03F1-FCDC7AB73845}"/>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58" name="Text Box 6">
            <a:extLst>
              <a:ext uri="{FF2B5EF4-FFF2-40B4-BE49-F238E27FC236}">
                <a16:creationId xmlns:a16="http://schemas.microsoft.com/office/drawing/2014/main" id="{D66FC57A-A155-A9D9-D0B4-81D75EBA9AFA}"/>
              </a:ext>
            </a:extLst>
          </p:cNvPr>
          <p:cNvSpPr txBox="1">
            <a:spLocks noChangeArrowheads="1"/>
          </p:cNvSpPr>
          <p:nvPr/>
        </p:nvSpPr>
        <p:spPr bwMode="auto">
          <a:xfrm>
            <a:off x="1524000" y="1484314"/>
            <a:ext cx="719138"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3</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4</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5</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6</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7</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8</a:t>
            </a:r>
          </a:p>
        </p:txBody>
      </p:sp>
      <p:sp>
        <p:nvSpPr>
          <p:cNvPr id="714759" name="Line 7">
            <a:extLst>
              <a:ext uri="{FF2B5EF4-FFF2-40B4-BE49-F238E27FC236}">
                <a16:creationId xmlns:a16="http://schemas.microsoft.com/office/drawing/2014/main" id="{06A9B906-8AC8-F5CD-83FE-E2C000A70235}"/>
              </a:ext>
            </a:extLst>
          </p:cNvPr>
          <p:cNvSpPr>
            <a:spLocks noChangeShapeType="1"/>
          </p:cNvSpPr>
          <p:nvPr/>
        </p:nvSpPr>
        <p:spPr bwMode="auto">
          <a:xfrm>
            <a:off x="1524000" y="5661025"/>
            <a:ext cx="9144000"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60" name="Rectangle 8">
            <a:extLst>
              <a:ext uri="{FF2B5EF4-FFF2-40B4-BE49-F238E27FC236}">
                <a16:creationId xmlns:a16="http://schemas.microsoft.com/office/drawing/2014/main" id="{456FB836-0602-34E9-AD4C-4146ABA3AF40}"/>
              </a:ext>
            </a:extLst>
          </p:cNvPr>
          <p:cNvSpPr>
            <a:spLocks noChangeArrowheads="1"/>
          </p:cNvSpPr>
          <p:nvPr/>
        </p:nvSpPr>
        <p:spPr bwMode="auto">
          <a:xfrm>
            <a:off x="2640013" y="5734051"/>
            <a:ext cx="14398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n</a:t>
            </a:r>
            <a:r>
              <a:rPr kumimoji="1" lang="en-US" altLang="zh-CN" sz="2800" b="1">
                <a:solidFill>
                  <a:srgbClr val="007A77"/>
                </a:solidFill>
                <a:latin typeface="Times New Roman" panose="02020603050405020304" pitchFamily="18" charset="0"/>
                <a:ea typeface="楷体_GB2312" pitchFamily="49" charset="-122"/>
              </a:rPr>
              <a:t>=100</a:t>
            </a:r>
          </a:p>
        </p:txBody>
      </p:sp>
      <p:sp>
        <p:nvSpPr>
          <p:cNvPr id="714761" name="Text Box 9">
            <a:extLst>
              <a:ext uri="{FF2B5EF4-FFF2-40B4-BE49-F238E27FC236}">
                <a16:creationId xmlns:a16="http://schemas.microsoft.com/office/drawing/2014/main" id="{EB055452-543C-3359-A5C8-0BFE43109763}"/>
              </a:ext>
            </a:extLst>
          </p:cNvPr>
          <p:cNvSpPr txBox="1">
            <a:spLocks noChangeArrowheads="1"/>
          </p:cNvSpPr>
          <p:nvPr/>
        </p:nvSpPr>
        <p:spPr bwMode="auto">
          <a:xfrm>
            <a:off x="4440239" y="1484314"/>
            <a:ext cx="719137"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5</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8</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22</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27</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17</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9</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5</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7</a:t>
            </a:r>
            <a:endParaRPr kumimoji="1" lang="en-US" altLang="zh-CN" sz="2800" b="1">
              <a:solidFill>
                <a:srgbClr val="007A77"/>
              </a:solidFill>
              <a:latin typeface="Times New Roman" panose="02020603050405020304" pitchFamily="18" charset="0"/>
              <a:ea typeface="宋体" panose="02010600030101010101" pitchFamily="2" charset="-122"/>
            </a:endParaRPr>
          </a:p>
        </p:txBody>
      </p:sp>
      <p:sp>
        <p:nvSpPr>
          <p:cNvPr id="714762" name="Rectangle 10">
            <a:extLst>
              <a:ext uri="{FF2B5EF4-FFF2-40B4-BE49-F238E27FC236}">
                <a16:creationId xmlns:a16="http://schemas.microsoft.com/office/drawing/2014/main" id="{CA7C03AF-58B6-746E-2840-A242E75984AF}"/>
              </a:ext>
            </a:extLst>
          </p:cNvPr>
          <p:cNvSpPr>
            <a:spLocks noChangeArrowheads="1"/>
          </p:cNvSpPr>
          <p:nvPr/>
        </p:nvSpPr>
        <p:spPr bwMode="auto">
          <a:xfrm>
            <a:off x="1774826" y="5734051"/>
            <a:ext cx="720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en-US" sz="2800" b="1">
                <a:solidFill>
                  <a:srgbClr val="007A77"/>
                </a:solidFill>
                <a:latin typeface="Times New Roman" panose="02020603050405020304" pitchFamily="18" charset="0"/>
                <a:ea typeface="楷体_GB2312" pitchFamily="49" charset="-122"/>
              </a:rPr>
              <a:t>∑</a:t>
            </a:r>
            <a:endParaRPr kumimoji="1" lang="en-US" altLang="zh-CN" sz="2800" b="1">
              <a:solidFill>
                <a:srgbClr val="007A77"/>
              </a:solidFill>
              <a:latin typeface="Times New Roman" panose="02020603050405020304" pitchFamily="18" charset="0"/>
              <a:ea typeface="楷体_GB2312" pitchFamily="49" charset="-122"/>
            </a:endParaRPr>
          </a:p>
        </p:txBody>
      </p:sp>
      <p:grpSp>
        <p:nvGrpSpPr>
          <p:cNvPr id="714763" name="Group 11">
            <a:extLst>
              <a:ext uri="{FF2B5EF4-FFF2-40B4-BE49-F238E27FC236}">
                <a16:creationId xmlns:a16="http://schemas.microsoft.com/office/drawing/2014/main" id="{BEA01E03-A9C9-DF1A-C331-4050A22CC186}"/>
              </a:ext>
            </a:extLst>
          </p:cNvPr>
          <p:cNvGrpSpPr>
            <a:grpSpLocks/>
          </p:cNvGrpSpPr>
          <p:nvPr/>
        </p:nvGrpSpPr>
        <p:grpSpPr bwMode="auto">
          <a:xfrm>
            <a:off x="1524000" y="476250"/>
            <a:ext cx="9144000" cy="5905500"/>
            <a:chOff x="0" y="300"/>
            <a:chExt cx="5760" cy="3720"/>
          </a:xfrm>
        </p:grpSpPr>
        <p:sp>
          <p:nvSpPr>
            <p:cNvPr id="714764" name="Line 12">
              <a:extLst>
                <a:ext uri="{FF2B5EF4-FFF2-40B4-BE49-F238E27FC236}">
                  <a16:creationId xmlns:a16="http://schemas.microsoft.com/office/drawing/2014/main" id="{50557EA2-371E-0748-C207-5AEA89C5308D}"/>
                </a:ext>
              </a:extLst>
            </p:cNvPr>
            <p:cNvSpPr>
              <a:spLocks noChangeShapeType="1"/>
            </p:cNvSpPr>
            <p:nvPr/>
          </p:nvSpPr>
          <p:spPr bwMode="auto">
            <a:xfrm>
              <a:off x="0" y="890"/>
              <a:ext cx="5760"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714765" name="Group 13">
              <a:extLst>
                <a:ext uri="{FF2B5EF4-FFF2-40B4-BE49-F238E27FC236}">
                  <a16:creationId xmlns:a16="http://schemas.microsoft.com/office/drawing/2014/main" id="{D23D940D-E878-A544-44F7-F75D57094DE7}"/>
                </a:ext>
              </a:extLst>
            </p:cNvPr>
            <p:cNvGrpSpPr>
              <a:grpSpLocks/>
            </p:cNvGrpSpPr>
            <p:nvPr/>
          </p:nvGrpSpPr>
          <p:grpSpPr bwMode="auto">
            <a:xfrm>
              <a:off x="0" y="300"/>
              <a:ext cx="5760" cy="3720"/>
              <a:chOff x="0" y="300"/>
              <a:chExt cx="5760" cy="3720"/>
            </a:xfrm>
          </p:grpSpPr>
          <p:sp>
            <p:nvSpPr>
              <p:cNvPr id="714766" name="Line 14">
                <a:extLst>
                  <a:ext uri="{FF2B5EF4-FFF2-40B4-BE49-F238E27FC236}">
                    <a16:creationId xmlns:a16="http://schemas.microsoft.com/office/drawing/2014/main" id="{93BCA073-B44C-07B2-1C0A-4C03C9886290}"/>
                  </a:ext>
                </a:extLst>
              </p:cNvPr>
              <p:cNvSpPr>
                <a:spLocks noChangeShapeType="1"/>
              </p:cNvSpPr>
              <p:nvPr/>
            </p:nvSpPr>
            <p:spPr bwMode="auto">
              <a:xfrm>
                <a:off x="476" y="300"/>
                <a:ext cx="0" cy="372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67" name="Line 15">
                <a:extLst>
                  <a:ext uri="{FF2B5EF4-FFF2-40B4-BE49-F238E27FC236}">
                    <a16:creationId xmlns:a16="http://schemas.microsoft.com/office/drawing/2014/main" id="{0BE8CE82-1C0F-5A15-E232-35DCC8C061DD}"/>
                  </a:ext>
                </a:extLst>
              </p:cNvPr>
              <p:cNvSpPr>
                <a:spLocks noChangeShapeType="1"/>
              </p:cNvSpPr>
              <p:nvPr/>
            </p:nvSpPr>
            <p:spPr bwMode="auto">
              <a:xfrm>
                <a:off x="2290" y="300"/>
                <a:ext cx="0" cy="372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68" name="Line 16">
                <a:extLst>
                  <a:ext uri="{FF2B5EF4-FFF2-40B4-BE49-F238E27FC236}">
                    <a16:creationId xmlns:a16="http://schemas.microsoft.com/office/drawing/2014/main" id="{570681E3-C0C1-6D33-CEBB-443E2F40E5F9}"/>
                  </a:ext>
                </a:extLst>
              </p:cNvPr>
              <p:cNvSpPr>
                <a:spLocks noChangeShapeType="1"/>
              </p:cNvSpPr>
              <p:nvPr/>
            </p:nvSpPr>
            <p:spPr bwMode="auto">
              <a:xfrm>
                <a:off x="3107" y="300"/>
                <a:ext cx="0" cy="372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69" name="Line 17">
                <a:extLst>
                  <a:ext uri="{FF2B5EF4-FFF2-40B4-BE49-F238E27FC236}">
                    <a16:creationId xmlns:a16="http://schemas.microsoft.com/office/drawing/2014/main" id="{97E31DDA-DB6C-13EE-244C-477FC4EC8398}"/>
                  </a:ext>
                </a:extLst>
              </p:cNvPr>
              <p:cNvSpPr>
                <a:spLocks noChangeShapeType="1"/>
              </p:cNvSpPr>
              <p:nvPr/>
            </p:nvSpPr>
            <p:spPr bwMode="auto">
              <a:xfrm>
                <a:off x="3969" y="346"/>
                <a:ext cx="0" cy="3674"/>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70" name="Line 18">
                <a:extLst>
                  <a:ext uri="{FF2B5EF4-FFF2-40B4-BE49-F238E27FC236}">
                    <a16:creationId xmlns:a16="http://schemas.microsoft.com/office/drawing/2014/main" id="{FABCE080-5D22-DBCC-E281-876A6FCC76C6}"/>
                  </a:ext>
                </a:extLst>
              </p:cNvPr>
              <p:cNvSpPr>
                <a:spLocks noChangeShapeType="1"/>
              </p:cNvSpPr>
              <p:nvPr/>
            </p:nvSpPr>
            <p:spPr bwMode="auto">
              <a:xfrm>
                <a:off x="4740" y="300"/>
                <a:ext cx="0" cy="372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71" name="Line 19">
                <a:extLst>
                  <a:ext uri="{FF2B5EF4-FFF2-40B4-BE49-F238E27FC236}">
                    <a16:creationId xmlns:a16="http://schemas.microsoft.com/office/drawing/2014/main" id="{90711532-9847-1893-061B-F48AB000B5E6}"/>
                  </a:ext>
                </a:extLst>
              </p:cNvPr>
              <p:cNvSpPr>
                <a:spLocks noChangeShapeType="1"/>
              </p:cNvSpPr>
              <p:nvPr/>
            </p:nvSpPr>
            <p:spPr bwMode="auto">
              <a:xfrm>
                <a:off x="1791" y="300"/>
                <a:ext cx="0" cy="372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714772" name="Group 20">
                <a:extLst>
                  <a:ext uri="{FF2B5EF4-FFF2-40B4-BE49-F238E27FC236}">
                    <a16:creationId xmlns:a16="http://schemas.microsoft.com/office/drawing/2014/main" id="{5C9F70D2-BBD3-91E4-0DA7-EB6B03B619EA}"/>
                  </a:ext>
                </a:extLst>
              </p:cNvPr>
              <p:cNvGrpSpPr>
                <a:grpSpLocks/>
              </p:cNvGrpSpPr>
              <p:nvPr/>
            </p:nvGrpSpPr>
            <p:grpSpPr bwMode="auto">
              <a:xfrm>
                <a:off x="0" y="300"/>
                <a:ext cx="5760" cy="605"/>
                <a:chOff x="0" y="300"/>
                <a:chExt cx="5760" cy="605"/>
              </a:xfrm>
            </p:grpSpPr>
            <p:sp>
              <p:nvSpPr>
                <p:cNvPr id="714773" name="Rectangle 21">
                  <a:extLst>
                    <a:ext uri="{FF2B5EF4-FFF2-40B4-BE49-F238E27FC236}">
                      <a16:creationId xmlns:a16="http://schemas.microsoft.com/office/drawing/2014/main" id="{6C5B9604-4F21-1425-61D7-79EA73B34B34}"/>
                    </a:ext>
                  </a:extLst>
                </p:cNvPr>
                <p:cNvSpPr>
                  <a:spLocks noChangeArrowheads="1"/>
                </p:cNvSpPr>
                <p:nvPr/>
              </p:nvSpPr>
              <p:spPr bwMode="auto">
                <a:xfrm>
                  <a:off x="0" y="482"/>
                  <a:ext cx="52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X</a:t>
                  </a:r>
                </a:p>
              </p:txBody>
            </p:sp>
            <p:sp>
              <p:nvSpPr>
                <p:cNvPr id="714774" name="Rectangle 22">
                  <a:extLst>
                    <a:ext uri="{FF2B5EF4-FFF2-40B4-BE49-F238E27FC236}">
                      <a16:creationId xmlns:a16="http://schemas.microsoft.com/office/drawing/2014/main" id="{38906A40-5D42-F7D9-2BFA-1653B3F67D47}"/>
                    </a:ext>
                  </a:extLst>
                </p:cNvPr>
                <p:cNvSpPr>
                  <a:spLocks noChangeArrowheads="1"/>
                </p:cNvSpPr>
                <p:nvPr/>
              </p:nvSpPr>
              <p:spPr bwMode="auto">
                <a:xfrm>
                  <a:off x="1837" y="482"/>
                  <a:ext cx="4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f</a:t>
                  </a:r>
                  <a:r>
                    <a:rPr kumimoji="1" lang="en-US" altLang="zh-CN" sz="2800" b="1" i="1" baseline="-25000">
                      <a:solidFill>
                        <a:srgbClr val="007A77"/>
                      </a:solidFill>
                      <a:latin typeface="Times New Roman" panose="02020603050405020304" pitchFamily="18" charset="0"/>
                      <a:ea typeface="楷体_GB2312" pitchFamily="49" charset="-122"/>
                    </a:rPr>
                    <a:t>i</a:t>
                  </a:r>
                </a:p>
              </p:txBody>
            </p:sp>
            <p:sp>
              <p:nvSpPr>
                <p:cNvPr id="714775" name="Rectangle 23">
                  <a:extLst>
                    <a:ext uri="{FF2B5EF4-FFF2-40B4-BE49-F238E27FC236}">
                      <a16:creationId xmlns:a16="http://schemas.microsoft.com/office/drawing/2014/main" id="{D07C9D25-6EEA-DADC-BB4A-562B519B1BC7}"/>
                    </a:ext>
                  </a:extLst>
                </p:cNvPr>
                <p:cNvSpPr>
                  <a:spLocks noChangeArrowheads="1"/>
                </p:cNvSpPr>
                <p:nvPr/>
              </p:nvSpPr>
              <p:spPr bwMode="auto">
                <a:xfrm>
                  <a:off x="2426" y="482"/>
                  <a:ext cx="5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P</a:t>
                  </a:r>
                  <a:r>
                    <a:rPr kumimoji="1" lang="en-US" altLang="zh-CN" sz="2800" b="1" i="1" baseline="-25000">
                      <a:solidFill>
                        <a:srgbClr val="007A77"/>
                      </a:solidFill>
                      <a:latin typeface="Times New Roman" panose="02020603050405020304" pitchFamily="18" charset="0"/>
                      <a:ea typeface="楷体_GB2312" pitchFamily="49" charset="-122"/>
                    </a:rPr>
                    <a:t>i</a:t>
                  </a:r>
                </a:p>
              </p:txBody>
            </p:sp>
            <p:sp>
              <p:nvSpPr>
                <p:cNvPr id="714776" name="Rectangle 24">
                  <a:extLst>
                    <a:ext uri="{FF2B5EF4-FFF2-40B4-BE49-F238E27FC236}">
                      <a16:creationId xmlns:a16="http://schemas.microsoft.com/office/drawing/2014/main" id="{CF14A9A5-1448-4B8A-0A9C-9DC42B8269C8}"/>
                    </a:ext>
                  </a:extLst>
                </p:cNvPr>
                <p:cNvSpPr>
                  <a:spLocks noChangeArrowheads="1"/>
                </p:cNvSpPr>
                <p:nvPr/>
              </p:nvSpPr>
              <p:spPr bwMode="auto">
                <a:xfrm>
                  <a:off x="3271" y="527"/>
                  <a:ext cx="42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nP</a:t>
                  </a:r>
                  <a:r>
                    <a:rPr kumimoji="1" lang="en-US" altLang="zh-CN" sz="2800" b="1" i="1" baseline="-25000">
                      <a:solidFill>
                        <a:srgbClr val="007A77"/>
                      </a:solidFill>
                      <a:latin typeface="Times New Roman" panose="02020603050405020304" pitchFamily="18" charset="0"/>
                      <a:ea typeface="楷体_GB2312" pitchFamily="49" charset="-122"/>
                    </a:rPr>
                    <a:t>i</a:t>
                  </a:r>
                </a:p>
              </p:txBody>
            </p:sp>
            <p:sp>
              <p:nvSpPr>
                <p:cNvPr id="714777" name="Rectangle 25">
                  <a:extLst>
                    <a:ext uri="{FF2B5EF4-FFF2-40B4-BE49-F238E27FC236}">
                      <a16:creationId xmlns:a16="http://schemas.microsoft.com/office/drawing/2014/main" id="{A5E2DEDA-F08F-0312-FFD6-4050376BD47D}"/>
                    </a:ext>
                  </a:extLst>
                </p:cNvPr>
                <p:cNvSpPr>
                  <a:spLocks noChangeArrowheads="1"/>
                </p:cNvSpPr>
                <p:nvPr/>
              </p:nvSpPr>
              <p:spPr bwMode="auto">
                <a:xfrm>
                  <a:off x="3923" y="482"/>
                  <a:ext cx="90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f</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en-US" altLang="zh-CN" sz="2800" b="1" i="1">
                      <a:solidFill>
                        <a:srgbClr val="007A77"/>
                      </a:solidFill>
                      <a:latin typeface="Times New Roman" panose="02020603050405020304" pitchFamily="18" charset="0"/>
                      <a:ea typeface="楷体_GB2312" pitchFamily="49" charset="-122"/>
                    </a:rPr>
                    <a:t> - nP</a:t>
                  </a:r>
                  <a:r>
                    <a:rPr kumimoji="1" lang="en-US" altLang="zh-CN" sz="2800" b="1" i="1" baseline="-25000">
                      <a:solidFill>
                        <a:srgbClr val="007A77"/>
                      </a:solidFill>
                      <a:latin typeface="Times New Roman" panose="02020603050405020304" pitchFamily="18" charset="0"/>
                      <a:ea typeface="楷体_GB2312" pitchFamily="49" charset="-122"/>
                    </a:rPr>
                    <a:t>i</a:t>
                  </a:r>
                </a:p>
              </p:txBody>
            </p:sp>
            <p:graphicFrame>
              <p:nvGraphicFramePr>
                <p:cNvPr id="714778" name="Object 26">
                  <a:extLst>
                    <a:ext uri="{FF2B5EF4-FFF2-40B4-BE49-F238E27FC236}">
                      <a16:creationId xmlns:a16="http://schemas.microsoft.com/office/drawing/2014/main" id="{CF6CCEEE-4A07-BA56-406D-DACF8E0B3E56}"/>
                    </a:ext>
                  </a:extLst>
                </p:cNvPr>
                <p:cNvGraphicFramePr>
                  <a:graphicFrameLocks noChangeAspect="1"/>
                </p:cNvGraphicFramePr>
                <p:nvPr/>
              </p:nvGraphicFramePr>
              <p:xfrm>
                <a:off x="4785" y="300"/>
                <a:ext cx="975" cy="605"/>
              </p:xfrm>
              <a:graphic>
                <a:graphicData uri="http://schemas.openxmlformats.org/presentationml/2006/ole">
                  <mc:AlternateContent xmlns:mc="http://schemas.openxmlformats.org/markup-compatibility/2006">
                    <mc:Choice xmlns:v="urn:schemas-microsoft-com:vml" Requires="v">
                      <p:oleObj name="公式" r:id="rId2" imgW="17843500" imgH="10528300" progId="Equation.3">
                        <p:embed/>
                      </p:oleObj>
                    </mc:Choice>
                    <mc:Fallback>
                      <p:oleObj name="公式" r:id="rId2" imgW="17843500" imgH="10528300" progId="Equation.3">
                        <p:embed/>
                        <p:pic>
                          <p:nvPicPr>
                            <p:cNvPr id="714778" name="Object 26">
                              <a:extLst>
                                <a:ext uri="{FF2B5EF4-FFF2-40B4-BE49-F238E27FC236}">
                                  <a16:creationId xmlns:a16="http://schemas.microsoft.com/office/drawing/2014/main" id="{CF6CCEEE-4A07-BA56-406D-DACF8E0B3E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5" y="300"/>
                              <a:ext cx="975" cy="6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4779" name="Rectangle 27">
                  <a:extLst>
                    <a:ext uri="{FF2B5EF4-FFF2-40B4-BE49-F238E27FC236}">
                      <a16:creationId xmlns:a16="http://schemas.microsoft.com/office/drawing/2014/main" id="{9A214942-6FC6-FF22-69E9-F61B35379B90}"/>
                    </a:ext>
                  </a:extLst>
                </p:cNvPr>
                <p:cNvSpPr>
                  <a:spLocks noChangeArrowheads="1"/>
                </p:cNvSpPr>
                <p:nvPr/>
              </p:nvSpPr>
              <p:spPr bwMode="auto">
                <a:xfrm>
                  <a:off x="748" y="482"/>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分组</a:t>
                  </a:r>
                </a:p>
              </p:txBody>
            </p:sp>
          </p:grpSp>
        </p:grpSp>
      </p:grpSp>
      <p:sp>
        <p:nvSpPr>
          <p:cNvPr id="714780" name="Rectangle 28">
            <a:extLst>
              <a:ext uri="{FF2B5EF4-FFF2-40B4-BE49-F238E27FC236}">
                <a16:creationId xmlns:a16="http://schemas.microsoft.com/office/drawing/2014/main" id="{C768EE1E-6CB2-4DD1-41D7-5C81045E090C}"/>
              </a:ext>
            </a:extLst>
          </p:cNvPr>
          <p:cNvSpPr>
            <a:spLocks noChangeArrowheads="1"/>
          </p:cNvSpPr>
          <p:nvPr/>
        </p:nvSpPr>
        <p:spPr bwMode="auto">
          <a:xfrm>
            <a:off x="2279651" y="1484314"/>
            <a:ext cx="2016125"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a:t>
            </a:r>
            <a:r>
              <a:rPr kumimoji="1" lang="zh-CN" altLang="en-US" sz="2800" b="1">
                <a:solidFill>
                  <a:srgbClr val="007A77"/>
                </a:solidFill>
                <a:latin typeface="Times New Roman" panose="02020603050405020304" pitchFamily="18" charset="0"/>
                <a:ea typeface="宋体" panose="02010600030101010101" pitchFamily="2" charset="-122"/>
              </a:rPr>
              <a:t>－∞，</a:t>
            </a:r>
            <a:r>
              <a:rPr kumimoji="1" lang="en-US" altLang="zh-CN" sz="2800" b="1">
                <a:solidFill>
                  <a:srgbClr val="007A77"/>
                </a:solidFill>
                <a:latin typeface="Times New Roman" panose="02020603050405020304" pitchFamily="18" charset="0"/>
                <a:ea typeface="宋体" panose="02010600030101010101" pitchFamily="2" charset="-122"/>
              </a:rPr>
              <a:t>99.5)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[99.5,109.5)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[109.5,119.5)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[119.5,129.5)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[129.5,139.5)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[139.5,149.5)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[149.5,159.5)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[159.5, </a:t>
            </a:r>
            <a:r>
              <a:rPr kumimoji="1" lang="zh-CN" altLang="en-US" sz="2800" b="1">
                <a:solidFill>
                  <a:srgbClr val="007A77"/>
                </a:solidFill>
                <a:latin typeface="Times New Roman" panose="02020603050405020304" pitchFamily="18" charset="0"/>
                <a:ea typeface="宋体" panose="02010600030101010101" pitchFamily="2" charset="-122"/>
              </a:rPr>
              <a:t>＋∞</a:t>
            </a:r>
            <a:r>
              <a:rPr kumimoji="1" lang="en-US" altLang="zh-CN" sz="2800" b="1">
                <a:solidFill>
                  <a:srgbClr val="007A77"/>
                </a:solidFill>
                <a:latin typeface="Times New Roman" panose="02020603050405020304" pitchFamily="18" charset="0"/>
                <a:ea typeface="宋体" panose="02010600030101010101" pitchFamily="2" charset="-122"/>
              </a:rPr>
              <a:t>)</a:t>
            </a:r>
          </a:p>
        </p:txBody>
      </p:sp>
      <p:sp>
        <p:nvSpPr>
          <p:cNvPr id="714781" name="Rectangle 29">
            <a:extLst>
              <a:ext uri="{FF2B5EF4-FFF2-40B4-BE49-F238E27FC236}">
                <a16:creationId xmlns:a16="http://schemas.microsoft.com/office/drawing/2014/main" id="{405549F4-BEF1-5F39-9D43-1570E3BE8507}"/>
              </a:ext>
            </a:extLst>
          </p:cNvPr>
          <p:cNvSpPr>
            <a:spLocks noChangeArrowheads="1"/>
          </p:cNvSpPr>
          <p:nvPr/>
        </p:nvSpPr>
        <p:spPr bwMode="auto">
          <a:xfrm>
            <a:off x="5232400" y="1484314"/>
            <a:ext cx="1295400"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0.0655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0.1056</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0.1772</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0.2231</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0.1989</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0.1329</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0.0661</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0.0307</a:t>
            </a:r>
          </a:p>
        </p:txBody>
      </p:sp>
      <p:sp>
        <p:nvSpPr>
          <p:cNvPr id="714782" name="Rectangle 30">
            <a:extLst>
              <a:ext uri="{FF2B5EF4-FFF2-40B4-BE49-F238E27FC236}">
                <a16:creationId xmlns:a16="http://schemas.microsoft.com/office/drawing/2014/main" id="{6ADF3A3D-4368-D63C-ED1B-EC5691B3A7A5}"/>
              </a:ext>
            </a:extLst>
          </p:cNvPr>
          <p:cNvSpPr>
            <a:spLocks noChangeArrowheads="1"/>
          </p:cNvSpPr>
          <p:nvPr/>
        </p:nvSpPr>
        <p:spPr bwMode="auto">
          <a:xfrm>
            <a:off x="6527800" y="1484314"/>
            <a:ext cx="1079500"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6.55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10.56</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17.72</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22.31</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19.89</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13.29</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6.61</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3.07</a:t>
            </a:r>
          </a:p>
        </p:txBody>
      </p:sp>
      <p:sp>
        <p:nvSpPr>
          <p:cNvPr id="714783" name="Rectangle 31">
            <a:extLst>
              <a:ext uri="{FF2B5EF4-FFF2-40B4-BE49-F238E27FC236}">
                <a16:creationId xmlns:a16="http://schemas.microsoft.com/office/drawing/2014/main" id="{5DDB31E4-2B11-6DB9-2543-178AA90ACE90}"/>
              </a:ext>
            </a:extLst>
          </p:cNvPr>
          <p:cNvSpPr>
            <a:spLocks noChangeArrowheads="1"/>
          </p:cNvSpPr>
          <p:nvPr/>
        </p:nvSpPr>
        <p:spPr bwMode="auto">
          <a:xfrm>
            <a:off x="7896225" y="1484314"/>
            <a:ext cx="935038"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-1.55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-2.56</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4.28</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4.69</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-2.89</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-4.29</a:t>
            </a:r>
          </a:p>
          <a:p>
            <a:pPr fontAlgn="base">
              <a:lnSpc>
                <a:spcPct val="120000"/>
              </a:lnSpc>
              <a:spcBef>
                <a:spcPct val="0"/>
              </a:spcBef>
              <a:spcAft>
                <a:spcPct val="0"/>
              </a:spcAft>
            </a:pPr>
            <a:endParaRPr kumimoji="1" lang="en-US" altLang="zh-CN" sz="2800" b="1">
              <a:solidFill>
                <a:srgbClr val="007A77"/>
              </a:solidFill>
              <a:latin typeface="Times New Roman" panose="02020603050405020304" pitchFamily="18" charset="0"/>
              <a:ea typeface="宋体" panose="02010600030101010101" pitchFamily="2" charset="-122"/>
            </a:endParaRP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2.32</a:t>
            </a:r>
          </a:p>
        </p:txBody>
      </p:sp>
      <p:sp>
        <p:nvSpPr>
          <p:cNvPr id="714784" name="Rectangle 32">
            <a:extLst>
              <a:ext uri="{FF2B5EF4-FFF2-40B4-BE49-F238E27FC236}">
                <a16:creationId xmlns:a16="http://schemas.microsoft.com/office/drawing/2014/main" id="{2C01378D-5D44-E3C2-DA31-A65B33ACF8A3}"/>
              </a:ext>
            </a:extLst>
          </p:cNvPr>
          <p:cNvSpPr>
            <a:spLocks noChangeArrowheads="1"/>
          </p:cNvSpPr>
          <p:nvPr/>
        </p:nvSpPr>
        <p:spPr bwMode="auto">
          <a:xfrm>
            <a:off x="9120188" y="1484314"/>
            <a:ext cx="1295400"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0.3668</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0.6206</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1.0338</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0.9859</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0.4199</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1.3848</a:t>
            </a:r>
          </a:p>
          <a:p>
            <a:pPr fontAlgn="base">
              <a:lnSpc>
                <a:spcPct val="120000"/>
              </a:lnSpc>
              <a:spcBef>
                <a:spcPct val="0"/>
              </a:spcBef>
              <a:spcAft>
                <a:spcPct val="0"/>
              </a:spcAft>
            </a:pPr>
            <a:endParaRPr kumimoji="1" lang="en-US" altLang="zh-CN" sz="2800" b="1">
              <a:solidFill>
                <a:srgbClr val="007A77"/>
              </a:solidFill>
              <a:latin typeface="Times New Roman" panose="02020603050405020304" pitchFamily="18" charset="0"/>
              <a:ea typeface="宋体" panose="02010600030101010101" pitchFamily="2" charset="-122"/>
            </a:endParaRP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0.5560</a:t>
            </a:r>
          </a:p>
        </p:txBody>
      </p:sp>
      <p:sp>
        <p:nvSpPr>
          <p:cNvPr id="714785" name="Rectangle 33">
            <a:extLst>
              <a:ext uri="{FF2B5EF4-FFF2-40B4-BE49-F238E27FC236}">
                <a16:creationId xmlns:a16="http://schemas.microsoft.com/office/drawing/2014/main" id="{BC898DCA-003B-2E2B-2D6A-AC1FF356B48E}"/>
              </a:ext>
            </a:extLst>
          </p:cNvPr>
          <p:cNvSpPr>
            <a:spLocks noChangeArrowheads="1"/>
          </p:cNvSpPr>
          <p:nvPr/>
        </p:nvSpPr>
        <p:spPr bwMode="auto">
          <a:xfrm>
            <a:off x="9191625" y="5754688"/>
            <a:ext cx="1162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5.3678</a:t>
            </a:r>
          </a:p>
        </p:txBody>
      </p:sp>
      <p:sp>
        <p:nvSpPr>
          <p:cNvPr id="714786" name="AutoShape 34">
            <a:extLst>
              <a:ext uri="{FF2B5EF4-FFF2-40B4-BE49-F238E27FC236}">
                <a16:creationId xmlns:a16="http://schemas.microsoft.com/office/drawing/2014/main" id="{2D2B938A-668B-7BAE-2024-5210104D30EB}"/>
              </a:ext>
            </a:extLst>
          </p:cNvPr>
          <p:cNvSpPr>
            <a:spLocks/>
          </p:cNvSpPr>
          <p:nvPr/>
        </p:nvSpPr>
        <p:spPr bwMode="auto">
          <a:xfrm>
            <a:off x="7319964" y="4797425"/>
            <a:ext cx="71437" cy="647700"/>
          </a:xfrm>
          <a:prstGeom prst="rightBrace">
            <a:avLst>
              <a:gd name="adj1" fmla="val 75556"/>
              <a:gd name="adj2" fmla="val 50000"/>
            </a:avLst>
          </a:prstGeom>
          <a:noFill/>
          <a:ln w="1905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14763"/>
                                        </p:tgtEl>
                                        <p:attrNameLst>
                                          <p:attrName>style.visibility</p:attrName>
                                        </p:attrNameLst>
                                      </p:cBhvr>
                                      <p:to>
                                        <p:strVal val="visible"/>
                                      </p:to>
                                    </p:set>
                                    <p:animEffect transition="in" filter="wipe(up)">
                                      <p:cBhvr>
                                        <p:cTn id="7" dur="1000"/>
                                        <p:tgtEl>
                                          <p:spTgt spid="7147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14758"/>
                                        </p:tgtEl>
                                        <p:attrNameLst>
                                          <p:attrName>style.visibility</p:attrName>
                                        </p:attrNameLst>
                                      </p:cBhvr>
                                      <p:to>
                                        <p:strVal val="visible"/>
                                      </p:to>
                                    </p:set>
                                    <p:animEffect transition="in" filter="wipe(up)">
                                      <p:cBhvr>
                                        <p:cTn id="12" dur="1000"/>
                                        <p:tgtEl>
                                          <p:spTgt spid="714758"/>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714759"/>
                                        </p:tgtEl>
                                        <p:attrNameLst>
                                          <p:attrName>style.visibility</p:attrName>
                                        </p:attrNameLst>
                                      </p:cBhvr>
                                      <p:to>
                                        <p:strVal val="visible"/>
                                      </p:to>
                                    </p:set>
                                    <p:animEffect transition="in" filter="wipe(left)">
                                      <p:cBhvr>
                                        <p:cTn id="16" dur="500"/>
                                        <p:tgtEl>
                                          <p:spTgt spid="714759"/>
                                        </p:tgtEl>
                                      </p:cBhvr>
                                    </p:animEffect>
                                  </p:childTnLst>
                                </p:cTn>
                              </p:par>
                            </p:childTnLst>
                          </p:cTn>
                        </p:par>
                        <p:par>
                          <p:cTn id="17" fill="hold" nodeType="afterGroup">
                            <p:stCondLst>
                              <p:cond delay="1500"/>
                            </p:stCondLst>
                            <p:childTnLst>
                              <p:par>
                                <p:cTn id="18" presetID="22" presetClass="entr" presetSubtype="1" fill="hold" nodeType="afterEffect">
                                  <p:stCondLst>
                                    <p:cond delay="0"/>
                                  </p:stCondLst>
                                  <p:childTnLst>
                                    <p:set>
                                      <p:cBhvr>
                                        <p:cTn id="19" dur="1" fill="hold">
                                          <p:stCondLst>
                                            <p:cond delay="0"/>
                                          </p:stCondLst>
                                        </p:cTn>
                                        <p:tgtEl>
                                          <p:spTgt spid="714762"/>
                                        </p:tgtEl>
                                        <p:attrNameLst>
                                          <p:attrName>style.visibility</p:attrName>
                                        </p:attrNameLst>
                                      </p:cBhvr>
                                      <p:to>
                                        <p:strVal val="visible"/>
                                      </p:to>
                                    </p:set>
                                    <p:animEffect transition="in" filter="wipe(up)">
                                      <p:cBhvr>
                                        <p:cTn id="20" dur="1000"/>
                                        <p:tgtEl>
                                          <p:spTgt spid="71476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714780"/>
                                        </p:tgtEl>
                                        <p:attrNameLst>
                                          <p:attrName>style.visibility</p:attrName>
                                        </p:attrNameLst>
                                      </p:cBhvr>
                                      <p:to>
                                        <p:strVal val="visible"/>
                                      </p:to>
                                    </p:set>
                                    <p:animEffect transition="in" filter="wipe(up)">
                                      <p:cBhvr>
                                        <p:cTn id="25" dur="1000"/>
                                        <p:tgtEl>
                                          <p:spTgt spid="714780"/>
                                        </p:tgtEl>
                                      </p:cBhvr>
                                    </p:animEffect>
                                  </p:childTnLst>
                                </p:cTn>
                              </p:par>
                            </p:childTnLst>
                          </p:cTn>
                        </p:par>
                        <p:par>
                          <p:cTn id="26" fill="hold" nodeType="afterGroup">
                            <p:stCondLst>
                              <p:cond delay="1000"/>
                            </p:stCondLst>
                            <p:childTnLst>
                              <p:par>
                                <p:cTn id="27" presetID="22" presetClass="entr" presetSubtype="1" fill="hold" nodeType="afterEffect">
                                  <p:stCondLst>
                                    <p:cond delay="0"/>
                                  </p:stCondLst>
                                  <p:childTnLst>
                                    <p:set>
                                      <p:cBhvr>
                                        <p:cTn id="28" dur="1" fill="hold">
                                          <p:stCondLst>
                                            <p:cond delay="0"/>
                                          </p:stCondLst>
                                        </p:cTn>
                                        <p:tgtEl>
                                          <p:spTgt spid="714760"/>
                                        </p:tgtEl>
                                        <p:attrNameLst>
                                          <p:attrName>style.visibility</p:attrName>
                                        </p:attrNameLst>
                                      </p:cBhvr>
                                      <p:to>
                                        <p:strVal val="visible"/>
                                      </p:to>
                                    </p:set>
                                    <p:animEffect transition="in" filter="wipe(up)">
                                      <p:cBhvr>
                                        <p:cTn id="29" dur="1000"/>
                                        <p:tgtEl>
                                          <p:spTgt spid="71476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714761"/>
                                        </p:tgtEl>
                                        <p:attrNameLst>
                                          <p:attrName>style.visibility</p:attrName>
                                        </p:attrNameLst>
                                      </p:cBhvr>
                                      <p:to>
                                        <p:strVal val="visible"/>
                                      </p:to>
                                    </p:set>
                                    <p:animEffect transition="in" filter="wipe(up)">
                                      <p:cBhvr>
                                        <p:cTn id="34" dur="1000"/>
                                        <p:tgtEl>
                                          <p:spTgt spid="71476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714781"/>
                                        </p:tgtEl>
                                        <p:attrNameLst>
                                          <p:attrName>style.visibility</p:attrName>
                                        </p:attrNameLst>
                                      </p:cBhvr>
                                      <p:to>
                                        <p:strVal val="visible"/>
                                      </p:to>
                                    </p:set>
                                    <p:animEffect transition="in" filter="wipe(up)">
                                      <p:cBhvr>
                                        <p:cTn id="39" dur="1000"/>
                                        <p:tgtEl>
                                          <p:spTgt spid="71478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nodeType="clickEffect">
                                  <p:stCondLst>
                                    <p:cond delay="0"/>
                                  </p:stCondLst>
                                  <p:childTnLst>
                                    <p:set>
                                      <p:cBhvr>
                                        <p:cTn id="43" dur="1" fill="hold">
                                          <p:stCondLst>
                                            <p:cond delay="0"/>
                                          </p:stCondLst>
                                        </p:cTn>
                                        <p:tgtEl>
                                          <p:spTgt spid="714782"/>
                                        </p:tgtEl>
                                        <p:attrNameLst>
                                          <p:attrName>style.visibility</p:attrName>
                                        </p:attrNameLst>
                                      </p:cBhvr>
                                      <p:to>
                                        <p:strVal val="visible"/>
                                      </p:to>
                                    </p:set>
                                    <p:animEffect transition="in" filter="wipe(up)">
                                      <p:cBhvr>
                                        <p:cTn id="44" dur="1000"/>
                                        <p:tgtEl>
                                          <p:spTgt spid="71478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714783">
                                            <p:txEl>
                                              <p:pRg st="0" end="0"/>
                                            </p:txEl>
                                          </p:spTgt>
                                        </p:tgtEl>
                                        <p:attrNameLst>
                                          <p:attrName>style.visibility</p:attrName>
                                        </p:attrNameLst>
                                      </p:cBhvr>
                                      <p:to>
                                        <p:strVal val="visible"/>
                                      </p:to>
                                    </p:set>
                                    <p:animEffect transition="in" filter="wipe(up)">
                                      <p:cBhvr>
                                        <p:cTn id="49" dur="1000"/>
                                        <p:tgtEl>
                                          <p:spTgt spid="714783">
                                            <p:txEl>
                                              <p:pRg st="0" end="0"/>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714784">
                                            <p:txEl>
                                              <p:pRg st="0" end="0"/>
                                            </p:txEl>
                                          </p:spTgt>
                                        </p:tgtEl>
                                        <p:attrNameLst>
                                          <p:attrName>style.visibility</p:attrName>
                                        </p:attrNameLst>
                                      </p:cBhvr>
                                      <p:to>
                                        <p:strVal val="visible"/>
                                      </p:to>
                                    </p:set>
                                    <p:animEffect transition="in" filter="wipe(up)">
                                      <p:cBhvr>
                                        <p:cTn id="54" dur="1000"/>
                                        <p:tgtEl>
                                          <p:spTgt spid="714784">
                                            <p:txEl>
                                              <p:pRg st="0" end="0"/>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nodeType="clickEffect">
                                  <p:stCondLst>
                                    <p:cond delay="0"/>
                                  </p:stCondLst>
                                  <p:childTnLst>
                                    <p:set>
                                      <p:cBhvr>
                                        <p:cTn id="58" dur="1" fill="hold">
                                          <p:stCondLst>
                                            <p:cond delay="0"/>
                                          </p:stCondLst>
                                        </p:cTn>
                                        <p:tgtEl>
                                          <p:spTgt spid="714783">
                                            <p:txEl>
                                              <p:pRg st="1" end="1"/>
                                            </p:txEl>
                                          </p:spTgt>
                                        </p:tgtEl>
                                        <p:attrNameLst>
                                          <p:attrName>style.visibility</p:attrName>
                                        </p:attrNameLst>
                                      </p:cBhvr>
                                      <p:to>
                                        <p:strVal val="visible"/>
                                      </p:to>
                                    </p:set>
                                    <p:animEffect transition="in" filter="wipe(up)">
                                      <p:cBhvr>
                                        <p:cTn id="59" dur="1000"/>
                                        <p:tgtEl>
                                          <p:spTgt spid="714783">
                                            <p:txEl>
                                              <p:pRg st="1" end="1"/>
                                            </p:txEl>
                                          </p:spTgt>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nodeType="clickEffect">
                                  <p:stCondLst>
                                    <p:cond delay="0"/>
                                  </p:stCondLst>
                                  <p:childTnLst>
                                    <p:set>
                                      <p:cBhvr>
                                        <p:cTn id="63" dur="1" fill="hold">
                                          <p:stCondLst>
                                            <p:cond delay="0"/>
                                          </p:stCondLst>
                                        </p:cTn>
                                        <p:tgtEl>
                                          <p:spTgt spid="714784">
                                            <p:txEl>
                                              <p:pRg st="1" end="1"/>
                                            </p:txEl>
                                          </p:spTgt>
                                        </p:tgtEl>
                                        <p:attrNameLst>
                                          <p:attrName>style.visibility</p:attrName>
                                        </p:attrNameLst>
                                      </p:cBhvr>
                                      <p:to>
                                        <p:strVal val="visible"/>
                                      </p:to>
                                    </p:set>
                                    <p:animEffect transition="in" filter="wipe(up)">
                                      <p:cBhvr>
                                        <p:cTn id="64" dur="1000"/>
                                        <p:tgtEl>
                                          <p:spTgt spid="714784">
                                            <p:txEl>
                                              <p:pRg st="1" end="1"/>
                                            </p:txEl>
                                          </p:spTgt>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nodeType="clickEffect">
                                  <p:stCondLst>
                                    <p:cond delay="0"/>
                                  </p:stCondLst>
                                  <p:childTnLst>
                                    <p:set>
                                      <p:cBhvr>
                                        <p:cTn id="68" dur="1" fill="hold">
                                          <p:stCondLst>
                                            <p:cond delay="0"/>
                                          </p:stCondLst>
                                        </p:cTn>
                                        <p:tgtEl>
                                          <p:spTgt spid="714783">
                                            <p:txEl>
                                              <p:pRg st="2" end="2"/>
                                            </p:txEl>
                                          </p:spTgt>
                                        </p:tgtEl>
                                        <p:attrNameLst>
                                          <p:attrName>style.visibility</p:attrName>
                                        </p:attrNameLst>
                                      </p:cBhvr>
                                      <p:to>
                                        <p:strVal val="visible"/>
                                      </p:to>
                                    </p:set>
                                    <p:animEffect transition="in" filter="wipe(up)">
                                      <p:cBhvr>
                                        <p:cTn id="69" dur="1000"/>
                                        <p:tgtEl>
                                          <p:spTgt spid="714783">
                                            <p:txEl>
                                              <p:pRg st="2" end="2"/>
                                            </p:txEl>
                                          </p:spTgt>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1" fill="hold" nodeType="clickEffect">
                                  <p:stCondLst>
                                    <p:cond delay="0"/>
                                  </p:stCondLst>
                                  <p:childTnLst>
                                    <p:set>
                                      <p:cBhvr>
                                        <p:cTn id="73" dur="1" fill="hold">
                                          <p:stCondLst>
                                            <p:cond delay="0"/>
                                          </p:stCondLst>
                                        </p:cTn>
                                        <p:tgtEl>
                                          <p:spTgt spid="714784">
                                            <p:txEl>
                                              <p:pRg st="2" end="2"/>
                                            </p:txEl>
                                          </p:spTgt>
                                        </p:tgtEl>
                                        <p:attrNameLst>
                                          <p:attrName>style.visibility</p:attrName>
                                        </p:attrNameLst>
                                      </p:cBhvr>
                                      <p:to>
                                        <p:strVal val="visible"/>
                                      </p:to>
                                    </p:set>
                                    <p:animEffect transition="in" filter="wipe(up)">
                                      <p:cBhvr>
                                        <p:cTn id="74" dur="1000"/>
                                        <p:tgtEl>
                                          <p:spTgt spid="714784">
                                            <p:txEl>
                                              <p:pRg st="2" end="2"/>
                                            </p:txEl>
                                          </p:spTgt>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1" fill="hold" nodeType="clickEffect">
                                  <p:stCondLst>
                                    <p:cond delay="0"/>
                                  </p:stCondLst>
                                  <p:childTnLst>
                                    <p:set>
                                      <p:cBhvr>
                                        <p:cTn id="78" dur="1" fill="hold">
                                          <p:stCondLst>
                                            <p:cond delay="0"/>
                                          </p:stCondLst>
                                        </p:cTn>
                                        <p:tgtEl>
                                          <p:spTgt spid="714783">
                                            <p:txEl>
                                              <p:pRg st="3" end="3"/>
                                            </p:txEl>
                                          </p:spTgt>
                                        </p:tgtEl>
                                        <p:attrNameLst>
                                          <p:attrName>style.visibility</p:attrName>
                                        </p:attrNameLst>
                                      </p:cBhvr>
                                      <p:to>
                                        <p:strVal val="visible"/>
                                      </p:to>
                                    </p:set>
                                    <p:animEffect transition="in" filter="wipe(up)">
                                      <p:cBhvr>
                                        <p:cTn id="79" dur="1000"/>
                                        <p:tgtEl>
                                          <p:spTgt spid="714783">
                                            <p:txEl>
                                              <p:pRg st="3" end="3"/>
                                            </p:txEl>
                                          </p:spTgt>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1" fill="hold" nodeType="clickEffect">
                                  <p:stCondLst>
                                    <p:cond delay="0"/>
                                  </p:stCondLst>
                                  <p:childTnLst>
                                    <p:set>
                                      <p:cBhvr>
                                        <p:cTn id="83" dur="1" fill="hold">
                                          <p:stCondLst>
                                            <p:cond delay="0"/>
                                          </p:stCondLst>
                                        </p:cTn>
                                        <p:tgtEl>
                                          <p:spTgt spid="714784">
                                            <p:txEl>
                                              <p:pRg st="3" end="3"/>
                                            </p:txEl>
                                          </p:spTgt>
                                        </p:tgtEl>
                                        <p:attrNameLst>
                                          <p:attrName>style.visibility</p:attrName>
                                        </p:attrNameLst>
                                      </p:cBhvr>
                                      <p:to>
                                        <p:strVal val="visible"/>
                                      </p:to>
                                    </p:set>
                                    <p:animEffect transition="in" filter="wipe(up)">
                                      <p:cBhvr>
                                        <p:cTn id="84" dur="1000"/>
                                        <p:tgtEl>
                                          <p:spTgt spid="714784">
                                            <p:txEl>
                                              <p:pRg st="3" end="3"/>
                                            </p:txEl>
                                          </p:spTgt>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1" fill="hold" nodeType="clickEffect">
                                  <p:stCondLst>
                                    <p:cond delay="0"/>
                                  </p:stCondLst>
                                  <p:childTnLst>
                                    <p:set>
                                      <p:cBhvr>
                                        <p:cTn id="88" dur="1" fill="hold">
                                          <p:stCondLst>
                                            <p:cond delay="0"/>
                                          </p:stCondLst>
                                        </p:cTn>
                                        <p:tgtEl>
                                          <p:spTgt spid="714783">
                                            <p:txEl>
                                              <p:pRg st="4" end="4"/>
                                            </p:txEl>
                                          </p:spTgt>
                                        </p:tgtEl>
                                        <p:attrNameLst>
                                          <p:attrName>style.visibility</p:attrName>
                                        </p:attrNameLst>
                                      </p:cBhvr>
                                      <p:to>
                                        <p:strVal val="visible"/>
                                      </p:to>
                                    </p:set>
                                    <p:animEffect transition="in" filter="wipe(up)">
                                      <p:cBhvr>
                                        <p:cTn id="89" dur="1000"/>
                                        <p:tgtEl>
                                          <p:spTgt spid="714783">
                                            <p:txEl>
                                              <p:pRg st="4" end="4"/>
                                            </p:txEl>
                                          </p:spTgt>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1" fill="hold" nodeType="clickEffect">
                                  <p:stCondLst>
                                    <p:cond delay="0"/>
                                  </p:stCondLst>
                                  <p:childTnLst>
                                    <p:set>
                                      <p:cBhvr>
                                        <p:cTn id="93" dur="1" fill="hold">
                                          <p:stCondLst>
                                            <p:cond delay="0"/>
                                          </p:stCondLst>
                                        </p:cTn>
                                        <p:tgtEl>
                                          <p:spTgt spid="714784">
                                            <p:txEl>
                                              <p:pRg st="4" end="4"/>
                                            </p:txEl>
                                          </p:spTgt>
                                        </p:tgtEl>
                                        <p:attrNameLst>
                                          <p:attrName>style.visibility</p:attrName>
                                        </p:attrNameLst>
                                      </p:cBhvr>
                                      <p:to>
                                        <p:strVal val="visible"/>
                                      </p:to>
                                    </p:set>
                                    <p:animEffect transition="in" filter="wipe(up)">
                                      <p:cBhvr>
                                        <p:cTn id="94" dur="1000"/>
                                        <p:tgtEl>
                                          <p:spTgt spid="714784">
                                            <p:txEl>
                                              <p:pRg st="4" end="4"/>
                                            </p:txEl>
                                          </p:spTgt>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1" fill="hold" nodeType="clickEffect">
                                  <p:stCondLst>
                                    <p:cond delay="0"/>
                                  </p:stCondLst>
                                  <p:childTnLst>
                                    <p:set>
                                      <p:cBhvr>
                                        <p:cTn id="98" dur="1" fill="hold">
                                          <p:stCondLst>
                                            <p:cond delay="0"/>
                                          </p:stCondLst>
                                        </p:cTn>
                                        <p:tgtEl>
                                          <p:spTgt spid="714783">
                                            <p:txEl>
                                              <p:pRg st="5" end="5"/>
                                            </p:txEl>
                                          </p:spTgt>
                                        </p:tgtEl>
                                        <p:attrNameLst>
                                          <p:attrName>style.visibility</p:attrName>
                                        </p:attrNameLst>
                                      </p:cBhvr>
                                      <p:to>
                                        <p:strVal val="visible"/>
                                      </p:to>
                                    </p:set>
                                    <p:animEffect transition="in" filter="wipe(up)">
                                      <p:cBhvr>
                                        <p:cTn id="99" dur="1000"/>
                                        <p:tgtEl>
                                          <p:spTgt spid="714783">
                                            <p:txEl>
                                              <p:pRg st="5" end="5"/>
                                            </p:txEl>
                                          </p:spTgt>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1" fill="hold" nodeType="clickEffect">
                                  <p:stCondLst>
                                    <p:cond delay="0"/>
                                  </p:stCondLst>
                                  <p:childTnLst>
                                    <p:set>
                                      <p:cBhvr>
                                        <p:cTn id="103" dur="1" fill="hold">
                                          <p:stCondLst>
                                            <p:cond delay="0"/>
                                          </p:stCondLst>
                                        </p:cTn>
                                        <p:tgtEl>
                                          <p:spTgt spid="714784">
                                            <p:txEl>
                                              <p:pRg st="5" end="5"/>
                                            </p:txEl>
                                          </p:spTgt>
                                        </p:tgtEl>
                                        <p:attrNameLst>
                                          <p:attrName>style.visibility</p:attrName>
                                        </p:attrNameLst>
                                      </p:cBhvr>
                                      <p:to>
                                        <p:strVal val="visible"/>
                                      </p:to>
                                    </p:set>
                                    <p:animEffect transition="in" filter="wipe(up)">
                                      <p:cBhvr>
                                        <p:cTn id="104" dur="1000"/>
                                        <p:tgtEl>
                                          <p:spTgt spid="714784">
                                            <p:txEl>
                                              <p:pRg st="5" end="5"/>
                                            </p:txEl>
                                          </p:spTgt>
                                        </p:tgtEl>
                                      </p:cBhvr>
                                    </p:animEffect>
                                  </p:childTnLst>
                                </p:cTn>
                              </p:par>
                            </p:childTnLst>
                          </p:cTn>
                        </p:par>
                        <p:par>
                          <p:cTn id="105" fill="hold" nodeType="afterGroup">
                            <p:stCondLst>
                              <p:cond delay="1000"/>
                            </p:stCondLst>
                            <p:childTnLst>
                              <p:par>
                                <p:cTn id="106" presetID="22" presetClass="entr" presetSubtype="8" fill="hold" nodeType="afterEffect">
                                  <p:stCondLst>
                                    <p:cond delay="0"/>
                                  </p:stCondLst>
                                  <p:childTnLst>
                                    <p:set>
                                      <p:cBhvr>
                                        <p:cTn id="107" dur="1" fill="hold">
                                          <p:stCondLst>
                                            <p:cond delay="0"/>
                                          </p:stCondLst>
                                        </p:cTn>
                                        <p:tgtEl>
                                          <p:spTgt spid="714786"/>
                                        </p:tgtEl>
                                        <p:attrNameLst>
                                          <p:attrName>style.visibility</p:attrName>
                                        </p:attrNameLst>
                                      </p:cBhvr>
                                      <p:to>
                                        <p:strVal val="visible"/>
                                      </p:to>
                                    </p:set>
                                    <p:animEffect transition="in" filter="wipe(left)">
                                      <p:cBhvr>
                                        <p:cTn id="108" dur="500"/>
                                        <p:tgtEl>
                                          <p:spTgt spid="714786"/>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1" fill="hold" nodeType="clickEffect">
                                  <p:stCondLst>
                                    <p:cond delay="0"/>
                                  </p:stCondLst>
                                  <p:childTnLst>
                                    <p:set>
                                      <p:cBhvr>
                                        <p:cTn id="112" dur="1" fill="hold">
                                          <p:stCondLst>
                                            <p:cond delay="0"/>
                                          </p:stCondLst>
                                        </p:cTn>
                                        <p:tgtEl>
                                          <p:spTgt spid="714783">
                                            <p:txEl>
                                              <p:pRg st="7" end="7"/>
                                            </p:txEl>
                                          </p:spTgt>
                                        </p:tgtEl>
                                        <p:attrNameLst>
                                          <p:attrName>style.visibility</p:attrName>
                                        </p:attrNameLst>
                                      </p:cBhvr>
                                      <p:to>
                                        <p:strVal val="visible"/>
                                      </p:to>
                                    </p:set>
                                    <p:animEffect transition="in" filter="wipe(up)">
                                      <p:cBhvr>
                                        <p:cTn id="113" dur="1000"/>
                                        <p:tgtEl>
                                          <p:spTgt spid="714783">
                                            <p:txEl>
                                              <p:pRg st="7" end="7"/>
                                            </p:txEl>
                                          </p:spTgt>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1" fill="hold" nodeType="clickEffect">
                                  <p:stCondLst>
                                    <p:cond delay="0"/>
                                  </p:stCondLst>
                                  <p:childTnLst>
                                    <p:set>
                                      <p:cBhvr>
                                        <p:cTn id="117" dur="1" fill="hold">
                                          <p:stCondLst>
                                            <p:cond delay="0"/>
                                          </p:stCondLst>
                                        </p:cTn>
                                        <p:tgtEl>
                                          <p:spTgt spid="714784">
                                            <p:txEl>
                                              <p:pRg st="7" end="7"/>
                                            </p:txEl>
                                          </p:spTgt>
                                        </p:tgtEl>
                                        <p:attrNameLst>
                                          <p:attrName>style.visibility</p:attrName>
                                        </p:attrNameLst>
                                      </p:cBhvr>
                                      <p:to>
                                        <p:strVal val="visible"/>
                                      </p:to>
                                    </p:set>
                                    <p:animEffect transition="in" filter="wipe(up)">
                                      <p:cBhvr>
                                        <p:cTn id="118" dur="1000"/>
                                        <p:tgtEl>
                                          <p:spTgt spid="714784">
                                            <p:txEl>
                                              <p:pRg st="7" end="7"/>
                                            </p:txEl>
                                          </p:spTgt>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1" fill="hold" nodeType="clickEffect">
                                  <p:stCondLst>
                                    <p:cond delay="0"/>
                                  </p:stCondLst>
                                  <p:childTnLst>
                                    <p:set>
                                      <p:cBhvr>
                                        <p:cTn id="122" dur="1" fill="hold">
                                          <p:stCondLst>
                                            <p:cond delay="0"/>
                                          </p:stCondLst>
                                        </p:cTn>
                                        <p:tgtEl>
                                          <p:spTgt spid="714785"/>
                                        </p:tgtEl>
                                        <p:attrNameLst>
                                          <p:attrName>style.visibility</p:attrName>
                                        </p:attrNameLst>
                                      </p:cBhvr>
                                      <p:to>
                                        <p:strVal val="visible"/>
                                      </p:to>
                                    </p:set>
                                    <p:animEffect transition="in" filter="wipe(up)">
                                      <p:cBhvr>
                                        <p:cTn id="123" dur="1000"/>
                                        <p:tgtEl>
                                          <p:spTgt spid="7147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4758" grpId="0"/>
      <p:bldP spid="714760" grpId="0"/>
      <p:bldP spid="714761" grpId="0"/>
      <p:bldP spid="714762" grpId="0"/>
      <p:bldP spid="714780" grpId="0"/>
      <p:bldP spid="714781" grpId="0"/>
      <p:bldP spid="714782" grpId="0"/>
      <p:bldP spid="714785"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5778" name="Object 2">
            <a:extLst>
              <a:ext uri="{FF2B5EF4-FFF2-40B4-BE49-F238E27FC236}">
                <a16:creationId xmlns:a16="http://schemas.microsoft.com/office/drawing/2014/main" id="{F3690E87-DE4F-4F6D-DA2F-66F8AF5165EE}"/>
              </a:ext>
            </a:extLst>
          </p:cNvPr>
          <p:cNvGraphicFramePr>
            <a:graphicFrameLocks noChangeAspect="1"/>
          </p:cNvGraphicFramePr>
          <p:nvPr/>
        </p:nvGraphicFramePr>
        <p:xfrm>
          <a:off x="1831976" y="188914"/>
          <a:ext cx="2232025" cy="503237"/>
        </p:xfrm>
        <a:graphic>
          <a:graphicData uri="http://schemas.openxmlformats.org/presentationml/2006/ole">
            <mc:AlternateContent xmlns:mc="http://schemas.openxmlformats.org/markup-compatibility/2006">
              <mc:Choice xmlns:v="urn:schemas-microsoft-com:vml" Requires="v">
                <p:oleObj name="公式" r:id="rId2" imgW="20777200" imgH="4686300" progId="Equation.3">
                  <p:embed/>
                </p:oleObj>
              </mc:Choice>
              <mc:Fallback>
                <p:oleObj name="公式" r:id="rId2" imgW="20777200" imgH="4686300" progId="Equation.3">
                  <p:embed/>
                  <p:pic>
                    <p:nvPicPr>
                      <p:cNvPr id="715778" name="Object 2">
                        <a:extLst>
                          <a:ext uri="{FF2B5EF4-FFF2-40B4-BE49-F238E27FC236}">
                            <a16:creationId xmlns:a16="http://schemas.microsoft.com/office/drawing/2014/main" id="{F3690E87-DE4F-4F6D-DA2F-66F8AF5165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1976" y="188914"/>
                        <a:ext cx="2232025"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5779" name="Object 3">
            <a:extLst>
              <a:ext uri="{FF2B5EF4-FFF2-40B4-BE49-F238E27FC236}">
                <a16:creationId xmlns:a16="http://schemas.microsoft.com/office/drawing/2014/main" id="{E54CA839-9526-D12A-FC65-F739BB1F865B}"/>
              </a:ext>
            </a:extLst>
          </p:cNvPr>
          <p:cNvGraphicFramePr>
            <a:graphicFrameLocks noChangeAspect="1"/>
          </p:cNvGraphicFramePr>
          <p:nvPr/>
        </p:nvGraphicFramePr>
        <p:xfrm>
          <a:off x="1847851" y="909639"/>
          <a:ext cx="3311525" cy="542925"/>
        </p:xfrm>
        <a:graphic>
          <a:graphicData uri="http://schemas.openxmlformats.org/presentationml/2006/ole">
            <mc:AlternateContent xmlns:mc="http://schemas.openxmlformats.org/markup-compatibility/2006">
              <mc:Choice xmlns:v="urn:schemas-microsoft-com:vml" Requires="v">
                <p:oleObj name="公式" r:id="rId4" imgW="33934400" imgH="5562600" progId="Equation.3">
                  <p:embed/>
                </p:oleObj>
              </mc:Choice>
              <mc:Fallback>
                <p:oleObj name="公式" r:id="rId4" imgW="33934400" imgH="5562600" progId="Equation.3">
                  <p:embed/>
                  <p:pic>
                    <p:nvPicPr>
                      <p:cNvPr id="715779" name="Object 3">
                        <a:extLst>
                          <a:ext uri="{FF2B5EF4-FFF2-40B4-BE49-F238E27FC236}">
                            <a16:creationId xmlns:a16="http://schemas.microsoft.com/office/drawing/2014/main" id="{E54CA839-9526-D12A-FC65-F739BB1F86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7851" y="909639"/>
                        <a:ext cx="3311525"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5780" name="Object 4">
            <a:extLst>
              <a:ext uri="{FF2B5EF4-FFF2-40B4-BE49-F238E27FC236}">
                <a16:creationId xmlns:a16="http://schemas.microsoft.com/office/drawing/2014/main" id="{2AF592CB-1180-1F58-6C25-167EE1774C62}"/>
              </a:ext>
            </a:extLst>
          </p:cNvPr>
          <p:cNvGraphicFramePr>
            <a:graphicFrameLocks noChangeAspect="1"/>
          </p:cNvGraphicFramePr>
          <p:nvPr/>
        </p:nvGraphicFramePr>
        <p:xfrm>
          <a:off x="4224339" y="188913"/>
          <a:ext cx="1552575" cy="508000"/>
        </p:xfrm>
        <a:graphic>
          <a:graphicData uri="http://schemas.openxmlformats.org/presentationml/2006/ole">
            <mc:AlternateContent xmlns:mc="http://schemas.openxmlformats.org/markup-compatibility/2006">
              <mc:Choice xmlns:v="urn:schemas-microsoft-com:vml" Requires="v">
                <p:oleObj name="公式" r:id="rId6" imgW="14046200" imgH="4686300" progId="Equation.3">
                  <p:embed/>
                </p:oleObj>
              </mc:Choice>
              <mc:Fallback>
                <p:oleObj name="公式" r:id="rId6" imgW="14046200" imgH="4686300" progId="Equation.3">
                  <p:embed/>
                  <p:pic>
                    <p:nvPicPr>
                      <p:cNvPr id="715780" name="Object 4">
                        <a:extLst>
                          <a:ext uri="{FF2B5EF4-FFF2-40B4-BE49-F238E27FC236}">
                            <a16:creationId xmlns:a16="http://schemas.microsoft.com/office/drawing/2014/main" id="{2AF592CB-1180-1F58-6C25-167EE1774C6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24339" y="188913"/>
                        <a:ext cx="1552575"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5781" name="Object 5">
            <a:extLst>
              <a:ext uri="{FF2B5EF4-FFF2-40B4-BE49-F238E27FC236}">
                <a16:creationId xmlns:a16="http://schemas.microsoft.com/office/drawing/2014/main" id="{1030C5E9-74D4-247A-CA01-72BF61BFC56D}"/>
              </a:ext>
            </a:extLst>
          </p:cNvPr>
          <p:cNvGraphicFramePr>
            <a:graphicFrameLocks noChangeAspect="1"/>
          </p:cNvGraphicFramePr>
          <p:nvPr/>
        </p:nvGraphicFramePr>
        <p:xfrm>
          <a:off x="5302250" y="981075"/>
          <a:ext cx="1155700" cy="395288"/>
        </p:xfrm>
        <a:graphic>
          <a:graphicData uri="http://schemas.openxmlformats.org/presentationml/2006/ole">
            <mc:AlternateContent xmlns:mc="http://schemas.openxmlformats.org/markup-compatibility/2006">
              <mc:Choice xmlns:v="urn:schemas-microsoft-com:vml" Requires="v">
                <p:oleObj name="公式" r:id="rId8" imgW="12001500" imgH="4102100" progId="Equation.3">
                  <p:embed/>
                </p:oleObj>
              </mc:Choice>
              <mc:Fallback>
                <p:oleObj name="公式" r:id="rId8" imgW="12001500" imgH="4102100" progId="Equation.3">
                  <p:embed/>
                  <p:pic>
                    <p:nvPicPr>
                      <p:cNvPr id="715781" name="Object 5">
                        <a:extLst>
                          <a:ext uri="{FF2B5EF4-FFF2-40B4-BE49-F238E27FC236}">
                            <a16:creationId xmlns:a16="http://schemas.microsoft.com/office/drawing/2014/main" id="{1030C5E9-74D4-247A-CA01-72BF61BFC56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02250" y="981075"/>
                        <a:ext cx="1155700" cy="395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5782" name="Object 6">
            <a:extLst>
              <a:ext uri="{FF2B5EF4-FFF2-40B4-BE49-F238E27FC236}">
                <a16:creationId xmlns:a16="http://schemas.microsoft.com/office/drawing/2014/main" id="{87B5DFE8-6BCE-6D27-5704-DB1A1701FB1E}"/>
              </a:ext>
            </a:extLst>
          </p:cNvPr>
          <p:cNvGraphicFramePr>
            <a:graphicFrameLocks noChangeAspect="1"/>
          </p:cNvGraphicFramePr>
          <p:nvPr/>
        </p:nvGraphicFramePr>
        <p:xfrm>
          <a:off x="1990725" y="1700213"/>
          <a:ext cx="2592388" cy="512762"/>
        </p:xfrm>
        <a:graphic>
          <a:graphicData uri="http://schemas.openxmlformats.org/presentationml/2006/ole">
            <mc:AlternateContent xmlns:mc="http://schemas.openxmlformats.org/markup-compatibility/2006">
              <mc:Choice xmlns:v="urn:schemas-microsoft-com:vml" Requires="v">
                <p:oleObj name="公式" r:id="rId10" imgW="26619200" imgH="5270500" progId="Equation.3">
                  <p:embed/>
                </p:oleObj>
              </mc:Choice>
              <mc:Fallback>
                <p:oleObj name="公式" r:id="rId10" imgW="26619200" imgH="5270500" progId="Equation.3">
                  <p:embed/>
                  <p:pic>
                    <p:nvPicPr>
                      <p:cNvPr id="715782" name="Object 6">
                        <a:extLst>
                          <a:ext uri="{FF2B5EF4-FFF2-40B4-BE49-F238E27FC236}">
                            <a16:creationId xmlns:a16="http://schemas.microsoft.com/office/drawing/2014/main" id="{87B5DFE8-6BCE-6D27-5704-DB1A1701FB1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90725" y="1700213"/>
                        <a:ext cx="2592388" cy="512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5783" name="Object 7">
            <a:extLst>
              <a:ext uri="{FF2B5EF4-FFF2-40B4-BE49-F238E27FC236}">
                <a16:creationId xmlns:a16="http://schemas.microsoft.com/office/drawing/2014/main" id="{D259D365-FD4B-410D-0012-6F5E540F1311}"/>
              </a:ext>
            </a:extLst>
          </p:cNvPr>
          <p:cNvGraphicFramePr>
            <a:graphicFrameLocks noChangeAspect="1"/>
          </p:cNvGraphicFramePr>
          <p:nvPr/>
        </p:nvGraphicFramePr>
        <p:xfrm>
          <a:off x="1847850" y="2565401"/>
          <a:ext cx="1944688" cy="555625"/>
        </p:xfrm>
        <a:graphic>
          <a:graphicData uri="http://schemas.openxmlformats.org/presentationml/2006/ole">
            <mc:AlternateContent xmlns:mc="http://schemas.openxmlformats.org/markup-compatibility/2006">
              <mc:Choice xmlns:v="urn:schemas-microsoft-com:vml" Requires="v">
                <p:oleObj name="公式" r:id="rId12" imgW="18427700" imgH="5270500" progId="Equation.3">
                  <p:embed/>
                </p:oleObj>
              </mc:Choice>
              <mc:Fallback>
                <p:oleObj name="公式" r:id="rId12" imgW="18427700" imgH="5270500" progId="Equation.3">
                  <p:embed/>
                  <p:pic>
                    <p:nvPicPr>
                      <p:cNvPr id="715783" name="Object 7">
                        <a:extLst>
                          <a:ext uri="{FF2B5EF4-FFF2-40B4-BE49-F238E27FC236}">
                            <a16:creationId xmlns:a16="http://schemas.microsoft.com/office/drawing/2014/main" id="{D259D365-FD4B-410D-0012-6F5E540F131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47850" y="2565401"/>
                        <a:ext cx="1944688" cy="55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5784" name="Object 8">
            <a:extLst>
              <a:ext uri="{FF2B5EF4-FFF2-40B4-BE49-F238E27FC236}">
                <a16:creationId xmlns:a16="http://schemas.microsoft.com/office/drawing/2014/main" id="{E295E595-C1C3-BB42-E963-49BE68C6C2C5}"/>
              </a:ext>
            </a:extLst>
          </p:cNvPr>
          <p:cNvGraphicFramePr>
            <a:graphicFrameLocks noChangeAspect="1"/>
          </p:cNvGraphicFramePr>
          <p:nvPr/>
        </p:nvGraphicFramePr>
        <p:xfrm>
          <a:off x="2927351" y="3429000"/>
          <a:ext cx="1101725" cy="471488"/>
        </p:xfrm>
        <a:graphic>
          <a:graphicData uri="http://schemas.openxmlformats.org/presentationml/2006/ole">
            <mc:AlternateContent xmlns:mc="http://schemas.openxmlformats.org/markup-compatibility/2006">
              <mc:Choice xmlns:v="urn:schemas-microsoft-com:vml" Requires="v">
                <p:oleObj name="公式" r:id="rId14" imgW="12293600" imgH="5270500" progId="Equation.3">
                  <p:embed/>
                </p:oleObj>
              </mc:Choice>
              <mc:Fallback>
                <p:oleObj name="公式" r:id="rId14" imgW="12293600" imgH="5270500" progId="Equation.3">
                  <p:embed/>
                  <p:pic>
                    <p:nvPicPr>
                      <p:cNvPr id="715784" name="Object 8">
                        <a:extLst>
                          <a:ext uri="{FF2B5EF4-FFF2-40B4-BE49-F238E27FC236}">
                            <a16:creationId xmlns:a16="http://schemas.microsoft.com/office/drawing/2014/main" id="{E295E595-C1C3-BB42-E963-49BE68C6C2C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27351" y="3429000"/>
                        <a:ext cx="1101725"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5785" name="Rectangle 9">
            <a:extLst>
              <a:ext uri="{FF2B5EF4-FFF2-40B4-BE49-F238E27FC236}">
                <a16:creationId xmlns:a16="http://schemas.microsoft.com/office/drawing/2014/main" id="{EB4D33BF-71DE-9618-FCB6-36C03AA140BC}"/>
              </a:ext>
            </a:extLst>
          </p:cNvPr>
          <p:cNvSpPr>
            <a:spLocks noChangeArrowheads="1"/>
          </p:cNvSpPr>
          <p:nvPr/>
        </p:nvSpPr>
        <p:spPr bwMode="auto">
          <a:xfrm>
            <a:off x="1919289" y="3357563"/>
            <a:ext cx="1584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graphicFrame>
        <p:nvGraphicFramePr>
          <p:cNvPr id="715786" name="Object 10">
            <a:extLst>
              <a:ext uri="{FF2B5EF4-FFF2-40B4-BE49-F238E27FC236}">
                <a16:creationId xmlns:a16="http://schemas.microsoft.com/office/drawing/2014/main" id="{5D11A88D-8B01-A576-C0EA-BB7BAD1FCF5B}"/>
              </a:ext>
            </a:extLst>
          </p:cNvPr>
          <p:cNvGraphicFramePr>
            <a:graphicFrameLocks noChangeAspect="1"/>
          </p:cNvGraphicFramePr>
          <p:nvPr/>
        </p:nvGraphicFramePr>
        <p:xfrm>
          <a:off x="4021139" y="2636838"/>
          <a:ext cx="1138237" cy="398462"/>
        </p:xfrm>
        <a:graphic>
          <a:graphicData uri="http://schemas.openxmlformats.org/presentationml/2006/ole">
            <mc:AlternateContent xmlns:mc="http://schemas.openxmlformats.org/markup-compatibility/2006">
              <mc:Choice xmlns:v="urn:schemas-microsoft-com:vml" Requires="v">
                <p:oleObj name="公式" r:id="rId16" imgW="11696700" imgH="4102100" progId="Equation.3">
                  <p:embed/>
                </p:oleObj>
              </mc:Choice>
              <mc:Fallback>
                <p:oleObj name="公式" r:id="rId16" imgW="11696700" imgH="4102100" progId="Equation.3">
                  <p:embed/>
                  <p:pic>
                    <p:nvPicPr>
                      <p:cNvPr id="715786" name="Object 10">
                        <a:extLst>
                          <a:ext uri="{FF2B5EF4-FFF2-40B4-BE49-F238E27FC236}">
                            <a16:creationId xmlns:a16="http://schemas.microsoft.com/office/drawing/2014/main" id="{5D11A88D-8B01-A576-C0EA-BB7BAD1FCF5B}"/>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21139" y="2636838"/>
                        <a:ext cx="1138237" cy="398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5787" name="Rectangle 11">
            <a:extLst>
              <a:ext uri="{FF2B5EF4-FFF2-40B4-BE49-F238E27FC236}">
                <a16:creationId xmlns:a16="http://schemas.microsoft.com/office/drawing/2014/main" id="{FD034F10-FBD5-87AC-A02D-2B277F06F325}"/>
              </a:ext>
            </a:extLst>
          </p:cNvPr>
          <p:cNvSpPr>
            <a:spLocks noChangeArrowheads="1"/>
          </p:cNvSpPr>
          <p:nvPr/>
        </p:nvSpPr>
        <p:spPr bwMode="auto">
          <a:xfrm>
            <a:off x="4440238" y="3357563"/>
            <a:ext cx="23669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所以接受</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715788" name="Rectangle 12">
            <a:extLst>
              <a:ext uri="{FF2B5EF4-FFF2-40B4-BE49-F238E27FC236}">
                <a16:creationId xmlns:a16="http://schemas.microsoft.com/office/drawing/2014/main" id="{8E23704F-5A10-5D74-18A9-54EE1926C1E6}"/>
              </a:ext>
            </a:extLst>
          </p:cNvPr>
          <p:cNvSpPr>
            <a:spLocks noChangeArrowheads="1"/>
          </p:cNvSpPr>
          <p:nvPr/>
        </p:nvSpPr>
        <p:spPr bwMode="auto">
          <a:xfrm>
            <a:off x="1774826" y="4149726"/>
            <a:ext cx="8893175"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即</a:t>
            </a:r>
            <a:r>
              <a:rPr lang="en-US" altLang="zh-CN" sz="2800" b="1">
                <a:solidFill>
                  <a:srgbClr val="007A77"/>
                </a:solidFill>
                <a:latin typeface="Times New Roman" panose="02020603050405020304" pitchFamily="18" charset="0"/>
                <a:ea typeface="楷体_GB2312" pitchFamily="49" charset="-122"/>
              </a:rPr>
              <a:t>21~59</a:t>
            </a:r>
            <a:r>
              <a:rPr lang="zh-CN" altLang="en-US" sz="2800" b="1">
                <a:solidFill>
                  <a:srgbClr val="007A77"/>
                </a:solidFill>
                <a:latin typeface="Times New Roman" panose="02020603050405020304" pitchFamily="18" charset="0"/>
                <a:ea typeface="楷体_GB2312" pitchFamily="49" charset="-122"/>
              </a:rPr>
              <a:t>岁男子的血压（收缩压）总体</a:t>
            </a:r>
            <a:r>
              <a:rPr lang="en-US" altLang="zh-CN" sz="2800" b="1">
                <a:solidFill>
                  <a:srgbClr val="007A77"/>
                </a:solidFill>
                <a:latin typeface="Times New Roman" panose="02020603050405020304" pitchFamily="18" charset="0"/>
                <a:ea typeface="楷体_GB2312" pitchFamily="49" charset="-122"/>
              </a:rPr>
              <a:t>X</a:t>
            </a:r>
            <a:r>
              <a:rPr lang="zh-CN" altLang="en-US" sz="2800" b="1">
                <a:solidFill>
                  <a:srgbClr val="007A77"/>
                </a:solidFill>
                <a:latin typeface="Times New Roman" panose="02020603050405020304" pitchFamily="18" charset="0"/>
                <a:ea typeface="楷体_GB2312" pitchFamily="49" charset="-122"/>
              </a:rPr>
              <a:t>服从正态分布。</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15778"/>
                                        </p:tgtEl>
                                        <p:attrNameLst>
                                          <p:attrName>style.visibility</p:attrName>
                                        </p:attrNameLst>
                                      </p:cBhvr>
                                      <p:to>
                                        <p:strVal val="visible"/>
                                      </p:to>
                                    </p:set>
                                    <p:animEffect transition="in" filter="wipe(left)">
                                      <p:cBhvr>
                                        <p:cTn id="7" dur="1000"/>
                                        <p:tgtEl>
                                          <p:spTgt spid="715778"/>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715780"/>
                                        </p:tgtEl>
                                        <p:attrNameLst>
                                          <p:attrName>style.visibility</p:attrName>
                                        </p:attrNameLst>
                                      </p:cBhvr>
                                      <p:to>
                                        <p:strVal val="visible"/>
                                      </p:to>
                                    </p:set>
                                    <p:animEffect transition="in" filter="wipe(left)">
                                      <p:cBhvr>
                                        <p:cTn id="11" dur="1000"/>
                                        <p:tgtEl>
                                          <p:spTgt spid="71578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715779"/>
                                        </p:tgtEl>
                                        <p:attrNameLst>
                                          <p:attrName>style.visibility</p:attrName>
                                        </p:attrNameLst>
                                      </p:cBhvr>
                                      <p:to>
                                        <p:strVal val="visible"/>
                                      </p:to>
                                    </p:set>
                                    <p:animEffect transition="in" filter="wipe(left)">
                                      <p:cBhvr>
                                        <p:cTn id="16" dur="1000"/>
                                        <p:tgtEl>
                                          <p:spTgt spid="71577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715781"/>
                                        </p:tgtEl>
                                        <p:attrNameLst>
                                          <p:attrName>style.visibility</p:attrName>
                                        </p:attrNameLst>
                                      </p:cBhvr>
                                      <p:to>
                                        <p:strVal val="visible"/>
                                      </p:to>
                                    </p:set>
                                    <p:animEffect transition="in" filter="wipe(left)">
                                      <p:cBhvr>
                                        <p:cTn id="21" dur="1000"/>
                                        <p:tgtEl>
                                          <p:spTgt spid="71578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715782"/>
                                        </p:tgtEl>
                                        <p:attrNameLst>
                                          <p:attrName>style.visibility</p:attrName>
                                        </p:attrNameLst>
                                      </p:cBhvr>
                                      <p:to>
                                        <p:strVal val="visible"/>
                                      </p:to>
                                    </p:set>
                                    <p:animEffect transition="in" filter="wipe(left)">
                                      <p:cBhvr>
                                        <p:cTn id="26" dur="1000"/>
                                        <p:tgtEl>
                                          <p:spTgt spid="71578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715783"/>
                                        </p:tgtEl>
                                        <p:attrNameLst>
                                          <p:attrName>style.visibility</p:attrName>
                                        </p:attrNameLst>
                                      </p:cBhvr>
                                      <p:to>
                                        <p:strVal val="visible"/>
                                      </p:to>
                                    </p:set>
                                    <p:animEffect transition="in" filter="wipe(left)">
                                      <p:cBhvr>
                                        <p:cTn id="31" dur="1000"/>
                                        <p:tgtEl>
                                          <p:spTgt spid="715783"/>
                                        </p:tgtEl>
                                      </p:cBhvr>
                                    </p:animEffect>
                                  </p:childTnLst>
                                </p:cTn>
                              </p:par>
                            </p:childTnLst>
                          </p:cTn>
                        </p:par>
                        <p:par>
                          <p:cTn id="32" fill="hold" nodeType="afterGroup">
                            <p:stCondLst>
                              <p:cond delay="1000"/>
                            </p:stCondLst>
                            <p:childTnLst>
                              <p:par>
                                <p:cTn id="33" presetID="22" presetClass="entr" presetSubtype="8" fill="hold" nodeType="afterEffect">
                                  <p:stCondLst>
                                    <p:cond delay="0"/>
                                  </p:stCondLst>
                                  <p:childTnLst>
                                    <p:set>
                                      <p:cBhvr>
                                        <p:cTn id="34" dur="1" fill="hold">
                                          <p:stCondLst>
                                            <p:cond delay="0"/>
                                          </p:stCondLst>
                                        </p:cTn>
                                        <p:tgtEl>
                                          <p:spTgt spid="715786"/>
                                        </p:tgtEl>
                                        <p:attrNameLst>
                                          <p:attrName>style.visibility</p:attrName>
                                        </p:attrNameLst>
                                      </p:cBhvr>
                                      <p:to>
                                        <p:strVal val="visible"/>
                                      </p:to>
                                    </p:set>
                                    <p:animEffect transition="in" filter="wipe(left)">
                                      <p:cBhvr>
                                        <p:cTn id="35" dur="1000"/>
                                        <p:tgtEl>
                                          <p:spTgt spid="71578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715785"/>
                                        </p:tgtEl>
                                        <p:attrNameLst>
                                          <p:attrName>style.visibility</p:attrName>
                                        </p:attrNameLst>
                                      </p:cBhvr>
                                      <p:to>
                                        <p:strVal val="visible"/>
                                      </p:to>
                                    </p:set>
                                    <p:animEffect transition="in" filter="wipe(left)">
                                      <p:cBhvr>
                                        <p:cTn id="40" dur="1000"/>
                                        <p:tgtEl>
                                          <p:spTgt spid="715785"/>
                                        </p:tgtEl>
                                      </p:cBhvr>
                                    </p:animEffect>
                                  </p:childTnLst>
                                </p:cTn>
                              </p:par>
                            </p:childTnLst>
                          </p:cTn>
                        </p:par>
                        <p:par>
                          <p:cTn id="41" fill="hold" nodeType="afterGroup">
                            <p:stCondLst>
                              <p:cond delay="1000"/>
                            </p:stCondLst>
                            <p:childTnLst>
                              <p:par>
                                <p:cTn id="42" presetID="22" presetClass="entr" presetSubtype="8" fill="hold" nodeType="afterEffect">
                                  <p:stCondLst>
                                    <p:cond delay="0"/>
                                  </p:stCondLst>
                                  <p:childTnLst>
                                    <p:set>
                                      <p:cBhvr>
                                        <p:cTn id="43" dur="1" fill="hold">
                                          <p:stCondLst>
                                            <p:cond delay="0"/>
                                          </p:stCondLst>
                                        </p:cTn>
                                        <p:tgtEl>
                                          <p:spTgt spid="715784"/>
                                        </p:tgtEl>
                                        <p:attrNameLst>
                                          <p:attrName>style.visibility</p:attrName>
                                        </p:attrNameLst>
                                      </p:cBhvr>
                                      <p:to>
                                        <p:strVal val="visible"/>
                                      </p:to>
                                    </p:set>
                                    <p:animEffect transition="in" filter="wipe(left)">
                                      <p:cBhvr>
                                        <p:cTn id="44" dur="1000"/>
                                        <p:tgtEl>
                                          <p:spTgt spid="715784"/>
                                        </p:tgtEl>
                                      </p:cBhvr>
                                    </p:animEffect>
                                  </p:childTnLst>
                                </p:cTn>
                              </p:par>
                            </p:childTnLst>
                          </p:cTn>
                        </p:par>
                        <p:par>
                          <p:cTn id="45" fill="hold" nodeType="afterGroup">
                            <p:stCondLst>
                              <p:cond delay="2000"/>
                            </p:stCondLst>
                            <p:childTnLst>
                              <p:par>
                                <p:cTn id="46" presetID="22" presetClass="entr" presetSubtype="8" fill="hold" nodeType="afterEffect">
                                  <p:stCondLst>
                                    <p:cond delay="0"/>
                                  </p:stCondLst>
                                  <p:childTnLst>
                                    <p:set>
                                      <p:cBhvr>
                                        <p:cTn id="47" dur="1" fill="hold">
                                          <p:stCondLst>
                                            <p:cond delay="0"/>
                                          </p:stCondLst>
                                        </p:cTn>
                                        <p:tgtEl>
                                          <p:spTgt spid="715787"/>
                                        </p:tgtEl>
                                        <p:attrNameLst>
                                          <p:attrName>style.visibility</p:attrName>
                                        </p:attrNameLst>
                                      </p:cBhvr>
                                      <p:to>
                                        <p:strVal val="visible"/>
                                      </p:to>
                                    </p:set>
                                    <p:animEffect transition="in" filter="wipe(left)">
                                      <p:cBhvr>
                                        <p:cTn id="48" dur="1000"/>
                                        <p:tgtEl>
                                          <p:spTgt spid="71578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715788"/>
                                        </p:tgtEl>
                                        <p:attrNameLst>
                                          <p:attrName>style.visibility</p:attrName>
                                        </p:attrNameLst>
                                      </p:cBhvr>
                                      <p:to>
                                        <p:strVal val="visible"/>
                                      </p:to>
                                    </p:set>
                                    <p:animEffect transition="in" filter="wipe(left)">
                                      <p:cBhvr>
                                        <p:cTn id="53" dur="1000"/>
                                        <p:tgtEl>
                                          <p:spTgt spid="715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5785" grpId="0"/>
      <p:bldP spid="715787" grpId="0"/>
      <p:bldP spid="715788" grpId="0"/>
    </p:bldLst>
  </p:timing>
</p:sld>
</file>

<file path=ppt/theme/theme1.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4651</Words>
  <Application>Microsoft Macintosh PowerPoint</Application>
  <PresentationFormat>Widescreen</PresentationFormat>
  <Paragraphs>707</Paragraphs>
  <Slides>86</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86</vt:i4>
      </vt:variant>
    </vt:vector>
  </HeadingPairs>
  <TitlesOfParts>
    <vt:vector size="94" baseType="lpstr">
      <vt:lpstr>楷体_GB2312</vt:lpstr>
      <vt:lpstr>宋体</vt:lpstr>
      <vt:lpstr>Arial</vt:lpstr>
      <vt:lpstr>Times New Roman</vt:lpstr>
      <vt:lpstr>Wingdings</vt:lpstr>
      <vt:lpstr>诗情画意</vt:lpstr>
      <vt:lpstr>Microsoft 公式 3.0</vt:lpstr>
      <vt:lpstr>Microsoft Equation 3.0</vt:lpstr>
      <vt:lpstr>假设检验</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假设检验</dc:title>
  <dc:creator>Microsoft Office User</dc:creator>
  <cp:lastModifiedBy>Microsoft Office User</cp:lastModifiedBy>
  <cp:revision>1</cp:revision>
  <dcterms:created xsi:type="dcterms:W3CDTF">2023-09-03T07:42:23Z</dcterms:created>
  <dcterms:modified xsi:type="dcterms:W3CDTF">2023-09-03T07:43:28Z</dcterms:modified>
</cp:coreProperties>
</file>